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tags/tag10.xml" ContentType="application/vnd.openxmlformats-officedocument.presentationml.tags+xml"/>
  <Override PartName="/ppt/notesSlides/notesSlide16.xml" ContentType="application/vnd.openxmlformats-officedocument.presentationml.notesSlide+xml"/>
  <Override PartName="/ppt/tags/tag1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2.xml" ContentType="application/vnd.openxmlformats-officedocument.presentationml.tags+xml"/>
  <Override PartName="/ppt/notesSlides/notesSlide19.xml" ContentType="application/vnd.openxmlformats-officedocument.presentationml.notesSlide+xml"/>
  <Override PartName="/ppt/tags/tag13.xml" ContentType="application/vnd.openxmlformats-officedocument.presentationml.tags+xml"/>
  <Override PartName="/ppt/notesSlides/notesSlide20.xml" ContentType="application/vnd.openxmlformats-officedocument.presentationml.notesSlide+xml"/>
  <Override PartName="/ppt/tags/tag14.xml" ContentType="application/vnd.openxmlformats-officedocument.presentationml.tags+xml"/>
  <Override PartName="/ppt/notesSlides/notesSlide21.xml" ContentType="application/vnd.openxmlformats-officedocument.presentationml.notesSlide+xml"/>
  <Override PartName="/ppt/tags/tag15.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92" r:id="rId3"/>
    <p:sldId id="257" r:id="rId4"/>
    <p:sldId id="275" r:id="rId5"/>
    <p:sldId id="276" r:id="rId6"/>
    <p:sldId id="274" r:id="rId7"/>
    <p:sldId id="278" r:id="rId8"/>
    <p:sldId id="260" r:id="rId9"/>
    <p:sldId id="279" r:id="rId10"/>
    <p:sldId id="282" r:id="rId11"/>
    <p:sldId id="280" r:id="rId12"/>
    <p:sldId id="277" r:id="rId13"/>
    <p:sldId id="261" r:id="rId14"/>
    <p:sldId id="286" r:id="rId15"/>
    <p:sldId id="273" r:id="rId16"/>
    <p:sldId id="284" r:id="rId17"/>
    <p:sldId id="285" r:id="rId18"/>
    <p:sldId id="262" r:id="rId19"/>
    <p:sldId id="281" r:id="rId20"/>
    <p:sldId id="283" r:id="rId21"/>
    <p:sldId id="288" r:id="rId22"/>
    <p:sldId id="289" r:id="rId23"/>
    <p:sldId id="290"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3637"/>
    <a:srgbClr val="EDEADB"/>
    <a:srgbClr val="0E05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4" d="100"/>
          <a:sy n="84" d="100"/>
        </p:scale>
        <p:origin x="77" y="48"/>
      </p:cViewPr>
      <p:guideLst>
        <p:guide orient="horz" pos="2183"/>
        <p:guide pos="3840"/>
      </p:guideLst>
    </p:cSldViewPr>
  </p:slideViewPr>
  <p:notesTextViewPr>
    <p:cViewPr>
      <p:scale>
        <a:sx n="1" d="1"/>
        <a:sy n="1" d="1"/>
      </p:scale>
      <p:origin x="0" y="0"/>
    </p:cViewPr>
  </p:notesTextViewPr>
  <p:gridSpacing cx="180000" cy="180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5BDC46-12E2-47C2-8058-8A0ADF1776E1}" type="datetimeFigureOut">
              <a:rPr lang="zh-CN" altLang="en-US" smtClean="0"/>
              <a:t>2021/6/6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0C5A4-D08F-4D6B-9EC8-2CA7014510F3}" type="slidenum">
              <a:rPr lang="zh-CN" altLang="en-US" smtClean="0"/>
              <a:t>‹#›</a:t>
            </a:fld>
            <a:endParaRPr lang="zh-CN" altLang="en-US"/>
          </a:p>
        </p:txBody>
      </p:sp>
    </p:spTree>
    <p:extLst>
      <p:ext uri="{BB962C8B-B14F-4D97-AF65-F5344CB8AC3E}">
        <p14:creationId xmlns:p14="http://schemas.microsoft.com/office/powerpoint/2010/main" val="1101780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a:t>
            </a:fld>
            <a:endParaRPr lang="zh-CN" altLang="en-US"/>
          </a:p>
        </p:txBody>
      </p:sp>
    </p:spTree>
    <p:extLst>
      <p:ext uri="{BB962C8B-B14F-4D97-AF65-F5344CB8AC3E}">
        <p14:creationId xmlns:p14="http://schemas.microsoft.com/office/powerpoint/2010/main" val="611193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2</a:t>
            </a:fld>
            <a:endParaRPr lang="zh-CN" altLang="en-US"/>
          </a:p>
        </p:txBody>
      </p:sp>
    </p:spTree>
    <p:extLst>
      <p:ext uri="{BB962C8B-B14F-4D97-AF65-F5344CB8AC3E}">
        <p14:creationId xmlns:p14="http://schemas.microsoft.com/office/powerpoint/2010/main" val="4138523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3</a:t>
            </a:fld>
            <a:endParaRPr lang="zh-CN" altLang="en-US"/>
          </a:p>
        </p:txBody>
      </p:sp>
    </p:spTree>
    <p:extLst>
      <p:ext uri="{BB962C8B-B14F-4D97-AF65-F5344CB8AC3E}">
        <p14:creationId xmlns:p14="http://schemas.microsoft.com/office/powerpoint/2010/main" val="3363511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4</a:t>
            </a:fld>
            <a:endParaRPr lang="zh-CN" altLang="en-US"/>
          </a:p>
        </p:txBody>
      </p:sp>
    </p:spTree>
    <p:extLst>
      <p:ext uri="{BB962C8B-B14F-4D97-AF65-F5344CB8AC3E}">
        <p14:creationId xmlns:p14="http://schemas.microsoft.com/office/powerpoint/2010/main" val="2640150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5</a:t>
            </a:fld>
            <a:endParaRPr lang="zh-CN" altLang="en-US"/>
          </a:p>
        </p:txBody>
      </p:sp>
    </p:spTree>
    <p:extLst>
      <p:ext uri="{BB962C8B-B14F-4D97-AF65-F5344CB8AC3E}">
        <p14:creationId xmlns:p14="http://schemas.microsoft.com/office/powerpoint/2010/main" val="1416435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6</a:t>
            </a:fld>
            <a:endParaRPr lang="zh-CN" altLang="en-US"/>
          </a:p>
        </p:txBody>
      </p:sp>
    </p:spTree>
    <p:extLst>
      <p:ext uri="{BB962C8B-B14F-4D97-AF65-F5344CB8AC3E}">
        <p14:creationId xmlns:p14="http://schemas.microsoft.com/office/powerpoint/2010/main" val="1713712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7</a:t>
            </a:fld>
            <a:endParaRPr lang="zh-CN" altLang="en-US"/>
          </a:p>
        </p:txBody>
      </p:sp>
    </p:spTree>
    <p:extLst>
      <p:ext uri="{BB962C8B-B14F-4D97-AF65-F5344CB8AC3E}">
        <p14:creationId xmlns:p14="http://schemas.microsoft.com/office/powerpoint/2010/main" val="55516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8</a:t>
            </a:fld>
            <a:endParaRPr lang="zh-CN" altLang="en-US"/>
          </a:p>
        </p:txBody>
      </p:sp>
    </p:spTree>
    <p:extLst>
      <p:ext uri="{BB962C8B-B14F-4D97-AF65-F5344CB8AC3E}">
        <p14:creationId xmlns:p14="http://schemas.microsoft.com/office/powerpoint/2010/main" val="3262135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9</a:t>
            </a:fld>
            <a:endParaRPr lang="zh-CN" altLang="en-US"/>
          </a:p>
        </p:txBody>
      </p:sp>
    </p:spTree>
    <p:extLst>
      <p:ext uri="{BB962C8B-B14F-4D97-AF65-F5344CB8AC3E}">
        <p14:creationId xmlns:p14="http://schemas.microsoft.com/office/powerpoint/2010/main" val="4033317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10</a:t>
            </a:fld>
            <a:endParaRPr lang="zh-CN" altLang="en-US"/>
          </a:p>
        </p:txBody>
      </p:sp>
    </p:spTree>
    <p:extLst>
      <p:ext uri="{BB962C8B-B14F-4D97-AF65-F5344CB8AC3E}">
        <p14:creationId xmlns:p14="http://schemas.microsoft.com/office/powerpoint/2010/main" val="7204279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11</a:t>
            </a:fld>
            <a:endParaRPr lang="zh-CN" altLang="en-US"/>
          </a:p>
        </p:txBody>
      </p:sp>
    </p:spTree>
    <p:extLst>
      <p:ext uri="{BB962C8B-B14F-4D97-AF65-F5344CB8AC3E}">
        <p14:creationId xmlns:p14="http://schemas.microsoft.com/office/powerpoint/2010/main" val="2571843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12</a:t>
            </a:fld>
            <a:endParaRPr lang="zh-CN" altLang="en-US"/>
          </a:p>
        </p:txBody>
      </p:sp>
    </p:spTree>
    <p:extLst>
      <p:ext uri="{BB962C8B-B14F-4D97-AF65-F5344CB8AC3E}">
        <p14:creationId xmlns:p14="http://schemas.microsoft.com/office/powerpoint/2010/main" val="1632485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13</a:t>
            </a:fld>
            <a:endParaRPr lang="zh-CN" altLang="en-US"/>
          </a:p>
        </p:txBody>
      </p:sp>
    </p:spTree>
    <p:extLst>
      <p:ext uri="{BB962C8B-B14F-4D97-AF65-F5344CB8AC3E}">
        <p14:creationId xmlns:p14="http://schemas.microsoft.com/office/powerpoint/2010/main" val="830137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14</a:t>
            </a:fld>
            <a:endParaRPr lang="zh-CN" altLang="en-US"/>
          </a:p>
        </p:txBody>
      </p:sp>
    </p:spTree>
    <p:extLst>
      <p:ext uri="{BB962C8B-B14F-4D97-AF65-F5344CB8AC3E}">
        <p14:creationId xmlns:p14="http://schemas.microsoft.com/office/powerpoint/2010/main" val="2522113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15</a:t>
            </a:fld>
            <a:endParaRPr lang="zh-CN" altLang="en-US"/>
          </a:p>
        </p:txBody>
      </p:sp>
    </p:spTree>
    <p:extLst>
      <p:ext uri="{BB962C8B-B14F-4D97-AF65-F5344CB8AC3E}">
        <p14:creationId xmlns:p14="http://schemas.microsoft.com/office/powerpoint/2010/main" val="4218692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16</a:t>
            </a:fld>
            <a:endParaRPr lang="zh-CN" altLang="en-US"/>
          </a:p>
        </p:txBody>
      </p:sp>
    </p:spTree>
    <p:extLst>
      <p:ext uri="{BB962C8B-B14F-4D97-AF65-F5344CB8AC3E}">
        <p14:creationId xmlns:p14="http://schemas.microsoft.com/office/powerpoint/2010/main" val="21291311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17</a:t>
            </a:fld>
            <a:endParaRPr lang="zh-CN" altLang="en-US"/>
          </a:p>
        </p:txBody>
      </p:sp>
    </p:spTree>
    <p:extLst>
      <p:ext uri="{BB962C8B-B14F-4D97-AF65-F5344CB8AC3E}">
        <p14:creationId xmlns:p14="http://schemas.microsoft.com/office/powerpoint/2010/main" val="606650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18</a:t>
            </a:fld>
            <a:endParaRPr lang="zh-CN" altLang="en-US"/>
          </a:p>
        </p:txBody>
      </p:sp>
    </p:spTree>
    <p:extLst>
      <p:ext uri="{BB962C8B-B14F-4D97-AF65-F5344CB8AC3E}">
        <p14:creationId xmlns:p14="http://schemas.microsoft.com/office/powerpoint/2010/main" val="11251647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19</a:t>
            </a:fld>
            <a:endParaRPr lang="zh-CN" altLang="en-US"/>
          </a:p>
        </p:txBody>
      </p:sp>
    </p:spTree>
    <p:extLst>
      <p:ext uri="{BB962C8B-B14F-4D97-AF65-F5344CB8AC3E}">
        <p14:creationId xmlns:p14="http://schemas.microsoft.com/office/powerpoint/2010/main" val="2783984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20</a:t>
            </a:fld>
            <a:endParaRPr lang="zh-CN" altLang="en-US"/>
          </a:p>
        </p:txBody>
      </p:sp>
    </p:spTree>
    <p:extLst>
      <p:ext uri="{BB962C8B-B14F-4D97-AF65-F5344CB8AC3E}">
        <p14:creationId xmlns:p14="http://schemas.microsoft.com/office/powerpoint/2010/main" val="1709193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21</a:t>
            </a:fld>
            <a:endParaRPr lang="zh-CN" altLang="en-US"/>
          </a:p>
        </p:txBody>
      </p:sp>
    </p:spTree>
    <p:extLst>
      <p:ext uri="{BB962C8B-B14F-4D97-AF65-F5344CB8AC3E}">
        <p14:creationId xmlns:p14="http://schemas.microsoft.com/office/powerpoint/2010/main" val="1851889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22</a:t>
            </a:fld>
            <a:endParaRPr lang="zh-CN" altLang="en-US"/>
          </a:p>
        </p:txBody>
      </p:sp>
    </p:spTree>
    <p:extLst>
      <p:ext uri="{BB962C8B-B14F-4D97-AF65-F5344CB8AC3E}">
        <p14:creationId xmlns:p14="http://schemas.microsoft.com/office/powerpoint/2010/main" val="6882338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A0C5A4-D08F-4D6B-9EC8-2CA7014510F3}" type="slidenum">
              <a:rPr lang="zh-CN" altLang="en-US" smtClean="0"/>
              <a:t>23</a:t>
            </a:fld>
            <a:endParaRPr lang="zh-CN" altLang="en-US"/>
          </a:p>
        </p:txBody>
      </p:sp>
    </p:spTree>
    <p:extLst>
      <p:ext uri="{BB962C8B-B14F-4D97-AF65-F5344CB8AC3E}">
        <p14:creationId xmlns:p14="http://schemas.microsoft.com/office/powerpoint/2010/main" val="4200163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283994109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76584892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360615544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415925667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390566267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5566021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202008564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321495446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43148119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315743347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DFE4F43-0DEF-41C2-8E37-0F600CDF0887}" type="datetimeFigureOut">
              <a:rPr lang="zh-CN" altLang="en-US" smtClean="0"/>
              <a:t>2021/6/6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234656845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FE4F43-0DEF-41C2-8E37-0F600CDF0887}" type="datetimeFigureOut">
              <a:rPr lang="zh-CN" altLang="en-US" smtClean="0"/>
              <a:t>2021/6/6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A1CDC6-C9F0-463C-B3AE-2B1D433890A9}" type="slidenum">
              <a:rPr lang="zh-CN" altLang="en-US" smtClean="0"/>
              <a:t>‹#›</a:t>
            </a:fld>
            <a:endParaRPr lang="zh-CN" altLang="en-US"/>
          </a:p>
        </p:txBody>
      </p:sp>
    </p:spTree>
    <p:extLst>
      <p:ext uri="{BB962C8B-B14F-4D97-AF65-F5344CB8AC3E}">
        <p14:creationId xmlns:p14="http://schemas.microsoft.com/office/powerpoint/2010/main" val="515949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1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72551" y="3607150"/>
            <a:ext cx="5135588" cy="5135588"/>
          </a:xfrm>
          <a:prstGeom prst="ellipse">
            <a:avLst/>
          </a:pr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任意多边形 22"/>
          <p:cNvSpPr/>
          <p:nvPr/>
        </p:nvSpPr>
        <p:spPr>
          <a:xfrm>
            <a:off x="4821138" y="6605180"/>
            <a:ext cx="3812836" cy="252820"/>
          </a:xfrm>
          <a:custGeom>
            <a:avLst/>
            <a:gdLst>
              <a:gd name="connsiteX0" fmla="*/ 1695634 w 3812836"/>
              <a:gd name="connsiteY0" fmla="*/ 1689 h 566196"/>
              <a:gd name="connsiteX1" fmla="*/ 3811395 w 3812836"/>
              <a:gd name="connsiteY1" fmla="*/ 565932 h 566196"/>
              <a:gd name="connsiteX2" fmla="*/ 3812836 w 3812836"/>
              <a:gd name="connsiteY2" fmla="*/ 566196 h 566196"/>
              <a:gd name="connsiteX3" fmla="*/ 0 w 3812836"/>
              <a:gd name="connsiteY3" fmla="*/ 566196 h 566196"/>
              <a:gd name="connsiteX4" fmla="*/ 109991 w 3812836"/>
              <a:gd name="connsiteY4" fmla="*/ 500924 h 566196"/>
              <a:gd name="connsiteX5" fmla="*/ 1552170 w 3812836"/>
              <a:gd name="connsiteY5" fmla="*/ 1770 h 566196"/>
              <a:gd name="connsiteX6" fmla="*/ 1695634 w 3812836"/>
              <a:gd name="connsiteY6" fmla="*/ 1689 h 56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2836" h="566196">
                <a:moveTo>
                  <a:pt x="1695634" y="1689"/>
                </a:moveTo>
                <a:cubicBezTo>
                  <a:pt x="2339269" y="30989"/>
                  <a:pt x="3182181" y="433206"/>
                  <a:pt x="3811395" y="565932"/>
                </a:cubicBezTo>
                <a:lnTo>
                  <a:pt x="3812836" y="566196"/>
                </a:lnTo>
                <a:lnTo>
                  <a:pt x="0" y="566196"/>
                </a:lnTo>
                <a:lnTo>
                  <a:pt x="109991" y="500924"/>
                </a:lnTo>
                <a:cubicBezTo>
                  <a:pt x="521075" y="266576"/>
                  <a:pt x="1063473" y="26773"/>
                  <a:pt x="1552170" y="1770"/>
                </a:cubicBezTo>
                <a:cubicBezTo>
                  <a:pt x="1598713" y="-611"/>
                  <a:pt x="1646595" y="-544"/>
                  <a:pt x="1695634" y="1689"/>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任意多边形 20"/>
          <p:cNvSpPr/>
          <p:nvPr/>
        </p:nvSpPr>
        <p:spPr>
          <a:xfrm>
            <a:off x="797644" y="6605180"/>
            <a:ext cx="3320235" cy="252820"/>
          </a:xfrm>
          <a:custGeom>
            <a:avLst/>
            <a:gdLst>
              <a:gd name="connsiteX0" fmla="*/ 1074252 w 3320235"/>
              <a:gd name="connsiteY0" fmla="*/ 121 h 252820"/>
              <a:gd name="connsiteX1" fmla="*/ 3163008 w 3320235"/>
              <a:gd name="connsiteY1" fmla="*/ 249442 h 252820"/>
              <a:gd name="connsiteX2" fmla="*/ 3320235 w 3320235"/>
              <a:gd name="connsiteY2" fmla="*/ 252820 h 252820"/>
              <a:gd name="connsiteX3" fmla="*/ 0 w 3320235"/>
              <a:gd name="connsiteY3" fmla="*/ 252820 h 252820"/>
              <a:gd name="connsiteX4" fmla="*/ 119080 w 3320235"/>
              <a:gd name="connsiteY4" fmla="*/ 223667 h 252820"/>
              <a:gd name="connsiteX5" fmla="*/ 1074252 w 3320235"/>
              <a:gd name="connsiteY5" fmla="*/ 121 h 252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0235" h="252820">
                <a:moveTo>
                  <a:pt x="1074252" y="121"/>
                </a:moveTo>
                <a:cubicBezTo>
                  <a:pt x="1656143" y="-5940"/>
                  <a:pt x="2410404" y="218709"/>
                  <a:pt x="3163008" y="249442"/>
                </a:cubicBezTo>
                <a:lnTo>
                  <a:pt x="3320235" y="252820"/>
                </a:lnTo>
                <a:lnTo>
                  <a:pt x="0" y="252820"/>
                </a:lnTo>
                <a:lnTo>
                  <a:pt x="119080" y="223667"/>
                </a:lnTo>
                <a:cubicBezTo>
                  <a:pt x="412102" y="137313"/>
                  <a:pt x="658616" y="4451"/>
                  <a:pt x="1074252" y="121"/>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256410" y="818016"/>
            <a:ext cx="6374549" cy="4092646"/>
            <a:chOff x="5256410" y="818016"/>
            <a:chExt cx="6374549" cy="4092646"/>
          </a:xfrm>
        </p:grpSpPr>
        <p:sp>
          <p:nvSpPr>
            <p:cNvPr id="26" name="文本框 25"/>
            <p:cNvSpPr txBox="1"/>
            <p:nvPr/>
          </p:nvSpPr>
          <p:spPr>
            <a:xfrm>
              <a:off x="5256410" y="2964409"/>
              <a:ext cx="6374549" cy="1323439"/>
            </a:xfrm>
            <a:prstGeom prst="rect">
              <a:avLst/>
            </a:prstGeom>
            <a:noFill/>
          </p:spPr>
          <p:txBody>
            <a:bodyPr wrap="square" rtlCol="0">
              <a:spAutoFit/>
            </a:bodyPr>
            <a:lstStyle/>
            <a:p>
              <a:pPr algn="ctr"/>
              <a:r>
                <a:rPr lang="zh-CN" altLang="en-US" sz="8000" b="1" dirty="0">
                  <a:cs typeface="+mn-ea"/>
                  <a:sym typeface="+mn-lt"/>
                </a:rPr>
                <a:t>毕业答辩模板</a:t>
              </a:r>
            </a:p>
          </p:txBody>
        </p:sp>
        <p:grpSp>
          <p:nvGrpSpPr>
            <p:cNvPr id="28" name="组合 27"/>
            <p:cNvGrpSpPr/>
            <p:nvPr/>
          </p:nvGrpSpPr>
          <p:grpSpPr>
            <a:xfrm>
              <a:off x="6321069" y="4449644"/>
              <a:ext cx="4534928" cy="461018"/>
              <a:chOff x="6821904" y="4197923"/>
              <a:chExt cx="4534928" cy="461018"/>
            </a:xfrm>
          </p:grpSpPr>
          <p:sp>
            <p:nvSpPr>
              <p:cNvPr id="25" name="矩形 24"/>
              <p:cNvSpPr/>
              <p:nvPr/>
            </p:nvSpPr>
            <p:spPr>
              <a:xfrm>
                <a:off x="6906997" y="4197923"/>
                <a:ext cx="4364742"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文本框 26"/>
              <p:cNvSpPr txBox="1"/>
              <p:nvPr/>
            </p:nvSpPr>
            <p:spPr>
              <a:xfrm>
                <a:off x="6821904" y="4197923"/>
                <a:ext cx="4534928" cy="400110"/>
              </a:xfrm>
              <a:prstGeom prst="rect">
                <a:avLst/>
              </a:prstGeom>
              <a:noFill/>
            </p:spPr>
            <p:txBody>
              <a:bodyPr wrap="square" rtlCol="0">
                <a:spAutoFit/>
              </a:bodyPr>
              <a:lstStyle/>
              <a:p>
                <a:pPr algn="ctr"/>
                <a:r>
                  <a:rPr lang="zh-CN" altLang="en-US" sz="2000" b="1" dirty="0">
                    <a:cs typeface="+mn-ea"/>
                    <a:sym typeface="+mn-lt"/>
                  </a:rPr>
                  <a:t>答辩人：  指导老师：</a:t>
                </a:r>
              </a:p>
            </p:txBody>
          </p:sp>
        </p:grpSp>
        <p:sp>
          <p:nvSpPr>
            <p:cNvPr id="29" name="文本框 28"/>
            <p:cNvSpPr txBox="1"/>
            <p:nvPr/>
          </p:nvSpPr>
          <p:spPr>
            <a:xfrm>
              <a:off x="6096000" y="1135554"/>
              <a:ext cx="1932371" cy="1862048"/>
            </a:xfrm>
            <a:prstGeom prst="rect">
              <a:avLst/>
            </a:prstGeom>
            <a:noFill/>
          </p:spPr>
          <p:txBody>
            <a:bodyPr wrap="square" rtlCol="0">
              <a:spAutoFit/>
            </a:bodyPr>
            <a:lstStyle/>
            <a:p>
              <a:pPr algn="ctr"/>
              <a:r>
                <a:rPr lang="zh-CN" altLang="en-US" sz="11500" b="1" dirty="0">
                  <a:cs typeface="+mn-ea"/>
                  <a:sym typeface="+mn-lt"/>
                </a:rPr>
                <a:t>中</a:t>
              </a:r>
            </a:p>
          </p:txBody>
        </p:sp>
        <p:sp>
          <p:nvSpPr>
            <p:cNvPr id="30" name="文本框 29"/>
            <p:cNvSpPr txBox="1"/>
            <p:nvPr/>
          </p:nvSpPr>
          <p:spPr>
            <a:xfrm>
              <a:off x="7753685" y="818016"/>
              <a:ext cx="1771316" cy="2215991"/>
            </a:xfrm>
            <a:prstGeom prst="rect">
              <a:avLst/>
            </a:prstGeom>
            <a:noFill/>
          </p:spPr>
          <p:txBody>
            <a:bodyPr wrap="square" rtlCol="0">
              <a:spAutoFit/>
            </a:bodyPr>
            <a:lstStyle/>
            <a:p>
              <a:pPr algn="ctr"/>
              <a:r>
                <a:rPr lang="zh-CN" altLang="en-US" sz="13800" b="1" dirty="0">
                  <a:cs typeface="+mn-ea"/>
                  <a:sym typeface="+mn-lt"/>
                </a:rPr>
                <a:t>國</a:t>
              </a:r>
            </a:p>
          </p:txBody>
        </p:sp>
        <p:sp>
          <p:nvSpPr>
            <p:cNvPr id="31" name="文本框 30"/>
            <p:cNvSpPr txBox="1"/>
            <p:nvPr/>
          </p:nvSpPr>
          <p:spPr>
            <a:xfrm>
              <a:off x="9488387" y="1229166"/>
              <a:ext cx="1465364" cy="1862048"/>
            </a:xfrm>
            <a:prstGeom prst="rect">
              <a:avLst/>
            </a:prstGeom>
            <a:noFill/>
          </p:spPr>
          <p:txBody>
            <a:bodyPr wrap="square" rtlCol="0">
              <a:spAutoFit/>
            </a:bodyPr>
            <a:lstStyle/>
            <a:p>
              <a:pPr algn="ctr"/>
              <a:r>
                <a:rPr lang="zh-CN" altLang="en-US" sz="11500" b="1" dirty="0">
                  <a:cs typeface="+mn-ea"/>
                  <a:sym typeface="+mn-lt"/>
                </a:rPr>
                <a:t>风</a:t>
              </a:r>
            </a:p>
          </p:txBody>
        </p:sp>
      </p:grpSp>
      <p:pic>
        <p:nvPicPr>
          <p:cNvPr id="2" name="图片 1"/>
          <p:cNvPicPr>
            <a:picLocks noChangeAspect="1"/>
          </p:cNvPicPr>
          <p:nvPr/>
        </p:nvPicPr>
        <p:blipFill>
          <a:blip r:embed="rId3" cstate="print">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52361">
            <a:off x="10429271" y="4391364"/>
            <a:ext cx="2410439" cy="2414147"/>
          </a:xfrm>
          <a:prstGeom prst="rect">
            <a:avLst/>
          </a:prstGeom>
        </p:spPr>
      </p:pic>
      <p:pic>
        <p:nvPicPr>
          <p:cNvPr id="15" name="图片 14"/>
          <p:cNvPicPr>
            <a:picLocks noChangeAspect="1"/>
          </p:cNvPicPr>
          <p:nvPr/>
        </p:nvPicPr>
        <p:blipFill>
          <a:blip r:embed="rId3" cstate="print">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52361">
            <a:off x="10162282" y="5043602"/>
            <a:ext cx="1704408" cy="1707030"/>
          </a:xfrm>
          <a:prstGeom prst="rect">
            <a:avLst/>
          </a:prstGeom>
        </p:spPr>
      </p:pic>
      <p:pic>
        <p:nvPicPr>
          <p:cNvPr id="16" name="图片 15"/>
          <p:cNvPicPr>
            <a:picLocks noChangeAspect="1"/>
          </p:cNvPicPr>
          <p:nvPr/>
        </p:nvPicPr>
        <p:blipFill>
          <a:blip r:embed="rId4" cstate="print">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52361">
            <a:off x="9843136" y="5258979"/>
            <a:ext cx="1581360" cy="1583792"/>
          </a:xfrm>
          <a:prstGeom prst="rect">
            <a:avLst/>
          </a:prstGeom>
        </p:spPr>
      </p:pic>
      <p:sp>
        <p:nvSpPr>
          <p:cNvPr id="22" name="任意多边形 21"/>
          <p:cNvSpPr/>
          <p:nvPr/>
        </p:nvSpPr>
        <p:spPr>
          <a:xfrm>
            <a:off x="8633974" y="6605179"/>
            <a:ext cx="3092805" cy="297701"/>
          </a:xfrm>
          <a:custGeom>
            <a:avLst/>
            <a:gdLst>
              <a:gd name="connsiteX0" fmla="*/ 2747817 w 3205101"/>
              <a:gd name="connsiteY0" fmla="*/ 138 h 485620"/>
              <a:gd name="connsiteX1" fmla="*/ 2879154 w 3205101"/>
              <a:gd name="connsiteY1" fmla="*/ 4321 h 485620"/>
              <a:gd name="connsiteX2" fmla="*/ 3132980 w 3205101"/>
              <a:gd name="connsiteY2" fmla="*/ 43267 h 485620"/>
              <a:gd name="connsiteX3" fmla="*/ 3205101 w 3205101"/>
              <a:gd name="connsiteY3" fmla="*/ 61327 h 485620"/>
              <a:gd name="connsiteX4" fmla="*/ 3205101 w 3205101"/>
              <a:gd name="connsiteY4" fmla="*/ 485620 h 485620"/>
              <a:gd name="connsiteX5" fmla="*/ 0 w 3205101"/>
              <a:gd name="connsiteY5" fmla="*/ 485620 h 485620"/>
              <a:gd name="connsiteX6" fmla="*/ 156736 w 3205101"/>
              <a:gd name="connsiteY6" fmla="*/ 482303 h 485620"/>
              <a:gd name="connsiteX7" fmla="*/ 2747817 w 3205101"/>
              <a:gd name="connsiteY7" fmla="*/ 138 h 485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5101" h="485620">
                <a:moveTo>
                  <a:pt x="2747817" y="138"/>
                </a:moveTo>
                <a:cubicBezTo>
                  <a:pt x="2793524" y="-455"/>
                  <a:pt x="2837374" y="858"/>
                  <a:pt x="2879154" y="4321"/>
                </a:cubicBezTo>
                <a:cubicBezTo>
                  <a:pt x="2962714" y="11248"/>
                  <a:pt x="3048006" y="24616"/>
                  <a:pt x="3132980" y="43267"/>
                </a:cubicBezTo>
                <a:lnTo>
                  <a:pt x="3205101" y="61327"/>
                </a:lnTo>
                <a:lnTo>
                  <a:pt x="3205101" y="485620"/>
                </a:lnTo>
                <a:lnTo>
                  <a:pt x="0" y="485620"/>
                </a:lnTo>
                <a:lnTo>
                  <a:pt x="156736" y="482303"/>
                </a:lnTo>
                <a:cubicBezTo>
                  <a:pt x="958784" y="446584"/>
                  <a:pt x="2062209" y="9030"/>
                  <a:pt x="2747817" y="138"/>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123926560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3" name="图片 12"/>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446502" y="733490"/>
            <a:ext cx="5455651" cy="5464045"/>
          </a:xfrm>
          <a:prstGeom prst="rect">
            <a:avLst/>
          </a:prstGeom>
        </p:spPr>
      </p:pic>
      <p:sp>
        <p:nvSpPr>
          <p:cNvPr id="14" name="椭圆 13"/>
          <p:cNvSpPr/>
          <p:nvPr/>
        </p:nvSpPr>
        <p:spPr>
          <a:xfrm>
            <a:off x="10241267" y="612284"/>
            <a:ext cx="1026893" cy="1026893"/>
          </a:xfrm>
          <a:prstGeom prst="ellipse">
            <a:avLst/>
          </a:prstGeom>
          <a:gradFill>
            <a:gsLst>
              <a:gs pos="33000">
                <a:srgbClr val="BE6360">
                  <a:alpha val="52000"/>
                </a:srgbClr>
              </a:gs>
              <a:gs pos="0">
                <a:srgbClr val="AE3637">
                  <a:alpha val="96000"/>
                </a:srgbClr>
              </a:gs>
              <a:gs pos="66000">
                <a:srgbClr val="CE9089">
                  <a:alpha val="0"/>
                </a:srgbClr>
              </a:gs>
              <a:gs pos="100000">
                <a:srgbClr val="EDEADB">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477056" y="1900102"/>
            <a:ext cx="2596970" cy="3130822"/>
            <a:chOff x="4199577" y="1315976"/>
            <a:chExt cx="3511158" cy="4226048"/>
          </a:xfrm>
        </p:grpSpPr>
        <p:grpSp>
          <p:nvGrpSpPr>
            <p:cNvPr id="6" name="组合 5"/>
            <p:cNvGrpSpPr/>
            <p:nvPr/>
          </p:nvGrpSpPr>
          <p:grpSpPr>
            <a:xfrm>
              <a:off x="4582391" y="1636872"/>
              <a:ext cx="3027219" cy="3584256"/>
              <a:chOff x="4537363" y="1237125"/>
              <a:chExt cx="3117273" cy="4383749"/>
            </a:xfrm>
          </p:grpSpPr>
          <p:sp>
            <p:nvSpPr>
              <p:cNvPr id="3" name="矩形 2"/>
              <p:cNvSpPr/>
              <p:nvPr/>
            </p:nvSpPr>
            <p:spPr>
              <a:xfrm>
                <a:off x="4537363" y="1237125"/>
                <a:ext cx="3117273" cy="4383749"/>
              </a:xfrm>
              <a:prstGeom prst="rect">
                <a:avLst/>
              </a:prstGeom>
              <a:solidFill>
                <a:srgbClr val="EDEADB"/>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 name="直接连接符 4"/>
              <p:cNvCxnSpPr/>
              <p:nvPr/>
            </p:nvCxnSpPr>
            <p:spPr>
              <a:xfrm>
                <a:off x="6449291" y="1237125"/>
                <a:ext cx="0" cy="4383749"/>
              </a:xfrm>
              <a:prstGeom prst="line">
                <a:avLst/>
              </a:prstGeom>
              <a:ln w="57150">
                <a:solidFill>
                  <a:srgbClr val="0E0505"/>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4199577" y="1315976"/>
              <a:ext cx="2080602" cy="4226048"/>
            </a:xfrm>
            <a:prstGeom prst="rect">
              <a:avLst/>
            </a:prstGeom>
            <a:noFill/>
          </p:spPr>
          <p:txBody>
            <a:bodyPr vert="eaVert" wrap="square" rtlCol="0">
              <a:spAutoFit/>
            </a:bodyPr>
            <a:lstStyle/>
            <a:p>
              <a:pPr algn="ctr"/>
              <a:r>
                <a:rPr lang="zh-CN" altLang="en-US" sz="8800" b="1" dirty="0">
                  <a:cs typeface="+mn-ea"/>
                  <a:sym typeface="+mn-lt"/>
                </a:rPr>
                <a:t>目录</a:t>
              </a:r>
            </a:p>
          </p:txBody>
        </p:sp>
        <p:sp>
          <p:nvSpPr>
            <p:cNvPr id="8" name="文本框 7"/>
            <p:cNvSpPr txBox="1"/>
            <p:nvPr/>
          </p:nvSpPr>
          <p:spPr>
            <a:xfrm>
              <a:off x="6628822" y="2211220"/>
              <a:ext cx="1081913" cy="2583671"/>
            </a:xfrm>
            <a:prstGeom prst="rect">
              <a:avLst/>
            </a:prstGeom>
            <a:noFill/>
          </p:spPr>
          <p:txBody>
            <a:bodyPr vert="eaVert" wrap="square" rtlCol="0">
              <a:spAutoFit/>
            </a:bodyPr>
            <a:lstStyle/>
            <a:p>
              <a:pPr algn="ctr"/>
              <a:r>
                <a:rPr lang="en-US" altLang="zh-CN" sz="4000" b="1" dirty="0">
                  <a:cs typeface="+mn-ea"/>
                  <a:sym typeface="+mn-lt"/>
                </a:rPr>
                <a:t>content</a:t>
              </a:r>
              <a:endParaRPr lang="zh-CN" altLang="en-US" sz="4000" b="1" dirty="0">
                <a:cs typeface="+mn-ea"/>
                <a:sym typeface="+mn-lt"/>
              </a:endParaRPr>
            </a:p>
          </p:txBody>
        </p:sp>
      </p:grpSp>
      <p:pic>
        <p:nvPicPr>
          <p:cNvPr id="11" name="图片 10"/>
          <p:cNvPicPr>
            <a:picLocks noChangeAspect="1"/>
          </p:cNvPicPr>
          <p:nvPr/>
        </p:nvPicPr>
        <p:blipFill rotWithShape="1">
          <a:blip r:embed="rId3">
            <a:clrChange>
              <a:clrFrom>
                <a:srgbClr val="F6F6F6"/>
              </a:clrFrom>
              <a:clrTo>
                <a:srgbClr val="F6F6F6">
                  <a:alpha val="0"/>
                </a:srgbClr>
              </a:clrTo>
            </a:clrChange>
            <a:extLst>
              <a:ext uri="{28A0092B-C50C-407E-A947-70E740481C1C}">
                <a14:useLocalDpi xmlns:a14="http://schemas.microsoft.com/office/drawing/2010/main" val="0"/>
              </a:ext>
            </a:extLst>
          </a:blip>
          <a:srcRect l="23543"/>
          <a:stretch/>
        </p:blipFill>
        <p:spPr>
          <a:xfrm rot="2323002">
            <a:off x="1338934" y="2997484"/>
            <a:ext cx="3869453" cy="5068727"/>
          </a:xfrm>
          <a:prstGeom prst="rect">
            <a:avLst/>
          </a:prstGeom>
        </p:spPr>
      </p:pic>
      <p:pic>
        <p:nvPicPr>
          <p:cNvPr id="12" name="图片 11"/>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705130" y="4120565"/>
            <a:ext cx="3231797" cy="3236769"/>
          </a:xfrm>
          <a:prstGeom prst="rect">
            <a:avLst/>
          </a:prstGeom>
        </p:spPr>
      </p:pic>
      <p:sp>
        <p:nvSpPr>
          <p:cNvPr id="15" name="文本框 14"/>
          <p:cNvSpPr txBox="1"/>
          <p:nvPr/>
        </p:nvSpPr>
        <p:spPr>
          <a:xfrm>
            <a:off x="4761639" y="2295962"/>
            <a:ext cx="3394810" cy="1169551"/>
          </a:xfrm>
          <a:prstGeom prst="rect">
            <a:avLst/>
          </a:prstGeom>
          <a:noFill/>
        </p:spPr>
        <p:txBody>
          <a:bodyPr vert="horz" wrap="square" rtlCol="0">
            <a:spAutoFit/>
          </a:bodyPr>
          <a:lstStyle/>
          <a:p>
            <a:r>
              <a:rPr lang="en-US" altLang="zh-CN" sz="2000" b="1" dirty="0">
                <a:cs typeface="+mn-ea"/>
                <a:sym typeface="+mn-lt"/>
              </a:rPr>
              <a:t>Part 01</a:t>
            </a:r>
          </a:p>
          <a:p>
            <a:r>
              <a:rPr lang="zh-CN" altLang="en-US" sz="3200" b="1" dirty="0">
                <a:cs typeface="+mn-ea"/>
                <a:sym typeface="+mn-lt"/>
              </a:rPr>
              <a:t>研究背景</a:t>
            </a:r>
            <a:endParaRPr lang="en-US" altLang="zh-CN" sz="3200" b="1" dirty="0">
              <a:cs typeface="+mn-ea"/>
              <a:sym typeface="+mn-lt"/>
            </a:endParaRPr>
          </a:p>
          <a:p>
            <a:r>
              <a:rPr lang="en-US" altLang="zh-CN" b="1" u="sng" dirty="0">
                <a:cs typeface="+mn-ea"/>
                <a:sym typeface="+mn-lt"/>
              </a:rPr>
              <a:t>Subject background</a:t>
            </a:r>
            <a:endParaRPr lang="zh-CN" altLang="en-US" b="1" u="sng" dirty="0">
              <a:cs typeface="+mn-ea"/>
              <a:sym typeface="+mn-lt"/>
            </a:endParaRPr>
          </a:p>
        </p:txBody>
      </p:sp>
      <p:sp>
        <p:nvSpPr>
          <p:cNvPr id="16" name="文本框 15"/>
          <p:cNvSpPr txBox="1"/>
          <p:nvPr/>
        </p:nvSpPr>
        <p:spPr>
          <a:xfrm>
            <a:off x="8425335" y="2295962"/>
            <a:ext cx="3394810" cy="1169551"/>
          </a:xfrm>
          <a:prstGeom prst="rect">
            <a:avLst/>
          </a:prstGeom>
          <a:noFill/>
        </p:spPr>
        <p:txBody>
          <a:bodyPr vert="horz" wrap="square" rtlCol="0">
            <a:spAutoFit/>
          </a:bodyPr>
          <a:lstStyle/>
          <a:p>
            <a:r>
              <a:rPr lang="en-US" altLang="zh-CN" sz="2000" b="1" dirty="0">
                <a:cs typeface="+mn-ea"/>
                <a:sym typeface="+mn-lt"/>
              </a:rPr>
              <a:t>Part 02</a:t>
            </a:r>
          </a:p>
          <a:p>
            <a:r>
              <a:rPr lang="zh-CN" altLang="en-US" sz="3200" b="1" dirty="0">
                <a:cs typeface="+mn-ea"/>
                <a:sym typeface="+mn-lt"/>
              </a:rPr>
              <a:t>研究方案</a:t>
            </a:r>
            <a:endParaRPr lang="en-US" altLang="zh-CN" sz="3200" b="1" dirty="0">
              <a:cs typeface="+mn-ea"/>
              <a:sym typeface="+mn-lt"/>
            </a:endParaRPr>
          </a:p>
          <a:p>
            <a:r>
              <a:rPr lang="en-US" altLang="zh-CN" b="1" u="sng" dirty="0">
                <a:cs typeface="+mn-ea"/>
                <a:sym typeface="+mn-lt"/>
              </a:rPr>
              <a:t>Subject program</a:t>
            </a:r>
            <a:endParaRPr lang="zh-CN" altLang="en-US" b="1" u="sng" dirty="0">
              <a:cs typeface="+mn-ea"/>
              <a:sym typeface="+mn-lt"/>
            </a:endParaRPr>
          </a:p>
        </p:txBody>
      </p:sp>
      <p:sp>
        <p:nvSpPr>
          <p:cNvPr id="17" name="文本框 16"/>
          <p:cNvSpPr txBox="1"/>
          <p:nvPr/>
        </p:nvSpPr>
        <p:spPr>
          <a:xfrm>
            <a:off x="4761639" y="4185722"/>
            <a:ext cx="3394810" cy="1169551"/>
          </a:xfrm>
          <a:prstGeom prst="rect">
            <a:avLst/>
          </a:prstGeom>
          <a:noFill/>
        </p:spPr>
        <p:txBody>
          <a:bodyPr vert="horz" wrap="square" rtlCol="0">
            <a:spAutoFit/>
          </a:bodyPr>
          <a:lstStyle/>
          <a:p>
            <a:r>
              <a:rPr lang="en-US" altLang="zh-CN" sz="2000" b="1" dirty="0">
                <a:cs typeface="+mn-ea"/>
                <a:sym typeface="+mn-lt"/>
              </a:rPr>
              <a:t>Part 03</a:t>
            </a:r>
          </a:p>
          <a:p>
            <a:r>
              <a:rPr lang="zh-CN" altLang="en-US" sz="3200" b="1" dirty="0">
                <a:cs typeface="+mn-ea"/>
                <a:sym typeface="+mn-lt"/>
              </a:rPr>
              <a:t>研究成果</a:t>
            </a:r>
            <a:endParaRPr lang="en-US" altLang="zh-CN" sz="3200" b="1" dirty="0">
              <a:cs typeface="+mn-ea"/>
              <a:sym typeface="+mn-lt"/>
            </a:endParaRPr>
          </a:p>
          <a:p>
            <a:r>
              <a:rPr lang="en-US" altLang="zh-CN" b="1" u="sng" dirty="0">
                <a:cs typeface="+mn-ea"/>
                <a:sym typeface="+mn-lt"/>
              </a:rPr>
              <a:t>Subject result</a:t>
            </a:r>
            <a:endParaRPr lang="zh-CN" altLang="en-US" b="1" u="sng" dirty="0">
              <a:cs typeface="+mn-ea"/>
              <a:sym typeface="+mn-lt"/>
            </a:endParaRPr>
          </a:p>
        </p:txBody>
      </p:sp>
      <p:sp>
        <p:nvSpPr>
          <p:cNvPr id="18" name="文本框 17"/>
          <p:cNvSpPr txBox="1"/>
          <p:nvPr/>
        </p:nvSpPr>
        <p:spPr>
          <a:xfrm>
            <a:off x="8425335" y="4185722"/>
            <a:ext cx="3394810" cy="1169551"/>
          </a:xfrm>
          <a:prstGeom prst="rect">
            <a:avLst/>
          </a:prstGeom>
          <a:noFill/>
        </p:spPr>
        <p:txBody>
          <a:bodyPr vert="horz" wrap="square" rtlCol="0">
            <a:spAutoFit/>
          </a:bodyPr>
          <a:lstStyle/>
          <a:p>
            <a:r>
              <a:rPr lang="en-US" altLang="zh-CN" sz="2000" b="1" dirty="0">
                <a:cs typeface="+mn-ea"/>
                <a:sym typeface="+mn-lt"/>
              </a:rPr>
              <a:t>Part 04</a:t>
            </a:r>
          </a:p>
          <a:p>
            <a:r>
              <a:rPr lang="zh-CN" altLang="en-US" sz="3200" b="1" dirty="0">
                <a:cs typeface="+mn-ea"/>
                <a:sym typeface="+mn-lt"/>
              </a:rPr>
              <a:t>研究总结</a:t>
            </a:r>
            <a:endParaRPr lang="en-US" altLang="zh-CN" sz="3200" b="1" dirty="0">
              <a:cs typeface="+mn-ea"/>
              <a:sym typeface="+mn-lt"/>
            </a:endParaRPr>
          </a:p>
          <a:p>
            <a:r>
              <a:rPr lang="en-US" altLang="zh-CN" b="1" u="sng" dirty="0">
                <a:cs typeface="+mn-ea"/>
                <a:sym typeface="+mn-lt"/>
              </a:rPr>
              <a:t>Subject summit</a:t>
            </a:r>
            <a:endParaRPr lang="zh-CN" altLang="en-US" b="1" u="sng" dirty="0">
              <a:cs typeface="+mn-ea"/>
              <a:sym typeface="+mn-lt"/>
            </a:endParaRPr>
          </a:p>
        </p:txBody>
      </p:sp>
    </p:spTree>
    <p:extLst>
      <p:ext uri="{BB962C8B-B14F-4D97-AF65-F5344CB8AC3E}">
        <p14:creationId xmlns:p14="http://schemas.microsoft.com/office/powerpoint/2010/main" val="268657715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anim calcmode="lin" valueType="num">
                                      <p:cBhvr>
                                        <p:cTn id="8" dur="250" fill="hold"/>
                                        <p:tgtEl>
                                          <p:spTgt spid="15"/>
                                        </p:tgtEl>
                                        <p:attrNameLst>
                                          <p:attrName>ppt_x</p:attrName>
                                        </p:attrNameLst>
                                      </p:cBhvr>
                                      <p:tavLst>
                                        <p:tav tm="0">
                                          <p:val>
                                            <p:strVal val="#ppt_x"/>
                                          </p:val>
                                        </p:tav>
                                        <p:tav tm="100000">
                                          <p:val>
                                            <p:strVal val="#ppt_x"/>
                                          </p:val>
                                        </p:tav>
                                      </p:tavLst>
                                    </p:anim>
                                    <p:anim calcmode="lin" valueType="num">
                                      <p:cBhvr>
                                        <p:cTn id="9" dur="25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anim calcmode="lin" valueType="num">
                                      <p:cBhvr>
                                        <p:cTn id="13" dur="250" fill="hold"/>
                                        <p:tgtEl>
                                          <p:spTgt spid="16"/>
                                        </p:tgtEl>
                                        <p:attrNameLst>
                                          <p:attrName>ppt_x</p:attrName>
                                        </p:attrNameLst>
                                      </p:cBhvr>
                                      <p:tavLst>
                                        <p:tav tm="0">
                                          <p:val>
                                            <p:strVal val="#ppt_x"/>
                                          </p:val>
                                        </p:tav>
                                        <p:tav tm="100000">
                                          <p:val>
                                            <p:strVal val="#ppt_x"/>
                                          </p:val>
                                        </p:tav>
                                      </p:tavLst>
                                    </p:anim>
                                    <p:anim calcmode="lin" valueType="num">
                                      <p:cBhvr>
                                        <p:cTn id="14" dur="25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anim calcmode="lin" valueType="num">
                                      <p:cBhvr>
                                        <p:cTn id="18" dur="250" fill="hold"/>
                                        <p:tgtEl>
                                          <p:spTgt spid="17"/>
                                        </p:tgtEl>
                                        <p:attrNameLst>
                                          <p:attrName>ppt_x</p:attrName>
                                        </p:attrNameLst>
                                      </p:cBhvr>
                                      <p:tavLst>
                                        <p:tav tm="0">
                                          <p:val>
                                            <p:strVal val="#ppt_x"/>
                                          </p:val>
                                        </p:tav>
                                        <p:tav tm="100000">
                                          <p:val>
                                            <p:strVal val="#ppt_x"/>
                                          </p:val>
                                        </p:tav>
                                      </p:tavLst>
                                    </p:anim>
                                    <p:anim calcmode="lin" valueType="num">
                                      <p:cBhvr>
                                        <p:cTn id="19" dur="250" fill="hold"/>
                                        <p:tgtEl>
                                          <p:spTgt spid="1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50"/>
                                        <p:tgtEl>
                                          <p:spTgt spid="18"/>
                                        </p:tgtEl>
                                      </p:cBhvr>
                                    </p:animEffect>
                                    <p:anim calcmode="lin" valueType="num">
                                      <p:cBhvr>
                                        <p:cTn id="23" dur="250" fill="hold"/>
                                        <p:tgtEl>
                                          <p:spTgt spid="18"/>
                                        </p:tgtEl>
                                        <p:attrNameLst>
                                          <p:attrName>ppt_x</p:attrName>
                                        </p:attrNameLst>
                                      </p:cBhvr>
                                      <p:tavLst>
                                        <p:tav tm="0">
                                          <p:val>
                                            <p:strVal val="#ppt_x"/>
                                          </p:val>
                                        </p:tav>
                                        <p:tav tm="100000">
                                          <p:val>
                                            <p:strVal val="#ppt_x"/>
                                          </p:val>
                                        </p:tav>
                                      </p:tavLst>
                                    </p:anim>
                                    <p:anim calcmode="lin" valueType="num">
                                      <p:cBhvr>
                                        <p:cTn id="24" dur="25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3" name="图片 12"/>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180363" y="811910"/>
            <a:ext cx="5455651" cy="5464045"/>
          </a:xfrm>
          <a:prstGeom prst="rect">
            <a:avLst/>
          </a:prstGeom>
        </p:spPr>
      </p:pic>
      <p:sp>
        <p:nvSpPr>
          <p:cNvPr id="14" name="椭圆 13"/>
          <p:cNvSpPr/>
          <p:nvPr/>
        </p:nvSpPr>
        <p:spPr>
          <a:xfrm>
            <a:off x="7150595" y="1398668"/>
            <a:ext cx="1026893" cy="1026893"/>
          </a:xfrm>
          <a:prstGeom prst="ellipse">
            <a:avLst/>
          </a:prstGeom>
          <a:gradFill>
            <a:gsLst>
              <a:gs pos="33000">
                <a:srgbClr val="BE6360">
                  <a:alpha val="52000"/>
                </a:srgbClr>
              </a:gs>
              <a:gs pos="0">
                <a:srgbClr val="AE3637">
                  <a:alpha val="96000"/>
                </a:srgbClr>
              </a:gs>
              <a:gs pos="66000">
                <a:srgbClr val="CE9089">
                  <a:alpha val="0"/>
                </a:srgbClr>
              </a:gs>
              <a:gs pos="100000">
                <a:srgbClr val="EDEADB">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4582391" y="1977158"/>
            <a:ext cx="3027219" cy="4226048"/>
            <a:chOff x="4582391" y="1315976"/>
            <a:chExt cx="3027219" cy="4226048"/>
          </a:xfrm>
        </p:grpSpPr>
        <p:grpSp>
          <p:nvGrpSpPr>
            <p:cNvPr id="6" name="组合 5"/>
            <p:cNvGrpSpPr/>
            <p:nvPr/>
          </p:nvGrpSpPr>
          <p:grpSpPr>
            <a:xfrm>
              <a:off x="4582391" y="1636872"/>
              <a:ext cx="3027219" cy="3584256"/>
              <a:chOff x="4537363" y="1237125"/>
              <a:chExt cx="3117273" cy="4383749"/>
            </a:xfrm>
          </p:grpSpPr>
          <p:sp>
            <p:nvSpPr>
              <p:cNvPr id="3" name="矩形 2"/>
              <p:cNvSpPr/>
              <p:nvPr/>
            </p:nvSpPr>
            <p:spPr>
              <a:xfrm>
                <a:off x="4537363" y="1237125"/>
                <a:ext cx="3117273" cy="4383749"/>
              </a:xfrm>
              <a:prstGeom prst="rect">
                <a:avLst/>
              </a:prstGeom>
              <a:solidFill>
                <a:srgbClr val="EDEADB"/>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 name="直接连接符 4"/>
              <p:cNvCxnSpPr/>
              <p:nvPr/>
            </p:nvCxnSpPr>
            <p:spPr>
              <a:xfrm>
                <a:off x="6449291" y="1237125"/>
                <a:ext cx="0" cy="4383749"/>
              </a:xfrm>
              <a:prstGeom prst="line">
                <a:avLst/>
              </a:prstGeom>
              <a:ln w="57150">
                <a:solidFill>
                  <a:srgbClr val="0E0505"/>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4741297" y="1315976"/>
              <a:ext cx="1538883" cy="4226048"/>
            </a:xfrm>
            <a:prstGeom prst="rect">
              <a:avLst/>
            </a:prstGeom>
            <a:noFill/>
          </p:spPr>
          <p:txBody>
            <a:bodyPr vert="eaVert" wrap="square" rtlCol="0">
              <a:spAutoFit/>
            </a:bodyPr>
            <a:lstStyle/>
            <a:p>
              <a:pPr algn="ctr"/>
              <a:r>
                <a:rPr lang="zh-CN" altLang="en-US" sz="8800" b="1" dirty="0">
                  <a:cs typeface="+mn-ea"/>
                  <a:sym typeface="+mn-lt"/>
                </a:rPr>
                <a:t>第壹章</a:t>
              </a:r>
            </a:p>
          </p:txBody>
        </p:sp>
        <p:sp>
          <p:nvSpPr>
            <p:cNvPr id="8" name="文本框 7"/>
            <p:cNvSpPr txBox="1"/>
            <p:nvPr/>
          </p:nvSpPr>
          <p:spPr>
            <a:xfrm>
              <a:off x="6562683" y="2137164"/>
              <a:ext cx="923330" cy="2583671"/>
            </a:xfrm>
            <a:prstGeom prst="rect">
              <a:avLst/>
            </a:prstGeom>
            <a:noFill/>
          </p:spPr>
          <p:txBody>
            <a:bodyPr vert="eaVert" wrap="square" rtlCol="0">
              <a:spAutoFit/>
            </a:bodyPr>
            <a:lstStyle/>
            <a:p>
              <a:pPr algn="ctr"/>
              <a:r>
                <a:rPr lang="en-US" altLang="zh-CN" sz="4800" b="1" dirty="0">
                  <a:cs typeface="+mn-ea"/>
                  <a:sym typeface="+mn-lt"/>
                </a:rPr>
                <a:t>Part 01</a:t>
              </a:r>
              <a:endParaRPr lang="zh-CN" altLang="en-US" sz="4800" b="1" dirty="0">
                <a:cs typeface="+mn-ea"/>
                <a:sym typeface="+mn-lt"/>
              </a:endParaRPr>
            </a:p>
          </p:txBody>
        </p:sp>
      </p:grpSp>
      <p:pic>
        <p:nvPicPr>
          <p:cNvPr id="11" name="图片 10"/>
          <p:cNvPicPr>
            <a:picLocks noChangeAspect="1"/>
          </p:cNvPicPr>
          <p:nvPr/>
        </p:nvPicPr>
        <p:blipFill rotWithShape="1">
          <a:blip r:embed="rId3">
            <a:clrChange>
              <a:clrFrom>
                <a:srgbClr val="F6F6F6"/>
              </a:clrFrom>
              <a:clrTo>
                <a:srgbClr val="F6F6F6">
                  <a:alpha val="0"/>
                </a:srgbClr>
              </a:clrTo>
            </a:clrChange>
            <a:extLst>
              <a:ext uri="{28A0092B-C50C-407E-A947-70E740481C1C}">
                <a14:useLocalDpi xmlns:a14="http://schemas.microsoft.com/office/drawing/2010/main" val="0"/>
              </a:ext>
            </a:extLst>
          </a:blip>
          <a:srcRect l="23543"/>
          <a:stretch/>
        </p:blipFill>
        <p:spPr>
          <a:xfrm rot="2323002">
            <a:off x="6697318" y="3143788"/>
            <a:ext cx="3869453" cy="5068727"/>
          </a:xfrm>
          <a:prstGeom prst="rect">
            <a:avLst/>
          </a:prstGeom>
        </p:spPr>
      </p:pic>
      <p:pic>
        <p:nvPicPr>
          <p:cNvPr id="12" name="图片 11"/>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550134" y="4001665"/>
            <a:ext cx="3231797" cy="3236769"/>
          </a:xfrm>
          <a:prstGeom prst="rect">
            <a:avLst/>
          </a:prstGeom>
        </p:spPr>
      </p:pic>
    </p:spTree>
    <p:extLst>
      <p:ext uri="{BB962C8B-B14F-4D97-AF65-F5344CB8AC3E}">
        <p14:creationId xmlns:p14="http://schemas.microsoft.com/office/powerpoint/2010/main" val="113410306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anim calcmode="lin" valueType="num">
                                      <p:cBhvr>
                                        <p:cTn id="23" dur="500" fill="hold"/>
                                        <p:tgtEl>
                                          <p:spTgt spid="13"/>
                                        </p:tgtEl>
                                        <p:attrNameLst>
                                          <p:attrName>ppt_x</p:attrName>
                                        </p:attrNameLst>
                                      </p:cBhvr>
                                      <p:tavLst>
                                        <p:tav tm="0">
                                          <p:val>
                                            <p:strVal val="#ppt_x"/>
                                          </p:val>
                                        </p:tav>
                                        <p:tav tm="100000">
                                          <p:val>
                                            <p:strVal val="#ppt_x"/>
                                          </p:val>
                                        </p:tav>
                                      </p:tavLst>
                                    </p:anim>
                                    <p:anim calcmode="lin" valueType="num">
                                      <p:cBhvr>
                                        <p:cTn id="24" dur="5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anim calcmode="lin" valueType="num">
                                      <p:cBhvr>
                                        <p:cTn id="28" dur="500" fill="hold"/>
                                        <p:tgtEl>
                                          <p:spTgt spid="14"/>
                                        </p:tgtEl>
                                        <p:attrNameLst>
                                          <p:attrName>ppt_x</p:attrName>
                                        </p:attrNameLst>
                                      </p:cBhvr>
                                      <p:tavLst>
                                        <p:tav tm="0">
                                          <p:val>
                                            <p:strVal val="#ppt_x"/>
                                          </p:val>
                                        </p:tav>
                                        <p:tav tm="100000">
                                          <p:val>
                                            <p:strVal val="#ppt_x"/>
                                          </p:val>
                                        </p:tav>
                                      </p:tavLst>
                                    </p:anim>
                                    <p:anim calcmode="lin" valueType="num">
                                      <p:cBhvr>
                                        <p:cTn id="2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25961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1130300"/>
            <a:ext cx="11518900" cy="5003800"/>
            <a:chOff x="0" y="1130300"/>
            <a:chExt cx="11518900" cy="5003800"/>
          </a:xfrm>
        </p:grpSpPr>
        <p:sp>
          <p:nvSpPr>
            <p:cNvPr id="4" name="îŝḻïďe"/>
            <p:cNvSpPr/>
            <p:nvPr/>
          </p:nvSpPr>
          <p:spPr>
            <a:xfrm>
              <a:off x="0" y="3514505"/>
              <a:ext cx="11518900" cy="235390"/>
            </a:xfrm>
            <a:prstGeom prst="rightArrow">
              <a:avLst>
                <a:gd name="adj1" fmla="val 50000"/>
                <a:gd name="adj2" fmla="val 111538"/>
              </a:avLst>
            </a:prstGeom>
            <a:solidFill>
              <a:schemeClr val="bg1">
                <a:lumMod val="95000"/>
              </a:schemeClr>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54"/>
              <a:endParaRPr lang="zh-CN" altLang="en-US" sz="2000" b="1" i="1">
                <a:solidFill>
                  <a:schemeClr val="tx1"/>
                </a:solidFill>
                <a:cs typeface="+mn-ea"/>
                <a:sym typeface="+mn-lt"/>
              </a:endParaRPr>
            </a:p>
          </p:txBody>
        </p:sp>
        <p:grpSp>
          <p:nvGrpSpPr>
            <p:cNvPr id="5" name="îšḷíḋê"/>
            <p:cNvGrpSpPr/>
            <p:nvPr/>
          </p:nvGrpSpPr>
          <p:grpSpPr>
            <a:xfrm>
              <a:off x="660400" y="1130300"/>
              <a:ext cx="2834238" cy="3029453"/>
              <a:chOff x="660400" y="1130300"/>
              <a:chExt cx="2834238" cy="3029453"/>
            </a:xfrm>
          </p:grpSpPr>
          <p:cxnSp>
            <p:nvCxnSpPr>
              <p:cNvPr id="33" name="直接连接符 32"/>
              <p:cNvCxnSpPr>
                <a:stCxn id="37" idx="0"/>
                <a:endCxn id="40" idx="0"/>
              </p:cNvCxnSpPr>
              <p:nvPr/>
            </p:nvCxnSpPr>
            <p:spPr>
              <a:xfrm flipV="1">
                <a:off x="2077519" y="1130300"/>
                <a:ext cx="0" cy="236440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0" name="iśľíḑé">
                <a:extLst>
                  <a:ext uri="{FF2B5EF4-FFF2-40B4-BE49-F238E27FC236}">
                    <a16:creationId xmlns:a16="http://schemas.microsoft.com/office/drawing/2014/main" id="{F29B8C60-FE24-4C9E-854E-3BB576656541}"/>
                  </a:ext>
                </a:extLst>
              </p:cNvPr>
              <p:cNvSpPr txBox="1"/>
              <p:nvPr/>
            </p:nvSpPr>
            <p:spPr bwMode="auto">
              <a:xfrm>
                <a:off x="660400" y="1130300"/>
                <a:ext cx="2834238" cy="432024"/>
              </a:xfrm>
              <a:prstGeom prst="rect">
                <a:avLst/>
              </a:prstGeom>
              <a:solidFill>
                <a:srgbClr val="AE3637"/>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b="1" dirty="0">
                    <a:solidFill>
                      <a:schemeClr val="bg1"/>
                    </a:solidFill>
                    <a:cs typeface="+mn-ea"/>
                    <a:sym typeface="+mn-lt"/>
                  </a:rPr>
                  <a:t>Text here</a:t>
                </a:r>
              </a:p>
            </p:txBody>
          </p:sp>
          <p:grpSp>
            <p:nvGrpSpPr>
              <p:cNvPr id="35" name="ïṣļîḋè"/>
              <p:cNvGrpSpPr/>
              <p:nvPr/>
            </p:nvGrpSpPr>
            <p:grpSpPr>
              <a:xfrm>
                <a:off x="1940019" y="3494700"/>
                <a:ext cx="275000" cy="275000"/>
                <a:chOff x="1607367" y="4342267"/>
                <a:chExt cx="275000" cy="275000"/>
              </a:xfrm>
            </p:grpSpPr>
            <p:sp>
              <p:nvSpPr>
                <p:cNvPr id="37" name="íšḷíďè"/>
                <p:cNvSpPr/>
                <p:nvPr/>
              </p:nvSpPr>
              <p:spPr>
                <a:xfrm>
                  <a:off x="1607367" y="4342267"/>
                  <a:ext cx="275000" cy="275000"/>
                </a:xfrm>
                <a:prstGeom prst="ellipse">
                  <a:avLst/>
                </a:prstGeom>
                <a:solidFill>
                  <a:schemeClr val="bg1"/>
                </a:solidFill>
                <a:ln w="38100" cap="rnd">
                  <a:solidFill>
                    <a:schemeClr val="bg1">
                      <a:lumMod val="9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2000" b="1" i="1">
                    <a:solidFill>
                      <a:schemeClr val="tx1"/>
                    </a:solidFill>
                    <a:cs typeface="+mn-ea"/>
                    <a:sym typeface="+mn-lt"/>
                  </a:endParaRPr>
                </a:p>
              </p:txBody>
            </p:sp>
            <p:sp>
              <p:nvSpPr>
                <p:cNvPr id="38" name="îsľíďê"/>
                <p:cNvSpPr/>
                <p:nvPr/>
              </p:nvSpPr>
              <p:spPr>
                <a:xfrm>
                  <a:off x="1657139" y="4392039"/>
                  <a:ext cx="175456" cy="175456"/>
                </a:xfrm>
                <a:prstGeom prst="ellipse">
                  <a:avLst/>
                </a:prstGeom>
                <a:solidFill>
                  <a:srgbClr val="AE3637"/>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2000" b="1" i="1">
                    <a:solidFill>
                      <a:schemeClr val="tx1"/>
                    </a:solidFill>
                    <a:cs typeface="+mn-ea"/>
                    <a:sym typeface="+mn-lt"/>
                  </a:endParaRPr>
                </a:p>
              </p:txBody>
            </p:sp>
          </p:grpSp>
          <p:sp>
            <p:nvSpPr>
              <p:cNvPr id="36" name="îSḻïḑê">
                <a:extLst>
                  <a:ext uri="{FF2B5EF4-FFF2-40B4-BE49-F238E27FC236}">
                    <a16:creationId xmlns:a16="http://schemas.microsoft.com/office/drawing/2014/main" id="{F29B8C60-FE24-4C9E-854E-3BB576656541}"/>
                  </a:ext>
                </a:extLst>
              </p:cNvPr>
              <p:cNvSpPr txBox="1"/>
              <p:nvPr/>
            </p:nvSpPr>
            <p:spPr bwMode="auto">
              <a:xfrm>
                <a:off x="1704590" y="3769700"/>
                <a:ext cx="745858" cy="39005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dirty="0">
                    <a:cs typeface="+mn-ea"/>
                    <a:sym typeface="+mn-lt"/>
                  </a:rPr>
                  <a:t>2016</a:t>
                </a:r>
              </a:p>
            </p:txBody>
          </p:sp>
        </p:grpSp>
        <p:grpSp>
          <p:nvGrpSpPr>
            <p:cNvPr id="6" name="iṩļiḋe"/>
            <p:cNvGrpSpPr/>
            <p:nvPr/>
          </p:nvGrpSpPr>
          <p:grpSpPr>
            <a:xfrm>
              <a:off x="3335154" y="3104647"/>
              <a:ext cx="2834238" cy="3029453"/>
              <a:chOff x="3504152" y="3104647"/>
              <a:chExt cx="2834238" cy="3029453"/>
            </a:xfrm>
          </p:grpSpPr>
          <p:cxnSp>
            <p:nvCxnSpPr>
              <p:cNvPr id="25" name="直接连接符 24"/>
              <p:cNvCxnSpPr>
                <a:endCxn id="29" idx="4"/>
              </p:cNvCxnSpPr>
              <p:nvPr/>
            </p:nvCxnSpPr>
            <p:spPr>
              <a:xfrm flipV="1">
                <a:off x="4921271" y="3769700"/>
                <a:ext cx="0" cy="236440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2" name="iṩḻîďe">
                <a:extLst>
                  <a:ext uri="{FF2B5EF4-FFF2-40B4-BE49-F238E27FC236}">
                    <a16:creationId xmlns:a16="http://schemas.microsoft.com/office/drawing/2014/main" id="{F29B8C60-FE24-4C9E-854E-3BB576656541}"/>
                  </a:ext>
                </a:extLst>
              </p:cNvPr>
              <p:cNvSpPr txBox="1"/>
              <p:nvPr/>
            </p:nvSpPr>
            <p:spPr bwMode="auto">
              <a:xfrm>
                <a:off x="3504152" y="4017186"/>
                <a:ext cx="2834238" cy="432024"/>
              </a:xfrm>
              <a:prstGeom prst="rect">
                <a:avLst/>
              </a:prstGeom>
              <a:solidFill>
                <a:srgbClr val="AE3637"/>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b="1" dirty="0">
                    <a:solidFill>
                      <a:schemeClr val="bg1"/>
                    </a:solidFill>
                    <a:cs typeface="+mn-ea"/>
                    <a:sym typeface="+mn-lt"/>
                  </a:rPr>
                  <a:t>Text here</a:t>
                </a:r>
              </a:p>
            </p:txBody>
          </p:sp>
          <p:grpSp>
            <p:nvGrpSpPr>
              <p:cNvPr id="27" name="îSlîḑé"/>
              <p:cNvGrpSpPr/>
              <p:nvPr/>
            </p:nvGrpSpPr>
            <p:grpSpPr>
              <a:xfrm>
                <a:off x="4783771" y="3494700"/>
                <a:ext cx="275000" cy="275000"/>
                <a:chOff x="1607367" y="4342267"/>
                <a:chExt cx="275000" cy="275000"/>
              </a:xfrm>
            </p:grpSpPr>
            <p:sp>
              <p:nvSpPr>
                <p:cNvPr id="29" name="íṣ1íďê"/>
                <p:cNvSpPr/>
                <p:nvPr/>
              </p:nvSpPr>
              <p:spPr>
                <a:xfrm>
                  <a:off x="1607367" y="4342267"/>
                  <a:ext cx="275000" cy="275000"/>
                </a:xfrm>
                <a:prstGeom prst="ellipse">
                  <a:avLst/>
                </a:prstGeom>
                <a:solidFill>
                  <a:schemeClr val="bg1"/>
                </a:solidFill>
                <a:ln w="38100" cap="rnd">
                  <a:solidFill>
                    <a:schemeClr val="bg1">
                      <a:lumMod val="9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2000" b="1" i="1">
                    <a:solidFill>
                      <a:schemeClr val="tx1"/>
                    </a:solidFill>
                    <a:cs typeface="+mn-ea"/>
                    <a:sym typeface="+mn-lt"/>
                  </a:endParaRPr>
                </a:p>
              </p:txBody>
            </p:sp>
            <p:sp>
              <p:nvSpPr>
                <p:cNvPr id="30" name="îśḻîḋê"/>
                <p:cNvSpPr/>
                <p:nvPr/>
              </p:nvSpPr>
              <p:spPr>
                <a:xfrm>
                  <a:off x="1657139" y="4392039"/>
                  <a:ext cx="175456" cy="175456"/>
                </a:xfrm>
                <a:prstGeom prst="ellipse">
                  <a:avLst/>
                </a:prstGeom>
                <a:solidFill>
                  <a:srgbClr val="AE3637"/>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2000" b="1" i="1">
                    <a:solidFill>
                      <a:schemeClr val="tx1"/>
                    </a:solidFill>
                    <a:cs typeface="+mn-ea"/>
                    <a:sym typeface="+mn-lt"/>
                  </a:endParaRPr>
                </a:p>
              </p:txBody>
            </p:sp>
          </p:grpSp>
          <p:sp>
            <p:nvSpPr>
              <p:cNvPr id="28" name="îSļïďê">
                <a:extLst>
                  <a:ext uri="{FF2B5EF4-FFF2-40B4-BE49-F238E27FC236}">
                    <a16:creationId xmlns:a16="http://schemas.microsoft.com/office/drawing/2014/main" id="{F29B8C60-FE24-4C9E-854E-3BB576656541}"/>
                  </a:ext>
                </a:extLst>
              </p:cNvPr>
              <p:cNvSpPr txBox="1"/>
              <p:nvPr/>
            </p:nvSpPr>
            <p:spPr bwMode="auto">
              <a:xfrm>
                <a:off x="4548342" y="3104647"/>
                <a:ext cx="745858" cy="39005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dirty="0">
                    <a:cs typeface="+mn-ea"/>
                    <a:sym typeface="+mn-lt"/>
                  </a:rPr>
                  <a:t>2017</a:t>
                </a:r>
              </a:p>
            </p:txBody>
          </p:sp>
        </p:grpSp>
        <p:grpSp>
          <p:nvGrpSpPr>
            <p:cNvPr id="7" name="ïṡļiḑè"/>
            <p:cNvGrpSpPr/>
            <p:nvPr/>
          </p:nvGrpSpPr>
          <p:grpSpPr>
            <a:xfrm>
              <a:off x="6009908" y="1130300"/>
              <a:ext cx="2834238" cy="3029453"/>
              <a:chOff x="6347904" y="1130300"/>
              <a:chExt cx="2834238" cy="3029453"/>
            </a:xfrm>
          </p:grpSpPr>
          <p:cxnSp>
            <p:nvCxnSpPr>
              <p:cNvPr id="17" name="直接连接符 16"/>
              <p:cNvCxnSpPr>
                <a:stCxn id="21" idx="0"/>
                <a:endCxn id="24" idx="0"/>
              </p:cNvCxnSpPr>
              <p:nvPr/>
            </p:nvCxnSpPr>
            <p:spPr>
              <a:xfrm flipV="1">
                <a:off x="7765023" y="1130300"/>
                <a:ext cx="0" cy="236440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4" name="ï$1îḋè">
                <a:extLst>
                  <a:ext uri="{FF2B5EF4-FFF2-40B4-BE49-F238E27FC236}">
                    <a16:creationId xmlns:a16="http://schemas.microsoft.com/office/drawing/2014/main" id="{F29B8C60-FE24-4C9E-854E-3BB576656541}"/>
                  </a:ext>
                </a:extLst>
              </p:cNvPr>
              <p:cNvSpPr txBox="1"/>
              <p:nvPr/>
            </p:nvSpPr>
            <p:spPr bwMode="auto">
              <a:xfrm>
                <a:off x="6347904" y="1130300"/>
                <a:ext cx="2834238" cy="432024"/>
              </a:xfrm>
              <a:prstGeom prst="rect">
                <a:avLst/>
              </a:prstGeom>
              <a:solidFill>
                <a:srgbClr val="AE3637"/>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b="1" dirty="0">
                    <a:solidFill>
                      <a:schemeClr val="bg1"/>
                    </a:solidFill>
                    <a:cs typeface="+mn-ea"/>
                    <a:sym typeface="+mn-lt"/>
                  </a:rPr>
                  <a:t>Text here</a:t>
                </a:r>
              </a:p>
            </p:txBody>
          </p:sp>
          <p:grpSp>
            <p:nvGrpSpPr>
              <p:cNvPr id="19" name="i$ļïde"/>
              <p:cNvGrpSpPr/>
              <p:nvPr/>
            </p:nvGrpSpPr>
            <p:grpSpPr>
              <a:xfrm>
                <a:off x="7627523" y="3494700"/>
                <a:ext cx="275000" cy="275000"/>
                <a:chOff x="1607367" y="4342267"/>
                <a:chExt cx="275000" cy="275000"/>
              </a:xfrm>
            </p:grpSpPr>
            <p:sp>
              <p:nvSpPr>
                <p:cNvPr id="21" name="îş1íďè"/>
                <p:cNvSpPr/>
                <p:nvPr/>
              </p:nvSpPr>
              <p:spPr>
                <a:xfrm>
                  <a:off x="1607367" y="4342267"/>
                  <a:ext cx="275000" cy="275000"/>
                </a:xfrm>
                <a:prstGeom prst="ellipse">
                  <a:avLst/>
                </a:prstGeom>
                <a:solidFill>
                  <a:schemeClr val="bg1"/>
                </a:solidFill>
                <a:ln w="38100" cap="rnd">
                  <a:solidFill>
                    <a:schemeClr val="bg1">
                      <a:lumMod val="9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2000" b="1" i="1">
                    <a:solidFill>
                      <a:schemeClr val="tx1"/>
                    </a:solidFill>
                    <a:cs typeface="+mn-ea"/>
                    <a:sym typeface="+mn-lt"/>
                  </a:endParaRPr>
                </a:p>
              </p:txBody>
            </p:sp>
            <p:sp>
              <p:nvSpPr>
                <p:cNvPr id="22" name="î$lïḋè"/>
                <p:cNvSpPr/>
                <p:nvPr/>
              </p:nvSpPr>
              <p:spPr>
                <a:xfrm>
                  <a:off x="1657139" y="4392039"/>
                  <a:ext cx="175456" cy="175456"/>
                </a:xfrm>
                <a:prstGeom prst="ellipse">
                  <a:avLst/>
                </a:prstGeom>
                <a:solidFill>
                  <a:srgbClr val="AE3637"/>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2000" b="1" i="1">
                    <a:solidFill>
                      <a:schemeClr val="tx1"/>
                    </a:solidFill>
                    <a:cs typeface="+mn-ea"/>
                    <a:sym typeface="+mn-lt"/>
                  </a:endParaRPr>
                </a:p>
              </p:txBody>
            </p:sp>
          </p:grpSp>
          <p:sp>
            <p:nvSpPr>
              <p:cNvPr id="20" name="ïṥľïḍé">
                <a:extLst>
                  <a:ext uri="{FF2B5EF4-FFF2-40B4-BE49-F238E27FC236}">
                    <a16:creationId xmlns:a16="http://schemas.microsoft.com/office/drawing/2014/main" id="{F29B8C60-FE24-4C9E-854E-3BB576656541}"/>
                  </a:ext>
                </a:extLst>
              </p:cNvPr>
              <p:cNvSpPr txBox="1"/>
              <p:nvPr/>
            </p:nvSpPr>
            <p:spPr bwMode="auto">
              <a:xfrm>
                <a:off x="7392094" y="3769700"/>
                <a:ext cx="745858" cy="39005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dirty="0">
                    <a:cs typeface="+mn-ea"/>
                    <a:sym typeface="+mn-lt"/>
                  </a:rPr>
                  <a:t>2018</a:t>
                </a:r>
              </a:p>
            </p:txBody>
          </p:sp>
        </p:grpSp>
        <p:grpSp>
          <p:nvGrpSpPr>
            <p:cNvPr id="8" name="iṩļïďè"/>
            <p:cNvGrpSpPr/>
            <p:nvPr/>
          </p:nvGrpSpPr>
          <p:grpSpPr>
            <a:xfrm>
              <a:off x="8684662" y="3104647"/>
              <a:ext cx="2834238" cy="3029453"/>
              <a:chOff x="8684662" y="3104647"/>
              <a:chExt cx="2834238" cy="3029453"/>
            </a:xfrm>
          </p:grpSpPr>
          <p:cxnSp>
            <p:nvCxnSpPr>
              <p:cNvPr id="9" name="直接连接符 8"/>
              <p:cNvCxnSpPr>
                <a:endCxn id="13" idx="4"/>
              </p:cNvCxnSpPr>
              <p:nvPr/>
            </p:nvCxnSpPr>
            <p:spPr>
              <a:xfrm flipV="1">
                <a:off x="10101781" y="3769700"/>
                <a:ext cx="0" cy="236440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6" name="íṧliḑé">
                <a:extLst>
                  <a:ext uri="{FF2B5EF4-FFF2-40B4-BE49-F238E27FC236}">
                    <a16:creationId xmlns:a16="http://schemas.microsoft.com/office/drawing/2014/main" id="{F29B8C60-FE24-4C9E-854E-3BB576656541}"/>
                  </a:ext>
                </a:extLst>
              </p:cNvPr>
              <p:cNvSpPr txBox="1"/>
              <p:nvPr/>
            </p:nvSpPr>
            <p:spPr bwMode="auto">
              <a:xfrm>
                <a:off x="8684662" y="4017186"/>
                <a:ext cx="2834238" cy="432024"/>
              </a:xfrm>
              <a:prstGeom prst="rect">
                <a:avLst/>
              </a:prstGeom>
              <a:solidFill>
                <a:srgbClr val="AE3637"/>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b="1" dirty="0">
                    <a:solidFill>
                      <a:schemeClr val="bg1"/>
                    </a:solidFill>
                    <a:cs typeface="+mn-ea"/>
                    <a:sym typeface="+mn-lt"/>
                  </a:rPr>
                  <a:t>Text here</a:t>
                </a:r>
              </a:p>
            </p:txBody>
          </p:sp>
          <p:grpSp>
            <p:nvGrpSpPr>
              <p:cNvPr id="11" name="ïṩ1ïḓê"/>
              <p:cNvGrpSpPr/>
              <p:nvPr/>
            </p:nvGrpSpPr>
            <p:grpSpPr>
              <a:xfrm>
                <a:off x="9964281" y="3494700"/>
                <a:ext cx="275000" cy="275000"/>
                <a:chOff x="1607367" y="4342267"/>
                <a:chExt cx="275000" cy="275000"/>
              </a:xfrm>
            </p:grpSpPr>
            <p:sp>
              <p:nvSpPr>
                <p:cNvPr id="13" name="ïš1îdè"/>
                <p:cNvSpPr/>
                <p:nvPr/>
              </p:nvSpPr>
              <p:spPr>
                <a:xfrm>
                  <a:off x="1607367" y="4342267"/>
                  <a:ext cx="275000" cy="275000"/>
                </a:xfrm>
                <a:prstGeom prst="ellipse">
                  <a:avLst/>
                </a:prstGeom>
                <a:solidFill>
                  <a:schemeClr val="bg1"/>
                </a:solidFill>
                <a:ln w="38100" cap="rnd">
                  <a:solidFill>
                    <a:schemeClr val="bg1">
                      <a:lumMod val="9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2000" b="1" i="1">
                    <a:solidFill>
                      <a:schemeClr val="tx1"/>
                    </a:solidFill>
                    <a:cs typeface="+mn-ea"/>
                    <a:sym typeface="+mn-lt"/>
                  </a:endParaRPr>
                </a:p>
              </p:txBody>
            </p:sp>
            <p:sp>
              <p:nvSpPr>
                <p:cNvPr id="14" name="îṡlíḋê"/>
                <p:cNvSpPr/>
                <p:nvPr/>
              </p:nvSpPr>
              <p:spPr>
                <a:xfrm>
                  <a:off x="1657139" y="4392039"/>
                  <a:ext cx="175456" cy="175456"/>
                </a:xfrm>
                <a:prstGeom prst="ellipse">
                  <a:avLst/>
                </a:prstGeom>
                <a:solidFill>
                  <a:srgbClr val="AE3637"/>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2000" b="1" i="1">
                    <a:solidFill>
                      <a:schemeClr val="tx1"/>
                    </a:solidFill>
                    <a:cs typeface="+mn-ea"/>
                    <a:sym typeface="+mn-lt"/>
                  </a:endParaRPr>
                </a:p>
              </p:txBody>
            </p:sp>
          </p:grpSp>
          <p:sp>
            <p:nvSpPr>
              <p:cNvPr id="12" name="ïŝ1íḑê">
                <a:extLst>
                  <a:ext uri="{FF2B5EF4-FFF2-40B4-BE49-F238E27FC236}">
                    <a16:creationId xmlns:a16="http://schemas.microsoft.com/office/drawing/2014/main" id="{F29B8C60-FE24-4C9E-854E-3BB576656541}"/>
                  </a:ext>
                </a:extLst>
              </p:cNvPr>
              <p:cNvSpPr txBox="1"/>
              <p:nvPr/>
            </p:nvSpPr>
            <p:spPr bwMode="auto">
              <a:xfrm>
                <a:off x="9728852" y="3104647"/>
                <a:ext cx="745858" cy="39005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dirty="0">
                    <a:cs typeface="+mn-ea"/>
                    <a:sym typeface="+mn-lt"/>
                  </a:rPr>
                  <a:t>2019</a:t>
                </a:r>
              </a:p>
            </p:txBody>
          </p:sp>
        </p:grpSp>
      </p:grpSp>
      <p:grpSp>
        <p:nvGrpSpPr>
          <p:cNvPr id="34" name="组合 33"/>
          <p:cNvGrpSpPr/>
          <p:nvPr/>
        </p:nvGrpSpPr>
        <p:grpSpPr>
          <a:xfrm>
            <a:off x="465221" y="465582"/>
            <a:ext cx="1939496" cy="461018"/>
            <a:chOff x="6906997" y="4197923"/>
            <a:chExt cx="1939496" cy="461018"/>
          </a:xfrm>
        </p:grpSpPr>
        <p:sp>
          <p:nvSpPr>
            <p:cNvPr id="39" name="矩形 38"/>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文本框 41"/>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sp>
        <p:nvSpPr>
          <p:cNvPr id="43" name="TextBox 13"/>
          <p:cNvSpPr txBox="1"/>
          <p:nvPr/>
        </p:nvSpPr>
        <p:spPr>
          <a:xfrm>
            <a:off x="838199" y="4147018"/>
            <a:ext cx="2405273"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chemeClr val="tx1">
                    <a:lumMod val="95000"/>
                    <a:lumOff val="5000"/>
                  </a:schemeClr>
                </a:solidFill>
                <a:cs typeface="+mn-ea"/>
                <a:sym typeface="+mn-lt"/>
              </a:rPr>
              <a:t>点击输入标题</a:t>
            </a:r>
            <a:endParaRPr lang="en-US" altLang="zh-CN" sz="1600"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44" name="TextBox 13"/>
          <p:cNvSpPr txBox="1"/>
          <p:nvPr/>
        </p:nvSpPr>
        <p:spPr>
          <a:xfrm>
            <a:off x="3538087" y="2173989"/>
            <a:ext cx="2405273"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chemeClr val="tx1">
                    <a:lumMod val="95000"/>
                    <a:lumOff val="5000"/>
                  </a:schemeClr>
                </a:solidFill>
                <a:cs typeface="+mn-ea"/>
                <a:sym typeface="+mn-lt"/>
              </a:rPr>
              <a:t>点击输入标题</a:t>
            </a:r>
            <a:endParaRPr lang="en-US" altLang="zh-CN" sz="1600"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45" name="TextBox 13"/>
          <p:cNvSpPr txBox="1"/>
          <p:nvPr/>
        </p:nvSpPr>
        <p:spPr>
          <a:xfrm>
            <a:off x="6187706" y="4147018"/>
            <a:ext cx="2405273"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chemeClr val="tx1">
                    <a:lumMod val="95000"/>
                    <a:lumOff val="5000"/>
                  </a:schemeClr>
                </a:solidFill>
                <a:cs typeface="+mn-ea"/>
                <a:sym typeface="+mn-lt"/>
              </a:rPr>
              <a:t>点击输入标题</a:t>
            </a:r>
            <a:endParaRPr lang="en-US" altLang="zh-CN" sz="1600"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46" name="TextBox 13"/>
          <p:cNvSpPr txBox="1"/>
          <p:nvPr/>
        </p:nvSpPr>
        <p:spPr>
          <a:xfrm>
            <a:off x="8901567" y="2193280"/>
            <a:ext cx="2405273"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chemeClr val="tx1">
                    <a:lumMod val="95000"/>
                    <a:lumOff val="5000"/>
                  </a:schemeClr>
                </a:solidFill>
                <a:cs typeface="+mn-ea"/>
                <a:sym typeface="+mn-lt"/>
              </a:rPr>
              <a:t>点击输入标题</a:t>
            </a:r>
            <a:endParaRPr lang="en-US" altLang="zh-CN" sz="1600"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47" name="任意多边形 46"/>
          <p:cNvSpPr/>
          <p:nvPr/>
        </p:nvSpPr>
        <p:spPr>
          <a:xfrm>
            <a:off x="4821138" y="6605180"/>
            <a:ext cx="3812836" cy="252820"/>
          </a:xfrm>
          <a:custGeom>
            <a:avLst/>
            <a:gdLst>
              <a:gd name="connsiteX0" fmla="*/ 1695634 w 3812836"/>
              <a:gd name="connsiteY0" fmla="*/ 1689 h 566196"/>
              <a:gd name="connsiteX1" fmla="*/ 3811395 w 3812836"/>
              <a:gd name="connsiteY1" fmla="*/ 565932 h 566196"/>
              <a:gd name="connsiteX2" fmla="*/ 3812836 w 3812836"/>
              <a:gd name="connsiteY2" fmla="*/ 566196 h 566196"/>
              <a:gd name="connsiteX3" fmla="*/ 0 w 3812836"/>
              <a:gd name="connsiteY3" fmla="*/ 566196 h 566196"/>
              <a:gd name="connsiteX4" fmla="*/ 109991 w 3812836"/>
              <a:gd name="connsiteY4" fmla="*/ 500924 h 566196"/>
              <a:gd name="connsiteX5" fmla="*/ 1552170 w 3812836"/>
              <a:gd name="connsiteY5" fmla="*/ 1770 h 566196"/>
              <a:gd name="connsiteX6" fmla="*/ 1695634 w 3812836"/>
              <a:gd name="connsiteY6" fmla="*/ 1689 h 56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2836" h="566196">
                <a:moveTo>
                  <a:pt x="1695634" y="1689"/>
                </a:moveTo>
                <a:cubicBezTo>
                  <a:pt x="2339269" y="30989"/>
                  <a:pt x="3182181" y="433206"/>
                  <a:pt x="3811395" y="565932"/>
                </a:cubicBezTo>
                <a:lnTo>
                  <a:pt x="3812836" y="566196"/>
                </a:lnTo>
                <a:lnTo>
                  <a:pt x="0" y="566196"/>
                </a:lnTo>
                <a:lnTo>
                  <a:pt x="109991" y="500924"/>
                </a:lnTo>
                <a:cubicBezTo>
                  <a:pt x="521075" y="266576"/>
                  <a:pt x="1063473" y="26773"/>
                  <a:pt x="1552170" y="1770"/>
                </a:cubicBezTo>
                <a:cubicBezTo>
                  <a:pt x="1598713" y="-611"/>
                  <a:pt x="1646595" y="-544"/>
                  <a:pt x="1695634" y="1689"/>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任意多边形 47"/>
          <p:cNvSpPr/>
          <p:nvPr/>
        </p:nvSpPr>
        <p:spPr>
          <a:xfrm>
            <a:off x="797644" y="6605180"/>
            <a:ext cx="3320235" cy="252820"/>
          </a:xfrm>
          <a:custGeom>
            <a:avLst/>
            <a:gdLst>
              <a:gd name="connsiteX0" fmla="*/ 1074252 w 3320235"/>
              <a:gd name="connsiteY0" fmla="*/ 121 h 252820"/>
              <a:gd name="connsiteX1" fmla="*/ 3163008 w 3320235"/>
              <a:gd name="connsiteY1" fmla="*/ 249442 h 252820"/>
              <a:gd name="connsiteX2" fmla="*/ 3320235 w 3320235"/>
              <a:gd name="connsiteY2" fmla="*/ 252820 h 252820"/>
              <a:gd name="connsiteX3" fmla="*/ 0 w 3320235"/>
              <a:gd name="connsiteY3" fmla="*/ 252820 h 252820"/>
              <a:gd name="connsiteX4" fmla="*/ 119080 w 3320235"/>
              <a:gd name="connsiteY4" fmla="*/ 223667 h 252820"/>
              <a:gd name="connsiteX5" fmla="*/ 1074252 w 3320235"/>
              <a:gd name="connsiteY5" fmla="*/ 121 h 252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0235" h="252820">
                <a:moveTo>
                  <a:pt x="1074252" y="121"/>
                </a:moveTo>
                <a:cubicBezTo>
                  <a:pt x="1656143" y="-5940"/>
                  <a:pt x="2410404" y="218709"/>
                  <a:pt x="3163008" y="249442"/>
                </a:cubicBezTo>
                <a:lnTo>
                  <a:pt x="3320235" y="252820"/>
                </a:lnTo>
                <a:lnTo>
                  <a:pt x="0" y="252820"/>
                </a:lnTo>
                <a:lnTo>
                  <a:pt x="119080" y="223667"/>
                </a:lnTo>
                <a:cubicBezTo>
                  <a:pt x="412102" y="137313"/>
                  <a:pt x="658616" y="4451"/>
                  <a:pt x="1074252" y="121"/>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任意多边形 48"/>
          <p:cNvSpPr/>
          <p:nvPr/>
        </p:nvSpPr>
        <p:spPr>
          <a:xfrm>
            <a:off x="8633974" y="6605179"/>
            <a:ext cx="3092805" cy="297701"/>
          </a:xfrm>
          <a:custGeom>
            <a:avLst/>
            <a:gdLst>
              <a:gd name="connsiteX0" fmla="*/ 2747817 w 3205101"/>
              <a:gd name="connsiteY0" fmla="*/ 138 h 485620"/>
              <a:gd name="connsiteX1" fmla="*/ 2879154 w 3205101"/>
              <a:gd name="connsiteY1" fmla="*/ 4321 h 485620"/>
              <a:gd name="connsiteX2" fmla="*/ 3132980 w 3205101"/>
              <a:gd name="connsiteY2" fmla="*/ 43267 h 485620"/>
              <a:gd name="connsiteX3" fmla="*/ 3205101 w 3205101"/>
              <a:gd name="connsiteY3" fmla="*/ 61327 h 485620"/>
              <a:gd name="connsiteX4" fmla="*/ 3205101 w 3205101"/>
              <a:gd name="connsiteY4" fmla="*/ 485620 h 485620"/>
              <a:gd name="connsiteX5" fmla="*/ 0 w 3205101"/>
              <a:gd name="connsiteY5" fmla="*/ 485620 h 485620"/>
              <a:gd name="connsiteX6" fmla="*/ 156736 w 3205101"/>
              <a:gd name="connsiteY6" fmla="*/ 482303 h 485620"/>
              <a:gd name="connsiteX7" fmla="*/ 2747817 w 3205101"/>
              <a:gd name="connsiteY7" fmla="*/ 138 h 485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5101" h="485620">
                <a:moveTo>
                  <a:pt x="2747817" y="138"/>
                </a:moveTo>
                <a:cubicBezTo>
                  <a:pt x="2793524" y="-455"/>
                  <a:pt x="2837374" y="858"/>
                  <a:pt x="2879154" y="4321"/>
                </a:cubicBezTo>
                <a:cubicBezTo>
                  <a:pt x="2962714" y="11248"/>
                  <a:pt x="3048006" y="24616"/>
                  <a:pt x="3132980" y="43267"/>
                </a:cubicBezTo>
                <a:lnTo>
                  <a:pt x="3205101" y="61327"/>
                </a:lnTo>
                <a:lnTo>
                  <a:pt x="3205101" y="485620"/>
                </a:lnTo>
                <a:lnTo>
                  <a:pt x="0" y="485620"/>
                </a:lnTo>
                <a:lnTo>
                  <a:pt x="156736" y="482303"/>
                </a:lnTo>
                <a:cubicBezTo>
                  <a:pt x="958784" y="446584"/>
                  <a:pt x="2062209" y="9030"/>
                  <a:pt x="2747817" y="138"/>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88795975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250" fill="hold"/>
                                        <p:tgtEl>
                                          <p:spTgt spid="43"/>
                                        </p:tgtEl>
                                        <p:attrNameLst>
                                          <p:attrName>ppt_x</p:attrName>
                                        </p:attrNameLst>
                                      </p:cBhvr>
                                      <p:tavLst>
                                        <p:tav tm="0">
                                          <p:val>
                                            <p:strVal val="#ppt_x"/>
                                          </p:val>
                                        </p:tav>
                                        <p:tav tm="100000">
                                          <p:val>
                                            <p:strVal val="#ppt_x"/>
                                          </p:val>
                                        </p:tav>
                                      </p:tavLst>
                                    </p:anim>
                                    <p:anim calcmode="lin" valueType="num">
                                      <p:cBhvr additive="base">
                                        <p:cTn id="8" dur="250" fill="hold"/>
                                        <p:tgtEl>
                                          <p:spTgt spid="4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250" fill="hold"/>
                                        <p:tgtEl>
                                          <p:spTgt spid="44"/>
                                        </p:tgtEl>
                                        <p:attrNameLst>
                                          <p:attrName>ppt_x</p:attrName>
                                        </p:attrNameLst>
                                      </p:cBhvr>
                                      <p:tavLst>
                                        <p:tav tm="0">
                                          <p:val>
                                            <p:strVal val="#ppt_x"/>
                                          </p:val>
                                        </p:tav>
                                        <p:tav tm="100000">
                                          <p:val>
                                            <p:strVal val="#ppt_x"/>
                                          </p:val>
                                        </p:tav>
                                      </p:tavLst>
                                    </p:anim>
                                    <p:anim calcmode="lin" valueType="num">
                                      <p:cBhvr additive="base">
                                        <p:cTn id="12" dur="250" fill="hold"/>
                                        <p:tgtEl>
                                          <p:spTgt spid="4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250" fill="hold"/>
                                        <p:tgtEl>
                                          <p:spTgt spid="45"/>
                                        </p:tgtEl>
                                        <p:attrNameLst>
                                          <p:attrName>ppt_x</p:attrName>
                                        </p:attrNameLst>
                                      </p:cBhvr>
                                      <p:tavLst>
                                        <p:tav tm="0">
                                          <p:val>
                                            <p:strVal val="#ppt_x"/>
                                          </p:val>
                                        </p:tav>
                                        <p:tav tm="100000">
                                          <p:val>
                                            <p:strVal val="#ppt_x"/>
                                          </p:val>
                                        </p:tav>
                                      </p:tavLst>
                                    </p:anim>
                                    <p:anim calcmode="lin" valueType="num">
                                      <p:cBhvr additive="base">
                                        <p:cTn id="16" dur="250" fill="hold"/>
                                        <p:tgtEl>
                                          <p:spTgt spid="4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250" fill="hold"/>
                                        <p:tgtEl>
                                          <p:spTgt spid="46"/>
                                        </p:tgtEl>
                                        <p:attrNameLst>
                                          <p:attrName>ppt_x</p:attrName>
                                        </p:attrNameLst>
                                      </p:cBhvr>
                                      <p:tavLst>
                                        <p:tav tm="0">
                                          <p:val>
                                            <p:strVal val="#ppt_x"/>
                                          </p:val>
                                        </p:tav>
                                        <p:tav tm="100000">
                                          <p:val>
                                            <p:strVal val="#ppt_x"/>
                                          </p:val>
                                        </p:tav>
                                      </p:tavLst>
                                    </p:anim>
                                    <p:anim calcmode="lin" valueType="num">
                                      <p:cBhvr additive="base">
                                        <p:cTn id="20" dur="250" fill="hold"/>
                                        <p:tgtEl>
                                          <p:spTgt spid="4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250" fill="hold"/>
                                        <p:tgtEl>
                                          <p:spTgt spid="3"/>
                                        </p:tgtEl>
                                        <p:attrNameLst>
                                          <p:attrName>ppt_x</p:attrName>
                                        </p:attrNameLst>
                                      </p:cBhvr>
                                      <p:tavLst>
                                        <p:tav tm="0">
                                          <p:val>
                                            <p:strVal val="#ppt_x"/>
                                          </p:val>
                                        </p:tav>
                                        <p:tav tm="100000">
                                          <p:val>
                                            <p:strVal val="#ppt_x"/>
                                          </p:val>
                                        </p:tav>
                                      </p:tavLst>
                                    </p:anim>
                                    <p:anim calcmode="lin" valueType="num">
                                      <p:cBhvr additive="base">
                                        <p:cTn id="24" dur="2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矩形 144"/>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2598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505438"/>
            <a:ext cx="10858500" cy="4253524"/>
            <a:chOff x="660401" y="1505437"/>
            <a:chExt cx="10858499" cy="4253524"/>
          </a:xfrm>
        </p:grpSpPr>
        <p:grpSp>
          <p:nvGrpSpPr>
            <p:cNvPr id="4" name="ïṧ1îḑé"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BC8CFBE5-74D5-4806-84B4-EB321B3E2723}"/>
                </a:ext>
              </a:extLst>
            </p:cNvPr>
            <p:cNvGrpSpPr>
              <a:grpSpLocks noChangeAspect="1"/>
            </p:cNvGrpSpPr>
            <p:nvPr/>
          </p:nvGrpSpPr>
          <p:grpSpPr>
            <a:xfrm>
              <a:off x="660401" y="1505437"/>
              <a:ext cx="4020596" cy="4253524"/>
              <a:chOff x="3892550" y="1092200"/>
              <a:chExt cx="4411663" cy="4667251"/>
            </a:xfrm>
          </p:grpSpPr>
          <p:sp>
            <p:nvSpPr>
              <p:cNvPr id="26" name="ïsḻiďe">
                <a:extLst>
                  <a:ext uri="{FF2B5EF4-FFF2-40B4-BE49-F238E27FC236}">
                    <a16:creationId xmlns:a16="http://schemas.microsoft.com/office/drawing/2014/main" id="{768252C6-219A-4CC2-A2DC-197D452F28F9}"/>
                  </a:ext>
                </a:extLst>
              </p:cNvPr>
              <p:cNvSpPr/>
              <p:nvPr/>
            </p:nvSpPr>
            <p:spPr bwMode="auto">
              <a:xfrm>
                <a:off x="4765675" y="1092200"/>
                <a:ext cx="2611438" cy="1800225"/>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a:cs typeface="+mn-ea"/>
                  <a:sym typeface="+mn-lt"/>
                </a:endParaRPr>
              </a:p>
            </p:txBody>
          </p:sp>
          <p:sp>
            <p:nvSpPr>
              <p:cNvPr id="27" name="îṡḷíḑê">
                <a:extLst>
                  <a:ext uri="{FF2B5EF4-FFF2-40B4-BE49-F238E27FC236}">
                    <a16:creationId xmlns:a16="http://schemas.microsoft.com/office/drawing/2014/main" id="{F0027E12-1C7E-4457-AC26-EA87C35EE9EA}"/>
                  </a:ext>
                </a:extLst>
              </p:cNvPr>
              <p:cNvSpPr/>
              <p:nvPr/>
            </p:nvSpPr>
            <p:spPr bwMode="auto">
              <a:xfrm>
                <a:off x="4765675" y="1092200"/>
                <a:ext cx="261143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a:cs typeface="+mn-ea"/>
                  <a:sym typeface="+mn-lt"/>
                </a:endParaRPr>
              </a:p>
            </p:txBody>
          </p:sp>
          <p:sp>
            <p:nvSpPr>
              <p:cNvPr id="28" name="îṧḻiḋe">
                <a:extLst>
                  <a:ext uri="{FF2B5EF4-FFF2-40B4-BE49-F238E27FC236}">
                    <a16:creationId xmlns:a16="http://schemas.microsoft.com/office/drawing/2014/main" id="{DA76844C-3AC2-4B1F-A167-68D27EFCDD9C}"/>
                  </a:ext>
                </a:extLst>
              </p:cNvPr>
              <p:cNvSpPr/>
              <p:nvPr/>
            </p:nvSpPr>
            <p:spPr bwMode="auto">
              <a:xfrm>
                <a:off x="4821238" y="1141413"/>
                <a:ext cx="2506663" cy="1701800"/>
              </a:xfrm>
              <a:prstGeom prst="rect">
                <a:avLst/>
              </a:prstGeom>
              <a:solidFill>
                <a:srgbClr val="FAF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a:cs typeface="+mn-ea"/>
                  <a:sym typeface="+mn-lt"/>
                </a:endParaRPr>
              </a:p>
            </p:txBody>
          </p:sp>
          <p:sp>
            <p:nvSpPr>
              <p:cNvPr id="29" name="iSľíḋè">
                <a:extLst>
                  <a:ext uri="{FF2B5EF4-FFF2-40B4-BE49-F238E27FC236}">
                    <a16:creationId xmlns:a16="http://schemas.microsoft.com/office/drawing/2014/main" id="{41978BA3-4F91-418A-8A61-1897441DCD81}"/>
                  </a:ext>
                </a:extLst>
              </p:cNvPr>
              <p:cNvSpPr/>
              <p:nvPr/>
            </p:nvSpPr>
            <p:spPr bwMode="auto">
              <a:xfrm>
                <a:off x="4821238" y="1141413"/>
                <a:ext cx="2506663"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a:cs typeface="+mn-ea"/>
                  <a:sym typeface="+mn-lt"/>
                </a:endParaRPr>
              </a:p>
            </p:txBody>
          </p:sp>
          <p:sp>
            <p:nvSpPr>
              <p:cNvPr id="30" name="ïṡlíḍê">
                <a:extLst>
                  <a:ext uri="{FF2B5EF4-FFF2-40B4-BE49-F238E27FC236}">
                    <a16:creationId xmlns:a16="http://schemas.microsoft.com/office/drawing/2014/main" id="{51221DB7-B5B9-4451-B302-CF264A5F5BE8}"/>
                  </a:ext>
                </a:extLst>
              </p:cNvPr>
              <p:cNvSpPr/>
              <p:nvPr/>
            </p:nvSpPr>
            <p:spPr bwMode="auto">
              <a:xfrm>
                <a:off x="5029200" y="2160588"/>
                <a:ext cx="2030413" cy="387350"/>
              </a:xfrm>
              <a:custGeom>
                <a:avLst/>
                <a:gdLst>
                  <a:gd name="T0" fmla="*/ 1276 w 1279"/>
                  <a:gd name="T1" fmla="*/ 0 h 244"/>
                  <a:gd name="T2" fmla="*/ 1234 w 1279"/>
                  <a:gd name="T3" fmla="*/ 18 h 244"/>
                  <a:gd name="T4" fmla="*/ 1231 w 1279"/>
                  <a:gd name="T5" fmla="*/ 21 h 244"/>
                  <a:gd name="T6" fmla="*/ 1227 w 1279"/>
                  <a:gd name="T7" fmla="*/ 18 h 244"/>
                  <a:gd name="T8" fmla="*/ 1025 w 1279"/>
                  <a:gd name="T9" fmla="*/ 93 h 244"/>
                  <a:gd name="T10" fmla="*/ 908 w 1279"/>
                  <a:gd name="T11" fmla="*/ 62 h 244"/>
                  <a:gd name="T12" fmla="*/ 746 w 1279"/>
                  <a:gd name="T13" fmla="*/ 73 h 244"/>
                  <a:gd name="T14" fmla="*/ 540 w 1279"/>
                  <a:gd name="T15" fmla="*/ 196 h 244"/>
                  <a:gd name="T16" fmla="*/ 433 w 1279"/>
                  <a:gd name="T17" fmla="*/ 38 h 244"/>
                  <a:gd name="T18" fmla="*/ 258 w 1279"/>
                  <a:gd name="T19" fmla="*/ 148 h 244"/>
                  <a:gd name="T20" fmla="*/ 123 w 1279"/>
                  <a:gd name="T21" fmla="*/ 93 h 244"/>
                  <a:gd name="T22" fmla="*/ 0 w 1279"/>
                  <a:gd name="T23" fmla="*/ 237 h 244"/>
                  <a:gd name="T24" fmla="*/ 10 w 1279"/>
                  <a:gd name="T25" fmla="*/ 244 h 244"/>
                  <a:gd name="T26" fmla="*/ 127 w 1279"/>
                  <a:gd name="T27" fmla="*/ 110 h 244"/>
                  <a:gd name="T28" fmla="*/ 258 w 1279"/>
                  <a:gd name="T29" fmla="*/ 162 h 244"/>
                  <a:gd name="T30" fmla="*/ 429 w 1279"/>
                  <a:gd name="T31" fmla="*/ 55 h 244"/>
                  <a:gd name="T32" fmla="*/ 536 w 1279"/>
                  <a:gd name="T33" fmla="*/ 213 h 244"/>
                  <a:gd name="T34" fmla="*/ 753 w 1279"/>
                  <a:gd name="T35" fmla="*/ 86 h 244"/>
                  <a:gd name="T36" fmla="*/ 908 w 1279"/>
                  <a:gd name="T37" fmla="*/ 76 h 244"/>
                  <a:gd name="T38" fmla="*/ 1025 w 1279"/>
                  <a:gd name="T39" fmla="*/ 107 h 244"/>
                  <a:gd name="T40" fmla="*/ 1279 w 1279"/>
                  <a:gd name="T41" fmla="*/ 14 h 244"/>
                  <a:gd name="T42" fmla="*/ 1276 w 1279"/>
                  <a:gd name="T4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9" h="244">
                    <a:moveTo>
                      <a:pt x="1276" y="0"/>
                    </a:moveTo>
                    <a:lnTo>
                      <a:pt x="1234" y="18"/>
                    </a:lnTo>
                    <a:lnTo>
                      <a:pt x="1231" y="21"/>
                    </a:lnTo>
                    <a:lnTo>
                      <a:pt x="1227" y="18"/>
                    </a:lnTo>
                    <a:lnTo>
                      <a:pt x="1025" y="93"/>
                    </a:lnTo>
                    <a:lnTo>
                      <a:pt x="908" y="62"/>
                    </a:lnTo>
                    <a:lnTo>
                      <a:pt x="746" y="73"/>
                    </a:lnTo>
                    <a:lnTo>
                      <a:pt x="540" y="196"/>
                    </a:lnTo>
                    <a:lnTo>
                      <a:pt x="433" y="38"/>
                    </a:lnTo>
                    <a:lnTo>
                      <a:pt x="258" y="148"/>
                    </a:lnTo>
                    <a:lnTo>
                      <a:pt x="123" y="93"/>
                    </a:lnTo>
                    <a:lnTo>
                      <a:pt x="0" y="237"/>
                    </a:lnTo>
                    <a:lnTo>
                      <a:pt x="10" y="244"/>
                    </a:lnTo>
                    <a:lnTo>
                      <a:pt x="127" y="110"/>
                    </a:lnTo>
                    <a:lnTo>
                      <a:pt x="258" y="162"/>
                    </a:lnTo>
                    <a:lnTo>
                      <a:pt x="429" y="55"/>
                    </a:lnTo>
                    <a:lnTo>
                      <a:pt x="536" y="213"/>
                    </a:lnTo>
                    <a:lnTo>
                      <a:pt x="753" y="86"/>
                    </a:lnTo>
                    <a:lnTo>
                      <a:pt x="908" y="76"/>
                    </a:lnTo>
                    <a:lnTo>
                      <a:pt x="1025" y="107"/>
                    </a:lnTo>
                    <a:lnTo>
                      <a:pt x="1279" y="14"/>
                    </a:lnTo>
                    <a:lnTo>
                      <a:pt x="1276" y="0"/>
                    </a:lnTo>
                    <a:close/>
                  </a:path>
                </a:pathLst>
              </a:custGeom>
              <a:solidFill>
                <a:srgbClr val="EDEDE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lnSpcReduction="10000"/>
              </a:bodyPr>
              <a:lstStyle/>
              <a:p>
                <a:pPr algn="ctr"/>
                <a:endParaRPr>
                  <a:cs typeface="+mn-ea"/>
                  <a:sym typeface="+mn-lt"/>
                </a:endParaRPr>
              </a:p>
            </p:txBody>
          </p:sp>
          <p:sp>
            <p:nvSpPr>
              <p:cNvPr id="31" name="îśļîde">
                <a:extLst>
                  <a:ext uri="{FF2B5EF4-FFF2-40B4-BE49-F238E27FC236}">
                    <a16:creationId xmlns:a16="http://schemas.microsoft.com/office/drawing/2014/main" id="{DD4F36CF-034C-486E-BACB-D5CCF7E1BDC4}"/>
                  </a:ext>
                </a:extLst>
              </p:cNvPr>
              <p:cNvSpPr/>
              <p:nvPr/>
            </p:nvSpPr>
            <p:spPr bwMode="auto">
              <a:xfrm>
                <a:off x="5029200" y="2160588"/>
                <a:ext cx="2030413" cy="387350"/>
              </a:xfrm>
              <a:custGeom>
                <a:avLst/>
                <a:gdLst>
                  <a:gd name="T0" fmla="*/ 1276 w 1279"/>
                  <a:gd name="T1" fmla="*/ 0 h 244"/>
                  <a:gd name="T2" fmla="*/ 1234 w 1279"/>
                  <a:gd name="T3" fmla="*/ 18 h 244"/>
                  <a:gd name="T4" fmla="*/ 1231 w 1279"/>
                  <a:gd name="T5" fmla="*/ 21 h 244"/>
                  <a:gd name="T6" fmla="*/ 1227 w 1279"/>
                  <a:gd name="T7" fmla="*/ 18 h 244"/>
                  <a:gd name="T8" fmla="*/ 1025 w 1279"/>
                  <a:gd name="T9" fmla="*/ 93 h 244"/>
                  <a:gd name="T10" fmla="*/ 908 w 1279"/>
                  <a:gd name="T11" fmla="*/ 62 h 244"/>
                  <a:gd name="T12" fmla="*/ 746 w 1279"/>
                  <a:gd name="T13" fmla="*/ 73 h 244"/>
                  <a:gd name="T14" fmla="*/ 540 w 1279"/>
                  <a:gd name="T15" fmla="*/ 196 h 244"/>
                  <a:gd name="T16" fmla="*/ 433 w 1279"/>
                  <a:gd name="T17" fmla="*/ 38 h 244"/>
                  <a:gd name="T18" fmla="*/ 258 w 1279"/>
                  <a:gd name="T19" fmla="*/ 148 h 244"/>
                  <a:gd name="T20" fmla="*/ 123 w 1279"/>
                  <a:gd name="T21" fmla="*/ 93 h 244"/>
                  <a:gd name="T22" fmla="*/ 0 w 1279"/>
                  <a:gd name="T23" fmla="*/ 237 h 244"/>
                  <a:gd name="T24" fmla="*/ 10 w 1279"/>
                  <a:gd name="T25" fmla="*/ 244 h 244"/>
                  <a:gd name="T26" fmla="*/ 127 w 1279"/>
                  <a:gd name="T27" fmla="*/ 110 h 244"/>
                  <a:gd name="T28" fmla="*/ 258 w 1279"/>
                  <a:gd name="T29" fmla="*/ 162 h 244"/>
                  <a:gd name="T30" fmla="*/ 429 w 1279"/>
                  <a:gd name="T31" fmla="*/ 55 h 244"/>
                  <a:gd name="T32" fmla="*/ 536 w 1279"/>
                  <a:gd name="T33" fmla="*/ 213 h 244"/>
                  <a:gd name="T34" fmla="*/ 753 w 1279"/>
                  <a:gd name="T35" fmla="*/ 86 h 244"/>
                  <a:gd name="T36" fmla="*/ 908 w 1279"/>
                  <a:gd name="T37" fmla="*/ 76 h 244"/>
                  <a:gd name="T38" fmla="*/ 1025 w 1279"/>
                  <a:gd name="T39" fmla="*/ 107 h 244"/>
                  <a:gd name="T40" fmla="*/ 1279 w 1279"/>
                  <a:gd name="T41" fmla="*/ 14 h 244"/>
                  <a:gd name="T42" fmla="*/ 1276 w 1279"/>
                  <a:gd name="T4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9" h="244">
                    <a:moveTo>
                      <a:pt x="1276" y="0"/>
                    </a:moveTo>
                    <a:lnTo>
                      <a:pt x="1234" y="18"/>
                    </a:lnTo>
                    <a:lnTo>
                      <a:pt x="1231" y="21"/>
                    </a:lnTo>
                    <a:lnTo>
                      <a:pt x="1227" y="18"/>
                    </a:lnTo>
                    <a:lnTo>
                      <a:pt x="1025" y="93"/>
                    </a:lnTo>
                    <a:lnTo>
                      <a:pt x="908" y="62"/>
                    </a:lnTo>
                    <a:lnTo>
                      <a:pt x="746" y="73"/>
                    </a:lnTo>
                    <a:lnTo>
                      <a:pt x="540" y="196"/>
                    </a:lnTo>
                    <a:lnTo>
                      <a:pt x="433" y="38"/>
                    </a:lnTo>
                    <a:lnTo>
                      <a:pt x="258" y="148"/>
                    </a:lnTo>
                    <a:lnTo>
                      <a:pt x="123" y="93"/>
                    </a:lnTo>
                    <a:lnTo>
                      <a:pt x="0" y="237"/>
                    </a:lnTo>
                    <a:lnTo>
                      <a:pt x="10" y="244"/>
                    </a:lnTo>
                    <a:lnTo>
                      <a:pt x="127" y="110"/>
                    </a:lnTo>
                    <a:lnTo>
                      <a:pt x="258" y="162"/>
                    </a:lnTo>
                    <a:lnTo>
                      <a:pt x="429" y="55"/>
                    </a:lnTo>
                    <a:lnTo>
                      <a:pt x="536" y="213"/>
                    </a:lnTo>
                    <a:lnTo>
                      <a:pt x="753" y="86"/>
                    </a:lnTo>
                    <a:lnTo>
                      <a:pt x="908" y="76"/>
                    </a:lnTo>
                    <a:lnTo>
                      <a:pt x="1025" y="107"/>
                    </a:lnTo>
                    <a:lnTo>
                      <a:pt x="1279" y="14"/>
                    </a:lnTo>
                    <a:lnTo>
                      <a:pt x="12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lnSpcReduction="10000"/>
              </a:bodyPr>
              <a:lstStyle/>
              <a:p>
                <a:pPr algn="ctr"/>
                <a:endParaRPr>
                  <a:cs typeface="+mn-ea"/>
                  <a:sym typeface="+mn-lt"/>
                </a:endParaRPr>
              </a:p>
            </p:txBody>
          </p:sp>
          <p:sp>
            <p:nvSpPr>
              <p:cNvPr id="32" name="íSļîdé">
                <a:extLst>
                  <a:ext uri="{FF2B5EF4-FFF2-40B4-BE49-F238E27FC236}">
                    <a16:creationId xmlns:a16="http://schemas.microsoft.com/office/drawing/2014/main" id="{3F9190A8-74FB-42B1-9D9C-9DE5BB80BADD}"/>
                  </a:ext>
                </a:extLst>
              </p:cNvPr>
              <p:cNvSpPr/>
              <p:nvPr/>
            </p:nvSpPr>
            <p:spPr bwMode="auto">
              <a:xfrm>
                <a:off x="5000625" y="1485900"/>
                <a:ext cx="2032000" cy="385763"/>
              </a:xfrm>
              <a:custGeom>
                <a:avLst/>
                <a:gdLst>
                  <a:gd name="T0" fmla="*/ 1270 w 1280"/>
                  <a:gd name="T1" fmla="*/ 0 h 243"/>
                  <a:gd name="T2" fmla="*/ 1153 w 1280"/>
                  <a:gd name="T3" fmla="*/ 134 h 243"/>
                  <a:gd name="T4" fmla="*/ 1022 w 1280"/>
                  <a:gd name="T5" fmla="*/ 82 h 243"/>
                  <a:gd name="T6" fmla="*/ 850 w 1280"/>
                  <a:gd name="T7" fmla="*/ 189 h 243"/>
                  <a:gd name="T8" fmla="*/ 743 w 1280"/>
                  <a:gd name="T9" fmla="*/ 31 h 243"/>
                  <a:gd name="T10" fmla="*/ 530 w 1280"/>
                  <a:gd name="T11" fmla="*/ 158 h 243"/>
                  <a:gd name="T12" fmla="*/ 372 w 1280"/>
                  <a:gd name="T13" fmla="*/ 168 h 243"/>
                  <a:gd name="T14" fmla="*/ 255 w 1280"/>
                  <a:gd name="T15" fmla="*/ 137 h 243"/>
                  <a:gd name="T16" fmla="*/ 0 w 1280"/>
                  <a:gd name="T17" fmla="*/ 230 h 243"/>
                  <a:gd name="T18" fmla="*/ 4 w 1280"/>
                  <a:gd name="T19" fmla="*/ 243 h 243"/>
                  <a:gd name="T20" fmla="*/ 255 w 1280"/>
                  <a:gd name="T21" fmla="*/ 151 h 243"/>
                  <a:gd name="T22" fmla="*/ 372 w 1280"/>
                  <a:gd name="T23" fmla="*/ 182 h 243"/>
                  <a:gd name="T24" fmla="*/ 533 w 1280"/>
                  <a:gd name="T25" fmla="*/ 171 h 243"/>
                  <a:gd name="T26" fmla="*/ 740 w 1280"/>
                  <a:gd name="T27" fmla="*/ 48 h 243"/>
                  <a:gd name="T28" fmla="*/ 846 w 1280"/>
                  <a:gd name="T29" fmla="*/ 206 h 243"/>
                  <a:gd name="T30" fmla="*/ 1022 w 1280"/>
                  <a:gd name="T31" fmla="*/ 96 h 243"/>
                  <a:gd name="T32" fmla="*/ 1156 w 1280"/>
                  <a:gd name="T33" fmla="*/ 151 h 243"/>
                  <a:gd name="T34" fmla="*/ 1280 w 1280"/>
                  <a:gd name="T35" fmla="*/ 7 h 243"/>
                  <a:gd name="T36" fmla="*/ 1270 w 1280"/>
                  <a:gd name="T37" fmla="*/ 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0" h="243">
                    <a:moveTo>
                      <a:pt x="1270" y="0"/>
                    </a:moveTo>
                    <a:lnTo>
                      <a:pt x="1153" y="134"/>
                    </a:lnTo>
                    <a:lnTo>
                      <a:pt x="1022" y="82"/>
                    </a:lnTo>
                    <a:lnTo>
                      <a:pt x="850" y="189"/>
                    </a:lnTo>
                    <a:lnTo>
                      <a:pt x="743" y="31"/>
                    </a:lnTo>
                    <a:lnTo>
                      <a:pt x="530" y="158"/>
                    </a:lnTo>
                    <a:lnTo>
                      <a:pt x="372" y="168"/>
                    </a:lnTo>
                    <a:lnTo>
                      <a:pt x="255" y="137"/>
                    </a:lnTo>
                    <a:lnTo>
                      <a:pt x="0" y="230"/>
                    </a:lnTo>
                    <a:lnTo>
                      <a:pt x="4" y="243"/>
                    </a:lnTo>
                    <a:lnTo>
                      <a:pt x="255" y="151"/>
                    </a:lnTo>
                    <a:lnTo>
                      <a:pt x="372" y="182"/>
                    </a:lnTo>
                    <a:lnTo>
                      <a:pt x="533" y="171"/>
                    </a:lnTo>
                    <a:lnTo>
                      <a:pt x="740" y="48"/>
                    </a:lnTo>
                    <a:lnTo>
                      <a:pt x="846" y="206"/>
                    </a:lnTo>
                    <a:lnTo>
                      <a:pt x="1022" y="96"/>
                    </a:lnTo>
                    <a:lnTo>
                      <a:pt x="1156" y="151"/>
                    </a:lnTo>
                    <a:lnTo>
                      <a:pt x="1280" y="7"/>
                    </a:lnTo>
                    <a:lnTo>
                      <a:pt x="1270" y="0"/>
                    </a:lnTo>
                    <a:close/>
                  </a:path>
                </a:pathLst>
              </a:custGeom>
              <a:solidFill>
                <a:srgbClr val="F5F4F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lnSpcReduction="10000"/>
              </a:bodyPr>
              <a:lstStyle/>
              <a:p>
                <a:pPr algn="ctr"/>
                <a:endParaRPr>
                  <a:cs typeface="+mn-ea"/>
                  <a:sym typeface="+mn-lt"/>
                </a:endParaRPr>
              </a:p>
            </p:txBody>
          </p:sp>
          <p:sp>
            <p:nvSpPr>
              <p:cNvPr id="33" name="îṥḷîḋe">
                <a:extLst>
                  <a:ext uri="{FF2B5EF4-FFF2-40B4-BE49-F238E27FC236}">
                    <a16:creationId xmlns:a16="http://schemas.microsoft.com/office/drawing/2014/main" id="{9F0E4708-EE09-47EB-9D35-B7AF4915F798}"/>
                  </a:ext>
                </a:extLst>
              </p:cNvPr>
              <p:cNvSpPr/>
              <p:nvPr/>
            </p:nvSpPr>
            <p:spPr bwMode="auto">
              <a:xfrm>
                <a:off x="5000625" y="1485900"/>
                <a:ext cx="2032000" cy="385763"/>
              </a:xfrm>
              <a:custGeom>
                <a:avLst/>
                <a:gdLst>
                  <a:gd name="T0" fmla="*/ 1270 w 1280"/>
                  <a:gd name="T1" fmla="*/ 0 h 243"/>
                  <a:gd name="T2" fmla="*/ 1153 w 1280"/>
                  <a:gd name="T3" fmla="*/ 134 h 243"/>
                  <a:gd name="T4" fmla="*/ 1022 w 1280"/>
                  <a:gd name="T5" fmla="*/ 82 h 243"/>
                  <a:gd name="T6" fmla="*/ 850 w 1280"/>
                  <a:gd name="T7" fmla="*/ 189 h 243"/>
                  <a:gd name="T8" fmla="*/ 743 w 1280"/>
                  <a:gd name="T9" fmla="*/ 31 h 243"/>
                  <a:gd name="T10" fmla="*/ 530 w 1280"/>
                  <a:gd name="T11" fmla="*/ 158 h 243"/>
                  <a:gd name="T12" fmla="*/ 372 w 1280"/>
                  <a:gd name="T13" fmla="*/ 168 h 243"/>
                  <a:gd name="T14" fmla="*/ 255 w 1280"/>
                  <a:gd name="T15" fmla="*/ 137 h 243"/>
                  <a:gd name="T16" fmla="*/ 0 w 1280"/>
                  <a:gd name="T17" fmla="*/ 230 h 243"/>
                  <a:gd name="T18" fmla="*/ 4 w 1280"/>
                  <a:gd name="T19" fmla="*/ 243 h 243"/>
                  <a:gd name="T20" fmla="*/ 255 w 1280"/>
                  <a:gd name="T21" fmla="*/ 151 h 243"/>
                  <a:gd name="T22" fmla="*/ 372 w 1280"/>
                  <a:gd name="T23" fmla="*/ 182 h 243"/>
                  <a:gd name="T24" fmla="*/ 533 w 1280"/>
                  <a:gd name="T25" fmla="*/ 171 h 243"/>
                  <a:gd name="T26" fmla="*/ 740 w 1280"/>
                  <a:gd name="T27" fmla="*/ 48 h 243"/>
                  <a:gd name="T28" fmla="*/ 846 w 1280"/>
                  <a:gd name="T29" fmla="*/ 206 h 243"/>
                  <a:gd name="T30" fmla="*/ 1022 w 1280"/>
                  <a:gd name="T31" fmla="*/ 96 h 243"/>
                  <a:gd name="T32" fmla="*/ 1156 w 1280"/>
                  <a:gd name="T33" fmla="*/ 151 h 243"/>
                  <a:gd name="T34" fmla="*/ 1280 w 1280"/>
                  <a:gd name="T35" fmla="*/ 7 h 243"/>
                  <a:gd name="T36" fmla="*/ 1270 w 1280"/>
                  <a:gd name="T37" fmla="*/ 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0" h="243">
                    <a:moveTo>
                      <a:pt x="1270" y="0"/>
                    </a:moveTo>
                    <a:lnTo>
                      <a:pt x="1153" y="134"/>
                    </a:lnTo>
                    <a:lnTo>
                      <a:pt x="1022" y="82"/>
                    </a:lnTo>
                    <a:lnTo>
                      <a:pt x="850" y="189"/>
                    </a:lnTo>
                    <a:lnTo>
                      <a:pt x="743" y="31"/>
                    </a:lnTo>
                    <a:lnTo>
                      <a:pt x="530" y="158"/>
                    </a:lnTo>
                    <a:lnTo>
                      <a:pt x="372" y="168"/>
                    </a:lnTo>
                    <a:lnTo>
                      <a:pt x="255" y="137"/>
                    </a:lnTo>
                    <a:lnTo>
                      <a:pt x="0" y="230"/>
                    </a:lnTo>
                    <a:lnTo>
                      <a:pt x="4" y="243"/>
                    </a:lnTo>
                    <a:lnTo>
                      <a:pt x="255" y="151"/>
                    </a:lnTo>
                    <a:lnTo>
                      <a:pt x="372" y="182"/>
                    </a:lnTo>
                    <a:lnTo>
                      <a:pt x="533" y="171"/>
                    </a:lnTo>
                    <a:lnTo>
                      <a:pt x="740" y="48"/>
                    </a:lnTo>
                    <a:lnTo>
                      <a:pt x="846" y="206"/>
                    </a:lnTo>
                    <a:lnTo>
                      <a:pt x="1022" y="96"/>
                    </a:lnTo>
                    <a:lnTo>
                      <a:pt x="1156" y="151"/>
                    </a:lnTo>
                    <a:lnTo>
                      <a:pt x="1280" y="7"/>
                    </a:lnTo>
                    <a:lnTo>
                      <a:pt x="127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lnSpcReduction="10000"/>
              </a:bodyPr>
              <a:lstStyle/>
              <a:p>
                <a:pPr algn="ctr"/>
                <a:endParaRPr>
                  <a:cs typeface="+mn-ea"/>
                  <a:sym typeface="+mn-lt"/>
                </a:endParaRPr>
              </a:p>
            </p:txBody>
          </p:sp>
          <p:sp>
            <p:nvSpPr>
              <p:cNvPr id="34" name="iṣlïḓé">
                <a:extLst>
                  <a:ext uri="{FF2B5EF4-FFF2-40B4-BE49-F238E27FC236}">
                    <a16:creationId xmlns:a16="http://schemas.microsoft.com/office/drawing/2014/main" id="{70EAD8D1-AF99-4408-89D0-840105375A37}"/>
                  </a:ext>
                </a:extLst>
              </p:cNvPr>
              <p:cNvSpPr/>
              <p:nvPr/>
            </p:nvSpPr>
            <p:spPr bwMode="auto">
              <a:xfrm>
                <a:off x="5038725" y="1768475"/>
                <a:ext cx="2081213" cy="501650"/>
              </a:xfrm>
              <a:custGeom>
                <a:avLst/>
                <a:gdLst>
                  <a:gd name="T0" fmla="*/ 1297 w 1311"/>
                  <a:gd name="T1" fmla="*/ 0 h 316"/>
                  <a:gd name="T2" fmla="*/ 1218 w 1311"/>
                  <a:gd name="T3" fmla="*/ 244 h 316"/>
                  <a:gd name="T4" fmla="*/ 1094 w 1311"/>
                  <a:gd name="T5" fmla="*/ 117 h 316"/>
                  <a:gd name="T6" fmla="*/ 1008 w 1311"/>
                  <a:gd name="T7" fmla="*/ 138 h 316"/>
                  <a:gd name="T8" fmla="*/ 926 w 1311"/>
                  <a:gd name="T9" fmla="*/ 69 h 316"/>
                  <a:gd name="T10" fmla="*/ 730 w 1311"/>
                  <a:gd name="T11" fmla="*/ 193 h 316"/>
                  <a:gd name="T12" fmla="*/ 561 w 1311"/>
                  <a:gd name="T13" fmla="*/ 48 h 316"/>
                  <a:gd name="T14" fmla="*/ 386 w 1311"/>
                  <a:gd name="T15" fmla="*/ 261 h 316"/>
                  <a:gd name="T16" fmla="*/ 258 w 1311"/>
                  <a:gd name="T17" fmla="*/ 172 h 316"/>
                  <a:gd name="T18" fmla="*/ 131 w 1311"/>
                  <a:gd name="T19" fmla="*/ 299 h 316"/>
                  <a:gd name="T20" fmla="*/ 0 w 1311"/>
                  <a:gd name="T21" fmla="*/ 282 h 316"/>
                  <a:gd name="T22" fmla="*/ 0 w 1311"/>
                  <a:gd name="T23" fmla="*/ 296 h 316"/>
                  <a:gd name="T24" fmla="*/ 138 w 1311"/>
                  <a:gd name="T25" fmla="*/ 316 h 316"/>
                  <a:gd name="T26" fmla="*/ 258 w 1311"/>
                  <a:gd name="T27" fmla="*/ 189 h 316"/>
                  <a:gd name="T28" fmla="*/ 389 w 1311"/>
                  <a:gd name="T29" fmla="*/ 282 h 316"/>
                  <a:gd name="T30" fmla="*/ 565 w 1311"/>
                  <a:gd name="T31" fmla="*/ 69 h 316"/>
                  <a:gd name="T32" fmla="*/ 726 w 1311"/>
                  <a:gd name="T33" fmla="*/ 210 h 316"/>
                  <a:gd name="T34" fmla="*/ 922 w 1311"/>
                  <a:gd name="T35" fmla="*/ 86 h 316"/>
                  <a:gd name="T36" fmla="*/ 1005 w 1311"/>
                  <a:gd name="T37" fmla="*/ 151 h 316"/>
                  <a:gd name="T38" fmla="*/ 1091 w 1311"/>
                  <a:gd name="T39" fmla="*/ 131 h 316"/>
                  <a:gd name="T40" fmla="*/ 1221 w 1311"/>
                  <a:gd name="T41" fmla="*/ 265 h 316"/>
                  <a:gd name="T42" fmla="*/ 1228 w 1311"/>
                  <a:gd name="T43" fmla="*/ 265 h 316"/>
                  <a:gd name="T44" fmla="*/ 1311 w 1311"/>
                  <a:gd name="T45" fmla="*/ 4 h 316"/>
                  <a:gd name="T46" fmla="*/ 1297 w 1311"/>
                  <a:gd name="T4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1" h="316">
                    <a:moveTo>
                      <a:pt x="1297" y="0"/>
                    </a:moveTo>
                    <a:lnTo>
                      <a:pt x="1218" y="244"/>
                    </a:lnTo>
                    <a:lnTo>
                      <a:pt x="1094" y="117"/>
                    </a:lnTo>
                    <a:lnTo>
                      <a:pt x="1008" y="138"/>
                    </a:lnTo>
                    <a:lnTo>
                      <a:pt x="926" y="69"/>
                    </a:lnTo>
                    <a:lnTo>
                      <a:pt x="730" y="193"/>
                    </a:lnTo>
                    <a:lnTo>
                      <a:pt x="561" y="48"/>
                    </a:lnTo>
                    <a:lnTo>
                      <a:pt x="386" y="261"/>
                    </a:lnTo>
                    <a:lnTo>
                      <a:pt x="258" y="172"/>
                    </a:lnTo>
                    <a:lnTo>
                      <a:pt x="131" y="299"/>
                    </a:lnTo>
                    <a:lnTo>
                      <a:pt x="0" y="282"/>
                    </a:lnTo>
                    <a:lnTo>
                      <a:pt x="0" y="296"/>
                    </a:lnTo>
                    <a:lnTo>
                      <a:pt x="138" y="316"/>
                    </a:lnTo>
                    <a:lnTo>
                      <a:pt x="258" y="189"/>
                    </a:lnTo>
                    <a:lnTo>
                      <a:pt x="389" y="282"/>
                    </a:lnTo>
                    <a:lnTo>
                      <a:pt x="565" y="69"/>
                    </a:lnTo>
                    <a:lnTo>
                      <a:pt x="726" y="210"/>
                    </a:lnTo>
                    <a:lnTo>
                      <a:pt x="922" y="86"/>
                    </a:lnTo>
                    <a:lnTo>
                      <a:pt x="1005" y="151"/>
                    </a:lnTo>
                    <a:lnTo>
                      <a:pt x="1091" y="131"/>
                    </a:lnTo>
                    <a:lnTo>
                      <a:pt x="1221" y="265"/>
                    </a:lnTo>
                    <a:lnTo>
                      <a:pt x="1228" y="265"/>
                    </a:lnTo>
                    <a:lnTo>
                      <a:pt x="1311" y="4"/>
                    </a:lnTo>
                    <a:lnTo>
                      <a:pt x="1297" y="0"/>
                    </a:lnTo>
                    <a:close/>
                  </a:path>
                </a:pathLst>
              </a:custGeom>
              <a:solidFill>
                <a:srgbClr val="F0F0F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5" name="íṩḻíḋè">
                <a:extLst>
                  <a:ext uri="{FF2B5EF4-FFF2-40B4-BE49-F238E27FC236}">
                    <a16:creationId xmlns:a16="http://schemas.microsoft.com/office/drawing/2014/main" id="{C0E7996B-925C-4F98-BC17-C8CF68A0AD4A}"/>
                  </a:ext>
                </a:extLst>
              </p:cNvPr>
              <p:cNvSpPr/>
              <p:nvPr/>
            </p:nvSpPr>
            <p:spPr bwMode="auto">
              <a:xfrm>
                <a:off x="5038725" y="1768475"/>
                <a:ext cx="2081213" cy="501650"/>
              </a:xfrm>
              <a:custGeom>
                <a:avLst/>
                <a:gdLst>
                  <a:gd name="T0" fmla="*/ 1297 w 1311"/>
                  <a:gd name="T1" fmla="*/ 0 h 316"/>
                  <a:gd name="T2" fmla="*/ 1218 w 1311"/>
                  <a:gd name="T3" fmla="*/ 244 h 316"/>
                  <a:gd name="T4" fmla="*/ 1094 w 1311"/>
                  <a:gd name="T5" fmla="*/ 117 h 316"/>
                  <a:gd name="T6" fmla="*/ 1008 w 1311"/>
                  <a:gd name="T7" fmla="*/ 138 h 316"/>
                  <a:gd name="T8" fmla="*/ 926 w 1311"/>
                  <a:gd name="T9" fmla="*/ 69 h 316"/>
                  <a:gd name="T10" fmla="*/ 730 w 1311"/>
                  <a:gd name="T11" fmla="*/ 193 h 316"/>
                  <a:gd name="T12" fmla="*/ 561 w 1311"/>
                  <a:gd name="T13" fmla="*/ 48 h 316"/>
                  <a:gd name="T14" fmla="*/ 386 w 1311"/>
                  <a:gd name="T15" fmla="*/ 261 h 316"/>
                  <a:gd name="T16" fmla="*/ 258 w 1311"/>
                  <a:gd name="T17" fmla="*/ 172 h 316"/>
                  <a:gd name="T18" fmla="*/ 131 w 1311"/>
                  <a:gd name="T19" fmla="*/ 299 h 316"/>
                  <a:gd name="T20" fmla="*/ 0 w 1311"/>
                  <a:gd name="T21" fmla="*/ 282 h 316"/>
                  <a:gd name="T22" fmla="*/ 0 w 1311"/>
                  <a:gd name="T23" fmla="*/ 296 h 316"/>
                  <a:gd name="T24" fmla="*/ 138 w 1311"/>
                  <a:gd name="T25" fmla="*/ 316 h 316"/>
                  <a:gd name="T26" fmla="*/ 258 w 1311"/>
                  <a:gd name="T27" fmla="*/ 189 h 316"/>
                  <a:gd name="T28" fmla="*/ 389 w 1311"/>
                  <a:gd name="T29" fmla="*/ 282 h 316"/>
                  <a:gd name="T30" fmla="*/ 565 w 1311"/>
                  <a:gd name="T31" fmla="*/ 69 h 316"/>
                  <a:gd name="T32" fmla="*/ 726 w 1311"/>
                  <a:gd name="T33" fmla="*/ 210 h 316"/>
                  <a:gd name="T34" fmla="*/ 922 w 1311"/>
                  <a:gd name="T35" fmla="*/ 86 h 316"/>
                  <a:gd name="T36" fmla="*/ 1005 w 1311"/>
                  <a:gd name="T37" fmla="*/ 151 h 316"/>
                  <a:gd name="T38" fmla="*/ 1091 w 1311"/>
                  <a:gd name="T39" fmla="*/ 131 h 316"/>
                  <a:gd name="T40" fmla="*/ 1221 w 1311"/>
                  <a:gd name="T41" fmla="*/ 265 h 316"/>
                  <a:gd name="T42" fmla="*/ 1228 w 1311"/>
                  <a:gd name="T43" fmla="*/ 265 h 316"/>
                  <a:gd name="T44" fmla="*/ 1311 w 1311"/>
                  <a:gd name="T45" fmla="*/ 4 h 316"/>
                  <a:gd name="T46" fmla="*/ 1297 w 1311"/>
                  <a:gd name="T4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1" h="316">
                    <a:moveTo>
                      <a:pt x="1297" y="0"/>
                    </a:moveTo>
                    <a:lnTo>
                      <a:pt x="1218" y="244"/>
                    </a:lnTo>
                    <a:lnTo>
                      <a:pt x="1094" y="117"/>
                    </a:lnTo>
                    <a:lnTo>
                      <a:pt x="1008" y="138"/>
                    </a:lnTo>
                    <a:lnTo>
                      <a:pt x="926" y="69"/>
                    </a:lnTo>
                    <a:lnTo>
                      <a:pt x="730" y="193"/>
                    </a:lnTo>
                    <a:lnTo>
                      <a:pt x="561" y="48"/>
                    </a:lnTo>
                    <a:lnTo>
                      <a:pt x="386" y="261"/>
                    </a:lnTo>
                    <a:lnTo>
                      <a:pt x="258" y="172"/>
                    </a:lnTo>
                    <a:lnTo>
                      <a:pt x="131" y="299"/>
                    </a:lnTo>
                    <a:lnTo>
                      <a:pt x="0" y="282"/>
                    </a:lnTo>
                    <a:lnTo>
                      <a:pt x="0" y="296"/>
                    </a:lnTo>
                    <a:lnTo>
                      <a:pt x="138" y="316"/>
                    </a:lnTo>
                    <a:lnTo>
                      <a:pt x="258" y="189"/>
                    </a:lnTo>
                    <a:lnTo>
                      <a:pt x="389" y="282"/>
                    </a:lnTo>
                    <a:lnTo>
                      <a:pt x="565" y="69"/>
                    </a:lnTo>
                    <a:lnTo>
                      <a:pt x="726" y="210"/>
                    </a:lnTo>
                    <a:lnTo>
                      <a:pt x="922" y="86"/>
                    </a:lnTo>
                    <a:lnTo>
                      <a:pt x="1005" y="151"/>
                    </a:lnTo>
                    <a:lnTo>
                      <a:pt x="1091" y="131"/>
                    </a:lnTo>
                    <a:lnTo>
                      <a:pt x="1221" y="265"/>
                    </a:lnTo>
                    <a:lnTo>
                      <a:pt x="1228" y="265"/>
                    </a:lnTo>
                    <a:lnTo>
                      <a:pt x="1311" y="4"/>
                    </a:lnTo>
                    <a:lnTo>
                      <a:pt x="129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36" name="ïś1ïďe">
                <a:extLst>
                  <a:ext uri="{FF2B5EF4-FFF2-40B4-BE49-F238E27FC236}">
                    <a16:creationId xmlns:a16="http://schemas.microsoft.com/office/drawing/2014/main" id="{28D41662-0056-4C8E-BE76-B20183EFD9E1}"/>
                  </a:ext>
                </a:extLst>
              </p:cNvPr>
              <p:cNvSpPr/>
              <p:nvPr/>
            </p:nvSpPr>
            <p:spPr bwMode="auto">
              <a:xfrm>
                <a:off x="6977063" y="2189163"/>
                <a:ext cx="11113" cy="4763"/>
              </a:xfrm>
              <a:custGeom>
                <a:avLst/>
                <a:gdLst>
                  <a:gd name="T0" fmla="*/ 7 w 7"/>
                  <a:gd name="T1" fmla="*/ 0 h 3"/>
                  <a:gd name="T2" fmla="*/ 0 w 7"/>
                  <a:gd name="T3" fmla="*/ 0 h 3"/>
                  <a:gd name="T4" fmla="*/ 4 w 7"/>
                  <a:gd name="T5" fmla="*/ 3 h 3"/>
                  <a:gd name="T6" fmla="*/ 7 w 7"/>
                  <a:gd name="T7" fmla="*/ 0 h 3"/>
                </a:gdLst>
                <a:ahLst/>
                <a:cxnLst>
                  <a:cxn ang="0">
                    <a:pos x="T0" y="T1"/>
                  </a:cxn>
                  <a:cxn ang="0">
                    <a:pos x="T2" y="T3"/>
                  </a:cxn>
                  <a:cxn ang="0">
                    <a:pos x="T4" y="T5"/>
                  </a:cxn>
                  <a:cxn ang="0">
                    <a:pos x="T6" y="T7"/>
                  </a:cxn>
                </a:cxnLst>
                <a:rect l="0" t="0" r="r" b="b"/>
                <a:pathLst>
                  <a:path w="7" h="3">
                    <a:moveTo>
                      <a:pt x="7" y="0"/>
                    </a:moveTo>
                    <a:lnTo>
                      <a:pt x="0" y="0"/>
                    </a:lnTo>
                    <a:lnTo>
                      <a:pt x="4" y="3"/>
                    </a:lnTo>
                    <a:lnTo>
                      <a:pt x="7" y="0"/>
                    </a:lnTo>
                    <a:close/>
                  </a:path>
                </a:pathLst>
              </a:custGeom>
              <a:solidFill>
                <a:srgbClr val="EAEAE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7" name="íšḷïďe">
                <a:extLst>
                  <a:ext uri="{FF2B5EF4-FFF2-40B4-BE49-F238E27FC236}">
                    <a16:creationId xmlns:a16="http://schemas.microsoft.com/office/drawing/2014/main" id="{A98DE270-1048-4282-BB6D-FD1FA32C9E2A}"/>
                  </a:ext>
                </a:extLst>
              </p:cNvPr>
              <p:cNvSpPr/>
              <p:nvPr/>
            </p:nvSpPr>
            <p:spPr bwMode="auto">
              <a:xfrm>
                <a:off x="6977063" y="2189163"/>
                <a:ext cx="11113" cy="4763"/>
              </a:xfrm>
              <a:custGeom>
                <a:avLst/>
                <a:gdLst>
                  <a:gd name="T0" fmla="*/ 7 w 7"/>
                  <a:gd name="T1" fmla="*/ 0 h 3"/>
                  <a:gd name="T2" fmla="*/ 0 w 7"/>
                  <a:gd name="T3" fmla="*/ 0 h 3"/>
                  <a:gd name="T4" fmla="*/ 4 w 7"/>
                  <a:gd name="T5" fmla="*/ 3 h 3"/>
                  <a:gd name="T6" fmla="*/ 7 w 7"/>
                  <a:gd name="T7" fmla="*/ 0 h 3"/>
                </a:gdLst>
                <a:ahLst/>
                <a:cxnLst>
                  <a:cxn ang="0">
                    <a:pos x="T0" y="T1"/>
                  </a:cxn>
                  <a:cxn ang="0">
                    <a:pos x="T2" y="T3"/>
                  </a:cxn>
                  <a:cxn ang="0">
                    <a:pos x="T4" y="T5"/>
                  </a:cxn>
                  <a:cxn ang="0">
                    <a:pos x="T6" y="T7"/>
                  </a:cxn>
                </a:cxnLst>
                <a:rect l="0" t="0" r="r" b="b"/>
                <a:pathLst>
                  <a:path w="7" h="3">
                    <a:moveTo>
                      <a:pt x="7" y="0"/>
                    </a:moveTo>
                    <a:lnTo>
                      <a:pt x="0" y="0"/>
                    </a:lnTo>
                    <a:lnTo>
                      <a:pt x="4" y="3"/>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38" name="îṥḻïḓé">
                <a:extLst>
                  <a:ext uri="{FF2B5EF4-FFF2-40B4-BE49-F238E27FC236}">
                    <a16:creationId xmlns:a16="http://schemas.microsoft.com/office/drawing/2014/main" id="{379EBD8D-FF54-4C3A-8CE7-EFC7284BB05D}"/>
                  </a:ext>
                </a:extLst>
              </p:cNvPr>
              <p:cNvSpPr/>
              <p:nvPr/>
            </p:nvSpPr>
            <p:spPr bwMode="auto">
              <a:xfrm>
                <a:off x="6562725" y="3175000"/>
                <a:ext cx="557213" cy="201613"/>
              </a:xfrm>
              <a:custGeom>
                <a:avLst/>
                <a:gdLst>
                  <a:gd name="T0" fmla="*/ 8 w 102"/>
                  <a:gd name="T1" fmla="*/ 8 h 37"/>
                  <a:gd name="T2" fmla="*/ 21 w 102"/>
                  <a:gd name="T3" fmla="*/ 12 h 37"/>
                  <a:gd name="T4" fmla="*/ 20 w 102"/>
                  <a:gd name="T5" fmla="*/ 8 h 37"/>
                  <a:gd name="T6" fmla="*/ 17 w 102"/>
                  <a:gd name="T7" fmla="*/ 5 h 37"/>
                  <a:gd name="T8" fmla="*/ 18 w 102"/>
                  <a:gd name="T9" fmla="*/ 0 h 37"/>
                  <a:gd name="T10" fmla="*/ 28 w 102"/>
                  <a:gd name="T11" fmla="*/ 5 h 37"/>
                  <a:gd name="T12" fmla="*/ 49 w 102"/>
                  <a:gd name="T13" fmla="*/ 18 h 37"/>
                  <a:gd name="T14" fmla="*/ 96 w 102"/>
                  <a:gd name="T15" fmla="*/ 11 h 37"/>
                  <a:gd name="T16" fmla="*/ 96 w 102"/>
                  <a:gd name="T17" fmla="*/ 12 h 37"/>
                  <a:gd name="T18" fmla="*/ 97 w 102"/>
                  <a:gd name="T19" fmla="*/ 18 h 37"/>
                  <a:gd name="T20" fmla="*/ 102 w 102"/>
                  <a:gd name="T21" fmla="*/ 35 h 37"/>
                  <a:gd name="T22" fmla="*/ 52 w 102"/>
                  <a:gd name="T23" fmla="*/ 35 h 37"/>
                  <a:gd name="T24" fmla="*/ 27 w 102"/>
                  <a:gd name="T25" fmla="*/ 31 h 37"/>
                  <a:gd name="T26" fmla="*/ 10 w 102"/>
                  <a:gd name="T27" fmla="*/ 25 h 37"/>
                  <a:gd name="T28" fmla="*/ 8 w 102"/>
                  <a:gd name="T29" fmla="*/ 22 h 37"/>
                  <a:gd name="T30" fmla="*/ 3 w 102"/>
                  <a:gd name="T31" fmla="*/ 18 h 37"/>
                  <a:gd name="T32" fmla="*/ 2 w 102"/>
                  <a:gd name="T33" fmla="*/ 15 h 37"/>
                  <a:gd name="T34" fmla="*/ 0 w 102"/>
                  <a:gd name="T35" fmla="*/ 12 h 37"/>
                  <a:gd name="T36" fmla="*/ 1 w 102"/>
                  <a:gd name="T37" fmla="*/ 5 h 37"/>
                  <a:gd name="T38" fmla="*/ 8 w 102"/>
                  <a:gd name="T39"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37">
                    <a:moveTo>
                      <a:pt x="8" y="8"/>
                    </a:moveTo>
                    <a:cubicBezTo>
                      <a:pt x="11" y="10"/>
                      <a:pt x="21" y="12"/>
                      <a:pt x="21" y="12"/>
                    </a:cubicBezTo>
                    <a:cubicBezTo>
                      <a:pt x="22" y="12"/>
                      <a:pt x="21" y="9"/>
                      <a:pt x="20" y="8"/>
                    </a:cubicBezTo>
                    <a:cubicBezTo>
                      <a:pt x="19" y="6"/>
                      <a:pt x="17" y="5"/>
                      <a:pt x="17" y="5"/>
                    </a:cubicBezTo>
                    <a:cubicBezTo>
                      <a:pt x="18" y="0"/>
                      <a:pt x="18" y="0"/>
                      <a:pt x="18" y="0"/>
                    </a:cubicBezTo>
                    <a:cubicBezTo>
                      <a:pt x="18" y="0"/>
                      <a:pt x="25" y="2"/>
                      <a:pt x="28" y="5"/>
                    </a:cubicBezTo>
                    <a:cubicBezTo>
                      <a:pt x="31" y="9"/>
                      <a:pt x="39" y="14"/>
                      <a:pt x="49" y="18"/>
                    </a:cubicBezTo>
                    <a:cubicBezTo>
                      <a:pt x="61" y="22"/>
                      <a:pt x="80" y="17"/>
                      <a:pt x="96" y="11"/>
                    </a:cubicBezTo>
                    <a:cubicBezTo>
                      <a:pt x="96" y="12"/>
                      <a:pt x="96" y="12"/>
                      <a:pt x="96" y="12"/>
                    </a:cubicBezTo>
                    <a:cubicBezTo>
                      <a:pt x="96" y="14"/>
                      <a:pt x="96" y="16"/>
                      <a:pt x="97" y="18"/>
                    </a:cubicBezTo>
                    <a:cubicBezTo>
                      <a:pt x="99" y="24"/>
                      <a:pt x="101" y="29"/>
                      <a:pt x="102" y="35"/>
                    </a:cubicBezTo>
                    <a:cubicBezTo>
                      <a:pt x="83" y="36"/>
                      <a:pt x="58" y="37"/>
                      <a:pt x="52" y="35"/>
                    </a:cubicBezTo>
                    <a:cubicBezTo>
                      <a:pt x="42" y="32"/>
                      <a:pt x="34" y="32"/>
                      <a:pt x="27" y="31"/>
                    </a:cubicBezTo>
                    <a:cubicBezTo>
                      <a:pt x="20" y="29"/>
                      <a:pt x="10" y="25"/>
                      <a:pt x="10" y="25"/>
                    </a:cubicBezTo>
                    <a:cubicBezTo>
                      <a:pt x="8" y="22"/>
                      <a:pt x="8" y="22"/>
                      <a:pt x="8" y="22"/>
                    </a:cubicBezTo>
                    <a:cubicBezTo>
                      <a:pt x="3" y="18"/>
                      <a:pt x="3" y="18"/>
                      <a:pt x="3" y="18"/>
                    </a:cubicBezTo>
                    <a:cubicBezTo>
                      <a:pt x="2" y="15"/>
                      <a:pt x="2" y="15"/>
                      <a:pt x="2" y="15"/>
                    </a:cubicBezTo>
                    <a:cubicBezTo>
                      <a:pt x="0" y="12"/>
                      <a:pt x="0" y="12"/>
                      <a:pt x="0" y="12"/>
                    </a:cubicBezTo>
                    <a:cubicBezTo>
                      <a:pt x="1" y="5"/>
                      <a:pt x="1" y="5"/>
                      <a:pt x="1" y="5"/>
                    </a:cubicBezTo>
                    <a:cubicBezTo>
                      <a:pt x="1" y="5"/>
                      <a:pt x="4" y="6"/>
                      <a:pt x="8" y="8"/>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40000" lnSpcReduction="20000"/>
              </a:bodyPr>
              <a:lstStyle/>
              <a:p>
                <a:pPr algn="ctr"/>
                <a:endParaRPr>
                  <a:cs typeface="+mn-ea"/>
                  <a:sym typeface="+mn-lt"/>
                </a:endParaRPr>
              </a:p>
            </p:txBody>
          </p:sp>
          <p:sp>
            <p:nvSpPr>
              <p:cNvPr id="39" name="ïṡ1iḋé">
                <a:extLst>
                  <a:ext uri="{FF2B5EF4-FFF2-40B4-BE49-F238E27FC236}">
                    <a16:creationId xmlns:a16="http://schemas.microsoft.com/office/drawing/2014/main" id="{5981A3FB-32A7-4001-A9C7-7A809B9CA779}"/>
                  </a:ext>
                </a:extLst>
              </p:cNvPr>
              <p:cNvSpPr/>
              <p:nvPr/>
            </p:nvSpPr>
            <p:spPr bwMode="auto">
              <a:xfrm>
                <a:off x="7142163" y="2695575"/>
                <a:ext cx="555625" cy="665163"/>
              </a:xfrm>
              <a:custGeom>
                <a:avLst/>
                <a:gdLst>
                  <a:gd name="T0" fmla="*/ 97 w 102"/>
                  <a:gd name="T1" fmla="*/ 12 h 122"/>
                  <a:gd name="T2" fmla="*/ 55 w 102"/>
                  <a:gd name="T3" fmla="*/ 34 h 122"/>
                  <a:gd name="T4" fmla="*/ 12 w 102"/>
                  <a:gd name="T5" fmla="*/ 87 h 122"/>
                  <a:gd name="T6" fmla="*/ 0 w 102"/>
                  <a:gd name="T7" fmla="*/ 95 h 122"/>
                  <a:gd name="T8" fmla="*/ 13 w 102"/>
                  <a:gd name="T9" fmla="*/ 122 h 122"/>
                  <a:gd name="T10" fmla="*/ 21 w 102"/>
                  <a:gd name="T11" fmla="*/ 119 h 122"/>
                  <a:gd name="T12" fmla="*/ 87 w 102"/>
                  <a:gd name="T13" fmla="*/ 54 h 122"/>
                  <a:gd name="T14" fmla="*/ 97 w 102"/>
                  <a:gd name="T15" fmla="*/ 1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122">
                    <a:moveTo>
                      <a:pt x="97" y="12"/>
                    </a:moveTo>
                    <a:cubicBezTo>
                      <a:pt x="89" y="0"/>
                      <a:pt x="75" y="7"/>
                      <a:pt x="55" y="34"/>
                    </a:cubicBezTo>
                    <a:cubicBezTo>
                      <a:pt x="34" y="61"/>
                      <a:pt x="12" y="87"/>
                      <a:pt x="12" y="87"/>
                    </a:cubicBezTo>
                    <a:cubicBezTo>
                      <a:pt x="12" y="87"/>
                      <a:pt x="7" y="91"/>
                      <a:pt x="0" y="95"/>
                    </a:cubicBezTo>
                    <a:cubicBezTo>
                      <a:pt x="3" y="105"/>
                      <a:pt x="13" y="122"/>
                      <a:pt x="13" y="122"/>
                    </a:cubicBezTo>
                    <a:cubicBezTo>
                      <a:pt x="19" y="120"/>
                      <a:pt x="20" y="119"/>
                      <a:pt x="21" y="119"/>
                    </a:cubicBezTo>
                    <a:cubicBezTo>
                      <a:pt x="25" y="118"/>
                      <a:pt x="78" y="66"/>
                      <a:pt x="87" y="54"/>
                    </a:cubicBezTo>
                    <a:cubicBezTo>
                      <a:pt x="96" y="41"/>
                      <a:pt x="102" y="21"/>
                      <a:pt x="97" y="12"/>
                    </a:cubicBezTo>
                    <a:close/>
                  </a:path>
                </a:pathLst>
              </a:custGeom>
              <a:solidFill>
                <a:srgbClr val="8868F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0" name="îṣļïḋé">
                <a:extLst>
                  <a:ext uri="{FF2B5EF4-FFF2-40B4-BE49-F238E27FC236}">
                    <a16:creationId xmlns:a16="http://schemas.microsoft.com/office/drawing/2014/main" id="{FDA5939F-3F06-464B-87C5-61EABF5ACCAF}"/>
                  </a:ext>
                </a:extLst>
              </p:cNvPr>
              <p:cNvSpPr/>
              <p:nvPr/>
            </p:nvSpPr>
            <p:spPr bwMode="auto">
              <a:xfrm>
                <a:off x="7075488" y="3208338"/>
                <a:ext cx="136525" cy="168275"/>
              </a:xfrm>
              <a:custGeom>
                <a:avLst/>
                <a:gdLst>
                  <a:gd name="T0" fmla="*/ 13 w 25"/>
                  <a:gd name="T1" fmla="*/ 0 h 31"/>
                  <a:gd name="T2" fmla="*/ 25 w 25"/>
                  <a:gd name="T3" fmla="*/ 28 h 31"/>
                  <a:gd name="T4" fmla="*/ 7 w 25"/>
                  <a:gd name="T5" fmla="*/ 31 h 31"/>
                  <a:gd name="T6" fmla="*/ 0 w 25"/>
                  <a:gd name="T7" fmla="*/ 5 h 31"/>
                  <a:gd name="T8" fmla="*/ 13 w 25"/>
                  <a:gd name="T9" fmla="*/ 0 h 31"/>
                </a:gdLst>
                <a:ahLst/>
                <a:cxnLst>
                  <a:cxn ang="0">
                    <a:pos x="T0" y="T1"/>
                  </a:cxn>
                  <a:cxn ang="0">
                    <a:pos x="T2" y="T3"/>
                  </a:cxn>
                  <a:cxn ang="0">
                    <a:pos x="T4" y="T5"/>
                  </a:cxn>
                  <a:cxn ang="0">
                    <a:pos x="T6" y="T7"/>
                  </a:cxn>
                  <a:cxn ang="0">
                    <a:pos x="T8" y="T9"/>
                  </a:cxn>
                </a:cxnLst>
                <a:rect l="0" t="0" r="r" b="b"/>
                <a:pathLst>
                  <a:path w="25" h="31">
                    <a:moveTo>
                      <a:pt x="13" y="0"/>
                    </a:moveTo>
                    <a:cubicBezTo>
                      <a:pt x="15" y="5"/>
                      <a:pt x="25" y="28"/>
                      <a:pt x="25" y="28"/>
                    </a:cubicBezTo>
                    <a:cubicBezTo>
                      <a:pt x="7" y="31"/>
                      <a:pt x="7" y="31"/>
                      <a:pt x="7" y="31"/>
                    </a:cubicBezTo>
                    <a:cubicBezTo>
                      <a:pt x="0" y="5"/>
                      <a:pt x="0" y="5"/>
                      <a:pt x="0" y="5"/>
                    </a:cubicBezTo>
                    <a:lnTo>
                      <a:pt x="13" y="0"/>
                    </a:lnTo>
                    <a:close/>
                  </a:path>
                </a:pathLst>
              </a:custGeom>
              <a:solidFill>
                <a:srgbClr val="6640D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41" name="išḷiḓê">
                <a:extLst>
                  <a:ext uri="{FF2B5EF4-FFF2-40B4-BE49-F238E27FC236}">
                    <a16:creationId xmlns:a16="http://schemas.microsoft.com/office/drawing/2014/main" id="{8FAEB49A-D8CA-4CE5-981B-32FE15AA3FF4}"/>
                  </a:ext>
                </a:extLst>
              </p:cNvPr>
              <p:cNvSpPr/>
              <p:nvPr/>
            </p:nvSpPr>
            <p:spPr bwMode="auto">
              <a:xfrm>
                <a:off x="7562850" y="2178050"/>
                <a:ext cx="277813" cy="676275"/>
              </a:xfrm>
              <a:custGeom>
                <a:avLst/>
                <a:gdLst>
                  <a:gd name="T0" fmla="*/ 51 w 51"/>
                  <a:gd name="T1" fmla="*/ 2 h 124"/>
                  <a:gd name="T2" fmla="*/ 20 w 51"/>
                  <a:gd name="T3" fmla="*/ 7 h 124"/>
                  <a:gd name="T4" fmla="*/ 14 w 51"/>
                  <a:gd name="T5" fmla="*/ 63 h 124"/>
                  <a:gd name="T6" fmla="*/ 10 w 51"/>
                  <a:gd name="T7" fmla="*/ 96 h 124"/>
                  <a:gd name="T8" fmla="*/ 20 w 51"/>
                  <a:gd name="T9" fmla="*/ 117 h 124"/>
                  <a:gd name="T10" fmla="*/ 24 w 51"/>
                  <a:gd name="T11" fmla="*/ 124 h 124"/>
                  <a:gd name="T12" fmla="*/ 31 w 51"/>
                  <a:gd name="T13" fmla="*/ 96 h 124"/>
                  <a:gd name="T14" fmla="*/ 43 w 51"/>
                  <a:gd name="T15" fmla="*/ 64 h 124"/>
                  <a:gd name="T16" fmla="*/ 49 w 51"/>
                  <a:gd name="T17" fmla="*/ 19 h 124"/>
                  <a:gd name="T18" fmla="*/ 51 w 51"/>
                  <a:gd name="T19" fmla="*/ 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124">
                    <a:moveTo>
                      <a:pt x="51" y="2"/>
                    </a:moveTo>
                    <a:cubicBezTo>
                      <a:pt x="47" y="1"/>
                      <a:pt x="30" y="0"/>
                      <a:pt x="20" y="7"/>
                    </a:cubicBezTo>
                    <a:cubicBezTo>
                      <a:pt x="0" y="21"/>
                      <a:pt x="12" y="55"/>
                      <a:pt x="14" y="63"/>
                    </a:cubicBezTo>
                    <a:cubicBezTo>
                      <a:pt x="15" y="71"/>
                      <a:pt x="9" y="86"/>
                      <a:pt x="10" y="96"/>
                    </a:cubicBezTo>
                    <a:cubicBezTo>
                      <a:pt x="10" y="105"/>
                      <a:pt x="13" y="108"/>
                      <a:pt x="20" y="117"/>
                    </a:cubicBezTo>
                    <a:cubicBezTo>
                      <a:pt x="23" y="120"/>
                      <a:pt x="24" y="124"/>
                      <a:pt x="24" y="124"/>
                    </a:cubicBezTo>
                    <a:cubicBezTo>
                      <a:pt x="24" y="124"/>
                      <a:pt x="31" y="112"/>
                      <a:pt x="31" y="96"/>
                    </a:cubicBezTo>
                    <a:cubicBezTo>
                      <a:pt x="32" y="79"/>
                      <a:pt x="36" y="83"/>
                      <a:pt x="43" y="64"/>
                    </a:cubicBezTo>
                    <a:cubicBezTo>
                      <a:pt x="50" y="46"/>
                      <a:pt x="49" y="19"/>
                      <a:pt x="49" y="19"/>
                    </a:cubicBezTo>
                    <a:lnTo>
                      <a:pt x="51" y="2"/>
                    </a:lnTo>
                    <a:close/>
                  </a:path>
                </a:pathLst>
              </a:custGeom>
              <a:solidFill>
                <a:srgbClr val="471A1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2" name="îŝļíḋè">
                <a:extLst>
                  <a:ext uri="{FF2B5EF4-FFF2-40B4-BE49-F238E27FC236}">
                    <a16:creationId xmlns:a16="http://schemas.microsoft.com/office/drawing/2014/main" id="{813FA191-F83A-4D39-9A02-807CB68E4C6F}"/>
                  </a:ext>
                </a:extLst>
              </p:cNvPr>
              <p:cNvSpPr/>
              <p:nvPr/>
            </p:nvSpPr>
            <p:spPr bwMode="auto">
              <a:xfrm>
                <a:off x="7753350" y="2171700"/>
                <a:ext cx="382588" cy="665163"/>
              </a:xfrm>
              <a:custGeom>
                <a:avLst/>
                <a:gdLst>
                  <a:gd name="T0" fmla="*/ 0 w 70"/>
                  <a:gd name="T1" fmla="*/ 16 h 122"/>
                  <a:gd name="T2" fmla="*/ 16 w 70"/>
                  <a:gd name="T3" fmla="*/ 3 h 122"/>
                  <a:gd name="T4" fmla="*/ 40 w 70"/>
                  <a:gd name="T5" fmla="*/ 13 h 122"/>
                  <a:gd name="T6" fmla="*/ 50 w 70"/>
                  <a:gd name="T7" fmla="*/ 59 h 122"/>
                  <a:gd name="T8" fmla="*/ 69 w 70"/>
                  <a:gd name="T9" fmla="*/ 97 h 122"/>
                  <a:gd name="T10" fmla="*/ 53 w 70"/>
                  <a:gd name="T11" fmla="*/ 122 h 122"/>
                  <a:gd name="T12" fmla="*/ 9 w 70"/>
                  <a:gd name="T13" fmla="*/ 106 h 122"/>
                  <a:gd name="T14" fmla="*/ 7 w 70"/>
                  <a:gd name="T15" fmla="*/ 59 h 122"/>
                  <a:gd name="T16" fmla="*/ 0 w 70"/>
                  <a:gd name="T17" fmla="*/ 1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122">
                    <a:moveTo>
                      <a:pt x="0" y="16"/>
                    </a:moveTo>
                    <a:cubicBezTo>
                      <a:pt x="16" y="3"/>
                      <a:pt x="16" y="3"/>
                      <a:pt x="16" y="3"/>
                    </a:cubicBezTo>
                    <a:cubicBezTo>
                      <a:pt x="16" y="3"/>
                      <a:pt x="30" y="0"/>
                      <a:pt x="40" y="13"/>
                    </a:cubicBezTo>
                    <a:cubicBezTo>
                      <a:pt x="49" y="25"/>
                      <a:pt x="47" y="44"/>
                      <a:pt x="50" y="59"/>
                    </a:cubicBezTo>
                    <a:cubicBezTo>
                      <a:pt x="53" y="73"/>
                      <a:pt x="69" y="87"/>
                      <a:pt x="69" y="97"/>
                    </a:cubicBezTo>
                    <a:cubicBezTo>
                      <a:pt x="70" y="108"/>
                      <a:pt x="53" y="122"/>
                      <a:pt x="53" y="122"/>
                    </a:cubicBezTo>
                    <a:cubicBezTo>
                      <a:pt x="9" y="106"/>
                      <a:pt x="9" y="106"/>
                      <a:pt x="9" y="106"/>
                    </a:cubicBezTo>
                    <a:cubicBezTo>
                      <a:pt x="9" y="106"/>
                      <a:pt x="13" y="83"/>
                      <a:pt x="7" y="59"/>
                    </a:cubicBezTo>
                    <a:cubicBezTo>
                      <a:pt x="0" y="35"/>
                      <a:pt x="0" y="16"/>
                      <a:pt x="0" y="16"/>
                    </a:cubicBezTo>
                    <a:close/>
                  </a:path>
                </a:pathLst>
              </a:custGeom>
              <a:solidFill>
                <a:srgbClr val="471A1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3" name="í$ḷïḍe">
                <a:extLst>
                  <a:ext uri="{FF2B5EF4-FFF2-40B4-BE49-F238E27FC236}">
                    <a16:creationId xmlns:a16="http://schemas.microsoft.com/office/drawing/2014/main" id="{E8BADE8C-70DE-4632-A00E-04A07D00D4E6}"/>
                  </a:ext>
                </a:extLst>
              </p:cNvPr>
              <p:cNvSpPr/>
              <p:nvPr/>
            </p:nvSpPr>
            <p:spPr bwMode="auto">
              <a:xfrm>
                <a:off x="7654925" y="2232025"/>
                <a:ext cx="277813" cy="414338"/>
              </a:xfrm>
              <a:custGeom>
                <a:avLst/>
                <a:gdLst>
                  <a:gd name="T0" fmla="*/ 4 w 51"/>
                  <a:gd name="T1" fmla="*/ 10 h 76"/>
                  <a:gd name="T2" fmla="*/ 0 w 51"/>
                  <a:gd name="T3" fmla="*/ 41 h 76"/>
                  <a:gd name="T4" fmla="*/ 9 w 51"/>
                  <a:gd name="T5" fmla="*/ 72 h 76"/>
                  <a:gd name="T6" fmla="*/ 37 w 51"/>
                  <a:gd name="T7" fmla="*/ 67 h 76"/>
                  <a:gd name="T8" fmla="*/ 50 w 51"/>
                  <a:gd name="T9" fmla="*/ 50 h 76"/>
                  <a:gd name="T10" fmla="*/ 47 w 51"/>
                  <a:gd name="T11" fmla="*/ 18 h 76"/>
                  <a:gd name="T12" fmla="*/ 28 w 51"/>
                  <a:gd name="T13" fmla="*/ 1 h 76"/>
                  <a:gd name="T14" fmla="*/ 4 w 51"/>
                  <a:gd name="T15" fmla="*/ 1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76">
                    <a:moveTo>
                      <a:pt x="4" y="10"/>
                    </a:moveTo>
                    <a:cubicBezTo>
                      <a:pt x="3" y="15"/>
                      <a:pt x="0" y="31"/>
                      <a:pt x="0" y="41"/>
                    </a:cubicBezTo>
                    <a:cubicBezTo>
                      <a:pt x="0" y="51"/>
                      <a:pt x="2" y="68"/>
                      <a:pt x="9" y="72"/>
                    </a:cubicBezTo>
                    <a:cubicBezTo>
                      <a:pt x="16" y="76"/>
                      <a:pt x="29" y="72"/>
                      <a:pt x="37" y="67"/>
                    </a:cubicBezTo>
                    <a:cubicBezTo>
                      <a:pt x="46" y="63"/>
                      <a:pt x="48" y="56"/>
                      <a:pt x="50" y="50"/>
                    </a:cubicBezTo>
                    <a:cubicBezTo>
                      <a:pt x="51" y="44"/>
                      <a:pt x="50" y="29"/>
                      <a:pt x="47" y="18"/>
                    </a:cubicBezTo>
                    <a:cubicBezTo>
                      <a:pt x="44" y="6"/>
                      <a:pt x="37" y="2"/>
                      <a:pt x="28" y="1"/>
                    </a:cubicBezTo>
                    <a:cubicBezTo>
                      <a:pt x="20" y="0"/>
                      <a:pt x="4" y="10"/>
                      <a:pt x="4" y="10"/>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4" name="îṣḷiḑê">
                <a:extLst>
                  <a:ext uri="{FF2B5EF4-FFF2-40B4-BE49-F238E27FC236}">
                    <a16:creationId xmlns:a16="http://schemas.microsoft.com/office/drawing/2014/main" id="{AEC3FCD3-289D-4B89-ABFD-6EB23BBABABD}"/>
                  </a:ext>
                </a:extLst>
              </p:cNvPr>
              <p:cNvSpPr/>
              <p:nvPr/>
            </p:nvSpPr>
            <p:spPr bwMode="auto">
              <a:xfrm>
                <a:off x="7518400" y="2478088"/>
                <a:ext cx="512763" cy="681038"/>
              </a:xfrm>
              <a:custGeom>
                <a:avLst/>
                <a:gdLst>
                  <a:gd name="T0" fmla="*/ 68 w 94"/>
                  <a:gd name="T1" fmla="*/ 0 h 125"/>
                  <a:gd name="T2" fmla="*/ 73 w 94"/>
                  <a:gd name="T3" fmla="*/ 36 h 125"/>
                  <a:gd name="T4" fmla="*/ 92 w 94"/>
                  <a:gd name="T5" fmla="*/ 47 h 125"/>
                  <a:gd name="T6" fmla="*/ 81 w 94"/>
                  <a:gd name="T7" fmla="*/ 92 h 125"/>
                  <a:gd name="T8" fmla="*/ 22 w 94"/>
                  <a:gd name="T9" fmla="*/ 125 h 125"/>
                  <a:gd name="T10" fmla="*/ 6 w 94"/>
                  <a:gd name="T11" fmla="*/ 88 h 125"/>
                  <a:gd name="T12" fmla="*/ 15 w 94"/>
                  <a:gd name="T13" fmla="*/ 54 h 125"/>
                  <a:gd name="T14" fmla="*/ 30 w 94"/>
                  <a:gd name="T15" fmla="*/ 44 h 125"/>
                  <a:gd name="T16" fmla="*/ 41 w 94"/>
                  <a:gd name="T17" fmla="*/ 14 h 125"/>
                  <a:gd name="T18" fmla="*/ 68 w 94"/>
                  <a:gd name="T19"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25">
                    <a:moveTo>
                      <a:pt x="68" y="0"/>
                    </a:moveTo>
                    <a:cubicBezTo>
                      <a:pt x="68" y="0"/>
                      <a:pt x="67" y="25"/>
                      <a:pt x="73" y="36"/>
                    </a:cubicBezTo>
                    <a:cubicBezTo>
                      <a:pt x="77" y="44"/>
                      <a:pt x="92" y="47"/>
                      <a:pt x="92" y="47"/>
                    </a:cubicBezTo>
                    <a:cubicBezTo>
                      <a:pt x="92" y="47"/>
                      <a:pt x="94" y="69"/>
                      <a:pt x="81" y="92"/>
                    </a:cubicBezTo>
                    <a:cubicBezTo>
                      <a:pt x="67" y="115"/>
                      <a:pt x="22" y="125"/>
                      <a:pt x="22" y="125"/>
                    </a:cubicBezTo>
                    <a:cubicBezTo>
                      <a:pt x="22" y="125"/>
                      <a:pt x="12" y="108"/>
                      <a:pt x="6" y="88"/>
                    </a:cubicBezTo>
                    <a:cubicBezTo>
                      <a:pt x="0" y="68"/>
                      <a:pt x="15" y="54"/>
                      <a:pt x="15" y="54"/>
                    </a:cubicBezTo>
                    <a:cubicBezTo>
                      <a:pt x="15" y="54"/>
                      <a:pt x="24" y="46"/>
                      <a:pt x="30" y="44"/>
                    </a:cubicBezTo>
                    <a:cubicBezTo>
                      <a:pt x="44" y="37"/>
                      <a:pt x="41" y="14"/>
                      <a:pt x="41" y="14"/>
                    </a:cubicBezTo>
                    <a:lnTo>
                      <a:pt x="68" y="0"/>
                    </a:ln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5" name="íṣ1íḋè">
                <a:extLst>
                  <a:ext uri="{FF2B5EF4-FFF2-40B4-BE49-F238E27FC236}">
                    <a16:creationId xmlns:a16="http://schemas.microsoft.com/office/drawing/2014/main" id="{609D28C8-53B3-4457-AAA7-77C49C60A468}"/>
                  </a:ext>
                </a:extLst>
              </p:cNvPr>
              <p:cNvSpPr/>
              <p:nvPr/>
            </p:nvSpPr>
            <p:spPr bwMode="auto">
              <a:xfrm>
                <a:off x="7813675" y="3900488"/>
                <a:ext cx="338138" cy="1852613"/>
              </a:xfrm>
              <a:custGeom>
                <a:avLst/>
                <a:gdLst>
                  <a:gd name="T0" fmla="*/ 6 w 62"/>
                  <a:gd name="T1" fmla="*/ 82 h 340"/>
                  <a:gd name="T2" fmla="*/ 0 w 62"/>
                  <a:gd name="T3" fmla="*/ 0 h 340"/>
                  <a:gd name="T4" fmla="*/ 62 w 62"/>
                  <a:gd name="T5" fmla="*/ 1 h 340"/>
                  <a:gd name="T6" fmla="*/ 56 w 62"/>
                  <a:gd name="T7" fmla="*/ 129 h 340"/>
                  <a:gd name="T8" fmla="*/ 46 w 62"/>
                  <a:gd name="T9" fmla="*/ 286 h 340"/>
                  <a:gd name="T10" fmla="*/ 46 w 62"/>
                  <a:gd name="T11" fmla="*/ 340 h 340"/>
                  <a:gd name="T12" fmla="*/ 7 w 62"/>
                  <a:gd name="T13" fmla="*/ 340 h 340"/>
                  <a:gd name="T14" fmla="*/ 22 w 62"/>
                  <a:gd name="T15" fmla="*/ 321 h 340"/>
                  <a:gd name="T16" fmla="*/ 27 w 62"/>
                  <a:gd name="T17" fmla="*/ 258 h 340"/>
                  <a:gd name="T18" fmla="*/ 6 w 62"/>
                  <a:gd name="T19" fmla="*/ 82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340">
                    <a:moveTo>
                      <a:pt x="6" y="82"/>
                    </a:moveTo>
                    <a:cubicBezTo>
                      <a:pt x="3" y="65"/>
                      <a:pt x="1" y="32"/>
                      <a:pt x="0" y="0"/>
                    </a:cubicBezTo>
                    <a:cubicBezTo>
                      <a:pt x="20" y="1"/>
                      <a:pt x="41" y="1"/>
                      <a:pt x="62" y="1"/>
                    </a:cubicBezTo>
                    <a:cubicBezTo>
                      <a:pt x="58" y="37"/>
                      <a:pt x="53" y="88"/>
                      <a:pt x="56" y="129"/>
                    </a:cubicBezTo>
                    <a:cubicBezTo>
                      <a:pt x="60" y="182"/>
                      <a:pt x="50" y="247"/>
                      <a:pt x="46" y="286"/>
                    </a:cubicBezTo>
                    <a:cubicBezTo>
                      <a:pt x="41" y="324"/>
                      <a:pt x="46" y="340"/>
                      <a:pt x="46" y="340"/>
                    </a:cubicBezTo>
                    <a:cubicBezTo>
                      <a:pt x="7" y="340"/>
                      <a:pt x="7" y="340"/>
                      <a:pt x="7" y="340"/>
                    </a:cubicBezTo>
                    <a:cubicBezTo>
                      <a:pt x="7" y="340"/>
                      <a:pt x="17" y="328"/>
                      <a:pt x="22" y="321"/>
                    </a:cubicBezTo>
                    <a:cubicBezTo>
                      <a:pt x="26" y="315"/>
                      <a:pt x="28" y="274"/>
                      <a:pt x="27" y="258"/>
                    </a:cubicBezTo>
                    <a:cubicBezTo>
                      <a:pt x="26" y="242"/>
                      <a:pt x="11" y="114"/>
                      <a:pt x="6" y="82"/>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6" name="îṡļiḓe">
                <a:extLst>
                  <a:ext uri="{FF2B5EF4-FFF2-40B4-BE49-F238E27FC236}">
                    <a16:creationId xmlns:a16="http://schemas.microsoft.com/office/drawing/2014/main" id="{57FB47B0-EF77-4D6E-8747-6120A11D75B8}"/>
                  </a:ext>
                </a:extLst>
              </p:cNvPr>
              <p:cNvSpPr/>
              <p:nvPr/>
            </p:nvSpPr>
            <p:spPr bwMode="auto">
              <a:xfrm>
                <a:off x="7426325" y="3900488"/>
                <a:ext cx="463550" cy="1852613"/>
              </a:xfrm>
              <a:custGeom>
                <a:avLst/>
                <a:gdLst>
                  <a:gd name="T0" fmla="*/ 35 w 85"/>
                  <a:gd name="T1" fmla="*/ 321 h 340"/>
                  <a:gd name="T2" fmla="*/ 41 w 85"/>
                  <a:gd name="T3" fmla="*/ 258 h 340"/>
                  <a:gd name="T4" fmla="*/ 24 w 85"/>
                  <a:gd name="T5" fmla="*/ 82 h 340"/>
                  <a:gd name="T6" fmla="*/ 24 w 85"/>
                  <a:gd name="T7" fmla="*/ 0 h 340"/>
                  <a:gd name="T8" fmla="*/ 54 w 85"/>
                  <a:gd name="T9" fmla="*/ 0 h 340"/>
                  <a:gd name="T10" fmla="*/ 85 w 85"/>
                  <a:gd name="T11" fmla="*/ 1 h 340"/>
                  <a:gd name="T12" fmla="*/ 75 w 85"/>
                  <a:gd name="T13" fmla="*/ 129 h 340"/>
                  <a:gd name="T14" fmla="*/ 59 w 85"/>
                  <a:gd name="T15" fmla="*/ 286 h 340"/>
                  <a:gd name="T16" fmla="*/ 59 w 85"/>
                  <a:gd name="T17" fmla="*/ 340 h 340"/>
                  <a:gd name="T18" fmla="*/ 45 w 85"/>
                  <a:gd name="T19" fmla="*/ 336 h 340"/>
                  <a:gd name="T20" fmla="*/ 17 w 85"/>
                  <a:gd name="T21" fmla="*/ 338 h 340"/>
                  <a:gd name="T22" fmla="*/ 0 w 85"/>
                  <a:gd name="T23" fmla="*/ 340 h 340"/>
                  <a:gd name="T24" fmla="*/ 35 w 85"/>
                  <a:gd name="T25" fmla="*/ 321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340">
                    <a:moveTo>
                      <a:pt x="35" y="321"/>
                    </a:moveTo>
                    <a:cubicBezTo>
                      <a:pt x="39" y="315"/>
                      <a:pt x="42" y="274"/>
                      <a:pt x="41" y="258"/>
                    </a:cubicBezTo>
                    <a:cubicBezTo>
                      <a:pt x="39" y="242"/>
                      <a:pt x="30" y="114"/>
                      <a:pt x="24" y="82"/>
                    </a:cubicBezTo>
                    <a:cubicBezTo>
                      <a:pt x="21" y="61"/>
                      <a:pt x="23" y="29"/>
                      <a:pt x="24" y="0"/>
                    </a:cubicBezTo>
                    <a:cubicBezTo>
                      <a:pt x="34" y="0"/>
                      <a:pt x="44" y="0"/>
                      <a:pt x="54" y="0"/>
                    </a:cubicBezTo>
                    <a:cubicBezTo>
                      <a:pt x="64" y="0"/>
                      <a:pt x="75" y="0"/>
                      <a:pt x="85" y="1"/>
                    </a:cubicBezTo>
                    <a:cubicBezTo>
                      <a:pt x="81" y="37"/>
                      <a:pt x="73" y="88"/>
                      <a:pt x="75" y="129"/>
                    </a:cubicBezTo>
                    <a:cubicBezTo>
                      <a:pt x="77" y="197"/>
                      <a:pt x="63" y="247"/>
                      <a:pt x="59" y="286"/>
                    </a:cubicBezTo>
                    <a:cubicBezTo>
                      <a:pt x="55" y="324"/>
                      <a:pt x="59" y="340"/>
                      <a:pt x="59" y="340"/>
                    </a:cubicBezTo>
                    <a:cubicBezTo>
                      <a:pt x="45" y="336"/>
                      <a:pt x="45" y="336"/>
                      <a:pt x="45" y="336"/>
                    </a:cubicBezTo>
                    <a:cubicBezTo>
                      <a:pt x="17" y="338"/>
                      <a:pt x="17" y="338"/>
                      <a:pt x="17" y="338"/>
                    </a:cubicBezTo>
                    <a:cubicBezTo>
                      <a:pt x="0" y="340"/>
                      <a:pt x="0" y="340"/>
                      <a:pt x="0" y="340"/>
                    </a:cubicBezTo>
                    <a:cubicBezTo>
                      <a:pt x="0" y="340"/>
                      <a:pt x="31" y="328"/>
                      <a:pt x="35" y="321"/>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47" name="íṩḻide">
                <a:extLst>
                  <a:ext uri="{FF2B5EF4-FFF2-40B4-BE49-F238E27FC236}">
                    <a16:creationId xmlns:a16="http://schemas.microsoft.com/office/drawing/2014/main" id="{54D222D0-3BD6-4207-AD3E-0BEB106917D5}"/>
                  </a:ext>
                </a:extLst>
              </p:cNvPr>
              <p:cNvSpPr/>
              <p:nvPr/>
            </p:nvSpPr>
            <p:spPr bwMode="auto">
              <a:xfrm>
                <a:off x="7851775" y="5629275"/>
                <a:ext cx="201613" cy="123825"/>
              </a:xfrm>
              <a:custGeom>
                <a:avLst/>
                <a:gdLst>
                  <a:gd name="T0" fmla="*/ 15 w 37"/>
                  <a:gd name="T1" fmla="*/ 1 h 23"/>
                  <a:gd name="T2" fmla="*/ 27 w 37"/>
                  <a:gd name="T3" fmla="*/ 6 h 23"/>
                  <a:gd name="T4" fmla="*/ 37 w 37"/>
                  <a:gd name="T5" fmla="*/ 9 h 23"/>
                  <a:gd name="T6" fmla="*/ 37 w 37"/>
                  <a:gd name="T7" fmla="*/ 23 h 23"/>
                  <a:gd name="T8" fmla="*/ 0 w 37"/>
                  <a:gd name="T9" fmla="*/ 23 h 23"/>
                  <a:gd name="T10" fmla="*/ 15 w 37"/>
                  <a:gd name="T11" fmla="*/ 1 h 23"/>
                </a:gdLst>
                <a:ahLst/>
                <a:cxnLst>
                  <a:cxn ang="0">
                    <a:pos x="T0" y="T1"/>
                  </a:cxn>
                  <a:cxn ang="0">
                    <a:pos x="T2" y="T3"/>
                  </a:cxn>
                  <a:cxn ang="0">
                    <a:pos x="T4" y="T5"/>
                  </a:cxn>
                  <a:cxn ang="0">
                    <a:pos x="T6" y="T7"/>
                  </a:cxn>
                  <a:cxn ang="0">
                    <a:pos x="T8" y="T9"/>
                  </a:cxn>
                  <a:cxn ang="0">
                    <a:pos x="T10" y="T11"/>
                  </a:cxn>
                </a:cxnLst>
                <a:rect l="0" t="0" r="r" b="b"/>
                <a:pathLst>
                  <a:path w="37" h="23">
                    <a:moveTo>
                      <a:pt x="15" y="1"/>
                    </a:moveTo>
                    <a:cubicBezTo>
                      <a:pt x="20" y="0"/>
                      <a:pt x="22" y="2"/>
                      <a:pt x="27" y="6"/>
                    </a:cubicBezTo>
                    <a:cubicBezTo>
                      <a:pt x="32" y="9"/>
                      <a:pt x="37" y="9"/>
                      <a:pt x="37" y="9"/>
                    </a:cubicBezTo>
                    <a:cubicBezTo>
                      <a:pt x="37" y="23"/>
                      <a:pt x="37" y="23"/>
                      <a:pt x="37" y="23"/>
                    </a:cubicBezTo>
                    <a:cubicBezTo>
                      <a:pt x="0" y="23"/>
                      <a:pt x="0" y="23"/>
                      <a:pt x="0" y="23"/>
                    </a:cubicBezTo>
                    <a:lnTo>
                      <a:pt x="15" y="1"/>
                    </a:lnTo>
                    <a:close/>
                  </a:path>
                </a:pathLst>
              </a:custGeom>
              <a:solidFill>
                <a:srgbClr val="FF5E6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48" name="iślîďe">
                <a:extLst>
                  <a:ext uri="{FF2B5EF4-FFF2-40B4-BE49-F238E27FC236}">
                    <a16:creationId xmlns:a16="http://schemas.microsoft.com/office/drawing/2014/main" id="{ED79E058-2E5A-444E-8F4D-66A0F177210B}"/>
                  </a:ext>
                </a:extLst>
              </p:cNvPr>
              <p:cNvSpPr/>
              <p:nvPr/>
            </p:nvSpPr>
            <p:spPr bwMode="auto">
              <a:xfrm>
                <a:off x="7397750" y="5649913"/>
                <a:ext cx="349250" cy="109538"/>
              </a:xfrm>
              <a:custGeom>
                <a:avLst/>
                <a:gdLst>
                  <a:gd name="T0" fmla="*/ 40 w 64"/>
                  <a:gd name="T1" fmla="*/ 0 h 20"/>
                  <a:gd name="T2" fmla="*/ 49 w 64"/>
                  <a:gd name="T3" fmla="*/ 7 h 20"/>
                  <a:gd name="T4" fmla="*/ 62 w 64"/>
                  <a:gd name="T5" fmla="*/ 3 h 20"/>
                  <a:gd name="T6" fmla="*/ 64 w 64"/>
                  <a:gd name="T7" fmla="*/ 19 h 20"/>
                  <a:gd name="T8" fmla="*/ 0 w 64"/>
                  <a:gd name="T9" fmla="*/ 20 h 20"/>
                  <a:gd name="T10" fmla="*/ 40 w 64"/>
                  <a:gd name="T11" fmla="*/ 0 h 20"/>
                </a:gdLst>
                <a:ahLst/>
                <a:cxnLst>
                  <a:cxn ang="0">
                    <a:pos x="T0" y="T1"/>
                  </a:cxn>
                  <a:cxn ang="0">
                    <a:pos x="T2" y="T3"/>
                  </a:cxn>
                  <a:cxn ang="0">
                    <a:pos x="T4" y="T5"/>
                  </a:cxn>
                  <a:cxn ang="0">
                    <a:pos x="T6" y="T7"/>
                  </a:cxn>
                  <a:cxn ang="0">
                    <a:pos x="T8" y="T9"/>
                  </a:cxn>
                  <a:cxn ang="0">
                    <a:pos x="T10" y="T11"/>
                  </a:cxn>
                </a:cxnLst>
                <a:rect l="0" t="0" r="r" b="b"/>
                <a:pathLst>
                  <a:path w="64" h="20">
                    <a:moveTo>
                      <a:pt x="40" y="0"/>
                    </a:moveTo>
                    <a:cubicBezTo>
                      <a:pt x="40" y="0"/>
                      <a:pt x="41" y="5"/>
                      <a:pt x="49" y="7"/>
                    </a:cubicBezTo>
                    <a:cubicBezTo>
                      <a:pt x="57" y="10"/>
                      <a:pt x="62" y="3"/>
                      <a:pt x="62" y="3"/>
                    </a:cubicBezTo>
                    <a:cubicBezTo>
                      <a:pt x="64" y="19"/>
                      <a:pt x="64" y="19"/>
                      <a:pt x="64" y="19"/>
                    </a:cubicBezTo>
                    <a:cubicBezTo>
                      <a:pt x="0" y="20"/>
                      <a:pt x="0" y="20"/>
                      <a:pt x="0" y="20"/>
                    </a:cubicBezTo>
                    <a:lnTo>
                      <a:pt x="40" y="0"/>
                    </a:lnTo>
                    <a:close/>
                  </a:path>
                </a:pathLst>
              </a:custGeom>
              <a:solidFill>
                <a:srgbClr val="FF5E6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49" name="iṣlíḋé">
                <a:extLst>
                  <a:ext uri="{FF2B5EF4-FFF2-40B4-BE49-F238E27FC236}">
                    <a16:creationId xmlns:a16="http://schemas.microsoft.com/office/drawing/2014/main" id="{C7F44CFB-43E3-418E-9E50-D515F27DC667}"/>
                  </a:ext>
                </a:extLst>
              </p:cNvPr>
              <p:cNvSpPr/>
              <p:nvPr/>
            </p:nvSpPr>
            <p:spPr bwMode="auto">
              <a:xfrm>
                <a:off x="7397750" y="2859088"/>
                <a:ext cx="906463" cy="1881188"/>
              </a:xfrm>
              <a:custGeom>
                <a:avLst/>
                <a:gdLst>
                  <a:gd name="T0" fmla="*/ 0 w 166"/>
                  <a:gd name="T1" fmla="*/ 314 h 345"/>
                  <a:gd name="T2" fmla="*/ 77 w 166"/>
                  <a:gd name="T3" fmla="*/ 336 h 345"/>
                  <a:gd name="T4" fmla="*/ 166 w 166"/>
                  <a:gd name="T5" fmla="*/ 321 h 345"/>
                  <a:gd name="T6" fmla="*/ 127 w 166"/>
                  <a:gd name="T7" fmla="*/ 141 h 345"/>
                  <a:gd name="T8" fmla="*/ 131 w 166"/>
                  <a:gd name="T9" fmla="*/ 48 h 345"/>
                  <a:gd name="T10" fmla="*/ 127 w 166"/>
                  <a:gd name="T11" fmla="*/ 22 h 345"/>
                  <a:gd name="T12" fmla="*/ 72 w 166"/>
                  <a:gd name="T13" fmla="*/ 16 h 345"/>
                  <a:gd name="T14" fmla="*/ 44 w 166"/>
                  <a:gd name="T15" fmla="*/ 55 h 345"/>
                  <a:gd name="T16" fmla="*/ 42 w 166"/>
                  <a:gd name="T17" fmla="*/ 57 h 345"/>
                  <a:gd name="T18" fmla="*/ 30 w 166"/>
                  <a:gd name="T19" fmla="*/ 79 h 345"/>
                  <a:gd name="T20" fmla="*/ 32 w 166"/>
                  <a:gd name="T21" fmla="*/ 126 h 345"/>
                  <a:gd name="T22" fmla="*/ 23 w 166"/>
                  <a:gd name="T23" fmla="*/ 160 h 345"/>
                  <a:gd name="T24" fmla="*/ 10 w 166"/>
                  <a:gd name="T25" fmla="*/ 207 h 345"/>
                  <a:gd name="T26" fmla="*/ 0 w 166"/>
                  <a:gd name="T27" fmla="*/ 314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6" h="345">
                    <a:moveTo>
                      <a:pt x="0" y="314"/>
                    </a:moveTo>
                    <a:cubicBezTo>
                      <a:pt x="0" y="314"/>
                      <a:pt x="39" y="328"/>
                      <a:pt x="77" y="336"/>
                    </a:cubicBezTo>
                    <a:cubicBezTo>
                      <a:pt x="115" y="345"/>
                      <a:pt x="166" y="321"/>
                      <a:pt x="166" y="321"/>
                    </a:cubicBezTo>
                    <a:cubicBezTo>
                      <a:pt x="166" y="321"/>
                      <a:pt x="139" y="177"/>
                      <a:pt x="127" y="141"/>
                    </a:cubicBezTo>
                    <a:cubicBezTo>
                      <a:pt x="116" y="105"/>
                      <a:pt x="121" y="106"/>
                      <a:pt x="131" y="48"/>
                    </a:cubicBezTo>
                    <a:cubicBezTo>
                      <a:pt x="132" y="36"/>
                      <a:pt x="131" y="28"/>
                      <a:pt x="127" y="22"/>
                    </a:cubicBezTo>
                    <a:cubicBezTo>
                      <a:pt x="114" y="0"/>
                      <a:pt x="72" y="16"/>
                      <a:pt x="72" y="16"/>
                    </a:cubicBezTo>
                    <a:cubicBezTo>
                      <a:pt x="44" y="55"/>
                      <a:pt x="44" y="55"/>
                      <a:pt x="44" y="55"/>
                    </a:cubicBezTo>
                    <a:cubicBezTo>
                      <a:pt x="43" y="56"/>
                      <a:pt x="43" y="57"/>
                      <a:pt x="42" y="57"/>
                    </a:cubicBezTo>
                    <a:cubicBezTo>
                      <a:pt x="37" y="63"/>
                      <a:pt x="28" y="69"/>
                      <a:pt x="30" y="79"/>
                    </a:cubicBezTo>
                    <a:cubicBezTo>
                      <a:pt x="33" y="91"/>
                      <a:pt x="32" y="126"/>
                      <a:pt x="32" y="126"/>
                    </a:cubicBezTo>
                    <a:cubicBezTo>
                      <a:pt x="32" y="126"/>
                      <a:pt x="28" y="141"/>
                      <a:pt x="23" y="160"/>
                    </a:cubicBezTo>
                    <a:cubicBezTo>
                      <a:pt x="19" y="176"/>
                      <a:pt x="14" y="194"/>
                      <a:pt x="10" y="207"/>
                    </a:cubicBezTo>
                    <a:cubicBezTo>
                      <a:pt x="1" y="236"/>
                      <a:pt x="0" y="314"/>
                      <a:pt x="0" y="314"/>
                    </a:cubicBezTo>
                    <a:close/>
                  </a:path>
                </a:pathLst>
              </a:custGeom>
              <a:solidFill>
                <a:srgbClr val="FF5E6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50" name="ïşľiḓe">
                <a:extLst>
                  <a:ext uri="{FF2B5EF4-FFF2-40B4-BE49-F238E27FC236}">
                    <a16:creationId xmlns:a16="http://schemas.microsoft.com/office/drawing/2014/main" id="{C5078AE9-5CDB-42A6-BBF6-4B70B41E318E}"/>
                  </a:ext>
                </a:extLst>
              </p:cNvPr>
              <p:cNvSpPr/>
              <p:nvPr/>
            </p:nvSpPr>
            <p:spPr bwMode="auto">
              <a:xfrm>
                <a:off x="7507288" y="2717800"/>
                <a:ext cx="590550" cy="577850"/>
              </a:xfrm>
              <a:custGeom>
                <a:avLst/>
                <a:gdLst>
                  <a:gd name="T0" fmla="*/ 16 w 108"/>
                  <a:gd name="T1" fmla="*/ 105 h 106"/>
                  <a:gd name="T2" fmla="*/ 24 w 108"/>
                  <a:gd name="T3" fmla="*/ 106 h 106"/>
                  <a:gd name="T4" fmla="*/ 63 w 108"/>
                  <a:gd name="T5" fmla="*/ 101 h 106"/>
                  <a:gd name="T6" fmla="*/ 106 w 108"/>
                  <a:gd name="T7" fmla="*/ 77 h 106"/>
                  <a:gd name="T8" fmla="*/ 107 w 108"/>
                  <a:gd name="T9" fmla="*/ 48 h 106"/>
                  <a:gd name="T10" fmla="*/ 105 w 108"/>
                  <a:gd name="T11" fmla="*/ 8 h 106"/>
                  <a:gd name="T12" fmla="*/ 84 w 108"/>
                  <a:gd name="T13" fmla="*/ 0 h 106"/>
                  <a:gd name="T14" fmla="*/ 46 w 108"/>
                  <a:gd name="T15" fmla="*/ 16 h 106"/>
                  <a:gd name="T16" fmla="*/ 38 w 108"/>
                  <a:gd name="T17" fmla="*/ 15 h 106"/>
                  <a:gd name="T18" fmla="*/ 29 w 108"/>
                  <a:gd name="T19" fmla="*/ 6 h 106"/>
                  <a:gd name="T20" fmla="*/ 25 w 108"/>
                  <a:gd name="T21" fmla="*/ 2 h 106"/>
                  <a:gd name="T22" fmla="*/ 14 w 108"/>
                  <a:gd name="T23" fmla="*/ 13 h 106"/>
                  <a:gd name="T24" fmla="*/ 7 w 108"/>
                  <a:gd name="T25" fmla="*/ 70 h 106"/>
                  <a:gd name="T26" fmla="*/ 16 w 108"/>
                  <a:gd name="T27" fmla="*/ 10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 h="106">
                    <a:moveTo>
                      <a:pt x="16" y="105"/>
                    </a:moveTo>
                    <a:cubicBezTo>
                      <a:pt x="16" y="105"/>
                      <a:pt x="16" y="106"/>
                      <a:pt x="24" y="106"/>
                    </a:cubicBezTo>
                    <a:cubicBezTo>
                      <a:pt x="34" y="105"/>
                      <a:pt x="48" y="104"/>
                      <a:pt x="63" y="101"/>
                    </a:cubicBezTo>
                    <a:cubicBezTo>
                      <a:pt x="92" y="95"/>
                      <a:pt x="106" y="77"/>
                      <a:pt x="106" y="77"/>
                    </a:cubicBezTo>
                    <a:cubicBezTo>
                      <a:pt x="107" y="69"/>
                      <a:pt x="108" y="59"/>
                      <a:pt x="107" y="48"/>
                    </a:cubicBezTo>
                    <a:cubicBezTo>
                      <a:pt x="107" y="28"/>
                      <a:pt x="105" y="8"/>
                      <a:pt x="105" y="8"/>
                    </a:cubicBezTo>
                    <a:cubicBezTo>
                      <a:pt x="84" y="0"/>
                      <a:pt x="84" y="0"/>
                      <a:pt x="84" y="0"/>
                    </a:cubicBezTo>
                    <a:cubicBezTo>
                      <a:pt x="75" y="6"/>
                      <a:pt x="46" y="16"/>
                      <a:pt x="46" y="16"/>
                    </a:cubicBezTo>
                    <a:cubicBezTo>
                      <a:pt x="46" y="16"/>
                      <a:pt x="43" y="17"/>
                      <a:pt x="38" y="15"/>
                    </a:cubicBezTo>
                    <a:cubicBezTo>
                      <a:pt x="36" y="13"/>
                      <a:pt x="32" y="9"/>
                      <a:pt x="29" y="6"/>
                    </a:cubicBezTo>
                    <a:cubicBezTo>
                      <a:pt x="27" y="4"/>
                      <a:pt x="25" y="2"/>
                      <a:pt x="25" y="2"/>
                    </a:cubicBezTo>
                    <a:cubicBezTo>
                      <a:pt x="14" y="13"/>
                      <a:pt x="14" y="13"/>
                      <a:pt x="14" y="13"/>
                    </a:cubicBezTo>
                    <a:cubicBezTo>
                      <a:pt x="14" y="13"/>
                      <a:pt x="17" y="44"/>
                      <a:pt x="7" y="70"/>
                    </a:cubicBezTo>
                    <a:cubicBezTo>
                      <a:pt x="0" y="89"/>
                      <a:pt x="16" y="105"/>
                      <a:pt x="16" y="105"/>
                    </a:cubicBezTo>
                    <a:close/>
                  </a:path>
                </a:pathLst>
              </a:custGeom>
              <a:solidFill>
                <a:srgbClr val="FF5E6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51" name="îṡľíďê">
                <a:extLst>
                  <a:ext uri="{FF2B5EF4-FFF2-40B4-BE49-F238E27FC236}">
                    <a16:creationId xmlns:a16="http://schemas.microsoft.com/office/drawing/2014/main" id="{A5B0EEA8-89BB-4823-AF66-B5D4BCBADE82}"/>
                  </a:ext>
                </a:extLst>
              </p:cNvPr>
              <p:cNvSpPr/>
              <p:nvPr/>
            </p:nvSpPr>
            <p:spPr bwMode="auto">
              <a:xfrm>
                <a:off x="7469188" y="2728913"/>
                <a:ext cx="196850" cy="1001713"/>
              </a:xfrm>
              <a:custGeom>
                <a:avLst/>
                <a:gdLst>
                  <a:gd name="T0" fmla="*/ 19 w 36"/>
                  <a:gd name="T1" fmla="*/ 150 h 184"/>
                  <a:gd name="T2" fmla="*/ 10 w 36"/>
                  <a:gd name="T3" fmla="*/ 184 h 184"/>
                  <a:gd name="T4" fmla="*/ 31 w 36"/>
                  <a:gd name="T5" fmla="*/ 158 h 184"/>
                  <a:gd name="T6" fmla="*/ 31 w 36"/>
                  <a:gd name="T7" fmla="*/ 104 h 184"/>
                  <a:gd name="T8" fmla="*/ 29 w 36"/>
                  <a:gd name="T9" fmla="*/ 81 h 184"/>
                  <a:gd name="T10" fmla="*/ 27 w 36"/>
                  <a:gd name="T11" fmla="*/ 44 h 184"/>
                  <a:gd name="T12" fmla="*/ 36 w 36"/>
                  <a:gd name="T13" fmla="*/ 4 h 184"/>
                  <a:gd name="T14" fmla="*/ 32 w 36"/>
                  <a:gd name="T15" fmla="*/ 0 h 184"/>
                  <a:gd name="T16" fmla="*/ 14 w 36"/>
                  <a:gd name="T17" fmla="*/ 8 h 184"/>
                  <a:gd name="T18" fmla="*/ 2 w 36"/>
                  <a:gd name="T19" fmla="*/ 68 h 184"/>
                  <a:gd name="T20" fmla="*/ 11 w 36"/>
                  <a:gd name="T21" fmla="*/ 103 h 184"/>
                  <a:gd name="T22" fmla="*/ 19 w 36"/>
                  <a:gd name="T23" fmla="*/ 15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184">
                    <a:moveTo>
                      <a:pt x="19" y="150"/>
                    </a:moveTo>
                    <a:cubicBezTo>
                      <a:pt x="19" y="150"/>
                      <a:pt x="15" y="165"/>
                      <a:pt x="10" y="184"/>
                    </a:cubicBezTo>
                    <a:cubicBezTo>
                      <a:pt x="17" y="178"/>
                      <a:pt x="27" y="168"/>
                      <a:pt x="31" y="158"/>
                    </a:cubicBezTo>
                    <a:cubicBezTo>
                      <a:pt x="35" y="150"/>
                      <a:pt x="33" y="127"/>
                      <a:pt x="31" y="104"/>
                    </a:cubicBezTo>
                    <a:cubicBezTo>
                      <a:pt x="31" y="96"/>
                      <a:pt x="30" y="88"/>
                      <a:pt x="29" y="81"/>
                    </a:cubicBezTo>
                    <a:cubicBezTo>
                      <a:pt x="28" y="65"/>
                      <a:pt x="27" y="51"/>
                      <a:pt x="27" y="44"/>
                    </a:cubicBezTo>
                    <a:cubicBezTo>
                      <a:pt x="28" y="29"/>
                      <a:pt x="33" y="13"/>
                      <a:pt x="36" y="4"/>
                    </a:cubicBezTo>
                    <a:cubicBezTo>
                      <a:pt x="34" y="2"/>
                      <a:pt x="32" y="0"/>
                      <a:pt x="32" y="0"/>
                    </a:cubicBezTo>
                    <a:cubicBezTo>
                      <a:pt x="14" y="8"/>
                      <a:pt x="14" y="8"/>
                      <a:pt x="14" y="8"/>
                    </a:cubicBezTo>
                    <a:cubicBezTo>
                      <a:pt x="14" y="8"/>
                      <a:pt x="5" y="34"/>
                      <a:pt x="2" y="68"/>
                    </a:cubicBezTo>
                    <a:cubicBezTo>
                      <a:pt x="0" y="88"/>
                      <a:pt x="11" y="103"/>
                      <a:pt x="11" y="103"/>
                    </a:cubicBezTo>
                    <a:cubicBezTo>
                      <a:pt x="14" y="115"/>
                      <a:pt x="19" y="150"/>
                      <a:pt x="19" y="150"/>
                    </a:cubicBezTo>
                    <a:close/>
                  </a:path>
                </a:pathLst>
              </a:custGeom>
              <a:solidFill>
                <a:srgbClr val="6640D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52" name="ïSľîḑê">
                <a:extLst>
                  <a:ext uri="{FF2B5EF4-FFF2-40B4-BE49-F238E27FC236}">
                    <a16:creationId xmlns:a16="http://schemas.microsoft.com/office/drawing/2014/main" id="{9BF47A96-0891-4C59-B076-FE41229748B1}"/>
                  </a:ext>
                </a:extLst>
              </p:cNvPr>
              <p:cNvSpPr/>
              <p:nvPr/>
            </p:nvSpPr>
            <p:spPr bwMode="auto">
              <a:xfrm>
                <a:off x="7589838" y="2717800"/>
                <a:ext cx="125413" cy="157163"/>
              </a:xfrm>
              <a:custGeom>
                <a:avLst/>
                <a:gdLst>
                  <a:gd name="T0" fmla="*/ 17 w 23"/>
                  <a:gd name="T1" fmla="*/ 0 h 29"/>
                  <a:gd name="T2" fmla="*/ 23 w 23"/>
                  <a:gd name="T3" fmla="*/ 15 h 29"/>
                  <a:gd name="T4" fmla="*/ 13 w 23"/>
                  <a:gd name="T5" fmla="*/ 27 h 29"/>
                  <a:gd name="T6" fmla="*/ 10 w 23"/>
                  <a:gd name="T7" fmla="*/ 2 h 29"/>
                  <a:gd name="T8" fmla="*/ 17 w 23"/>
                  <a:gd name="T9" fmla="*/ 0 h 29"/>
                </a:gdLst>
                <a:ahLst/>
                <a:cxnLst>
                  <a:cxn ang="0">
                    <a:pos x="T0" y="T1"/>
                  </a:cxn>
                  <a:cxn ang="0">
                    <a:pos x="T2" y="T3"/>
                  </a:cxn>
                  <a:cxn ang="0">
                    <a:pos x="T4" y="T5"/>
                  </a:cxn>
                  <a:cxn ang="0">
                    <a:pos x="T6" y="T7"/>
                  </a:cxn>
                  <a:cxn ang="0">
                    <a:pos x="T8" y="T9"/>
                  </a:cxn>
                </a:cxnLst>
                <a:rect l="0" t="0" r="r" b="b"/>
                <a:pathLst>
                  <a:path w="23" h="29">
                    <a:moveTo>
                      <a:pt x="17" y="0"/>
                    </a:moveTo>
                    <a:cubicBezTo>
                      <a:pt x="17" y="0"/>
                      <a:pt x="17" y="9"/>
                      <a:pt x="23" y="15"/>
                    </a:cubicBezTo>
                    <a:cubicBezTo>
                      <a:pt x="23" y="15"/>
                      <a:pt x="22" y="29"/>
                      <a:pt x="13" y="27"/>
                    </a:cubicBezTo>
                    <a:cubicBezTo>
                      <a:pt x="0" y="23"/>
                      <a:pt x="10" y="2"/>
                      <a:pt x="10" y="2"/>
                    </a:cubicBez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53" name="íṩļîde">
                <a:extLst>
                  <a:ext uri="{FF2B5EF4-FFF2-40B4-BE49-F238E27FC236}">
                    <a16:creationId xmlns:a16="http://schemas.microsoft.com/office/drawing/2014/main" id="{B34C43E5-B6E6-4D0C-9B57-257CC6648F69}"/>
                  </a:ext>
                </a:extLst>
              </p:cNvPr>
              <p:cNvSpPr/>
              <p:nvPr/>
            </p:nvSpPr>
            <p:spPr bwMode="auto">
              <a:xfrm>
                <a:off x="7715250" y="2679700"/>
                <a:ext cx="266700" cy="250825"/>
              </a:xfrm>
              <a:custGeom>
                <a:avLst/>
                <a:gdLst>
                  <a:gd name="T0" fmla="*/ 49 w 49"/>
                  <a:gd name="T1" fmla="*/ 4 h 46"/>
                  <a:gd name="T2" fmla="*/ 29 w 49"/>
                  <a:gd name="T3" fmla="*/ 36 h 46"/>
                  <a:gd name="T4" fmla="*/ 0 w 49"/>
                  <a:gd name="T5" fmla="*/ 22 h 46"/>
                  <a:gd name="T6" fmla="*/ 43 w 49"/>
                  <a:gd name="T7" fmla="*/ 0 h 46"/>
                  <a:gd name="T8" fmla="*/ 49 w 49"/>
                  <a:gd name="T9" fmla="*/ 4 h 46"/>
                </a:gdLst>
                <a:ahLst/>
                <a:cxnLst>
                  <a:cxn ang="0">
                    <a:pos x="T0" y="T1"/>
                  </a:cxn>
                  <a:cxn ang="0">
                    <a:pos x="T2" y="T3"/>
                  </a:cxn>
                  <a:cxn ang="0">
                    <a:pos x="T4" y="T5"/>
                  </a:cxn>
                  <a:cxn ang="0">
                    <a:pos x="T6" y="T7"/>
                  </a:cxn>
                  <a:cxn ang="0">
                    <a:pos x="T8" y="T9"/>
                  </a:cxn>
                </a:cxnLst>
                <a:rect l="0" t="0" r="r" b="b"/>
                <a:pathLst>
                  <a:path w="49" h="46">
                    <a:moveTo>
                      <a:pt x="49" y="4"/>
                    </a:moveTo>
                    <a:cubicBezTo>
                      <a:pt x="49" y="4"/>
                      <a:pt x="44" y="31"/>
                      <a:pt x="29" y="36"/>
                    </a:cubicBezTo>
                    <a:cubicBezTo>
                      <a:pt x="2" y="46"/>
                      <a:pt x="0" y="22"/>
                      <a:pt x="0" y="22"/>
                    </a:cubicBezTo>
                    <a:cubicBezTo>
                      <a:pt x="0" y="22"/>
                      <a:pt x="40" y="11"/>
                      <a:pt x="43" y="0"/>
                    </a:cubicBezTo>
                    <a:lnTo>
                      <a:pt x="49"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62500" lnSpcReduction="20000"/>
              </a:bodyPr>
              <a:lstStyle/>
              <a:p>
                <a:pPr algn="ctr"/>
                <a:endParaRPr>
                  <a:cs typeface="+mn-ea"/>
                  <a:sym typeface="+mn-lt"/>
                </a:endParaRPr>
              </a:p>
            </p:txBody>
          </p:sp>
          <p:sp>
            <p:nvSpPr>
              <p:cNvPr id="54" name="îŝḷïḋé">
                <a:extLst>
                  <a:ext uri="{FF2B5EF4-FFF2-40B4-BE49-F238E27FC236}">
                    <a16:creationId xmlns:a16="http://schemas.microsoft.com/office/drawing/2014/main" id="{B1124BCA-6872-45C8-84DE-F915352C8625}"/>
                  </a:ext>
                </a:extLst>
              </p:cNvPr>
              <p:cNvSpPr/>
              <p:nvPr/>
            </p:nvSpPr>
            <p:spPr bwMode="auto">
              <a:xfrm>
                <a:off x="7726363" y="2717800"/>
                <a:ext cx="479425" cy="1041400"/>
              </a:xfrm>
              <a:custGeom>
                <a:avLst/>
                <a:gdLst>
                  <a:gd name="T0" fmla="*/ 29 w 88"/>
                  <a:gd name="T1" fmla="*/ 1 h 191"/>
                  <a:gd name="T2" fmla="*/ 4 w 88"/>
                  <a:gd name="T3" fmla="*/ 68 h 191"/>
                  <a:gd name="T4" fmla="*/ 27 w 88"/>
                  <a:gd name="T5" fmla="*/ 169 h 191"/>
                  <a:gd name="T6" fmla="*/ 88 w 88"/>
                  <a:gd name="T7" fmla="*/ 191 h 191"/>
                  <a:gd name="T8" fmla="*/ 69 w 88"/>
                  <a:gd name="T9" fmla="*/ 130 h 191"/>
                  <a:gd name="T10" fmla="*/ 75 w 88"/>
                  <a:gd name="T11" fmla="*/ 13 h 191"/>
                  <a:gd name="T12" fmla="*/ 29 w 88"/>
                  <a:gd name="T13" fmla="*/ 1 h 191"/>
                </a:gdLst>
                <a:ahLst/>
                <a:cxnLst>
                  <a:cxn ang="0">
                    <a:pos x="T0" y="T1"/>
                  </a:cxn>
                  <a:cxn ang="0">
                    <a:pos x="T2" y="T3"/>
                  </a:cxn>
                  <a:cxn ang="0">
                    <a:pos x="T4" y="T5"/>
                  </a:cxn>
                  <a:cxn ang="0">
                    <a:pos x="T6" y="T7"/>
                  </a:cxn>
                  <a:cxn ang="0">
                    <a:pos x="T8" y="T9"/>
                  </a:cxn>
                  <a:cxn ang="0">
                    <a:pos x="T10" y="T11"/>
                  </a:cxn>
                  <a:cxn ang="0">
                    <a:pos x="T12" y="T13"/>
                  </a:cxn>
                </a:cxnLst>
                <a:rect l="0" t="0" r="r" b="b"/>
                <a:pathLst>
                  <a:path w="88" h="191">
                    <a:moveTo>
                      <a:pt x="29" y="1"/>
                    </a:moveTo>
                    <a:cubicBezTo>
                      <a:pt x="29" y="1"/>
                      <a:pt x="7" y="42"/>
                      <a:pt x="4" y="68"/>
                    </a:cubicBezTo>
                    <a:cubicBezTo>
                      <a:pt x="0" y="95"/>
                      <a:pt x="0" y="147"/>
                      <a:pt x="27" y="169"/>
                    </a:cubicBezTo>
                    <a:cubicBezTo>
                      <a:pt x="54" y="191"/>
                      <a:pt x="88" y="191"/>
                      <a:pt x="88" y="191"/>
                    </a:cubicBezTo>
                    <a:cubicBezTo>
                      <a:pt x="88" y="191"/>
                      <a:pt x="64" y="153"/>
                      <a:pt x="69" y="130"/>
                    </a:cubicBezTo>
                    <a:cubicBezTo>
                      <a:pt x="73" y="106"/>
                      <a:pt x="84" y="31"/>
                      <a:pt x="75" y="13"/>
                    </a:cubicBezTo>
                    <a:cubicBezTo>
                      <a:pt x="68" y="0"/>
                      <a:pt x="29" y="1"/>
                      <a:pt x="29" y="1"/>
                    </a:cubicBezTo>
                    <a:close/>
                  </a:path>
                </a:pathLst>
              </a:custGeom>
              <a:solidFill>
                <a:srgbClr val="6640D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55" name="ïś1ïḍê">
                <a:extLst>
                  <a:ext uri="{FF2B5EF4-FFF2-40B4-BE49-F238E27FC236}">
                    <a16:creationId xmlns:a16="http://schemas.microsoft.com/office/drawing/2014/main" id="{2BB05453-45E9-4EC6-BA41-C245713985E5}"/>
                  </a:ext>
                </a:extLst>
              </p:cNvPr>
              <p:cNvSpPr/>
              <p:nvPr/>
            </p:nvSpPr>
            <p:spPr bwMode="auto">
              <a:xfrm>
                <a:off x="7802563" y="2216150"/>
                <a:ext cx="174625" cy="730250"/>
              </a:xfrm>
              <a:custGeom>
                <a:avLst/>
                <a:gdLst>
                  <a:gd name="T0" fmla="*/ 0 w 32"/>
                  <a:gd name="T1" fmla="*/ 4 h 134"/>
                  <a:gd name="T2" fmla="*/ 7 w 32"/>
                  <a:gd name="T3" fmla="*/ 25 h 134"/>
                  <a:gd name="T4" fmla="*/ 15 w 32"/>
                  <a:gd name="T5" fmla="*/ 55 h 134"/>
                  <a:gd name="T6" fmla="*/ 7 w 32"/>
                  <a:gd name="T7" fmla="*/ 107 h 134"/>
                  <a:gd name="T8" fmla="*/ 23 w 32"/>
                  <a:gd name="T9" fmla="*/ 134 h 134"/>
                  <a:gd name="T10" fmla="*/ 25 w 32"/>
                  <a:gd name="T11" fmla="*/ 117 h 134"/>
                  <a:gd name="T12" fmla="*/ 32 w 32"/>
                  <a:gd name="T13" fmla="*/ 92 h 134"/>
                  <a:gd name="T14" fmla="*/ 28 w 32"/>
                  <a:gd name="T15" fmla="*/ 50 h 134"/>
                  <a:gd name="T16" fmla="*/ 19 w 32"/>
                  <a:gd name="T17" fmla="*/ 10 h 134"/>
                  <a:gd name="T18" fmla="*/ 0 w 32"/>
                  <a:gd name="T19" fmla="*/ 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34">
                    <a:moveTo>
                      <a:pt x="0" y="4"/>
                    </a:moveTo>
                    <a:cubicBezTo>
                      <a:pt x="3" y="4"/>
                      <a:pt x="6" y="18"/>
                      <a:pt x="7" y="25"/>
                    </a:cubicBezTo>
                    <a:cubicBezTo>
                      <a:pt x="8" y="33"/>
                      <a:pt x="19" y="38"/>
                      <a:pt x="15" y="55"/>
                    </a:cubicBezTo>
                    <a:cubicBezTo>
                      <a:pt x="11" y="72"/>
                      <a:pt x="13" y="88"/>
                      <a:pt x="7" y="107"/>
                    </a:cubicBezTo>
                    <a:cubicBezTo>
                      <a:pt x="2" y="126"/>
                      <a:pt x="19" y="128"/>
                      <a:pt x="23" y="134"/>
                    </a:cubicBezTo>
                    <a:cubicBezTo>
                      <a:pt x="23" y="134"/>
                      <a:pt x="20" y="125"/>
                      <a:pt x="25" y="117"/>
                    </a:cubicBezTo>
                    <a:cubicBezTo>
                      <a:pt x="32" y="104"/>
                      <a:pt x="32" y="92"/>
                      <a:pt x="32" y="92"/>
                    </a:cubicBezTo>
                    <a:cubicBezTo>
                      <a:pt x="32" y="92"/>
                      <a:pt x="28" y="61"/>
                      <a:pt x="28" y="50"/>
                    </a:cubicBezTo>
                    <a:cubicBezTo>
                      <a:pt x="28" y="38"/>
                      <a:pt x="29" y="20"/>
                      <a:pt x="19" y="10"/>
                    </a:cubicBezTo>
                    <a:cubicBezTo>
                      <a:pt x="9" y="0"/>
                      <a:pt x="0" y="4"/>
                      <a:pt x="0" y="4"/>
                    </a:cubicBezTo>
                    <a:close/>
                  </a:path>
                </a:pathLst>
              </a:custGeom>
              <a:solidFill>
                <a:srgbClr val="471A1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56" name="îṡļïḍê">
                <a:extLst>
                  <a:ext uri="{FF2B5EF4-FFF2-40B4-BE49-F238E27FC236}">
                    <a16:creationId xmlns:a16="http://schemas.microsoft.com/office/drawing/2014/main" id="{2DE9F5F5-8049-4AAB-B0EC-528F35DF472E}"/>
                  </a:ext>
                </a:extLst>
              </p:cNvPr>
              <p:cNvSpPr/>
              <p:nvPr/>
            </p:nvSpPr>
            <p:spPr bwMode="auto">
              <a:xfrm>
                <a:off x="7867650" y="2379663"/>
                <a:ext cx="93663" cy="119063"/>
              </a:xfrm>
              <a:custGeom>
                <a:avLst/>
                <a:gdLst>
                  <a:gd name="T0" fmla="*/ 2 w 17"/>
                  <a:gd name="T1" fmla="*/ 7 h 22"/>
                  <a:gd name="T2" fmla="*/ 12 w 17"/>
                  <a:gd name="T3" fmla="*/ 1 h 22"/>
                  <a:gd name="T4" fmla="*/ 14 w 17"/>
                  <a:gd name="T5" fmla="*/ 13 h 22"/>
                  <a:gd name="T6" fmla="*/ 0 w 17"/>
                  <a:gd name="T7" fmla="*/ 22 h 22"/>
                  <a:gd name="T8" fmla="*/ 2 w 17"/>
                  <a:gd name="T9" fmla="*/ 7 h 22"/>
                </a:gdLst>
                <a:ahLst/>
                <a:cxnLst>
                  <a:cxn ang="0">
                    <a:pos x="T0" y="T1"/>
                  </a:cxn>
                  <a:cxn ang="0">
                    <a:pos x="T2" y="T3"/>
                  </a:cxn>
                  <a:cxn ang="0">
                    <a:pos x="T4" y="T5"/>
                  </a:cxn>
                  <a:cxn ang="0">
                    <a:pos x="T6" y="T7"/>
                  </a:cxn>
                  <a:cxn ang="0">
                    <a:pos x="T8" y="T9"/>
                  </a:cxn>
                </a:cxnLst>
                <a:rect l="0" t="0" r="r" b="b"/>
                <a:pathLst>
                  <a:path w="17" h="22">
                    <a:moveTo>
                      <a:pt x="2" y="7"/>
                    </a:moveTo>
                    <a:cubicBezTo>
                      <a:pt x="2" y="7"/>
                      <a:pt x="8" y="0"/>
                      <a:pt x="12" y="1"/>
                    </a:cubicBezTo>
                    <a:cubicBezTo>
                      <a:pt x="16" y="2"/>
                      <a:pt x="17" y="8"/>
                      <a:pt x="14" y="13"/>
                    </a:cubicBezTo>
                    <a:cubicBezTo>
                      <a:pt x="11" y="18"/>
                      <a:pt x="0" y="22"/>
                      <a:pt x="0" y="22"/>
                    </a:cubicBezTo>
                    <a:lnTo>
                      <a:pt x="2" y="7"/>
                    </a:ln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57" name="îŝľíďê">
                <a:extLst>
                  <a:ext uri="{FF2B5EF4-FFF2-40B4-BE49-F238E27FC236}">
                    <a16:creationId xmlns:a16="http://schemas.microsoft.com/office/drawing/2014/main" id="{B78179C6-2C15-4682-9FBC-4B272F88EE1E}"/>
                  </a:ext>
                </a:extLst>
              </p:cNvPr>
              <p:cNvSpPr/>
              <p:nvPr/>
            </p:nvSpPr>
            <p:spPr bwMode="auto">
              <a:xfrm>
                <a:off x="7616825" y="2216150"/>
                <a:ext cx="185738" cy="152400"/>
              </a:xfrm>
              <a:custGeom>
                <a:avLst/>
                <a:gdLst>
                  <a:gd name="T0" fmla="*/ 34 w 34"/>
                  <a:gd name="T1" fmla="*/ 4 h 28"/>
                  <a:gd name="T2" fmla="*/ 15 w 34"/>
                  <a:gd name="T3" fmla="*/ 21 h 28"/>
                  <a:gd name="T4" fmla="*/ 0 w 34"/>
                  <a:gd name="T5" fmla="*/ 28 h 28"/>
                  <a:gd name="T6" fmla="*/ 3 w 34"/>
                  <a:gd name="T7" fmla="*/ 9 h 28"/>
                  <a:gd name="T8" fmla="*/ 25 w 34"/>
                  <a:gd name="T9" fmla="*/ 0 h 28"/>
                  <a:gd name="T10" fmla="*/ 34 w 34"/>
                  <a:gd name="T11" fmla="*/ 4 h 28"/>
                </a:gdLst>
                <a:ahLst/>
                <a:cxnLst>
                  <a:cxn ang="0">
                    <a:pos x="T0" y="T1"/>
                  </a:cxn>
                  <a:cxn ang="0">
                    <a:pos x="T2" y="T3"/>
                  </a:cxn>
                  <a:cxn ang="0">
                    <a:pos x="T4" y="T5"/>
                  </a:cxn>
                  <a:cxn ang="0">
                    <a:pos x="T6" y="T7"/>
                  </a:cxn>
                  <a:cxn ang="0">
                    <a:pos x="T8" y="T9"/>
                  </a:cxn>
                  <a:cxn ang="0">
                    <a:pos x="T10" y="T11"/>
                  </a:cxn>
                </a:cxnLst>
                <a:rect l="0" t="0" r="r" b="b"/>
                <a:pathLst>
                  <a:path w="34" h="28">
                    <a:moveTo>
                      <a:pt x="34" y="4"/>
                    </a:moveTo>
                    <a:cubicBezTo>
                      <a:pt x="29" y="5"/>
                      <a:pt x="25" y="15"/>
                      <a:pt x="15" y="21"/>
                    </a:cubicBezTo>
                    <a:cubicBezTo>
                      <a:pt x="6" y="27"/>
                      <a:pt x="0" y="28"/>
                      <a:pt x="0" y="28"/>
                    </a:cubicBezTo>
                    <a:cubicBezTo>
                      <a:pt x="3" y="9"/>
                      <a:pt x="3" y="9"/>
                      <a:pt x="3" y="9"/>
                    </a:cubicBezTo>
                    <a:cubicBezTo>
                      <a:pt x="3" y="9"/>
                      <a:pt x="16" y="0"/>
                      <a:pt x="25" y="0"/>
                    </a:cubicBezTo>
                    <a:cubicBezTo>
                      <a:pt x="34" y="1"/>
                      <a:pt x="34" y="4"/>
                      <a:pt x="34" y="4"/>
                    </a:cubicBezTo>
                    <a:close/>
                  </a:path>
                </a:pathLst>
              </a:custGeom>
              <a:solidFill>
                <a:srgbClr val="471A1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58" name="îṡ1íďê">
                <a:extLst>
                  <a:ext uri="{FF2B5EF4-FFF2-40B4-BE49-F238E27FC236}">
                    <a16:creationId xmlns:a16="http://schemas.microsoft.com/office/drawing/2014/main" id="{734A9C8F-BEFA-42AB-81C3-4CC0622B6AE0}"/>
                  </a:ext>
                </a:extLst>
              </p:cNvPr>
              <p:cNvSpPr/>
              <p:nvPr/>
            </p:nvSpPr>
            <p:spPr bwMode="auto">
              <a:xfrm>
                <a:off x="7927975" y="2608263"/>
                <a:ext cx="120650" cy="255588"/>
              </a:xfrm>
              <a:custGeom>
                <a:avLst/>
                <a:gdLst>
                  <a:gd name="T0" fmla="*/ 3 w 22"/>
                  <a:gd name="T1" fmla="*/ 17 h 47"/>
                  <a:gd name="T2" fmla="*/ 5 w 22"/>
                  <a:gd name="T3" fmla="*/ 47 h 47"/>
                  <a:gd name="T4" fmla="*/ 17 w 22"/>
                  <a:gd name="T5" fmla="*/ 23 h 47"/>
                  <a:gd name="T6" fmla="*/ 11 w 22"/>
                  <a:gd name="T7" fmla="*/ 0 h 47"/>
                  <a:gd name="T8" fmla="*/ 3 w 22"/>
                  <a:gd name="T9" fmla="*/ 17 h 47"/>
                </a:gdLst>
                <a:ahLst/>
                <a:cxnLst>
                  <a:cxn ang="0">
                    <a:pos x="T0" y="T1"/>
                  </a:cxn>
                  <a:cxn ang="0">
                    <a:pos x="T2" y="T3"/>
                  </a:cxn>
                  <a:cxn ang="0">
                    <a:pos x="T4" y="T5"/>
                  </a:cxn>
                  <a:cxn ang="0">
                    <a:pos x="T6" y="T7"/>
                  </a:cxn>
                  <a:cxn ang="0">
                    <a:pos x="T8" y="T9"/>
                  </a:cxn>
                </a:cxnLst>
                <a:rect l="0" t="0" r="r" b="b"/>
                <a:pathLst>
                  <a:path w="22" h="47">
                    <a:moveTo>
                      <a:pt x="3" y="17"/>
                    </a:moveTo>
                    <a:cubicBezTo>
                      <a:pt x="0" y="20"/>
                      <a:pt x="3" y="34"/>
                      <a:pt x="5" y="47"/>
                    </a:cubicBezTo>
                    <a:cubicBezTo>
                      <a:pt x="5" y="47"/>
                      <a:pt x="10" y="32"/>
                      <a:pt x="17" y="23"/>
                    </a:cubicBezTo>
                    <a:cubicBezTo>
                      <a:pt x="22" y="17"/>
                      <a:pt x="11" y="0"/>
                      <a:pt x="11" y="0"/>
                    </a:cubicBezTo>
                    <a:lnTo>
                      <a:pt x="3" y="17"/>
                    </a:lnTo>
                    <a:close/>
                  </a:path>
                </a:pathLst>
              </a:custGeom>
              <a:solidFill>
                <a:srgbClr val="471A1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62500" lnSpcReduction="20000"/>
              </a:bodyPr>
              <a:lstStyle/>
              <a:p>
                <a:pPr algn="ctr"/>
                <a:endParaRPr>
                  <a:cs typeface="+mn-ea"/>
                  <a:sym typeface="+mn-lt"/>
                </a:endParaRPr>
              </a:p>
            </p:txBody>
          </p:sp>
          <p:sp>
            <p:nvSpPr>
              <p:cNvPr id="59" name="isḻiḍe">
                <a:extLst>
                  <a:ext uri="{FF2B5EF4-FFF2-40B4-BE49-F238E27FC236}">
                    <a16:creationId xmlns:a16="http://schemas.microsoft.com/office/drawing/2014/main" id="{69E53C7B-92B7-4794-9682-194270865722}"/>
                  </a:ext>
                </a:extLst>
              </p:cNvPr>
              <p:cNvSpPr/>
              <p:nvPr/>
            </p:nvSpPr>
            <p:spPr bwMode="auto">
              <a:xfrm>
                <a:off x="7092950" y="2711450"/>
                <a:ext cx="1074738" cy="808038"/>
              </a:xfrm>
              <a:custGeom>
                <a:avLst/>
                <a:gdLst>
                  <a:gd name="T0" fmla="*/ 190 w 197"/>
                  <a:gd name="T1" fmla="*/ 12 h 148"/>
                  <a:gd name="T2" fmla="*/ 151 w 197"/>
                  <a:gd name="T3" fmla="*/ 39 h 148"/>
                  <a:gd name="T4" fmla="*/ 116 w 197"/>
                  <a:gd name="T5" fmla="*/ 98 h 148"/>
                  <a:gd name="T6" fmla="*/ 50 w 197"/>
                  <a:gd name="T7" fmla="*/ 131 h 148"/>
                  <a:gd name="T8" fmla="*/ 27 w 197"/>
                  <a:gd name="T9" fmla="*/ 123 h 148"/>
                  <a:gd name="T10" fmla="*/ 16 w 197"/>
                  <a:gd name="T11" fmla="*/ 120 h 148"/>
                  <a:gd name="T12" fmla="*/ 16 w 197"/>
                  <a:gd name="T13" fmla="*/ 125 h 148"/>
                  <a:gd name="T14" fmla="*/ 20 w 197"/>
                  <a:gd name="T15" fmla="*/ 128 h 148"/>
                  <a:gd name="T16" fmla="*/ 22 w 197"/>
                  <a:gd name="T17" fmla="*/ 131 h 148"/>
                  <a:gd name="T18" fmla="*/ 7 w 197"/>
                  <a:gd name="T19" fmla="*/ 131 h 148"/>
                  <a:gd name="T20" fmla="*/ 0 w 197"/>
                  <a:gd name="T21" fmla="*/ 129 h 148"/>
                  <a:gd name="T22" fmla="*/ 1 w 197"/>
                  <a:gd name="T23" fmla="*/ 137 h 148"/>
                  <a:gd name="T24" fmla="*/ 4 w 197"/>
                  <a:gd name="T25" fmla="*/ 139 h 148"/>
                  <a:gd name="T26" fmla="*/ 5 w 197"/>
                  <a:gd name="T27" fmla="*/ 142 h 148"/>
                  <a:gd name="T28" fmla="*/ 11 w 197"/>
                  <a:gd name="T29" fmla="*/ 144 h 148"/>
                  <a:gd name="T30" fmla="*/ 14 w 197"/>
                  <a:gd name="T31" fmla="*/ 147 h 148"/>
                  <a:gd name="T32" fmla="*/ 31 w 197"/>
                  <a:gd name="T33" fmla="*/ 148 h 148"/>
                  <a:gd name="T34" fmla="*/ 57 w 197"/>
                  <a:gd name="T35" fmla="*/ 147 h 148"/>
                  <a:gd name="T36" fmla="*/ 130 w 197"/>
                  <a:gd name="T37" fmla="*/ 128 h 148"/>
                  <a:gd name="T38" fmla="*/ 186 w 197"/>
                  <a:gd name="T39" fmla="*/ 54 h 148"/>
                  <a:gd name="T40" fmla="*/ 190 w 197"/>
                  <a:gd name="T41" fmla="*/ 1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7" h="148">
                    <a:moveTo>
                      <a:pt x="190" y="12"/>
                    </a:moveTo>
                    <a:cubicBezTo>
                      <a:pt x="181" y="0"/>
                      <a:pt x="168" y="9"/>
                      <a:pt x="151" y="39"/>
                    </a:cubicBezTo>
                    <a:cubicBezTo>
                      <a:pt x="135" y="68"/>
                      <a:pt x="116" y="98"/>
                      <a:pt x="116" y="98"/>
                    </a:cubicBezTo>
                    <a:cubicBezTo>
                      <a:pt x="116" y="98"/>
                      <a:pt x="60" y="132"/>
                      <a:pt x="50" y="131"/>
                    </a:cubicBezTo>
                    <a:cubicBezTo>
                      <a:pt x="39" y="129"/>
                      <a:pt x="31" y="126"/>
                      <a:pt x="27" y="123"/>
                    </a:cubicBezTo>
                    <a:cubicBezTo>
                      <a:pt x="23" y="121"/>
                      <a:pt x="16" y="120"/>
                      <a:pt x="16" y="120"/>
                    </a:cubicBezTo>
                    <a:cubicBezTo>
                      <a:pt x="16" y="125"/>
                      <a:pt x="16" y="125"/>
                      <a:pt x="16" y="125"/>
                    </a:cubicBezTo>
                    <a:cubicBezTo>
                      <a:pt x="16" y="125"/>
                      <a:pt x="18" y="126"/>
                      <a:pt x="20" y="128"/>
                    </a:cubicBezTo>
                    <a:cubicBezTo>
                      <a:pt x="21" y="129"/>
                      <a:pt x="23" y="131"/>
                      <a:pt x="22" y="131"/>
                    </a:cubicBezTo>
                    <a:cubicBezTo>
                      <a:pt x="21" y="131"/>
                      <a:pt x="11" y="132"/>
                      <a:pt x="7" y="131"/>
                    </a:cubicBezTo>
                    <a:cubicBezTo>
                      <a:pt x="4" y="129"/>
                      <a:pt x="0" y="129"/>
                      <a:pt x="0" y="129"/>
                    </a:cubicBezTo>
                    <a:cubicBezTo>
                      <a:pt x="1" y="137"/>
                      <a:pt x="1" y="137"/>
                      <a:pt x="1" y="137"/>
                    </a:cubicBezTo>
                    <a:cubicBezTo>
                      <a:pt x="4" y="139"/>
                      <a:pt x="4" y="139"/>
                      <a:pt x="4" y="139"/>
                    </a:cubicBezTo>
                    <a:cubicBezTo>
                      <a:pt x="5" y="142"/>
                      <a:pt x="5" y="142"/>
                      <a:pt x="5" y="142"/>
                    </a:cubicBezTo>
                    <a:cubicBezTo>
                      <a:pt x="11" y="144"/>
                      <a:pt x="11" y="144"/>
                      <a:pt x="11" y="144"/>
                    </a:cubicBezTo>
                    <a:cubicBezTo>
                      <a:pt x="14" y="147"/>
                      <a:pt x="14" y="147"/>
                      <a:pt x="14" y="147"/>
                    </a:cubicBezTo>
                    <a:cubicBezTo>
                      <a:pt x="14" y="147"/>
                      <a:pt x="24" y="148"/>
                      <a:pt x="31" y="148"/>
                    </a:cubicBezTo>
                    <a:cubicBezTo>
                      <a:pt x="39" y="148"/>
                      <a:pt x="47" y="146"/>
                      <a:pt x="57" y="147"/>
                    </a:cubicBezTo>
                    <a:cubicBezTo>
                      <a:pt x="67" y="147"/>
                      <a:pt x="125" y="129"/>
                      <a:pt x="130" y="128"/>
                    </a:cubicBezTo>
                    <a:cubicBezTo>
                      <a:pt x="134" y="126"/>
                      <a:pt x="179" y="67"/>
                      <a:pt x="186" y="54"/>
                    </a:cubicBezTo>
                    <a:cubicBezTo>
                      <a:pt x="193" y="41"/>
                      <a:pt x="197" y="19"/>
                      <a:pt x="190" y="12"/>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60" name="iŝ1ïḍé">
                <a:extLst>
                  <a:ext uri="{FF2B5EF4-FFF2-40B4-BE49-F238E27FC236}">
                    <a16:creationId xmlns:a16="http://schemas.microsoft.com/office/drawing/2014/main" id="{F4899E45-6DEA-4E11-A2D4-AD7662DE12E7}"/>
                  </a:ext>
                </a:extLst>
              </p:cNvPr>
              <p:cNvSpPr/>
              <p:nvPr/>
            </p:nvSpPr>
            <p:spPr bwMode="auto">
              <a:xfrm>
                <a:off x="7616825" y="2711450"/>
                <a:ext cx="550863" cy="752475"/>
              </a:xfrm>
              <a:custGeom>
                <a:avLst/>
                <a:gdLst>
                  <a:gd name="T0" fmla="*/ 34 w 101"/>
                  <a:gd name="T1" fmla="*/ 128 h 138"/>
                  <a:gd name="T2" fmla="*/ 14 w 101"/>
                  <a:gd name="T3" fmla="*/ 138 h 138"/>
                  <a:gd name="T4" fmla="*/ 0 w 101"/>
                  <a:gd name="T5" fmla="*/ 109 h 138"/>
                  <a:gd name="T6" fmla="*/ 20 w 101"/>
                  <a:gd name="T7" fmla="*/ 98 h 138"/>
                  <a:gd name="T8" fmla="*/ 55 w 101"/>
                  <a:gd name="T9" fmla="*/ 39 h 138"/>
                  <a:gd name="T10" fmla="*/ 94 w 101"/>
                  <a:gd name="T11" fmla="*/ 12 h 138"/>
                  <a:gd name="T12" fmla="*/ 90 w 101"/>
                  <a:gd name="T13" fmla="*/ 54 h 138"/>
                  <a:gd name="T14" fmla="*/ 34 w 101"/>
                  <a:gd name="T15" fmla="*/ 128 h 1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138">
                    <a:moveTo>
                      <a:pt x="34" y="128"/>
                    </a:moveTo>
                    <a:cubicBezTo>
                      <a:pt x="32" y="128"/>
                      <a:pt x="22" y="135"/>
                      <a:pt x="14" y="138"/>
                    </a:cubicBezTo>
                    <a:cubicBezTo>
                      <a:pt x="8" y="130"/>
                      <a:pt x="6" y="117"/>
                      <a:pt x="0" y="109"/>
                    </a:cubicBezTo>
                    <a:cubicBezTo>
                      <a:pt x="12" y="103"/>
                      <a:pt x="20" y="98"/>
                      <a:pt x="20" y="98"/>
                    </a:cubicBezTo>
                    <a:cubicBezTo>
                      <a:pt x="20" y="98"/>
                      <a:pt x="39" y="68"/>
                      <a:pt x="55" y="39"/>
                    </a:cubicBezTo>
                    <a:cubicBezTo>
                      <a:pt x="72" y="9"/>
                      <a:pt x="85" y="0"/>
                      <a:pt x="94" y="12"/>
                    </a:cubicBezTo>
                    <a:cubicBezTo>
                      <a:pt x="101" y="19"/>
                      <a:pt x="97" y="41"/>
                      <a:pt x="90" y="54"/>
                    </a:cubicBezTo>
                    <a:cubicBezTo>
                      <a:pt x="83" y="67"/>
                      <a:pt x="38" y="126"/>
                      <a:pt x="34" y="128"/>
                    </a:cubicBezTo>
                    <a:close/>
                  </a:path>
                </a:pathLst>
              </a:custGeom>
              <a:solidFill>
                <a:srgbClr val="8868F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61" name="îşļîďe">
                <a:extLst>
                  <a:ext uri="{FF2B5EF4-FFF2-40B4-BE49-F238E27FC236}">
                    <a16:creationId xmlns:a16="http://schemas.microsoft.com/office/drawing/2014/main" id="{0101528B-3C5F-4FBA-8245-BD31381EE6B0}"/>
                  </a:ext>
                </a:extLst>
              </p:cNvPr>
              <p:cNvSpPr/>
              <p:nvPr/>
            </p:nvSpPr>
            <p:spPr bwMode="auto">
              <a:xfrm>
                <a:off x="7556500" y="3289300"/>
                <a:ext cx="163513" cy="192088"/>
              </a:xfrm>
              <a:custGeom>
                <a:avLst/>
                <a:gdLst>
                  <a:gd name="T0" fmla="*/ 17 w 30"/>
                  <a:gd name="T1" fmla="*/ 0 h 35"/>
                  <a:gd name="T2" fmla="*/ 30 w 30"/>
                  <a:gd name="T3" fmla="*/ 30 h 35"/>
                  <a:gd name="T4" fmla="*/ 13 w 30"/>
                  <a:gd name="T5" fmla="*/ 35 h 35"/>
                  <a:gd name="T6" fmla="*/ 0 w 30"/>
                  <a:gd name="T7" fmla="*/ 8 h 35"/>
                  <a:gd name="T8" fmla="*/ 17 w 30"/>
                  <a:gd name="T9" fmla="*/ 0 h 35"/>
                </a:gdLst>
                <a:ahLst/>
                <a:cxnLst>
                  <a:cxn ang="0">
                    <a:pos x="T0" y="T1"/>
                  </a:cxn>
                  <a:cxn ang="0">
                    <a:pos x="T2" y="T3"/>
                  </a:cxn>
                  <a:cxn ang="0">
                    <a:pos x="T4" y="T5"/>
                  </a:cxn>
                  <a:cxn ang="0">
                    <a:pos x="T6" y="T7"/>
                  </a:cxn>
                  <a:cxn ang="0">
                    <a:pos x="T8" y="T9"/>
                  </a:cxn>
                </a:cxnLst>
                <a:rect l="0" t="0" r="r" b="b"/>
                <a:pathLst>
                  <a:path w="30" h="35">
                    <a:moveTo>
                      <a:pt x="17" y="0"/>
                    </a:moveTo>
                    <a:cubicBezTo>
                      <a:pt x="19" y="5"/>
                      <a:pt x="30" y="30"/>
                      <a:pt x="30" y="30"/>
                    </a:cubicBezTo>
                    <a:cubicBezTo>
                      <a:pt x="13" y="35"/>
                      <a:pt x="13" y="35"/>
                      <a:pt x="13" y="35"/>
                    </a:cubicBezTo>
                    <a:cubicBezTo>
                      <a:pt x="0" y="8"/>
                      <a:pt x="0" y="8"/>
                      <a:pt x="0" y="8"/>
                    </a:cubicBezTo>
                    <a:lnTo>
                      <a:pt x="17" y="0"/>
                    </a:lnTo>
                    <a:close/>
                  </a:path>
                </a:pathLst>
              </a:custGeom>
              <a:solidFill>
                <a:srgbClr val="6640D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32500" lnSpcReduction="20000"/>
              </a:bodyPr>
              <a:lstStyle/>
              <a:p>
                <a:pPr algn="ctr"/>
                <a:endParaRPr>
                  <a:cs typeface="+mn-ea"/>
                  <a:sym typeface="+mn-lt"/>
                </a:endParaRPr>
              </a:p>
            </p:txBody>
          </p:sp>
          <p:sp>
            <p:nvSpPr>
              <p:cNvPr id="62" name="íṣ1îḋè">
                <a:extLst>
                  <a:ext uri="{FF2B5EF4-FFF2-40B4-BE49-F238E27FC236}">
                    <a16:creationId xmlns:a16="http://schemas.microsoft.com/office/drawing/2014/main" id="{50FEDEB1-CAB6-4367-86E5-1578EFBB6739}"/>
                  </a:ext>
                </a:extLst>
              </p:cNvPr>
              <p:cNvSpPr/>
              <p:nvPr/>
            </p:nvSpPr>
            <p:spPr bwMode="auto">
              <a:xfrm>
                <a:off x="7627938" y="2379663"/>
                <a:ext cx="246063" cy="92075"/>
              </a:xfrm>
              <a:custGeom>
                <a:avLst/>
                <a:gdLst>
                  <a:gd name="T0" fmla="*/ 45 w 45"/>
                  <a:gd name="T1" fmla="*/ 1 h 17"/>
                  <a:gd name="T2" fmla="*/ 37 w 45"/>
                  <a:gd name="T3" fmla="*/ 0 h 17"/>
                  <a:gd name="T4" fmla="*/ 23 w 45"/>
                  <a:gd name="T5" fmla="*/ 1 h 17"/>
                  <a:gd name="T6" fmla="*/ 20 w 45"/>
                  <a:gd name="T7" fmla="*/ 2 h 17"/>
                  <a:gd name="T8" fmla="*/ 17 w 45"/>
                  <a:gd name="T9" fmla="*/ 1 h 17"/>
                  <a:gd name="T10" fmla="*/ 7 w 45"/>
                  <a:gd name="T11" fmla="*/ 0 h 17"/>
                  <a:gd name="T12" fmla="*/ 0 w 45"/>
                  <a:gd name="T13" fmla="*/ 1 h 17"/>
                  <a:gd name="T14" fmla="*/ 1 w 45"/>
                  <a:gd name="T15" fmla="*/ 5 h 17"/>
                  <a:gd name="T16" fmla="*/ 3 w 45"/>
                  <a:gd name="T17" fmla="*/ 11 h 17"/>
                  <a:gd name="T18" fmla="*/ 11 w 45"/>
                  <a:gd name="T19" fmla="*/ 16 h 17"/>
                  <a:gd name="T20" fmla="*/ 18 w 45"/>
                  <a:gd name="T21" fmla="*/ 8 h 17"/>
                  <a:gd name="T22" fmla="*/ 20 w 45"/>
                  <a:gd name="T23" fmla="*/ 5 h 17"/>
                  <a:gd name="T24" fmla="*/ 22 w 45"/>
                  <a:gd name="T25" fmla="*/ 8 h 17"/>
                  <a:gd name="T26" fmla="*/ 28 w 45"/>
                  <a:gd name="T27" fmla="*/ 16 h 17"/>
                  <a:gd name="T28" fmla="*/ 40 w 45"/>
                  <a:gd name="T29" fmla="*/ 11 h 17"/>
                  <a:gd name="T30" fmla="*/ 43 w 45"/>
                  <a:gd name="T31" fmla="*/ 5 h 17"/>
                  <a:gd name="T32" fmla="*/ 45 w 45"/>
                  <a:gd name="T33" fmla="*/ 4 h 17"/>
                  <a:gd name="T34" fmla="*/ 45 w 45"/>
                  <a:gd name="T35" fmla="*/ 1 h 17"/>
                  <a:gd name="T36" fmla="*/ 16 w 45"/>
                  <a:gd name="T37" fmla="*/ 10 h 17"/>
                  <a:gd name="T38" fmla="*/ 10 w 45"/>
                  <a:gd name="T39" fmla="*/ 15 h 17"/>
                  <a:gd name="T40" fmla="*/ 4 w 45"/>
                  <a:gd name="T41" fmla="*/ 9 h 17"/>
                  <a:gd name="T42" fmla="*/ 4 w 45"/>
                  <a:gd name="T43" fmla="*/ 2 h 17"/>
                  <a:gd name="T44" fmla="*/ 10 w 45"/>
                  <a:gd name="T45" fmla="*/ 2 h 17"/>
                  <a:gd name="T46" fmla="*/ 16 w 45"/>
                  <a:gd name="T47" fmla="*/ 4 h 17"/>
                  <a:gd name="T48" fmla="*/ 16 w 45"/>
                  <a:gd name="T49" fmla="*/ 10 h 17"/>
                  <a:gd name="T50" fmla="*/ 40 w 45"/>
                  <a:gd name="T51" fmla="*/ 9 h 17"/>
                  <a:gd name="T52" fmla="*/ 32 w 45"/>
                  <a:gd name="T53" fmla="*/ 15 h 17"/>
                  <a:gd name="T54" fmla="*/ 24 w 45"/>
                  <a:gd name="T55" fmla="*/ 10 h 17"/>
                  <a:gd name="T56" fmla="*/ 24 w 45"/>
                  <a:gd name="T57" fmla="*/ 4 h 17"/>
                  <a:gd name="T58" fmla="*/ 30 w 45"/>
                  <a:gd name="T59" fmla="*/ 2 h 17"/>
                  <a:gd name="T60" fmla="*/ 40 w 45"/>
                  <a:gd name="T61" fmla="*/ 2 h 17"/>
                  <a:gd name="T62" fmla="*/ 40 w 45"/>
                  <a:gd name="T63"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5" h="17">
                    <a:moveTo>
                      <a:pt x="45" y="1"/>
                    </a:moveTo>
                    <a:cubicBezTo>
                      <a:pt x="45" y="0"/>
                      <a:pt x="40" y="0"/>
                      <a:pt x="37" y="0"/>
                    </a:cubicBezTo>
                    <a:cubicBezTo>
                      <a:pt x="34" y="0"/>
                      <a:pt x="25" y="0"/>
                      <a:pt x="23" y="1"/>
                    </a:cubicBezTo>
                    <a:cubicBezTo>
                      <a:pt x="21" y="2"/>
                      <a:pt x="21" y="2"/>
                      <a:pt x="20" y="2"/>
                    </a:cubicBezTo>
                    <a:cubicBezTo>
                      <a:pt x="19" y="2"/>
                      <a:pt x="19" y="2"/>
                      <a:pt x="17" y="1"/>
                    </a:cubicBezTo>
                    <a:cubicBezTo>
                      <a:pt x="15" y="0"/>
                      <a:pt x="10" y="0"/>
                      <a:pt x="7" y="0"/>
                    </a:cubicBezTo>
                    <a:cubicBezTo>
                      <a:pt x="4" y="0"/>
                      <a:pt x="0" y="0"/>
                      <a:pt x="0" y="1"/>
                    </a:cubicBezTo>
                    <a:cubicBezTo>
                      <a:pt x="0" y="2"/>
                      <a:pt x="0" y="5"/>
                      <a:pt x="1" y="5"/>
                    </a:cubicBezTo>
                    <a:cubicBezTo>
                      <a:pt x="2" y="6"/>
                      <a:pt x="2" y="6"/>
                      <a:pt x="3" y="11"/>
                    </a:cubicBezTo>
                    <a:cubicBezTo>
                      <a:pt x="4" y="14"/>
                      <a:pt x="6" y="16"/>
                      <a:pt x="11" y="16"/>
                    </a:cubicBezTo>
                    <a:cubicBezTo>
                      <a:pt x="16" y="15"/>
                      <a:pt x="17" y="10"/>
                      <a:pt x="18" y="8"/>
                    </a:cubicBezTo>
                    <a:cubicBezTo>
                      <a:pt x="19" y="5"/>
                      <a:pt x="19" y="5"/>
                      <a:pt x="20" y="5"/>
                    </a:cubicBezTo>
                    <a:cubicBezTo>
                      <a:pt x="21" y="5"/>
                      <a:pt x="21" y="5"/>
                      <a:pt x="22" y="8"/>
                    </a:cubicBezTo>
                    <a:cubicBezTo>
                      <a:pt x="23" y="10"/>
                      <a:pt x="23" y="15"/>
                      <a:pt x="28" y="16"/>
                    </a:cubicBezTo>
                    <a:cubicBezTo>
                      <a:pt x="35" y="17"/>
                      <a:pt x="39" y="15"/>
                      <a:pt x="40" y="11"/>
                    </a:cubicBezTo>
                    <a:cubicBezTo>
                      <a:pt x="43" y="6"/>
                      <a:pt x="42" y="6"/>
                      <a:pt x="43" y="5"/>
                    </a:cubicBezTo>
                    <a:cubicBezTo>
                      <a:pt x="43" y="5"/>
                      <a:pt x="45" y="5"/>
                      <a:pt x="45" y="4"/>
                    </a:cubicBezTo>
                    <a:cubicBezTo>
                      <a:pt x="45" y="3"/>
                      <a:pt x="45" y="2"/>
                      <a:pt x="45" y="1"/>
                    </a:cubicBezTo>
                    <a:close/>
                    <a:moveTo>
                      <a:pt x="16" y="10"/>
                    </a:moveTo>
                    <a:cubicBezTo>
                      <a:pt x="15" y="12"/>
                      <a:pt x="13" y="15"/>
                      <a:pt x="10" y="15"/>
                    </a:cubicBezTo>
                    <a:cubicBezTo>
                      <a:pt x="7" y="15"/>
                      <a:pt x="5" y="13"/>
                      <a:pt x="4" y="9"/>
                    </a:cubicBezTo>
                    <a:cubicBezTo>
                      <a:pt x="3" y="6"/>
                      <a:pt x="3" y="3"/>
                      <a:pt x="4" y="2"/>
                    </a:cubicBezTo>
                    <a:cubicBezTo>
                      <a:pt x="5" y="2"/>
                      <a:pt x="6" y="2"/>
                      <a:pt x="10" y="2"/>
                    </a:cubicBezTo>
                    <a:cubicBezTo>
                      <a:pt x="15" y="2"/>
                      <a:pt x="16" y="2"/>
                      <a:pt x="16" y="4"/>
                    </a:cubicBezTo>
                    <a:cubicBezTo>
                      <a:pt x="17" y="5"/>
                      <a:pt x="17" y="7"/>
                      <a:pt x="16" y="10"/>
                    </a:cubicBezTo>
                    <a:close/>
                    <a:moveTo>
                      <a:pt x="40" y="9"/>
                    </a:moveTo>
                    <a:cubicBezTo>
                      <a:pt x="39" y="13"/>
                      <a:pt x="37" y="15"/>
                      <a:pt x="32" y="15"/>
                    </a:cubicBezTo>
                    <a:cubicBezTo>
                      <a:pt x="26" y="15"/>
                      <a:pt x="25" y="12"/>
                      <a:pt x="24" y="10"/>
                    </a:cubicBezTo>
                    <a:cubicBezTo>
                      <a:pt x="24" y="7"/>
                      <a:pt x="24" y="5"/>
                      <a:pt x="24" y="4"/>
                    </a:cubicBezTo>
                    <a:cubicBezTo>
                      <a:pt x="24" y="2"/>
                      <a:pt x="25" y="2"/>
                      <a:pt x="30" y="2"/>
                    </a:cubicBezTo>
                    <a:cubicBezTo>
                      <a:pt x="34" y="2"/>
                      <a:pt x="39" y="2"/>
                      <a:pt x="40" y="2"/>
                    </a:cubicBezTo>
                    <a:cubicBezTo>
                      <a:pt x="41" y="3"/>
                      <a:pt x="41" y="6"/>
                      <a:pt x="40" y="9"/>
                    </a:cubicBezTo>
                    <a:close/>
                  </a:path>
                </a:pathLst>
              </a:custGeom>
              <a:solidFill>
                <a:srgbClr val="FF5E6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63" name="ïsḷiḋê">
                <a:extLst>
                  <a:ext uri="{FF2B5EF4-FFF2-40B4-BE49-F238E27FC236}">
                    <a16:creationId xmlns:a16="http://schemas.microsoft.com/office/drawing/2014/main" id="{1FF4B88B-8065-48FC-8DD4-69C5B41A7CAD}"/>
                  </a:ext>
                </a:extLst>
              </p:cNvPr>
              <p:cNvSpPr/>
              <p:nvPr/>
            </p:nvSpPr>
            <p:spPr bwMode="auto">
              <a:xfrm>
                <a:off x="5967413" y="5072063"/>
                <a:ext cx="65088" cy="496888"/>
              </a:xfrm>
              <a:prstGeom prst="rect">
                <a:avLst/>
              </a:prstGeom>
              <a:solidFill>
                <a:srgbClr val="A6AEB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a:cs typeface="+mn-ea"/>
                  <a:sym typeface="+mn-lt"/>
                </a:endParaRPr>
              </a:p>
            </p:txBody>
          </p:sp>
          <p:sp>
            <p:nvSpPr>
              <p:cNvPr id="64" name="îṥľíḓè">
                <a:extLst>
                  <a:ext uri="{FF2B5EF4-FFF2-40B4-BE49-F238E27FC236}">
                    <a16:creationId xmlns:a16="http://schemas.microsoft.com/office/drawing/2014/main" id="{97846C1E-171B-4174-84CF-28E10CBDA361}"/>
                  </a:ext>
                </a:extLst>
              </p:cNvPr>
              <p:cNvSpPr/>
              <p:nvPr/>
            </p:nvSpPr>
            <p:spPr bwMode="auto">
              <a:xfrm>
                <a:off x="5951538" y="4979988"/>
                <a:ext cx="103188" cy="92075"/>
              </a:xfrm>
              <a:prstGeom prst="rect">
                <a:avLst/>
              </a:prstGeom>
              <a:solidFill>
                <a:srgbClr val="D2DCE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65" name="ïṥḻîḑé">
                <a:extLst>
                  <a:ext uri="{FF2B5EF4-FFF2-40B4-BE49-F238E27FC236}">
                    <a16:creationId xmlns:a16="http://schemas.microsoft.com/office/drawing/2014/main" id="{7825911F-420C-4C7B-8307-E5E7BCA995CE}"/>
                  </a:ext>
                </a:extLst>
              </p:cNvPr>
              <p:cNvSpPr/>
              <p:nvPr/>
            </p:nvSpPr>
            <p:spPr bwMode="auto">
              <a:xfrm>
                <a:off x="5962650" y="5329238"/>
                <a:ext cx="76200" cy="190500"/>
              </a:xfrm>
              <a:prstGeom prst="rect">
                <a:avLst/>
              </a:prstGeom>
              <a:solidFill>
                <a:srgbClr val="D2DCE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32500" lnSpcReduction="20000"/>
              </a:bodyPr>
              <a:lstStyle/>
              <a:p>
                <a:pPr algn="ctr"/>
                <a:endParaRPr>
                  <a:cs typeface="+mn-ea"/>
                  <a:sym typeface="+mn-lt"/>
                </a:endParaRPr>
              </a:p>
            </p:txBody>
          </p:sp>
          <p:sp>
            <p:nvSpPr>
              <p:cNvPr id="66" name="îṣlïḓê">
                <a:extLst>
                  <a:ext uri="{FF2B5EF4-FFF2-40B4-BE49-F238E27FC236}">
                    <a16:creationId xmlns:a16="http://schemas.microsoft.com/office/drawing/2014/main" id="{501CC82E-C97D-418E-AC67-528DABC7B60A}"/>
                  </a:ext>
                </a:extLst>
              </p:cNvPr>
              <p:cNvSpPr/>
              <p:nvPr/>
            </p:nvSpPr>
            <p:spPr bwMode="auto">
              <a:xfrm>
                <a:off x="5951538" y="5519738"/>
                <a:ext cx="103188" cy="92075"/>
              </a:xfrm>
              <a:prstGeom prst="rect">
                <a:avLst/>
              </a:prstGeom>
              <a:solidFill>
                <a:srgbClr val="D2DCE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67" name="iSľïdè">
                <a:extLst>
                  <a:ext uri="{FF2B5EF4-FFF2-40B4-BE49-F238E27FC236}">
                    <a16:creationId xmlns:a16="http://schemas.microsoft.com/office/drawing/2014/main" id="{9BF3D84B-E221-43C9-8984-C94A92F19C19}"/>
                  </a:ext>
                </a:extLst>
              </p:cNvPr>
              <p:cNvSpPr/>
              <p:nvPr/>
            </p:nvSpPr>
            <p:spPr bwMode="auto">
              <a:xfrm>
                <a:off x="5880100" y="4810125"/>
                <a:ext cx="246063" cy="169863"/>
              </a:xfrm>
              <a:prstGeom prst="rect">
                <a:avLst/>
              </a:prstGeom>
              <a:solidFill>
                <a:srgbClr val="A6AEB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68" name="ïṡḻíḍè">
                <a:extLst>
                  <a:ext uri="{FF2B5EF4-FFF2-40B4-BE49-F238E27FC236}">
                    <a16:creationId xmlns:a16="http://schemas.microsoft.com/office/drawing/2014/main" id="{63EAC7AB-F127-4BA7-97B2-7E9B5517D6EE}"/>
                  </a:ext>
                </a:extLst>
              </p:cNvPr>
              <p:cNvSpPr/>
              <p:nvPr/>
            </p:nvSpPr>
            <p:spPr bwMode="auto">
              <a:xfrm>
                <a:off x="5667375" y="4762500"/>
                <a:ext cx="693738" cy="123825"/>
              </a:xfrm>
              <a:custGeom>
                <a:avLst/>
                <a:gdLst>
                  <a:gd name="T0" fmla="*/ 3 w 127"/>
                  <a:gd name="T1" fmla="*/ 23 h 23"/>
                  <a:gd name="T2" fmla="*/ 124 w 127"/>
                  <a:gd name="T3" fmla="*/ 23 h 23"/>
                  <a:gd name="T4" fmla="*/ 127 w 127"/>
                  <a:gd name="T5" fmla="*/ 21 h 23"/>
                  <a:gd name="T6" fmla="*/ 127 w 127"/>
                  <a:gd name="T7" fmla="*/ 2 h 23"/>
                  <a:gd name="T8" fmla="*/ 124 w 127"/>
                  <a:gd name="T9" fmla="*/ 0 h 23"/>
                  <a:gd name="T10" fmla="*/ 3 w 127"/>
                  <a:gd name="T11" fmla="*/ 0 h 23"/>
                  <a:gd name="T12" fmla="*/ 0 w 127"/>
                  <a:gd name="T13" fmla="*/ 2 h 23"/>
                  <a:gd name="T14" fmla="*/ 0 w 127"/>
                  <a:gd name="T15" fmla="*/ 21 h 23"/>
                  <a:gd name="T16" fmla="*/ 3 w 127"/>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23">
                    <a:moveTo>
                      <a:pt x="3" y="23"/>
                    </a:moveTo>
                    <a:cubicBezTo>
                      <a:pt x="124" y="23"/>
                      <a:pt x="124" y="23"/>
                      <a:pt x="124" y="23"/>
                    </a:cubicBezTo>
                    <a:cubicBezTo>
                      <a:pt x="126" y="23"/>
                      <a:pt x="127" y="22"/>
                      <a:pt x="127" y="21"/>
                    </a:cubicBezTo>
                    <a:cubicBezTo>
                      <a:pt x="127" y="2"/>
                      <a:pt x="127" y="2"/>
                      <a:pt x="127" y="2"/>
                    </a:cubicBezTo>
                    <a:cubicBezTo>
                      <a:pt x="127" y="1"/>
                      <a:pt x="126" y="0"/>
                      <a:pt x="124" y="0"/>
                    </a:cubicBezTo>
                    <a:cubicBezTo>
                      <a:pt x="3" y="0"/>
                      <a:pt x="3" y="0"/>
                      <a:pt x="3" y="0"/>
                    </a:cubicBezTo>
                    <a:cubicBezTo>
                      <a:pt x="1" y="0"/>
                      <a:pt x="0" y="1"/>
                      <a:pt x="0" y="2"/>
                    </a:cubicBezTo>
                    <a:cubicBezTo>
                      <a:pt x="0" y="21"/>
                      <a:pt x="0" y="21"/>
                      <a:pt x="0" y="21"/>
                    </a:cubicBezTo>
                    <a:cubicBezTo>
                      <a:pt x="0" y="22"/>
                      <a:pt x="1" y="23"/>
                      <a:pt x="3" y="23"/>
                    </a:cubicBezTo>
                    <a:close/>
                  </a:path>
                </a:pathLst>
              </a:cu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69" name="í$ľiḍê">
                <a:extLst>
                  <a:ext uri="{FF2B5EF4-FFF2-40B4-BE49-F238E27FC236}">
                    <a16:creationId xmlns:a16="http://schemas.microsoft.com/office/drawing/2014/main" id="{FB5F2AA7-FCCF-4BEC-BE42-0B41CFF52D51}"/>
                  </a:ext>
                </a:extLst>
              </p:cNvPr>
              <p:cNvSpPr/>
              <p:nvPr/>
            </p:nvSpPr>
            <p:spPr bwMode="auto">
              <a:xfrm>
                <a:off x="5727700" y="5530850"/>
                <a:ext cx="223838" cy="163513"/>
              </a:xfrm>
              <a:custGeom>
                <a:avLst/>
                <a:gdLst>
                  <a:gd name="T0" fmla="*/ 17 w 141"/>
                  <a:gd name="T1" fmla="*/ 103 h 103"/>
                  <a:gd name="T2" fmla="*/ 141 w 141"/>
                  <a:gd name="T3" fmla="*/ 44 h 103"/>
                  <a:gd name="T4" fmla="*/ 141 w 141"/>
                  <a:gd name="T5" fmla="*/ 0 h 103"/>
                  <a:gd name="T6" fmla="*/ 0 w 141"/>
                  <a:gd name="T7" fmla="*/ 92 h 103"/>
                  <a:gd name="T8" fmla="*/ 17 w 141"/>
                  <a:gd name="T9" fmla="*/ 103 h 103"/>
                </a:gdLst>
                <a:ahLst/>
                <a:cxnLst>
                  <a:cxn ang="0">
                    <a:pos x="T0" y="T1"/>
                  </a:cxn>
                  <a:cxn ang="0">
                    <a:pos x="T2" y="T3"/>
                  </a:cxn>
                  <a:cxn ang="0">
                    <a:pos x="T4" y="T5"/>
                  </a:cxn>
                  <a:cxn ang="0">
                    <a:pos x="T6" y="T7"/>
                  </a:cxn>
                  <a:cxn ang="0">
                    <a:pos x="T8" y="T9"/>
                  </a:cxn>
                </a:cxnLst>
                <a:rect l="0" t="0" r="r" b="b"/>
                <a:pathLst>
                  <a:path w="141" h="103">
                    <a:moveTo>
                      <a:pt x="17" y="103"/>
                    </a:moveTo>
                    <a:lnTo>
                      <a:pt x="141" y="44"/>
                    </a:lnTo>
                    <a:lnTo>
                      <a:pt x="141" y="0"/>
                    </a:lnTo>
                    <a:lnTo>
                      <a:pt x="0" y="92"/>
                    </a:lnTo>
                    <a:lnTo>
                      <a:pt x="17" y="103"/>
                    </a:lnTo>
                    <a:close/>
                  </a:path>
                </a:pathLst>
              </a:cu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70" name="iṡlíḑè">
                <a:extLst>
                  <a:ext uri="{FF2B5EF4-FFF2-40B4-BE49-F238E27FC236}">
                    <a16:creationId xmlns:a16="http://schemas.microsoft.com/office/drawing/2014/main" id="{F636A2C9-2A1B-43DD-B921-2CCFE3A125A7}"/>
                  </a:ext>
                </a:extLst>
              </p:cNvPr>
              <p:cNvSpPr/>
              <p:nvPr/>
            </p:nvSpPr>
            <p:spPr bwMode="auto">
              <a:xfrm>
                <a:off x="5683250" y="5672138"/>
                <a:ext cx="93663" cy="87313"/>
              </a:xfrm>
              <a:prstGeom prst="ellipse">
                <a:avLst/>
              </a:pr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71" name="íŝ1ídé">
                <a:extLst>
                  <a:ext uri="{FF2B5EF4-FFF2-40B4-BE49-F238E27FC236}">
                    <a16:creationId xmlns:a16="http://schemas.microsoft.com/office/drawing/2014/main" id="{ED27B3C8-91FB-4B6C-BBD9-91694A7DF1C4}"/>
                  </a:ext>
                </a:extLst>
              </p:cNvPr>
              <p:cNvSpPr/>
              <p:nvPr/>
            </p:nvSpPr>
            <p:spPr bwMode="auto">
              <a:xfrm>
                <a:off x="5956300" y="5672138"/>
                <a:ext cx="93663" cy="87313"/>
              </a:xfrm>
              <a:prstGeom prst="ellipse">
                <a:avLst/>
              </a:pr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72" name="iṧľïďè">
                <a:extLst>
                  <a:ext uri="{FF2B5EF4-FFF2-40B4-BE49-F238E27FC236}">
                    <a16:creationId xmlns:a16="http://schemas.microsoft.com/office/drawing/2014/main" id="{14FD07E1-5511-48A2-8994-DED28E584EE3}"/>
                  </a:ext>
                </a:extLst>
              </p:cNvPr>
              <p:cNvSpPr/>
              <p:nvPr/>
            </p:nvSpPr>
            <p:spPr bwMode="auto">
              <a:xfrm>
                <a:off x="6054725" y="5530850"/>
                <a:ext cx="219075" cy="163513"/>
              </a:xfrm>
              <a:custGeom>
                <a:avLst/>
                <a:gdLst>
                  <a:gd name="T0" fmla="*/ 121 w 138"/>
                  <a:gd name="T1" fmla="*/ 103 h 103"/>
                  <a:gd name="T2" fmla="*/ 0 w 138"/>
                  <a:gd name="T3" fmla="*/ 44 h 103"/>
                  <a:gd name="T4" fmla="*/ 0 w 138"/>
                  <a:gd name="T5" fmla="*/ 0 h 103"/>
                  <a:gd name="T6" fmla="*/ 138 w 138"/>
                  <a:gd name="T7" fmla="*/ 92 h 103"/>
                  <a:gd name="T8" fmla="*/ 121 w 138"/>
                  <a:gd name="T9" fmla="*/ 103 h 103"/>
                </a:gdLst>
                <a:ahLst/>
                <a:cxnLst>
                  <a:cxn ang="0">
                    <a:pos x="T0" y="T1"/>
                  </a:cxn>
                  <a:cxn ang="0">
                    <a:pos x="T2" y="T3"/>
                  </a:cxn>
                  <a:cxn ang="0">
                    <a:pos x="T4" y="T5"/>
                  </a:cxn>
                  <a:cxn ang="0">
                    <a:pos x="T6" y="T7"/>
                  </a:cxn>
                  <a:cxn ang="0">
                    <a:pos x="T8" y="T9"/>
                  </a:cxn>
                </a:cxnLst>
                <a:rect l="0" t="0" r="r" b="b"/>
                <a:pathLst>
                  <a:path w="138" h="103">
                    <a:moveTo>
                      <a:pt x="121" y="103"/>
                    </a:moveTo>
                    <a:lnTo>
                      <a:pt x="0" y="44"/>
                    </a:lnTo>
                    <a:lnTo>
                      <a:pt x="0" y="0"/>
                    </a:lnTo>
                    <a:lnTo>
                      <a:pt x="138" y="92"/>
                    </a:lnTo>
                    <a:lnTo>
                      <a:pt x="121" y="103"/>
                    </a:lnTo>
                    <a:close/>
                  </a:path>
                </a:pathLst>
              </a:cu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73" name="îŝľiḑè">
                <a:extLst>
                  <a:ext uri="{FF2B5EF4-FFF2-40B4-BE49-F238E27FC236}">
                    <a16:creationId xmlns:a16="http://schemas.microsoft.com/office/drawing/2014/main" id="{52DAD70E-D0D6-4EAD-AC94-F8857FD66626}"/>
                  </a:ext>
                </a:extLst>
              </p:cNvPr>
              <p:cNvSpPr/>
              <p:nvPr/>
            </p:nvSpPr>
            <p:spPr bwMode="auto">
              <a:xfrm>
                <a:off x="6229350" y="5672138"/>
                <a:ext cx="87313" cy="87313"/>
              </a:xfrm>
              <a:prstGeom prst="ellipse">
                <a:avLst/>
              </a:pr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74" name="íṥlîḋè">
                <a:extLst>
                  <a:ext uri="{FF2B5EF4-FFF2-40B4-BE49-F238E27FC236}">
                    <a16:creationId xmlns:a16="http://schemas.microsoft.com/office/drawing/2014/main" id="{DDED31A9-7910-4C69-9AB2-ACA43D640EFB}"/>
                  </a:ext>
                </a:extLst>
              </p:cNvPr>
              <p:cNvSpPr/>
              <p:nvPr/>
            </p:nvSpPr>
            <p:spPr bwMode="auto">
              <a:xfrm>
                <a:off x="5989638" y="5568950"/>
                <a:ext cx="26988" cy="146050"/>
              </a:xfrm>
              <a:prstGeom prst="rect">
                <a:avLst/>
              </a:prstGeom>
              <a:solidFill>
                <a:srgbClr val="A6AEB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75" name="íṩlîḓè">
                <a:extLst>
                  <a:ext uri="{FF2B5EF4-FFF2-40B4-BE49-F238E27FC236}">
                    <a16:creationId xmlns:a16="http://schemas.microsoft.com/office/drawing/2014/main" id="{AF2E2C7A-8ED3-4970-8227-B2B95C0C1B30}"/>
                  </a:ext>
                </a:extLst>
              </p:cNvPr>
              <p:cNvSpPr/>
              <p:nvPr/>
            </p:nvSpPr>
            <p:spPr bwMode="auto">
              <a:xfrm>
                <a:off x="5349875" y="3403600"/>
                <a:ext cx="1076325" cy="1428750"/>
              </a:xfrm>
              <a:custGeom>
                <a:avLst/>
                <a:gdLst>
                  <a:gd name="T0" fmla="*/ 30 w 197"/>
                  <a:gd name="T1" fmla="*/ 262 h 262"/>
                  <a:gd name="T2" fmla="*/ 19 w 197"/>
                  <a:gd name="T3" fmla="*/ 153 h 262"/>
                  <a:gd name="T4" fmla="*/ 1 w 197"/>
                  <a:gd name="T5" fmla="*/ 0 h 262"/>
                  <a:gd name="T6" fmla="*/ 130 w 197"/>
                  <a:gd name="T7" fmla="*/ 0 h 262"/>
                  <a:gd name="T8" fmla="*/ 182 w 197"/>
                  <a:gd name="T9" fmla="*/ 112 h 262"/>
                  <a:gd name="T10" fmla="*/ 197 w 197"/>
                  <a:gd name="T11" fmla="*/ 257 h 262"/>
                  <a:gd name="T12" fmla="*/ 30 w 197"/>
                  <a:gd name="T13" fmla="*/ 262 h 262"/>
                </a:gdLst>
                <a:ahLst/>
                <a:cxnLst>
                  <a:cxn ang="0">
                    <a:pos x="T0" y="T1"/>
                  </a:cxn>
                  <a:cxn ang="0">
                    <a:pos x="T2" y="T3"/>
                  </a:cxn>
                  <a:cxn ang="0">
                    <a:pos x="T4" y="T5"/>
                  </a:cxn>
                  <a:cxn ang="0">
                    <a:pos x="T6" y="T7"/>
                  </a:cxn>
                  <a:cxn ang="0">
                    <a:pos x="T8" y="T9"/>
                  </a:cxn>
                  <a:cxn ang="0">
                    <a:pos x="T10" y="T11"/>
                  </a:cxn>
                  <a:cxn ang="0">
                    <a:pos x="T12" y="T13"/>
                  </a:cxn>
                </a:cxnLst>
                <a:rect l="0" t="0" r="r" b="b"/>
                <a:pathLst>
                  <a:path w="197" h="262">
                    <a:moveTo>
                      <a:pt x="30" y="262"/>
                    </a:moveTo>
                    <a:cubicBezTo>
                      <a:pt x="30" y="262"/>
                      <a:pt x="20" y="234"/>
                      <a:pt x="19" y="153"/>
                    </a:cubicBezTo>
                    <a:cubicBezTo>
                      <a:pt x="19" y="71"/>
                      <a:pt x="0" y="7"/>
                      <a:pt x="1" y="0"/>
                    </a:cubicBezTo>
                    <a:cubicBezTo>
                      <a:pt x="130" y="0"/>
                      <a:pt x="130" y="0"/>
                      <a:pt x="130" y="0"/>
                    </a:cubicBezTo>
                    <a:cubicBezTo>
                      <a:pt x="130" y="0"/>
                      <a:pt x="176" y="83"/>
                      <a:pt x="182" y="112"/>
                    </a:cubicBezTo>
                    <a:cubicBezTo>
                      <a:pt x="188" y="140"/>
                      <a:pt x="197" y="257"/>
                      <a:pt x="197" y="257"/>
                    </a:cubicBezTo>
                    <a:cubicBezTo>
                      <a:pt x="30" y="262"/>
                      <a:pt x="30" y="262"/>
                      <a:pt x="30" y="262"/>
                    </a:cubicBezTo>
                  </a:path>
                </a:pathLst>
              </a:custGeom>
              <a:solidFill>
                <a:srgbClr val="55AE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76" name="îšľïḑè">
                <a:extLst>
                  <a:ext uri="{FF2B5EF4-FFF2-40B4-BE49-F238E27FC236}">
                    <a16:creationId xmlns:a16="http://schemas.microsoft.com/office/drawing/2014/main" id="{6A49644E-52B6-4521-A013-0668E4E0DBA6}"/>
                  </a:ext>
                </a:extLst>
              </p:cNvPr>
              <p:cNvSpPr/>
              <p:nvPr/>
            </p:nvSpPr>
            <p:spPr bwMode="auto">
              <a:xfrm>
                <a:off x="5405438" y="3403600"/>
                <a:ext cx="1074738" cy="1428750"/>
              </a:xfrm>
              <a:custGeom>
                <a:avLst/>
                <a:gdLst>
                  <a:gd name="T0" fmla="*/ 31 w 197"/>
                  <a:gd name="T1" fmla="*/ 262 h 262"/>
                  <a:gd name="T2" fmla="*/ 20 w 197"/>
                  <a:gd name="T3" fmla="*/ 153 h 262"/>
                  <a:gd name="T4" fmla="*/ 2 w 197"/>
                  <a:gd name="T5" fmla="*/ 0 h 262"/>
                  <a:gd name="T6" fmla="*/ 130 w 197"/>
                  <a:gd name="T7" fmla="*/ 0 h 262"/>
                  <a:gd name="T8" fmla="*/ 183 w 197"/>
                  <a:gd name="T9" fmla="*/ 112 h 262"/>
                  <a:gd name="T10" fmla="*/ 197 w 197"/>
                  <a:gd name="T11" fmla="*/ 257 h 262"/>
                  <a:gd name="T12" fmla="*/ 31 w 197"/>
                  <a:gd name="T13" fmla="*/ 262 h 262"/>
                </a:gdLst>
                <a:ahLst/>
                <a:cxnLst>
                  <a:cxn ang="0">
                    <a:pos x="T0" y="T1"/>
                  </a:cxn>
                  <a:cxn ang="0">
                    <a:pos x="T2" y="T3"/>
                  </a:cxn>
                  <a:cxn ang="0">
                    <a:pos x="T4" y="T5"/>
                  </a:cxn>
                  <a:cxn ang="0">
                    <a:pos x="T6" y="T7"/>
                  </a:cxn>
                  <a:cxn ang="0">
                    <a:pos x="T8" y="T9"/>
                  </a:cxn>
                  <a:cxn ang="0">
                    <a:pos x="T10" y="T11"/>
                  </a:cxn>
                  <a:cxn ang="0">
                    <a:pos x="T12" y="T13"/>
                  </a:cxn>
                </a:cxnLst>
                <a:rect l="0" t="0" r="r" b="b"/>
                <a:pathLst>
                  <a:path w="197" h="262">
                    <a:moveTo>
                      <a:pt x="31" y="262"/>
                    </a:moveTo>
                    <a:cubicBezTo>
                      <a:pt x="31" y="262"/>
                      <a:pt x="20" y="234"/>
                      <a:pt x="20" y="153"/>
                    </a:cubicBezTo>
                    <a:cubicBezTo>
                      <a:pt x="20" y="71"/>
                      <a:pt x="0" y="7"/>
                      <a:pt x="2" y="0"/>
                    </a:cubicBezTo>
                    <a:cubicBezTo>
                      <a:pt x="130" y="0"/>
                      <a:pt x="130" y="0"/>
                      <a:pt x="130" y="0"/>
                    </a:cubicBezTo>
                    <a:cubicBezTo>
                      <a:pt x="130" y="0"/>
                      <a:pt x="177" y="83"/>
                      <a:pt x="183" y="112"/>
                    </a:cubicBezTo>
                    <a:cubicBezTo>
                      <a:pt x="189" y="140"/>
                      <a:pt x="197" y="257"/>
                      <a:pt x="197" y="257"/>
                    </a:cubicBezTo>
                    <a:cubicBezTo>
                      <a:pt x="31" y="262"/>
                      <a:pt x="31" y="262"/>
                      <a:pt x="31" y="262"/>
                    </a:cubicBezTo>
                  </a:path>
                </a:pathLst>
              </a:custGeom>
              <a:solidFill>
                <a:srgbClr val="1188F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77" name="iṡľíḍé">
                <a:extLst>
                  <a:ext uri="{FF2B5EF4-FFF2-40B4-BE49-F238E27FC236}">
                    <a16:creationId xmlns:a16="http://schemas.microsoft.com/office/drawing/2014/main" id="{17425E8F-3108-48B1-9AA5-150AB0BA402E}"/>
                  </a:ext>
                </a:extLst>
              </p:cNvPr>
              <p:cNvSpPr/>
              <p:nvPr/>
            </p:nvSpPr>
            <p:spPr bwMode="auto">
              <a:xfrm>
                <a:off x="5514975" y="4657725"/>
                <a:ext cx="654050" cy="174625"/>
              </a:xfrm>
              <a:prstGeom prst="rect">
                <a:avLst/>
              </a:prstGeom>
              <a:solidFill>
                <a:srgbClr val="55AE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78" name="ïśľiḓé">
                <a:extLst>
                  <a:ext uri="{FF2B5EF4-FFF2-40B4-BE49-F238E27FC236}">
                    <a16:creationId xmlns:a16="http://schemas.microsoft.com/office/drawing/2014/main" id="{06A5945B-9951-4367-B464-E83DC3129CDE}"/>
                  </a:ext>
                </a:extLst>
              </p:cNvPr>
              <p:cNvSpPr/>
              <p:nvPr/>
            </p:nvSpPr>
            <p:spPr bwMode="auto">
              <a:xfrm>
                <a:off x="5667375" y="4657725"/>
                <a:ext cx="960438" cy="174625"/>
              </a:xfrm>
              <a:prstGeom prst="rect">
                <a:avLst/>
              </a:prstGeom>
              <a:solidFill>
                <a:srgbClr val="1188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79" name="ísḷïďe">
                <a:extLst>
                  <a:ext uri="{FF2B5EF4-FFF2-40B4-BE49-F238E27FC236}">
                    <a16:creationId xmlns:a16="http://schemas.microsoft.com/office/drawing/2014/main" id="{BD0276EB-C4A3-44F3-84C7-04B033720FF4}"/>
                  </a:ext>
                </a:extLst>
              </p:cNvPr>
              <p:cNvSpPr/>
              <p:nvPr/>
            </p:nvSpPr>
            <p:spPr bwMode="auto">
              <a:xfrm>
                <a:off x="6169025" y="3360738"/>
                <a:ext cx="579438" cy="692150"/>
              </a:xfrm>
              <a:custGeom>
                <a:avLst/>
                <a:gdLst>
                  <a:gd name="T0" fmla="*/ 4 w 106"/>
                  <a:gd name="T1" fmla="*/ 20 h 127"/>
                  <a:gd name="T2" fmla="*/ 18 w 106"/>
                  <a:gd name="T3" fmla="*/ 0 h 127"/>
                  <a:gd name="T4" fmla="*/ 42 w 106"/>
                  <a:gd name="T5" fmla="*/ 26 h 127"/>
                  <a:gd name="T6" fmla="*/ 100 w 106"/>
                  <a:gd name="T7" fmla="*/ 99 h 127"/>
                  <a:gd name="T8" fmla="*/ 106 w 106"/>
                  <a:gd name="T9" fmla="*/ 127 h 127"/>
                  <a:gd name="T10" fmla="*/ 78 w 106"/>
                  <a:gd name="T11" fmla="*/ 126 h 127"/>
                  <a:gd name="T12" fmla="*/ 59 w 106"/>
                  <a:gd name="T13" fmla="*/ 100 h 127"/>
                  <a:gd name="T14" fmla="*/ 9 w 106"/>
                  <a:gd name="T15" fmla="*/ 49 h 127"/>
                  <a:gd name="T16" fmla="*/ 4 w 106"/>
                  <a:gd name="T17" fmla="*/ 2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27">
                    <a:moveTo>
                      <a:pt x="4" y="20"/>
                    </a:moveTo>
                    <a:cubicBezTo>
                      <a:pt x="6" y="14"/>
                      <a:pt x="18" y="0"/>
                      <a:pt x="18" y="0"/>
                    </a:cubicBezTo>
                    <a:cubicBezTo>
                      <a:pt x="18" y="0"/>
                      <a:pt x="35" y="11"/>
                      <a:pt x="42" y="26"/>
                    </a:cubicBezTo>
                    <a:cubicBezTo>
                      <a:pt x="50" y="41"/>
                      <a:pt x="97" y="94"/>
                      <a:pt x="100" y="99"/>
                    </a:cubicBezTo>
                    <a:cubicBezTo>
                      <a:pt x="103" y="104"/>
                      <a:pt x="106" y="127"/>
                      <a:pt x="106" y="127"/>
                    </a:cubicBezTo>
                    <a:cubicBezTo>
                      <a:pt x="78" y="126"/>
                      <a:pt x="78" y="126"/>
                      <a:pt x="78" y="126"/>
                    </a:cubicBezTo>
                    <a:cubicBezTo>
                      <a:pt x="78" y="126"/>
                      <a:pt x="72" y="110"/>
                      <a:pt x="59" y="100"/>
                    </a:cubicBezTo>
                    <a:cubicBezTo>
                      <a:pt x="47" y="91"/>
                      <a:pt x="18" y="68"/>
                      <a:pt x="9" y="49"/>
                    </a:cubicBezTo>
                    <a:cubicBezTo>
                      <a:pt x="0" y="30"/>
                      <a:pt x="0" y="34"/>
                      <a:pt x="4" y="20"/>
                    </a:cubicBezTo>
                  </a:path>
                </a:pathLst>
              </a:custGeom>
              <a:solidFill>
                <a:srgbClr val="A88F7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80" name="iṥľïdé">
                <a:extLst>
                  <a:ext uri="{FF2B5EF4-FFF2-40B4-BE49-F238E27FC236}">
                    <a16:creationId xmlns:a16="http://schemas.microsoft.com/office/drawing/2014/main" id="{CD692B09-AF3D-497D-AE2D-B9A2739389E7}"/>
                  </a:ext>
                </a:extLst>
              </p:cNvPr>
              <p:cNvSpPr/>
              <p:nvPr/>
            </p:nvSpPr>
            <p:spPr bwMode="auto">
              <a:xfrm>
                <a:off x="5803900" y="2809875"/>
                <a:ext cx="382588" cy="425450"/>
              </a:xfrm>
              <a:custGeom>
                <a:avLst/>
                <a:gdLst>
                  <a:gd name="T0" fmla="*/ 68 w 70"/>
                  <a:gd name="T1" fmla="*/ 6 h 78"/>
                  <a:gd name="T2" fmla="*/ 69 w 70"/>
                  <a:gd name="T3" fmla="*/ 41 h 78"/>
                  <a:gd name="T4" fmla="*/ 62 w 70"/>
                  <a:gd name="T5" fmla="*/ 68 h 78"/>
                  <a:gd name="T6" fmla="*/ 40 w 70"/>
                  <a:gd name="T7" fmla="*/ 76 h 78"/>
                  <a:gd name="T8" fmla="*/ 10 w 70"/>
                  <a:gd name="T9" fmla="*/ 53 h 78"/>
                  <a:gd name="T10" fmla="*/ 0 w 70"/>
                  <a:gd name="T11" fmla="*/ 15 h 78"/>
                  <a:gd name="T12" fmla="*/ 32 w 70"/>
                  <a:gd name="T13" fmla="*/ 0 h 78"/>
                  <a:gd name="T14" fmla="*/ 68 w 70"/>
                  <a:gd name="T15" fmla="*/ 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8" y="6"/>
                    </a:moveTo>
                    <a:cubicBezTo>
                      <a:pt x="69" y="13"/>
                      <a:pt x="68" y="30"/>
                      <a:pt x="69" y="41"/>
                    </a:cubicBezTo>
                    <a:cubicBezTo>
                      <a:pt x="70" y="51"/>
                      <a:pt x="67" y="61"/>
                      <a:pt x="62" y="68"/>
                    </a:cubicBezTo>
                    <a:cubicBezTo>
                      <a:pt x="57" y="75"/>
                      <a:pt x="46" y="78"/>
                      <a:pt x="40" y="76"/>
                    </a:cubicBezTo>
                    <a:cubicBezTo>
                      <a:pt x="34" y="74"/>
                      <a:pt x="21" y="73"/>
                      <a:pt x="10" y="53"/>
                    </a:cubicBezTo>
                    <a:cubicBezTo>
                      <a:pt x="0" y="34"/>
                      <a:pt x="0" y="15"/>
                      <a:pt x="0" y="15"/>
                    </a:cubicBezTo>
                    <a:cubicBezTo>
                      <a:pt x="32" y="0"/>
                      <a:pt x="32" y="0"/>
                      <a:pt x="32" y="0"/>
                    </a:cubicBezTo>
                    <a:lnTo>
                      <a:pt x="68" y="6"/>
                    </a:ln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81" name="íṥ1ïḋe">
                <a:extLst>
                  <a:ext uri="{FF2B5EF4-FFF2-40B4-BE49-F238E27FC236}">
                    <a16:creationId xmlns:a16="http://schemas.microsoft.com/office/drawing/2014/main" id="{8E25CC0B-8E7D-4361-80FD-5C15DDC71C3B}"/>
                  </a:ext>
                </a:extLst>
              </p:cNvPr>
              <p:cNvSpPr/>
              <p:nvPr/>
            </p:nvSpPr>
            <p:spPr bwMode="auto">
              <a:xfrm>
                <a:off x="5749925" y="2684463"/>
                <a:ext cx="485775" cy="479425"/>
              </a:xfrm>
              <a:custGeom>
                <a:avLst/>
                <a:gdLst>
                  <a:gd name="T0" fmla="*/ 82 w 89"/>
                  <a:gd name="T1" fmla="*/ 33 h 88"/>
                  <a:gd name="T2" fmla="*/ 59 w 89"/>
                  <a:gd name="T3" fmla="*/ 38 h 88"/>
                  <a:gd name="T4" fmla="*/ 30 w 89"/>
                  <a:gd name="T5" fmla="*/ 31 h 88"/>
                  <a:gd name="T6" fmla="*/ 30 w 89"/>
                  <a:gd name="T7" fmla="*/ 49 h 88"/>
                  <a:gd name="T8" fmla="*/ 29 w 89"/>
                  <a:gd name="T9" fmla="*/ 64 h 88"/>
                  <a:gd name="T10" fmla="*/ 22 w 89"/>
                  <a:gd name="T11" fmla="*/ 53 h 88"/>
                  <a:gd name="T12" fmla="*/ 19 w 89"/>
                  <a:gd name="T13" fmla="*/ 68 h 88"/>
                  <a:gd name="T14" fmla="*/ 25 w 89"/>
                  <a:gd name="T15" fmla="*/ 76 h 88"/>
                  <a:gd name="T16" fmla="*/ 23 w 89"/>
                  <a:gd name="T17" fmla="*/ 88 h 88"/>
                  <a:gd name="T18" fmla="*/ 9 w 89"/>
                  <a:gd name="T19" fmla="*/ 64 h 88"/>
                  <a:gd name="T20" fmla="*/ 1 w 89"/>
                  <a:gd name="T21" fmla="*/ 35 h 88"/>
                  <a:gd name="T22" fmla="*/ 18 w 89"/>
                  <a:gd name="T23" fmla="*/ 21 h 88"/>
                  <a:gd name="T24" fmla="*/ 48 w 89"/>
                  <a:gd name="T25" fmla="*/ 2 h 88"/>
                  <a:gd name="T26" fmla="*/ 85 w 89"/>
                  <a:gd name="T27" fmla="*/ 15 h 88"/>
                  <a:gd name="T28" fmla="*/ 82 w 89"/>
                  <a:gd name="T29" fmla="*/ 3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9" h="88">
                    <a:moveTo>
                      <a:pt x="82" y="33"/>
                    </a:moveTo>
                    <a:cubicBezTo>
                      <a:pt x="74" y="43"/>
                      <a:pt x="66" y="40"/>
                      <a:pt x="59" y="38"/>
                    </a:cubicBezTo>
                    <a:cubicBezTo>
                      <a:pt x="51" y="37"/>
                      <a:pt x="30" y="31"/>
                      <a:pt x="30" y="31"/>
                    </a:cubicBezTo>
                    <a:cubicBezTo>
                      <a:pt x="30" y="31"/>
                      <a:pt x="28" y="42"/>
                      <a:pt x="30" y="49"/>
                    </a:cubicBezTo>
                    <a:cubicBezTo>
                      <a:pt x="32" y="57"/>
                      <a:pt x="29" y="64"/>
                      <a:pt x="29" y="64"/>
                    </a:cubicBezTo>
                    <a:cubicBezTo>
                      <a:pt x="29" y="64"/>
                      <a:pt x="28" y="55"/>
                      <a:pt x="22" y="53"/>
                    </a:cubicBezTo>
                    <a:cubicBezTo>
                      <a:pt x="16" y="51"/>
                      <a:pt x="16" y="61"/>
                      <a:pt x="19" y="68"/>
                    </a:cubicBezTo>
                    <a:cubicBezTo>
                      <a:pt x="22" y="74"/>
                      <a:pt x="25" y="76"/>
                      <a:pt x="25" y="76"/>
                    </a:cubicBezTo>
                    <a:cubicBezTo>
                      <a:pt x="25" y="76"/>
                      <a:pt x="24" y="82"/>
                      <a:pt x="23" y="88"/>
                    </a:cubicBezTo>
                    <a:cubicBezTo>
                      <a:pt x="23" y="88"/>
                      <a:pt x="15" y="70"/>
                      <a:pt x="9" y="64"/>
                    </a:cubicBezTo>
                    <a:cubicBezTo>
                      <a:pt x="3" y="57"/>
                      <a:pt x="0" y="47"/>
                      <a:pt x="1" y="35"/>
                    </a:cubicBezTo>
                    <a:cubicBezTo>
                      <a:pt x="2" y="23"/>
                      <a:pt x="18" y="21"/>
                      <a:pt x="18" y="21"/>
                    </a:cubicBezTo>
                    <a:cubicBezTo>
                      <a:pt x="18" y="21"/>
                      <a:pt x="30" y="0"/>
                      <a:pt x="48" y="2"/>
                    </a:cubicBezTo>
                    <a:cubicBezTo>
                      <a:pt x="67" y="4"/>
                      <a:pt x="84" y="18"/>
                      <a:pt x="85" y="15"/>
                    </a:cubicBezTo>
                    <a:cubicBezTo>
                      <a:pt x="85" y="15"/>
                      <a:pt x="89" y="24"/>
                      <a:pt x="82" y="33"/>
                    </a:cubicBezTo>
                    <a:close/>
                  </a:path>
                </a:pathLst>
              </a:custGeom>
              <a:solidFill>
                <a:srgbClr val="282C3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82" name="ïṥ1iḓe">
                <a:extLst>
                  <a:ext uri="{FF2B5EF4-FFF2-40B4-BE49-F238E27FC236}">
                    <a16:creationId xmlns:a16="http://schemas.microsoft.com/office/drawing/2014/main" id="{7F353D48-4B18-4796-A6D7-F2E6108BF7DD}"/>
                  </a:ext>
                </a:extLst>
              </p:cNvPr>
              <p:cNvSpPr/>
              <p:nvPr/>
            </p:nvSpPr>
            <p:spPr bwMode="auto">
              <a:xfrm>
                <a:off x="5732463" y="3094038"/>
                <a:ext cx="546100" cy="434975"/>
              </a:xfrm>
              <a:custGeom>
                <a:avLst/>
                <a:gdLst>
                  <a:gd name="T0" fmla="*/ 27 w 100"/>
                  <a:gd name="T1" fmla="*/ 0 h 80"/>
                  <a:gd name="T2" fmla="*/ 26 w 100"/>
                  <a:gd name="T3" fmla="*/ 11 h 80"/>
                  <a:gd name="T4" fmla="*/ 19 w 100"/>
                  <a:gd name="T5" fmla="*/ 27 h 80"/>
                  <a:gd name="T6" fmla="*/ 0 w 100"/>
                  <a:gd name="T7" fmla="*/ 38 h 80"/>
                  <a:gd name="T8" fmla="*/ 56 w 100"/>
                  <a:gd name="T9" fmla="*/ 79 h 80"/>
                  <a:gd name="T10" fmla="*/ 77 w 100"/>
                  <a:gd name="T11" fmla="*/ 39 h 80"/>
                  <a:gd name="T12" fmla="*/ 57 w 100"/>
                  <a:gd name="T13" fmla="*/ 28 h 80"/>
                  <a:gd name="T14" fmla="*/ 53 w 100"/>
                  <a:gd name="T15" fmla="*/ 11 h 80"/>
                  <a:gd name="T16" fmla="*/ 27 w 100"/>
                  <a:gd name="T17"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80">
                    <a:moveTo>
                      <a:pt x="27" y="0"/>
                    </a:moveTo>
                    <a:cubicBezTo>
                      <a:pt x="27" y="0"/>
                      <a:pt x="27" y="2"/>
                      <a:pt x="26" y="11"/>
                    </a:cubicBezTo>
                    <a:cubicBezTo>
                      <a:pt x="25" y="19"/>
                      <a:pt x="22" y="24"/>
                      <a:pt x="19" y="27"/>
                    </a:cubicBezTo>
                    <a:cubicBezTo>
                      <a:pt x="17" y="29"/>
                      <a:pt x="3" y="36"/>
                      <a:pt x="0" y="38"/>
                    </a:cubicBezTo>
                    <a:cubicBezTo>
                      <a:pt x="0" y="38"/>
                      <a:pt x="32" y="80"/>
                      <a:pt x="56" y="79"/>
                    </a:cubicBezTo>
                    <a:cubicBezTo>
                      <a:pt x="100" y="77"/>
                      <a:pt x="77" y="39"/>
                      <a:pt x="77" y="39"/>
                    </a:cubicBezTo>
                    <a:cubicBezTo>
                      <a:pt x="77" y="39"/>
                      <a:pt x="63" y="33"/>
                      <a:pt x="57" y="28"/>
                    </a:cubicBezTo>
                    <a:cubicBezTo>
                      <a:pt x="54" y="26"/>
                      <a:pt x="53" y="11"/>
                      <a:pt x="53" y="11"/>
                    </a:cubicBezTo>
                    <a:cubicBezTo>
                      <a:pt x="27" y="0"/>
                      <a:pt x="27" y="0"/>
                      <a:pt x="27" y="0"/>
                    </a:cubicBezTo>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83" name="iS1îḓê">
                <a:extLst>
                  <a:ext uri="{FF2B5EF4-FFF2-40B4-BE49-F238E27FC236}">
                    <a16:creationId xmlns:a16="http://schemas.microsoft.com/office/drawing/2014/main" id="{7CA41CAB-0F6B-4B07-9D03-D4F126C05837}"/>
                  </a:ext>
                </a:extLst>
              </p:cNvPr>
              <p:cNvSpPr/>
              <p:nvPr/>
            </p:nvSpPr>
            <p:spPr bwMode="auto">
              <a:xfrm>
                <a:off x="5689600" y="3240088"/>
                <a:ext cx="147638" cy="163513"/>
              </a:xfrm>
              <a:custGeom>
                <a:avLst/>
                <a:gdLst>
                  <a:gd name="T0" fmla="*/ 27 w 27"/>
                  <a:gd name="T1" fmla="*/ 0 h 30"/>
                  <a:gd name="T2" fmla="*/ 0 w 27"/>
                  <a:gd name="T3" fmla="*/ 14 h 30"/>
                  <a:gd name="T4" fmla="*/ 10 w 27"/>
                  <a:gd name="T5" fmla="*/ 30 h 30"/>
                  <a:gd name="T6" fmla="*/ 25 w 27"/>
                  <a:gd name="T7" fmla="*/ 30 h 30"/>
                  <a:gd name="T8" fmla="*/ 8 w 27"/>
                  <a:gd name="T9" fmla="*/ 11 h 30"/>
                  <a:gd name="T10" fmla="*/ 27 w 27"/>
                  <a:gd name="T11" fmla="*/ 0 h 30"/>
                  <a:gd name="T12" fmla="*/ 27 w 27"/>
                  <a:gd name="T13" fmla="*/ 0 h 30"/>
                  <a:gd name="T14" fmla="*/ 27 w 27"/>
                  <a:gd name="T15" fmla="*/ 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30">
                    <a:moveTo>
                      <a:pt x="27" y="0"/>
                    </a:moveTo>
                    <a:cubicBezTo>
                      <a:pt x="0" y="14"/>
                      <a:pt x="0" y="14"/>
                      <a:pt x="0" y="14"/>
                    </a:cubicBezTo>
                    <a:cubicBezTo>
                      <a:pt x="10" y="30"/>
                      <a:pt x="10" y="30"/>
                      <a:pt x="10" y="30"/>
                    </a:cubicBezTo>
                    <a:cubicBezTo>
                      <a:pt x="25" y="30"/>
                      <a:pt x="25" y="30"/>
                      <a:pt x="25" y="30"/>
                    </a:cubicBezTo>
                    <a:cubicBezTo>
                      <a:pt x="15" y="20"/>
                      <a:pt x="8" y="11"/>
                      <a:pt x="8" y="11"/>
                    </a:cubicBezTo>
                    <a:cubicBezTo>
                      <a:pt x="11" y="9"/>
                      <a:pt x="25" y="2"/>
                      <a:pt x="27" y="0"/>
                    </a:cubicBezTo>
                    <a:cubicBezTo>
                      <a:pt x="27" y="0"/>
                      <a:pt x="27" y="0"/>
                      <a:pt x="27" y="0"/>
                    </a:cubicBezTo>
                    <a:cubicBezTo>
                      <a:pt x="27" y="0"/>
                      <a:pt x="27" y="0"/>
                      <a:pt x="27" y="0"/>
                    </a:cubicBezTo>
                  </a:path>
                </a:pathLst>
              </a:custGeom>
              <a:solidFill>
                <a:srgbClr val="8A8A9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4" name="ïsḷîdé">
                <a:extLst>
                  <a:ext uri="{FF2B5EF4-FFF2-40B4-BE49-F238E27FC236}">
                    <a16:creationId xmlns:a16="http://schemas.microsoft.com/office/drawing/2014/main" id="{AF3B86B2-3552-46EF-A088-ED773B37029B}"/>
                  </a:ext>
                </a:extLst>
              </p:cNvPr>
              <p:cNvSpPr/>
              <p:nvPr/>
            </p:nvSpPr>
            <p:spPr bwMode="auto">
              <a:xfrm>
                <a:off x="5743575" y="3403600"/>
                <a:ext cx="360363" cy="223838"/>
              </a:xfrm>
              <a:custGeom>
                <a:avLst/>
                <a:gdLst>
                  <a:gd name="T0" fmla="*/ 15 w 66"/>
                  <a:gd name="T1" fmla="*/ 0 h 41"/>
                  <a:gd name="T2" fmla="*/ 0 w 66"/>
                  <a:gd name="T3" fmla="*/ 0 h 41"/>
                  <a:gd name="T4" fmla="*/ 27 w 66"/>
                  <a:gd name="T5" fmla="*/ 41 h 41"/>
                  <a:gd name="T6" fmla="*/ 66 w 66"/>
                  <a:gd name="T7" fmla="*/ 20 h 41"/>
                  <a:gd name="T8" fmla="*/ 54 w 66"/>
                  <a:gd name="T9" fmla="*/ 22 h 41"/>
                  <a:gd name="T10" fmla="*/ 53 w 66"/>
                  <a:gd name="T11" fmla="*/ 22 h 41"/>
                  <a:gd name="T12" fmla="*/ 15 w 66"/>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66" h="41">
                    <a:moveTo>
                      <a:pt x="15" y="0"/>
                    </a:moveTo>
                    <a:cubicBezTo>
                      <a:pt x="0" y="0"/>
                      <a:pt x="0" y="0"/>
                      <a:pt x="0" y="0"/>
                    </a:cubicBezTo>
                    <a:cubicBezTo>
                      <a:pt x="27" y="41"/>
                      <a:pt x="27" y="41"/>
                      <a:pt x="27" y="41"/>
                    </a:cubicBezTo>
                    <a:cubicBezTo>
                      <a:pt x="66" y="20"/>
                      <a:pt x="66" y="20"/>
                      <a:pt x="66" y="20"/>
                    </a:cubicBezTo>
                    <a:cubicBezTo>
                      <a:pt x="63" y="21"/>
                      <a:pt x="58" y="22"/>
                      <a:pt x="54" y="22"/>
                    </a:cubicBezTo>
                    <a:cubicBezTo>
                      <a:pt x="53" y="22"/>
                      <a:pt x="53" y="22"/>
                      <a:pt x="53" y="22"/>
                    </a:cubicBezTo>
                    <a:cubicBezTo>
                      <a:pt x="41" y="22"/>
                      <a:pt x="26" y="11"/>
                      <a:pt x="15" y="0"/>
                    </a:cubicBezTo>
                  </a:path>
                </a:pathLst>
              </a:custGeom>
              <a:solidFill>
                <a:srgbClr val="094A9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47500" lnSpcReduction="20000"/>
              </a:bodyPr>
              <a:lstStyle/>
              <a:p>
                <a:pPr algn="ctr"/>
                <a:endParaRPr>
                  <a:cs typeface="+mn-ea"/>
                  <a:sym typeface="+mn-lt"/>
                </a:endParaRPr>
              </a:p>
            </p:txBody>
          </p:sp>
          <p:sp>
            <p:nvSpPr>
              <p:cNvPr id="85" name="îšḻíḓe">
                <a:extLst>
                  <a:ext uri="{FF2B5EF4-FFF2-40B4-BE49-F238E27FC236}">
                    <a16:creationId xmlns:a16="http://schemas.microsoft.com/office/drawing/2014/main" id="{64524A96-7BD2-4C2A-8C29-9F00F64DD967}"/>
                  </a:ext>
                </a:extLst>
              </p:cNvPr>
              <p:cNvSpPr/>
              <p:nvPr/>
            </p:nvSpPr>
            <p:spPr bwMode="auto">
              <a:xfrm>
                <a:off x="6043613" y="3246438"/>
                <a:ext cx="180975" cy="239713"/>
              </a:xfrm>
              <a:custGeom>
                <a:avLst/>
                <a:gdLst>
                  <a:gd name="T0" fmla="*/ 0 w 33"/>
                  <a:gd name="T1" fmla="*/ 0 h 44"/>
                  <a:gd name="T2" fmla="*/ 0 w 33"/>
                  <a:gd name="T3" fmla="*/ 0 h 44"/>
                  <a:gd name="T4" fmla="*/ 20 w 33"/>
                  <a:gd name="T5" fmla="*/ 11 h 44"/>
                  <a:gd name="T6" fmla="*/ 21 w 33"/>
                  <a:gd name="T7" fmla="*/ 44 h 44"/>
                  <a:gd name="T8" fmla="*/ 21 w 33"/>
                  <a:gd name="T9" fmla="*/ 44 h 44"/>
                  <a:gd name="T10" fmla="*/ 27 w 33"/>
                  <a:gd name="T11" fmla="*/ 41 h 44"/>
                  <a:gd name="T12" fmla="*/ 26 w 33"/>
                  <a:gd name="T13" fmla="*/ 13 h 44"/>
                  <a:gd name="T14" fmla="*/ 0 w 33"/>
                  <a:gd name="T15" fmla="*/ 0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44">
                    <a:moveTo>
                      <a:pt x="0" y="0"/>
                    </a:moveTo>
                    <a:cubicBezTo>
                      <a:pt x="0" y="0"/>
                      <a:pt x="0" y="0"/>
                      <a:pt x="0" y="0"/>
                    </a:cubicBezTo>
                    <a:cubicBezTo>
                      <a:pt x="6" y="5"/>
                      <a:pt x="20" y="11"/>
                      <a:pt x="20" y="11"/>
                    </a:cubicBezTo>
                    <a:cubicBezTo>
                      <a:pt x="20" y="11"/>
                      <a:pt x="33" y="32"/>
                      <a:pt x="21" y="44"/>
                    </a:cubicBezTo>
                    <a:cubicBezTo>
                      <a:pt x="21" y="44"/>
                      <a:pt x="21" y="44"/>
                      <a:pt x="21" y="44"/>
                    </a:cubicBezTo>
                    <a:cubicBezTo>
                      <a:pt x="27" y="41"/>
                      <a:pt x="27" y="41"/>
                      <a:pt x="27" y="41"/>
                    </a:cubicBezTo>
                    <a:cubicBezTo>
                      <a:pt x="26" y="13"/>
                      <a:pt x="26" y="13"/>
                      <a:pt x="26" y="13"/>
                    </a:cubicBezTo>
                    <a:cubicBezTo>
                      <a:pt x="0" y="0"/>
                      <a:pt x="0" y="0"/>
                      <a:pt x="0" y="0"/>
                    </a:cubicBezTo>
                  </a:path>
                </a:pathLst>
              </a:custGeom>
              <a:solidFill>
                <a:srgbClr val="8A8A9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55000" lnSpcReduction="20000"/>
              </a:bodyPr>
              <a:lstStyle/>
              <a:p>
                <a:pPr algn="ctr"/>
                <a:endParaRPr>
                  <a:cs typeface="+mn-ea"/>
                  <a:sym typeface="+mn-lt"/>
                </a:endParaRPr>
              </a:p>
            </p:txBody>
          </p:sp>
          <p:sp>
            <p:nvSpPr>
              <p:cNvPr id="86" name="iṩlïdê">
                <a:extLst>
                  <a:ext uri="{FF2B5EF4-FFF2-40B4-BE49-F238E27FC236}">
                    <a16:creationId xmlns:a16="http://schemas.microsoft.com/office/drawing/2014/main" id="{3C10939A-B7E8-464A-BFB5-E8D7C5E15A93}"/>
                  </a:ext>
                </a:extLst>
              </p:cNvPr>
              <p:cNvSpPr/>
              <p:nvPr/>
            </p:nvSpPr>
            <p:spPr bwMode="auto">
              <a:xfrm>
                <a:off x="6153150" y="3486150"/>
                <a:ext cx="6350" cy="4763"/>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path>
                </a:pathLst>
              </a:custGeom>
              <a:solidFill>
                <a:srgbClr val="094A9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7" name="íş1íḍe">
                <a:extLst>
                  <a:ext uri="{FF2B5EF4-FFF2-40B4-BE49-F238E27FC236}">
                    <a16:creationId xmlns:a16="http://schemas.microsoft.com/office/drawing/2014/main" id="{39278C5A-A6B4-47BB-9F90-CCDA19343F96}"/>
                  </a:ext>
                </a:extLst>
              </p:cNvPr>
              <p:cNvSpPr/>
              <p:nvPr/>
            </p:nvSpPr>
            <p:spPr bwMode="auto">
              <a:xfrm>
                <a:off x="5732463" y="3240088"/>
                <a:ext cx="492125" cy="284163"/>
              </a:xfrm>
              <a:custGeom>
                <a:avLst/>
                <a:gdLst>
                  <a:gd name="T0" fmla="*/ 19 w 90"/>
                  <a:gd name="T1" fmla="*/ 0 h 52"/>
                  <a:gd name="T2" fmla="*/ 19 w 90"/>
                  <a:gd name="T3" fmla="*/ 0 h 52"/>
                  <a:gd name="T4" fmla="*/ 0 w 90"/>
                  <a:gd name="T5" fmla="*/ 11 h 52"/>
                  <a:gd name="T6" fmla="*/ 17 w 90"/>
                  <a:gd name="T7" fmla="*/ 30 h 52"/>
                  <a:gd name="T8" fmla="*/ 55 w 90"/>
                  <a:gd name="T9" fmla="*/ 52 h 52"/>
                  <a:gd name="T10" fmla="*/ 56 w 90"/>
                  <a:gd name="T11" fmla="*/ 52 h 52"/>
                  <a:gd name="T12" fmla="*/ 68 w 90"/>
                  <a:gd name="T13" fmla="*/ 50 h 52"/>
                  <a:gd name="T14" fmla="*/ 77 w 90"/>
                  <a:gd name="T15" fmla="*/ 46 h 52"/>
                  <a:gd name="T16" fmla="*/ 78 w 90"/>
                  <a:gd name="T17" fmla="*/ 45 h 52"/>
                  <a:gd name="T18" fmla="*/ 77 w 90"/>
                  <a:gd name="T19" fmla="*/ 12 h 52"/>
                  <a:gd name="T20" fmla="*/ 57 w 90"/>
                  <a:gd name="T21" fmla="*/ 1 h 52"/>
                  <a:gd name="T22" fmla="*/ 52 w 90"/>
                  <a:gd name="T23" fmla="*/ 28 h 52"/>
                  <a:gd name="T24" fmla="*/ 48 w 90"/>
                  <a:gd name="T25" fmla="*/ 28 h 52"/>
                  <a:gd name="T26" fmla="*/ 19 w 90"/>
                  <a:gd name="T2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2">
                    <a:moveTo>
                      <a:pt x="19" y="0"/>
                    </a:moveTo>
                    <a:cubicBezTo>
                      <a:pt x="19" y="0"/>
                      <a:pt x="19" y="0"/>
                      <a:pt x="19" y="0"/>
                    </a:cubicBezTo>
                    <a:cubicBezTo>
                      <a:pt x="17" y="2"/>
                      <a:pt x="3" y="9"/>
                      <a:pt x="0" y="11"/>
                    </a:cubicBezTo>
                    <a:cubicBezTo>
                      <a:pt x="0" y="11"/>
                      <a:pt x="7" y="20"/>
                      <a:pt x="17" y="30"/>
                    </a:cubicBezTo>
                    <a:cubicBezTo>
                      <a:pt x="28" y="41"/>
                      <a:pt x="43" y="52"/>
                      <a:pt x="55" y="52"/>
                    </a:cubicBezTo>
                    <a:cubicBezTo>
                      <a:pt x="55" y="52"/>
                      <a:pt x="55" y="52"/>
                      <a:pt x="56" y="52"/>
                    </a:cubicBezTo>
                    <a:cubicBezTo>
                      <a:pt x="60" y="52"/>
                      <a:pt x="65" y="51"/>
                      <a:pt x="68" y="50"/>
                    </a:cubicBezTo>
                    <a:cubicBezTo>
                      <a:pt x="77" y="46"/>
                      <a:pt x="77" y="46"/>
                      <a:pt x="77" y="46"/>
                    </a:cubicBezTo>
                    <a:cubicBezTo>
                      <a:pt x="78" y="45"/>
                      <a:pt x="78" y="45"/>
                      <a:pt x="78" y="45"/>
                    </a:cubicBezTo>
                    <a:cubicBezTo>
                      <a:pt x="90" y="33"/>
                      <a:pt x="77" y="12"/>
                      <a:pt x="77" y="12"/>
                    </a:cubicBezTo>
                    <a:cubicBezTo>
                      <a:pt x="77" y="12"/>
                      <a:pt x="63" y="6"/>
                      <a:pt x="57" y="1"/>
                    </a:cubicBezTo>
                    <a:cubicBezTo>
                      <a:pt x="57" y="1"/>
                      <a:pt x="68" y="25"/>
                      <a:pt x="52" y="28"/>
                    </a:cubicBezTo>
                    <a:cubicBezTo>
                      <a:pt x="51" y="28"/>
                      <a:pt x="49" y="28"/>
                      <a:pt x="48" y="28"/>
                    </a:cubicBezTo>
                    <a:cubicBezTo>
                      <a:pt x="26" y="28"/>
                      <a:pt x="19" y="0"/>
                      <a:pt x="19" y="0"/>
                    </a:cubicBezTo>
                  </a:path>
                </a:pathLst>
              </a:custGeom>
              <a:solidFill>
                <a:srgbClr val="8A6A6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70000" lnSpcReduction="20000"/>
              </a:bodyPr>
              <a:lstStyle/>
              <a:p>
                <a:pPr algn="ctr"/>
                <a:endParaRPr>
                  <a:cs typeface="+mn-ea"/>
                  <a:sym typeface="+mn-lt"/>
                </a:endParaRPr>
              </a:p>
            </p:txBody>
          </p:sp>
          <p:sp>
            <p:nvSpPr>
              <p:cNvPr id="88" name="îṡlîḓê">
                <a:extLst>
                  <a:ext uri="{FF2B5EF4-FFF2-40B4-BE49-F238E27FC236}">
                    <a16:creationId xmlns:a16="http://schemas.microsoft.com/office/drawing/2014/main" id="{412A112A-A7C5-4D24-AA08-26B0FBD555D1}"/>
                  </a:ext>
                </a:extLst>
              </p:cNvPr>
              <p:cNvSpPr/>
              <p:nvPr/>
            </p:nvSpPr>
            <p:spPr bwMode="auto">
              <a:xfrm>
                <a:off x="6645275" y="5557838"/>
                <a:ext cx="255588" cy="195263"/>
              </a:xfrm>
              <a:custGeom>
                <a:avLst/>
                <a:gdLst>
                  <a:gd name="T0" fmla="*/ 68 w 161"/>
                  <a:gd name="T1" fmla="*/ 0 h 123"/>
                  <a:gd name="T2" fmla="*/ 75 w 161"/>
                  <a:gd name="T3" fmla="*/ 41 h 123"/>
                  <a:gd name="T4" fmla="*/ 161 w 161"/>
                  <a:gd name="T5" fmla="*/ 123 h 123"/>
                  <a:gd name="T6" fmla="*/ 24 w 161"/>
                  <a:gd name="T7" fmla="*/ 123 h 123"/>
                  <a:gd name="T8" fmla="*/ 0 w 161"/>
                  <a:gd name="T9" fmla="*/ 14 h 123"/>
                  <a:gd name="T10" fmla="*/ 68 w 161"/>
                  <a:gd name="T11" fmla="*/ 0 h 123"/>
                </a:gdLst>
                <a:ahLst/>
                <a:cxnLst>
                  <a:cxn ang="0">
                    <a:pos x="T0" y="T1"/>
                  </a:cxn>
                  <a:cxn ang="0">
                    <a:pos x="T2" y="T3"/>
                  </a:cxn>
                  <a:cxn ang="0">
                    <a:pos x="T4" y="T5"/>
                  </a:cxn>
                  <a:cxn ang="0">
                    <a:pos x="T6" y="T7"/>
                  </a:cxn>
                  <a:cxn ang="0">
                    <a:pos x="T8" y="T9"/>
                  </a:cxn>
                  <a:cxn ang="0">
                    <a:pos x="T10" y="T11"/>
                  </a:cxn>
                </a:cxnLst>
                <a:rect l="0" t="0" r="r" b="b"/>
                <a:pathLst>
                  <a:path w="161" h="123">
                    <a:moveTo>
                      <a:pt x="68" y="0"/>
                    </a:moveTo>
                    <a:lnTo>
                      <a:pt x="75" y="41"/>
                    </a:lnTo>
                    <a:lnTo>
                      <a:pt x="161" y="123"/>
                    </a:lnTo>
                    <a:lnTo>
                      <a:pt x="24" y="123"/>
                    </a:lnTo>
                    <a:lnTo>
                      <a:pt x="0" y="14"/>
                    </a:lnTo>
                    <a:lnTo>
                      <a:pt x="68" y="0"/>
                    </a:lnTo>
                    <a:close/>
                  </a:path>
                </a:pathLst>
              </a:custGeom>
              <a:solidFill>
                <a:srgbClr val="282C3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40000" lnSpcReduction="20000"/>
              </a:bodyPr>
              <a:lstStyle/>
              <a:p>
                <a:pPr algn="ctr"/>
                <a:endParaRPr>
                  <a:cs typeface="+mn-ea"/>
                  <a:sym typeface="+mn-lt"/>
                </a:endParaRPr>
              </a:p>
            </p:txBody>
          </p:sp>
          <p:sp>
            <p:nvSpPr>
              <p:cNvPr id="89" name="iṩḷíḓe">
                <a:extLst>
                  <a:ext uri="{FF2B5EF4-FFF2-40B4-BE49-F238E27FC236}">
                    <a16:creationId xmlns:a16="http://schemas.microsoft.com/office/drawing/2014/main" id="{52F5D22E-C9E9-4BB4-8A32-F05F12278BD3}"/>
                  </a:ext>
                </a:extLst>
              </p:cNvPr>
              <p:cNvSpPr/>
              <p:nvPr/>
            </p:nvSpPr>
            <p:spPr bwMode="auto">
              <a:xfrm>
                <a:off x="5759450" y="4200525"/>
                <a:ext cx="1016000" cy="1428750"/>
              </a:xfrm>
              <a:custGeom>
                <a:avLst/>
                <a:gdLst>
                  <a:gd name="T0" fmla="*/ 99 w 186"/>
                  <a:gd name="T1" fmla="*/ 17 h 262"/>
                  <a:gd name="T2" fmla="*/ 162 w 186"/>
                  <a:gd name="T3" fmla="*/ 78 h 262"/>
                  <a:gd name="T4" fmla="*/ 186 w 186"/>
                  <a:gd name="T5" fmla="*/ 255 h 262"/>
                  <a:gd name="T6" fmla="*/ 158 w 186"/>
                  <a:gd name="T7" fmla="*/ 262 h 262"/>
                  <a:gd name="T8" fmla="*/ 131 w 186"/>
                  <a:gd name="T9" fmla="*/ 157 h 262"/>
                  <a:gd name="T10" fmla="*/ 114 w 186"/>
                  <a:gd name="T11" fmla="*/ 100 h 262"/>
                  <a:gd name="T12" fmla="*/ 66 w 186"/>
                  <a:gd name="T13" fmla="*/ 83 h 262"/>
                  <a:gd name="T14" fmla="*/ 15 w 186"/>
                  <a:gd name="T15" fmla="*/ 0 h 262"/>
                  <a:gd name="T16" fmla="*/ 99 w 186"/>
                  <a:gd name="T17" fmla="*/ 1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 h="262">
                    <a:moveTo>
                      <a:pt x="99" y="17"/>
                    </a:moveTo>
                    <a:cubicBezTo>
                      <a:pt x="99" y="17"/>
                      <a:pt x="155" y="64"/>
                      <a:pt x="162" y="78"/>
                    </a:cubicBezTo>
                    <a:cubicBezTo>
                      <a:pt x="168" y="93"/>
                      <a:pt x="186" y="255"/>
                      <a:pt x="186" y="255"/>
                    </a:cubicBezTo>
                    <a:cubicBezTo>
                      <a:pt x="158" y="262"/>
                      <a:pt x="158" y="262"/>
                      <a:pt x="158" y="262"/>
                    </a:cubicBezTo>
                    <a:cubicBezTo>
                      <a:pt x="158" y="262"/>
                      <a:pt x="140" y="184"/>
                      <a:pt x="131" y="157"/>
                    </a:cubicBezTo>
                    <a:cubicBezTo>
                      <a:pt x="122" y="131"/>
                      <a:pt x="114" y="100"/>
                      <a:pt x="114" y="100"/>
                    </a:cubicBezTo>
                    <a:cubicBezTo>
                      <a:pt x="114" y="100"/>
                      <a:pt x="82" y="87"/>
                      <a:pt x="66" y="83"/>
                    </a:cubicBezTo>
                    <a:cubicBezTo>
                      <a:pt x="0" y="67"/>
                      <a:pt x="14" y="26"/>
                      <a:pt x="15" y="0"/>
                    </a:cubicBezTo>
                    <a:lnTo>
                      <a:pt x="99" y="17"/>
                    </a:lnTo>
                    <a:close/>
                  </a:path>
                </a:pathLst>
              </a:custGeom>
              <a:solidFill>
                <a:srgbClr val="133A5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90" name="îṧľíḋè">
                <a:extLst>
                  <a:ext uri="{FF2B5EF4-FFF2-40B4-BE49-F238E27FC236}">
                    <a16:creationId xmlns:a16="http://schemas.microsoft.com/office/drawing/2014/main" id="{58AED9C9-8466-4FBE-88EA-C277936DD59F}"/>
                  </a:ext>
                </a:extLst>
              </p:cNvPr>
              <p:cNvSpPr/>
              <p:nvPr/>
            </p:nvSpPr>
            <p:spPr bwMode="auto">
              <a:xfrm>
                <a:off x="5591175" y="4337050"/>
                <a:ext cx="747713" cy="1274763"/>
              </a:xfrm>
              <a:custGeom>
                <a:avLst/>
                <a:gdLst>
                  <a:gd name="T0" fmla="*/ 80 w 137"/>
                  <a:gd name="T1" fmla="*/ 0 h 234"/>
                  <a:gd name="T2" fmla="*/ 131 w 137"/>
                  <a:gd name="T3" fmla="*/ 46 h 234"/>
                  <a:gd name="T4" fmla="*/ 82 w 137"/>
                  <a:gd name="T5" fmla="*/ 233 h 234"/>
                  <a:gd name="T6" fmla="*/ 55 w 137"/>
                  <a:gd name="T7" fmla="*/ 234 h 234"/>
                  <a:gd name="T8" fmla="*/ 71 w 137"/>
                  <a:gd name="T9" fmla="*/ 134 h 234"/>
                  <a:gd name="T10" fmla="*/ 78 w 137"/>
                  <a:gd name="T11" fmla="*/ 71 h 234"/>
                  <a:gd name="T12" fmla="*/ 26 w 137"/>
                  <a:gd name="T13" fmla="*/ 58 h 234"/>
                  <a:gd name="T14" fmla="*/ 8 w 137"/>
                  <a:gd name="T15" fmla="*/ 0 h 234"/>
                  <a:gd name="T16" fmla="*/ 80 w 137"/>
                  <a:gd name="T17"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7" h="234">
                    <a:moveTo>
                      <a:pt x="80" y="0"/>
                    </a:moveTo>
                    <a:cubicBezTo>
                      <a:pt x="80" y="0"/>
                      <a:pt x="124" y="31"/>
                      <a:pt x="131" y="46"/>
                    </a:cubicBezTo>
                    <a:cubicBezTo>
                      <a:pt x="137" y="60"/>
                      <a:pt x="82" y="233"/>
                      <a:pt x="82" y="233"/>
                    </a:cubicBezTo>
                    <a:cubicBezTo>
                      <a:pt x="55" y="234"/>
                      <a:pt x="55" y="234"/>
                      <a:pt x="55" y="234"/>
                    </a:cubicBezTo>
                    <a:cubicBezTo>
                      <a:pt x="55" y="234"/>
                      <a:pt x="68" y="162"/>
                      <a:pt x="71" y="134"/>
                    </a:cubicBezTo>
                    <a:cubicBezTo>
                      <a:pt x="74" y="106"/>
                      <a:pt x="78" y="71"/>
                      <a:pt x="78" y="71"/>
                    </a:cubicBezTo>
                    <a:cubicBezTo>
                      <a:pt x="78" y="71"/>
                      <a:pt x="40" y="66"/>
                      <a:pt x="26" y="58"/>
                    </a:cubicBezTo>
                    <a:cubicBezTo>
                      <a:pt x="0" y="44"/>
                      <a:pt x="7" y="26"/>
                      <a:pt x="8" y="0"/>
                    </a:cubicBezTo>
                    <a:lnTo>
                      <a:pt x="80" y="0"/>
                    </a:lnTo>
                    <a:close/>
                  </a:path>
                </a:pathLst>
              </a:custGeom>
              <a:solidFill>
                <a:srgbClr val="133A5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91" name="iṩḷiďè">
                <a:extLst>
                  <a:ext uri="{FF2B5EF4-FFF2-40B4-BE49-F238E27FC236}">
                    <a16:creationId xmlns:a16="http://schemas.microsoft.com/office/drawing/2014/main" id="{9413BD67-EFBC-4DD8-BB05-4FE415A32171}"/>
                  </a:ext>
                </a:extLst>
              </p:cNvPr>
              <p:cNvSpPr/>
              <p:nvPr/>
            </p:nvSpPr>
            <p:spPr bwMode="auto">
              <a:xfrm>
                <a:off x="5891213" y="5580063"/>
                <a:ext cx="234950" cy="173038"/>
              </a:xfrm>
              <a:custGeom>
                <a:avLst/>
                <a:gdLst>
                  <a:gd name="T0" fmla="*/ 93 w 148"/>
                  <a:gd name="T1" fmla="*/ 17 h 109"/>
                  <a:gd name="T2" fmla="*/ 86 w 148"/>
                  <a:gd name="T3" fmla="*/ 58 h 109"/>
                  <a:gd name="T4" fmla="*/ 148 w 148"/>
                  <a:gd name="T5" fmla="*/ 109 h 109"/>
                  <a:gd name="T6" fmla="*/ 0 w 148"/>
                  <a:gd name="T7" fmla="*/ 109 h 109"/>
                  <a:gd name="T8" fmla="*/ 28 w 148"/>
                  <a:gd name="T9" fmla="*/ 0 h 109"/>
                  <a:gd name="T10" fmla="*/ 93 w 148"/>
                  <a:gd name="T11" fmla="*/ 17 h 109"/>
                </a:gdLst>
                <a:ahLst/>
                <a:cxnLst>
                  <a:cxn ang="0">
                    <a:pos x="T0" y="T1"/>
                  </a:cxn>
                  <a:cxn ang="0">
                    <a:pos x="T2" y="T3"/>
                  </a:cxn>
                  <a:cxn ang="0">
                    <a:pos x="T4" y="T5"/>
                  </a:cxn>
                  <a:cxn ang="0">
                    <a:pos x="T6" y="T7"/>
                  </a:cxn>
                  <a:cxn ang="0">
                    <a:pos x="T8" y="T9"/>
                  </a:cxn>
                  <a:cxn ang="0">
                    <a:pos x="T10" y="T11"/>
                  </a:cxn>
                </a:cxnLst>
                <a:rect l="0" t="0" r="r" b="b"/>
                <a:pathLst>
                  <a:path w="148" h="109">
                    <a:moveTo>
                      <a:pt x="93" y="17"/>
                    </a:moveTo>
                    <a:lnTo>
                      <a:pt x="86" y="58"/>
                    </a:lnTo>
                    <a:lnTo>
                      <a:pt x="148" y="109"/>
                    </a:lnTo>
                    <a:lnTo>
                      <a:pt x="0" y="109"/>
                    </a:lnTo>
                    <a:lnTo>
                      <a:pt x="28" y="0"/>
                    </a:lnTo>
                    <a:lnTo>
                      <a:pt x="93" y="17"/>
                    </a:lnTo>
                    <a:close/>
                  </a:path>
                </a:pathLst>
              </a:custGeom>
              <a:solidFill>
                <a:srgbClr val="282C3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2" name="ï$ḻíḋê">
                <a:extLst>
                  <a:ext uri="{FF2B5EF4-FFF2-40B4-BE49-F238E27FC236}">
                    <a16:creationId xmlns:a16="http://schemas.microsoft.com/office/drawing/2014/main" id="{D95F2E06-DE9A-4261-9102-8CC9D01E3371}"/>
                  </a:ext>
                </a:extLst>
              </p:cNvPr>
              <p:cNvSpPr/>
              <p:nvPr/>
            </p:nvSpPr>
            <p:spPr bwMode="auto">
              <a:xfrm>
                <a:off x="5568950" y="3257550"/>
                <a:ext cx="550863" cy="1176338"/>
              </a:xfrm>
              <a:custGeom>
                <a:avLst/>
                <a:gdLst>
                  <a:gd name="T0" fmla="*/ 43 w 101"/>
                  <a:gd name="T1" fmla="*/ 0 h 216"/>
                  <a:gd name="T2" fmla="*/ 86 w 101"/>
                  <a:gd name="T3" fmla="*/ 44 h 216"/>
                  <a:gd name="T4" fmla="*/ 99 w 101"/>
                  <a:gd name="T5" fmla="*/ 159 h 216"/>
                  <a:gd name="T6" fmla="*/ 81 w 101"/>
                  <a:gd name="T7" fmla="*/ 202 h 216"/>
                  <a:gd name="T8" fmla="*/ 11 w 101"/>
                  <a:gd name="T9" fmla="*/ 216 h 216"/>
                  <a:gd name="T10" fmla="*/ 7 w 101"/>
                  <a:gd name="T11" fmla="*/ 140 h 216"/>
                  <a:gd name="T12" fmla="*/ 16 w 101"/>
                  <a:gd name="T13" fmla="*/ 59 h 216"/>
                  <a:gd name="T14" fmla="*/ 0 w 101"/>
                  <a:gd name="T15" fmla="*/ 21 h 216"/>
                  <a:gd name="T16" fmla="*/ 43 w 101"/>
                  <a:gd name="T17"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 h="216">
                    <a:moveTo>
                      <a:pt x="43" y="0"/>
                    </a:moveTo>
                    <a:cubicBezTo>
                      <a:pt x="43" y="0"/>
                      <a:pt x="51" y="44"/>
                      <a:pt x="86" y="44"/>
                    </a:cubicBezTo>
                    <a:cubicBezTo>
                      <a:pt x="86" y="44"/>
                      <a:pt x="101" y="148"/>
                      <a:pt x="99" y="159"/>
                    </a:cubicBezTo>
                    <a:cubicBezTo>
                      <a:pt x="98" y="171"/>
                      <a:pt x="89" y="196"/>
                      <a:pt x="81" y="202"/>
                    </a:cubicBezTo>
                    <a:cubicBezTo>
                      <a:pt x="61" y="216"/>
                      <a:pt x="22" y="216"/>
                      <a:pt x="11" y="216"/>
                    </a:cubicBezTo>
                    <a:cubicBezTo>
                      <a:pt x="11" y="216"/>
                      <a:pt x="8" y="168"/>
                      <a:pt x="7" y="140"/>
                    </a:cubicBezTo>
                    <a:cubicBezTo>
                      <a:pt x="6" y="111"/>
                      <a:pt x="18" y="73"/>
                      <a:pt x="16" y="59"/>
                    </a:cubicBezTo>
                    <a:cubicBezTo>
                      <a:pt x="15" y="45"/>
                      <a:pt x="0" y="21"/>
                      <a:pt x="0" y="21"/>
                    </a:cubicBezTo>
                    <a:lnTo>
                      <a:pt x="43" y="0"/>
                    </a:lnTo>
                    <a:close/>
                  </a:path>
                </a:pathLst>
              </a:custGeom>
              <a:solidFill>
                <a:srgbClr val="BCA08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93" name="ïṣḷîďê">
                <a:extLst>
                  <a:ext uri="{FF2B5EF4-FFF2-40B4-BE49-F238E27FC236}">
                    <a16:creationId xmlns:a16="http://schemas.microsoft.com/office/drawing/2014/main" id="{967CE4A6-B0AB-44E4-BCE8-169981A1724E}"/>
                  </a:ext>
                </a:extLst>
              </p:cNvPr>
              <p:cNvSpPr/>
              <p:nvPr/>
            </p:nvSpPr>
            <p:spPr bwMode="auto">
              <a:xfrm>
                <a:off x="6038850" y="3268663"/>
                <a:ext cx="376238" cy="1133475"/>
              </a:xfrm>
              <a:custGeom>
                <a:avLst/>
                <a:gdLst>
                  <a:gd name="T0" fmla="*/ 9 w 69"/>
                  <a:gd name="T1" fmla="*/ 0 h 208"/>
                  <a:gd name="T2" fmla="*/ 0 w 69"/>
                  <a:gd name="T3" fmla="*/ 42 h 208"/>
                  <a:gd name="T4" fmla="*/ 9 w 69"/>
                  <a:gd name="T5" fmla="*/ 188 h 208"/>
                  <a:gd name="T6" fmla="*/ 66 w 69"/>
                  <a:gd name="T7" fmla="*/ 207 h 208"/>
                  <a:gd name="T8" fmla="*/ 49 w 69"/>
                  <a:gd name="T9" fmla="*/ 137 h 208"/>
                  <a:gd name="T10" fmla="*/ 42 w 69"/>
                  <a:gd name="T11" fmla="*/ 17 h 208"/>
                  <a:gd name="T12" fmla="*/ 9 w 69"/>
                  <a:gd name="T13" fmla="*/ 0 h 208"/>
                </a:gdLst>
                <a:ahLst/>
                <a:cxnLst>
                  <a:cxn ang="0">
                    <a:pos x="T0" y="T1"/>
                  </a:cxn>
                  <a:cxn ang="0">
                    <a:pos x="T2" y="T3"/>
                  </a:cxn>
                  <a:cxn ang="0">
                    <a:pos x="T4" y="T5"/>
                  </a:cxn>
                  <a:cxn ang="0">
                    <a:pos x="T6" y="T7"/>
                  </a:cxn>
                  <a:cxn ang="0">
                    <a:pos x="T8" y="T9"/>
                  </a:cxn>
                  <a:cxn ang="0">
                    <a:pos x="T10" y="T11"/>
                  </a:cxn>
                  <a:cxn ang="0">
                    <a:pos x="T12" y="T13"/>
                  </a:cxn>
                </a:cxnLst>
                <a:rect l="0" t="0" r="r" b="b"/>
                <a:pathLst>
                  <a:path w="69" h="208">
                    <a:moveTo>
                      <a:pt x="9" y="0"/>
                    </a:moveTo>
                    <a:cubicBezTo>
                      <a:pt x="9" y="0"/>
                      <a:pt x="24" y="32"/>
                      <a:pt x="0" y="42"/>
                    </a:cubicBezTo>
                    <a:cubicBezTo>
                      <a:pt x="0" y="42"/>
                      <a:pt x="0" y="177"/>
                      <a:pt x="9" y="188"/>
                    </a:cubicBezTo>
                    <a:cubicBezTo>
                      <a:pt x="18" y="199"/>
                      <a:pt x="64" y="206"/>
                      <a:pt x="66" y="207"/>
                    </a:cubicBezTo>
                    <a:cubicBezTo>
                      <a:pt x="69" y="208"/>
                      <a:pt x="49" y="151"/>
                      <a:pt x="49" y="137"/>
                    </a:cubicBezTo>
                    <a:cubicBezTo>
                      <a:pt x="49" y="123"/>
                      <a:pt x="42" y="17"/>
                      <a:pt x="42" y="17"/>
                    </a:cubicBezTo>
                    <a:lnTo>
                      <a:pt x="9" y="0"/>
                    </a:lnTo>
                    <a:close/>
                  </a:path>
                </a:pathLst>
              </a:custGeom>
              <a:solidFill>
                <a:srgbClr val="BCA08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94" name="íS1iḍè">
                <a:extLst>
                  <a:ext uri="{FF2B5EF4-FFF2-40B4-BE49-F238E27FC236}">
                    <a16:creationId xmlns:a16="http://schemas.microsoft.com/office/drawing/2014/main" id="{59E6CDB2-455C-4204-AF8F-9D5674F0A1A2}"/>
                  </a:ext>
                </a:extLst>
              </p:cNvPr>
              <p:cNvSpPr/>
              <p:nvPr/>
            </p:nvSpPr>
            <p:spPr bwMode="auto">
              <a:xfrm>
                <a:off x="5907088" y="2951163"/>
                <a:ext cx="290513" cy="87313"/>
              </a:xfrm>
              <a:custGeom>
                <a:avLst/>
                <a:gdLst>
                  <a:gd name="T0" fmla="*/ 0 w 53"/>
                  <a:gd name="T1" fmla="*/ 4 h 16"/>
                  <a:gd name="T2" fmla="*/ 2 w 53"/>
                  <a:gd name="T3" fmla="*/ 5 h 16"/>
                  <a:gd name="T4" fmla="*/ 5 w 53"/>
                  <a:gd name="T5" fmla="*/ 11 h 16"/>
                  <a:gd name="T6" fmla="*/ 20 w 53"/>
                  <a:gd name="T7" fmla="*/ 15 h 16"/>
                  <a:gd name="T8" fmla="*/ 27 w 53"/>
                  <a:gd name="T9" fmla="*/ 8 h 16"/>
                  <a:gd name="T10" fmla="*/ 30 w 53"/>
                  <a:gd name="T11" fmla="*/ 5 h 16"/>
                  <a:gd name="T12" fmla="*/ 32 w 53"/>
                  <a:gd name="T13" fmla="*/ 8 h 16"/>
                  <a:gd name="T14" fmla="*/ 41 w 53"/>
                  <a:gd name="T15" fmla="*/ 15 h 16"/>
                  <a:gd name="T16" fmla="*/ 49 w 53"/>
                  <a:gd name="T17" fmla="*/ 11 h 16"/>
                  <a:gd name="T18" fmla="*/ 52 w 53"/>
                  <a:gd name="T19" fmla="*/ 5 h 16"/>
                  <a:gd name="T20" fmla="*/ 53 w 53"/>
                  <a:gd name="T21" fmla="*/ 2 h 16"/>
                  <a:gd name="T22" fmla="*/ 45 w 53"/>
                  <a:gd name="T23" fmla="*/ 0 h 16"/>
                  <a:gd name="T24" fmla="*/ 33 w 53"/>
                  <a:gd name="T25" fmla="*/ 1 h 16"/>
                  <a:gd name="T26" fmla="*/ 30 w 53"/>
                  <a:gd name="T27" fmla="*/ 3 h 16"/>
                  <a:gd name="T28" fmla="*/ 26 w 53"/>
                  <a:gd name="T29" fmla="*/ 1 h 16"/>
                  <a:gd name="T30" fmla="*/ 9 w 53"/>
                  <a:gd name="T31" fmla="*/ 0 h 16"/>
                  <a:gd name="T32" fmla="*/ 0 w 53"/>
                  <a:gd name="T33" fmla="*/ 2 h 16"/>
                  <a:gd name="T34" fmla="*/ 0 w 53"/>
                  <a:gd name="T35" fmla="*/ 4 h 16"/>
                  <a:gd name="T36" fmla="*/ 34 w 53"/>
                  <a:gd name="T37" fmla="*/ 4 h 16"/>
                  <a:gd name="T38" fmla="*/ 41 w 53"/>
                  <a:gd name="T39" fmla="*/ 2 h 16"/>
                  <a:gd name="T40" fmla="*/ 49 w 53"/>
                  <a:gd name="T41" fmla="*/ 3 h 16"/>
                  <a:gd name="T42" fmla="*/ 48 w 53"/>
                  <a:gd name="T43" fmla="*/ 9 h 16"/>
                  <a:gd name="T44" fmla="*/ 41 w 53"/>
                  <a:gd name="T45" fmla="*/ 14 h 16"/>
                  <a:gd name="T46" fmla="*/ 34 w 53"/>
                  <a:gd name="T47" fmla="*/ 9 h 16"/>
                  <a:gd name="T48" fmla="*/ 34 w 53"/>
                  <a:gd name="T49" fmla="*/ 4 h 16"/>
                  <a:gd name="T50" fmla="*/ 6 w 53"/>
                  <a:gd name="T51" fmla="*/ 3 h 16"/>
                  <a:gd name="T52" fmla="*/ 18 w 53"/>
                  <a:gd name="T53" fmla="*/ 2 h 16"/>
                  <a:gd name="T54" fmla="*/ 25 w 53"/>
                  <a:gd name="T55" fmla="*/ 4 h 16"/>
                  <a:gd name="T56" fmla="*/ 25 w 53"/>
                  <a:gd name="T57" fmla="*/ 9 h 16"/>
                  <a:gd name="T58" fmla="*/ 15 w 53"/>
                  <a:gd name="T59" fmla="*/ 14 h 16"/>
                  <a:gd name="T60" fmla="*/ 6 w 53"/>
                  <a:gd name="T61" fmla="*/ 9 h 16"/>
                  <a:gd name="T62" fmla="*/ 6 w 53"/>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3" h="16">
                    <a:moveTo>
                      <a:pt x="0" y="4"/>
                    </a:moveTo>
                    <a:cubicBezTo>
                      <a:pt x="0" y="5"/>
                      <a:pt x="2" y="5"/>
                      <a:pt x="2" y="5"/>
                    </a:cubicBezTo>
                    <a:cubicBezTo>
                      <a:pt x="3" y="6"/>
                      <a:pt x="3" y="6"/>
                      <a:pt x="5" y="11"/>
                    </a:cubicBezTo>
                    <a:cubicBezTo>
                      <a:pt x="7" y="14"/>
                      <a:pt x="11" y="16"/>
                      <a:pt x="20" y="15"/>
                    </a:cubicBezTo>
                    <a:cubicBezTo>
                      <a:pt x="26" y="14"/>
                      <a:pt x="26" y="10"/>
                      <a:pt x="27" y="8"/>
                    </a:cubicBezTo>
                    <a:cubicBezTo>
                      <a:pt x="28" y="6"/>
                      <a:pt x="29" y="5"/>
                      <a:pt x="30" y="5"/>
                    </a:cubicBezTo>
                    <a:cubicBezTo>
                      <a:pt x="31" y="5"/>
                      <a:pt x="31" y="6"/>
                      <a:pt x="32" y="8"/>
                    </a:cubicBezTo>
                    <a:cubicBezTo>
                      <a:pt x="33" y="10"/>
                      <a:pt x="34" y="15"/>
                      <a:pt x="41" y="15"/>
                    </a:cubicBezTo>
                    <a:cubicBezTo>
                      <a:pt x="46" y="15"/>
                      <a:pt x="48" y="13"/>
                      <a:pt x="49" y="11"/>
                    </a:cubicBezTo>
                    <a:cubicBezTo>
                      <a:pt x="51" y="6"/>
                      <a:pt x="51" y="6"/>
                      <a:pt x="52" y="5"/>
                    </a:cubicBezTo>
                    <a:cubicBezTo>
                      <a:pt x="53" y="5"/>
                      <a:pt x="53" y="3"/>
                      <a:pt x="53" y="2"/>
                    </a:cubicBezTo>
                    <a:cubicBezTo>
                      <a:pt x="53" y="0"/>
                      <a:pt x="49" y="0"/>
                      <a:pt x="45" y="0"/>
                    </a:cubicBezTo>
                    <a:cubicBezTo>
                      <a:pt x="41" y="0"/>
                      <a:pt x="35" y="0"/>
                      <a:pt x="33" y="1"/>
                    </a:cubicBezTo>
                    <a:cubicBezTo>
                      <a:pt x="31" y="2"/>
                      <a:pt x="31" y="3"/>
                      <a:pt x="30" y="3"/>
                    </a:cubicBezTo>
                    <a:cubicBezTo>
                      <a:pt x="28" y="3"/>
                      <a:pt x="28" y="2"/>
                      <a:pt x="26" y="1"/>
                    </a:cubicBezTo>
                    <a:cubicBezTo>
                      <a:pt x="24" y="0"/>
                      <a:pt x="13" y="0"/>
                      <a:pt x="9" y="0"/>
                    </a:cubicBezTo>
                    <a:cubicBezTo>
                      <a:pt x="6" y="0"/>
                      <a:pt x="0" y="0"/>
                      <a:pt x="0" y="2"/>
                    </a:cubicBezTo>
                    <a:cubicBezTo>
                      <a:pt x="0" y="2"/>
                      <a:pt x="0" y="3"/>
                      <a:pt x="0" y="4"/>
                    </a:cubicBezTo>
                    <a:close/>
                    <a:moveTo>
                      <a:pt x="34" y="4"/>
                    </a:moveTo>
                    <a:cubicBezTo>
                      <a:pt x="34" y="3"/>
                      <a:pt x="36" y="3"/>
                      <a:pt x="41" y="2"/>
                    </a:cubicBezTo>
                    <a:cubicBezTo>
                      <a:pt x="46" y="2"/>
                      <a:pt x="48" y="2"/>
                      <a:pt x="49" y="3"/>
                    </a:cubicBezTo>
                    <a:cubicBezTo>
                      <a:pt x="49" y="3"/>
                      <a:pt x="50" y="6"/>
                      <a:pt x="48" y="9"/>
                    </a:cubicBezTo>
                    <a:cubicBezTo>
                      <a:pt x="47" y="13"/>
                      <a:pt x="45" y="14"/>
                      <a:pt x="41" y="14"/>
                    </a:cubicBezTo>
                    <a:cubicBezTo>
                      <a:pt x="37" y="14"/>
                      <a:pt x="35" y="12"/>
                      <a:pt x="34" y="9"/>
                    </a:cubicBezTo>
                    <a:cubicBezTo>
                      <a:pt x="34" y="7"/>
                      <a:pt x="34" y="5"/>
                      <a:pt x="34" y="4"/>
                    </a:cubicBezTo>
                    <a:close/>
                    <a:moveTo>
                      <a:pt x="6" y="3"/>
                    </a:moveTo>
                    <a:cubicBezTo>
                      <a:pt x="7" y="2"/>
                      <a:pt x="13" y="2"/>
                      <a:pt x="18" y="2"/>
                    </a:cubicBezTo>
                    <a:cubicBezTo>
                      <a:pt x="23" y="3"/>
                      <a:pt x="25" y="3"/>
                      <a:pt x="25" y="4"/>
                    </a:cubicBezTo>
                    <a:cubicBezTo>
                      <a:pt x="25" y="5"/>
                      <a:pt x="25" y="7"/>
                      <a:pt x="25" y="9"/>
                    </a:cubicBezTo>
                    <a:cubicBezTo>
                      <a:pt x="24" y="12"/>
                      <a:pt x="23" y="14"/>
                      <a:pt x="15" y="14"/>
                    </a:cubicBezTo>
                    <a:cubicBezTo>
                      <a:pt x="10" y="14"/>
                      <a:pt x="8" y="13"/>
                      <a:pt x="6" y="9"/>
                    </a:cubicBezTo>
                    <a:cubicBezTo>
                      <a:pt x="5" y="6"/>
                      <a:pt x="5" y="3"/>
                      <a:pt x="6" y="3"/>
                    </a:cubicBezTo>
                    <a:close/>
                  </a:path>
                </a:pathLst>
              </a:custGeom>
              <a:solidFill>
                <a:srgbClr val="282C3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5" name="íṣḷidè">
                <a:extLst>
                  <a:ext uri="{FF2B5EF4-FFF2-40B4-BE49-F238E27FC236}">
                    <a16:creationId xmlns:a16="http://schemas.microsoft.com/office/drawing/2014/main" id="{9E221F4A-7BBB-4C9E-9A1C-BFA534A0F71E}"/>
                  </a:ext>
                </a:extLst>
              </p:cNvPr>
              <p:cNvSpPr/>
              <p:nvPr/>
            </p:nvSpPr>
            <p:spPr bwMode="auto">
              <a:xfrm>
                <a:off x="6016625" y="3992563"/>
                <a:ext cx="327025" cy="104775"/>
              </a:xfrm>
              <a:custGeom>
                <a:avLst/>
                <a:gdLst>
                  <a:gd name="T0" fmla="*/ 0 w 60"/>
                  <a:gd name="T1" fmla="*/ 11 h 19"/>
                  <a:gd name="T2" fmla="*/ 4 w 60"/>
                  <a:gd name="T3" fmla="*/ 0 h 19"/>
                  <a:gd name="T4" fmla="*/ 40 w 60"/>
                  <a:gd name="T5" fmla="*/ 11 h 19"/>
                  <a:gd name="T6" fmla="*/ 60 w 60"/>
                  <a:gd name="T7" fmla="*/ 19 h 19"/>
                  <a:gd name="T8" fmla="*/ 10 w 60"/>
                  <a:gd name="T9" fmla="*/ 19 h 19"/>
                  <a:gd name="T10" fmla="*/ 0 w 60"/>
                  <a:gd name="T11" fmla="*/ 11 h 19"/>
                </a:gdLst>
                <a:ahLst/>
                <a:cxnLst>
                  <a:cxn ang="0">
                    <a:pos x="T0" y="T1"/>
                  </a:cxn>
                  <a:cxn ang="0">
                    <a:pos x="T2" y="T3"/>
                  </a:cxn>
                  <a:cxn ang="0">
                    <a:pos x="T4" y="T5"/>
                  </a:cxn>
                  <a:cxn ang="0">
                    <a:pos x="T6" y="T7"/>
                  </a:cxn>
                  <a:cxn ang="0">
                    <a:pos x="T8" y="T9"/>
                  </a:cxn>
                  <a:cxn ang="0">
                    <a:pos x="T10" y="T11"/>
                  </a:cxn>
                </a:cxnLst>
                <a:rect l="0" t="0" r="r" b="b"/>
                <a:pathLst>
                  <a:path w="60" h="19">
                    <a:moveTo>
                      <a:pt x="0" y="11"/>
                    </a:moveTo>
                    <a:cubicBezTo>
                      <a:pt x="4" y="0"/>
                      <a:pt x="4" y="0"/>
                      <a:pt x="4" y="0"/>
                    </a:cubicBezTo>
                    <a:cubicBezTo>
                      <a:pt x="4" y="0"/>
                      <a:pt x="32" y="9"/>
                      <a:pt x="40" y="11"/>
                    </a:cubicBezTo>
                    <a:cubicBezTo>
                      <a:pt x="48" y="13"/>
                      <a:pt x="60" y="19"/>
                      <a:pt x="60" y="19"/>
                    </a:cubicBezTo>
                    <a:cubicBezTo>
                      <a:pt x="10" y="19"/>
                      <a:pt x="10" y="19"/>
                      <a:pt x="10" y="19"/>
                    </a:cubicBezTo>
                    <a:lnTo>
                      <a:pt x="0" y="11"/>
                    </a:lnTo>
                    <a:close/>
                  </a:path>
                </a:pathLst>
              </a:custGeom>
              <a:solidFill>
                <a:srgbClr val="F8C9A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6" name="ísļîḋê">
                <a:extLst>
                  <a:ext uri="{FF2B5EF4-FFF2-40B4-BE49-F238E27FC236}">
                    <a16:creationId xmlns:a16="http://schemas.microsoft.com/office/drawing/2014/main" id="{0B88C851-6BA5-4875-910F-462A4D441225}"/>
                  </a:ext>
                </a:extLst>
              </p:cNvPr>
              <p:cNvSpPr/>
              <p:nvPr/>
            </p:nvSpPr>
            <p:spPr bwMode="auto">
              <a:xfrm>
                <a:off x="5318125" y="3349625"/>
                <a:ext cx="769938" cy="747713"/>
              </a:xfrm>
              <a:custGeom>
                <a:avLst/>
                <a:gdLst>
                  <a:gd name="T0" fmla="*/ 141 w 141"/>
                  <a:gd name="T1" fmla="*/ 121 h 137"/>
                  <a:gd name="T2" fmla="*/ 138 w 141"/>
                  <a:gd name="T3" fmla="*/ 137 h 137"/>
                  <a:gd name="T4" fmla="*/ 4 w 141"/>
                  <a:gd name="T5" fmla="*/ 137 h 137"/>
                  <a:gd name="T6" fmla="*/ 13 w 141"/>
                  <a:gd name="T7" fmla="*/ 96 h 137"/>
                  <a:gd name="T8" fmla="*/ 46 w 141"/>
                  <a:gd name="T9" fmla="*/ 4 h 137"/>
                  <a:gd name="T10" fmla="*/ 73 w 141"/>
                  <a:gd name="T11" fmla="*/ 41 h 137"/>
                  <a:gd name="T12" fmla="*/ 54 w 141"/>
                  <a:gd name="T13" fmla="*/ 105 h 137"/>
                  <a:gd name="T14" fmla="*/ 141 w 141"/>
                  <a:gd name="T15" fmla="*/ 121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 h="137">
                    <a:moveTo>
                      <a:pt x="141" y="121"/>
                    </a:moveTo>
                    <a:cubicBezTo>
                      <a:pt x="138" y="137"/>
                      <a:pt x="138" y="137"/>
                      <a:pt x="138" y="137"/>
                    </a:cubicBezTo>
                    <a:cubicBezTo>
                      <a:pt x="4" y="137"/>
                      <a:pt x="4" y="137"/>
                      <a:pt x="4" y="137"/>
                    </a:cubicBezTo>
                    <a:cubicBezTo>
                      <a:pt x="4" y="137"/>
                      <a:pt x="0" y="132"/>
                      <a:pt x="13" y="96"/>
                    </a:cubicBezTo>
                    <a:cubicBezTo>
                      <a:pt x="26" y="60"/>
                      <a:pt x="36" y="8"/>
                      <a:pt x="46" y="4"/>
                    </a:cubicBezTo>
                    <a:cubicBezTo>
                      <a:pt x="56" y="0"/>
                      <a:pt x="74" y="22"/>
                      <a:pt x="73" y="41"/>
                    </a:cubicBezTo>
                    <a:cubicBezTo>
                      <a:pt x="71" y="59"/>
                      <a:pt x="54" y="105"/>
                      <a:pt x="54" y="105"/>
                    </a:cubicBezTo>
                    <a:cubicBezTo>
                      <a:pt x="54" y="105"/>
                      <a:pt x="106" y="111"/>
                      <a:pt x="141" y="121"/>
                    </a:cubicBezTo>
                    <a:close/>
                  </a:path>
                </a:pathLst>
              </a:custGeom>
              <a:solidFill>
                <a:srgbClr val="A88F7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97" name="íṩľïḑé">
                <a:extLst>
                  <a:ext uri="{FF2B5EF4-FFF2-40B4-BE49-F238E27FC236}">
                    <a16:creationId xmlns:a16="http://schemas.microsoft.com/office/drawing/2014/main" id="{FCC85A53-2E75-4464-84B6-6A73587E76AF}"/>
                  </a:ext>
                </a:extLst>
              </p:cNvPr>
              <p:cNvSpPr/>
              <p:nvPr/>
            </p:nvSpPr>
            <p:spPr bwMode="auto">
              <a:xfrm>
                <a:off x="6224588" y="3490913"/>
                <a:ext cx="327025" cy="577850"/>
              </a:xfrm>
              <a:custGeom>
                <a:avLst/>
                <a:gdLst>
                  <a:gd name="T0" fmla="*/ 0 w 206"/>
                  <a:gd name="T1" fmla="*/ 364 h 364"/>
                  <a:gd name="T2" fmla="*/ 103 w 206"/>
                  <a:gd name="T3" fmla="*/ 364 h 364"/>
                  <a:gd name="T4" fmla="*/ 206 w 206"/>
                  <a:gd name="T5" fmla="*/ 0 h 364"/>
                  <a:gd name="T6" fmla="*/ 127 w 206"/>
                  <a:gd name="T7" fmla="*/ 0 h 364"/>
                  <a:gd name="T8" fmla="*/ 0 w 206"/>
                  <a:gd name="T9" fmla="*/ 364 h 364"/>
                </a:gdLst>
                <a:ahLst/>
                <a:cxnLst>
                  <a:cxn ang="0">
                    <a:pos x="T0" y="T1"/>
                  </a:cxn>
                  <a:cxn ang="0">
                    <a:pos x="T2" y="T3"/>
                  </a:cxn>
                  <a:cxn ang="0">
                    <a:pos x="T4" y="T5"/>
                  </a:cxn>
                  <a:cxn ang="0">
                    <a:pos x="T6" y="T7"/>
                  </a:cxn>
                  <a:cxn ang="0">
                    <a:pos x="T8" y="T9"/>
                  </a:cxn>
                </a:cxnLst>
                <a:rect l="0" t="0" r="r" b="b"/>
                <a:pathLst>
                  <a:path w="206" h="364">
                    <a:moveTo>
                      <a:pt x="0" y="364"/>
                    </a:moveTo>
                    <a:lnTo>
                      <a:pt x="103" y="364"/>
                    </a:lnTo>
                    <a:lnTo>
                      <a:pt x="206" y="0"/>
                    </a:lnTo>
                    <a:lnTo>
                      <a:pt x="127" y="0"/>
                    </a:lnTo>
                    <a:lnTo>
                      <a:pt x="0" y="364"/>
                    </a:lnTo>
                    <a:close/>
                  </a:path>
                </a:pathLst>
              </a:cu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98" name="ïŝlïḍe">
                <a:extLst>
                  <a:ext uri="{FF2B5EF4-FFF2-40B4-BE49-F238E27FC236}">
                    <a16:creationId xmlns:a16="http://schemas.microsoft.com/office/drawing/2014/main" id="{E51D54D6-3D26-4A2D-84D9-3C828136E870}"/>
                  </a:ext>
                </a:extLst>
              </p:cNvPr>
              <p:cNvSpPr/>
              <p:nvPr/>
            </p:nvSpPr>
            <p:spPr bwMode="auto">
              <a:xfrm>
                <a:off x="6267450" y="3490913"/>
                <a:ext cx="808038" cy="577850"/>
              </a:xfrm>
              <a:custGeom>
                <a:avLst/>
                <a:gdLst>
                  <a:gd name="T0" fmla="*/ 0 w 509"/>
                  <a:gd name="T1" fmla="*/ 364 h 364"/>
                  <a:gd name="T2" fmla="*/ 406 w 509"/>
                  <a:gd name="T3" fmla="*/ 364 h 364"/>
                  <a:gd name="T4" fmla="*/ 509 w 509"/>
                  <a:gd name="T5" fmla="*/ 0 h 364"/>
                  <a:gd name="T6" fmla="*/ 104 w 509"/>
                  <a:gd name="T7" fmla="*/ 0 h 364"/>
                  <a:gd name="T8" fmla="*/ 0 w 509"/>
                  <a:gd name="T9" fmla="*/ 364 h 364"/>
                </a:gdLst>
                <a:ahLst/>
                <a:cxnLst>
                  <a:cxn ang="0">
                    <a:pos x="T0" y="T1"/>
                  </a:cxn>
                  <a:cxn ang="0">
                    <a:pos x="T2" y="T3"/>
                  </a:cxn>
                  <a:cxn ang="0">
                    <a:pos x="T4" y="T5"/>
                  </a:cxn>
                  <a:cxn ang="0">
                    <a:pos x="T6" y="T7"/>
                  </a:cxn>
                  <a:cxn ang="0">
                    <a:pos x="T8" y="T9"/>
                  </a:cxn>
                </a:cxnLst>
                <a:rect l="0" t="0" r="r" b="b"/>
                <a:pathLst>
                  <a:path w="509" h="364">
                    <a:moveTo>
                      <a:pt x="0" y="364"/>
                    </a:moveTo>
                    <a:lnTo>
                      <a:pt x="406" y="364"/>
                    </a:lnTo>
                    <a:lnTo>
                      <a:pt x="509" y="0"/>
                    </a:lnTo>
                    <a:lnTo>
                      <a:pt x="104" y="0"/>
                    </a:lnTo>
                    <a:lnTo>
                      <a:pt x="0" y="364"/>
                    </a:lnTo>
                    <a:close/>
                  </a:path>
                </a:pathLst>
              </a:custGeom>
              <a:solidFill>
                <a:srgbClr val="D2DCE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99" name="íSḷîďè">
                <a:extLst>
                  <a:ext uri="{FF2B5EF4-FFF2-40B4-BE49-F238E27FC236}">
                    <a16:creationId xmlns:a16="http://schemas.microsoft.com/office/drawing/2014/main" id="{AD40C165-FD5E-4A15-9B1F-CD4D27512ED2}"/>
                  </a:ext>
                </a:extLst>
              </p:cNvPr>
              <p:cNvSpPr/>
              <p:nvPr/>
            </p:nvSpPr>
            <p:spPr bwMode="auto">
              <a:xfrm>
                <a:off x="6175375" y="4052888"/>
                <a:ext cx="736600" cy="44450"/>
              </a:xfrm>
              <a:prstGeom prst="rect">
                <a:avLst/>
              </a:prstGeom>
              <a:solidFill>
                <a:srgbClr val="D2DCE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0" name="íS1íḓè">
                <a:extLst>
                  <a:ext uri="{FF2B5EF4-FFF2-40B4-BE49-F238E27FC236}">
                    <a16:creationId xmlns:a16="http://schemas.microsoft.com/office/drawing/2014/main" id="{8EA71B2B-CC02-45B6-95A8-08B102683BC7}"/>
                  </a:ext>
                </a:extLst>
              </p:cNvPr>
              <p:cNvSpPr/>
              <p:nvPr/>
            </p:nvSpPr>
            <p:spPr bwMode="auto">
              <a:xfrm>
                <a:off x="5803900" y="4052888"/>
                <a:ext cx="371475" cy="44450"/>
              </a:xfrm>
              <a:prstGeom prst="rect">
                <a:avLst/>
              </a:prstGeom>
              <a:solidFill>
                <a:srgbClr val="A6AEB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1" name="îŝ1îďe">
                <a:extLst>
                  <a:ext uri="{FF2B5EF4-FFF2-40B4-BE49-F238E27FC236}">
                    <a16:creationId xmlns:a16="http://schemas.microsoft.com/office/drawing/2014/main" id="{1E657546-4E4E-4A53-A99E-36444547F209}"/>
                  </a:ext>
                </a:extLst>
              </p:cNvPr>
              <p:cNvSpPr/>
              <p:nvPr/>
            </p:nvSpPr>
            <p:spPr bwMode="auto">
              <a:xfrm>
                <a:off x="6607175" y="3736975"/>
                <a:ext cx="157163" cy="190500"/>
              </a:xfrm>
              <a:custGeom>
                <a:avLst/>
                <a:gdLst>
                  <a:gd name="T0" fmla="*/ 3 w 29"/>
                  <a:gd name="T1" fmla="*/ 13 h 35"/>
                  <a:gd name="T2" fmla="*/ 8 w 29"/>
                  <a:gd name="T3" fmla="*/ 32 h 35"/>
                  <a:gd name="T4" fmla="*/ 26 w 29"/>
                  <a:gd name="T5" fmla="*/ 23 h 35"/>
                  <a:gd name="T6" fmla="*/ 21 w 29"/>
                  <a:gd name="T7" fmla="*/ 3 h 35"/>
                  <a:gd name="T8" fmla="*/ 3 w 29"/>
                  <a:gd name="T9" fmla="*/ 13 h 35"/>
                </a:gdLst>
                <a:ahLst/>
                <a:cxnLst>
                  <a:cxn ang="0">
                    <a:pos x="T0" y="T1"/>
                  </a:cxn>
                  <a:cxn ang="0">
                    <a:pos x="T2" y="T3"/>
                  </a:cxn>
                  <a:cxn ang="0">
                    <a:pos x="T4" y="T5"/>
                  </a:cxn>
                  <a:cxn ang="0">
                    <a:pos x="T6" y="T7"/>
                  </a:cxn>
                  <a:cxn ang="0">
                    <a:pos x="T8" y="T9"/>
                  </a:cxn>
                </a:cxnLst>
                <a:rect l="0" t="0" r="r" b="b"/>
                <a:pathLst>
                  <a:path w="29" h="35">
                    <a:moveTo>
                      <a:pt x="3" y="13"/>
                    </a:moveTo>
                    <a:cubicBezTo>
                      <a:pt x="0" y="21"/>
                      <a:pt x="2" y="30"/>
                      <a:pt x="8" y="32"/>
                    </a:cubicBezTo>
                    <a:cubicBezTo>
                      <a:pt x="15" y="35"/>
                      <a:pt x="23" y="31"/>
                      <a:pt x="26" y="23"/>
                    </a:cubicBezTo>
                    <a:cubicBezTo>
                      <a:pt x="29" y="14"/>
                      <a:pt x="27" y="6"/>
                      <a:pt x="21" y="3"/>
                    </a:cubicBezTo>
                    <a:cubicBezTo>
                      <a:pt x="14" y="0"/>
                      <a:pt x="6" y="5"/>
                      <a:pt x="3" y="13"/>
                    </a:cubicBezTo>
                    <a:close/>
                  </a:path>
                </a:pathLst>
              </a:cu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32500" lnSpcReduction="20000"/>
              </a:bodyPr>
              <a:lstStyle/>
              <a:p>
                <a:pPr algn="ctr"/>
                <a:endParaRPr>
                  <a:cs typeface="+mn-ea"/>
                  <a:sym typeface="+mn-lt"/>
                </a:endParaRPr>
              </a:p>
            </p:txBody>
          </p:sp>
          <p:sp>
            <p:nvSpPr>
              <p:cNvPr id="102" name="iṡľïḍé">
                <a:extLst>
                  <a:ext uri="{FF2B5EF4-FFF2-40B4-BE49-F238E27FC236}">
                    <a16:creationId xmlns:a16="http://schemas.microsoft.com/office/drawing/2014/main" id="{89933343-5DD3-404C-9E59-082152057ECC}"/>
                  </a:ext>
                </a:extLst>
              </p:cNvPr>
              <p:cNvSpPr/>
              <p:nvPr/>
            </p:nvSpPr>
            <p:spPr bwMode="auto">
              <a:xfrm>
                <a:off x="4225925" y="2706688"/>
                <a:ext cx="442913" cy="468313"/>
              </a:xfrm>
              <a:custGeom>
                <a:avLst/>
                <a:gdLst>
                  <a:gd name="T0" fmla="*/ 80 w 81"/>
                  <a:gd name="T1" fmla="*/ 58 h 86"/>
                  <a:gd name="T2" fmla="*/ 72 w 81"/>
                  <a:gd name="T3" fmla="*/ 86 h 86"/>
                  <a:gd name="T4" fmla="*/ 50 w 81"/>
                  <a:gd name="T5" fmla="*/ 84 h 86"/>
                  <a:gd name="T6" fmla="*/ 14 w 81"/>
                  <a:gd name="T7" fmla="*/ 86 h 86"/>
                  <a:gd name="T8" fmla="*/ 6 w 81"/>
                  <a:gd name="T9" fmla="*/ 42 h 86"/>
                  <a:gd name="T10" fmla="*/ 36 w 81"/>
                  <a:gd name="T11" fmla="*/ 4 h 86"/>
                  <a:gd name="T12" fmla="*/ 64 w 81"/>
                  <a:gd name="T13" fmla="*/ 9 h 86"/>
                  <a:gd name="T14" fmla="*/ 80 w 81"/>
                  <a:gd name="T15" fmla="*/ 58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86">
                    <a:moveTo>
                      <a:pt x="80" y="58"/>
                    </a:moveTo>
                    <a:cubicBezTo>
                      <a:pt x="79" y="73"/>
                      <a:pt x="76" y="83"/>
                      <a:pt x="72" y="86"/>
                    </a:cubicBezTo>
                    <a:cubicBezTo>
                      <a:pt x="72" y="86"/>
                      <a:pt x="67" y="86"/>
                      <a:pt x="50" y="84"/>
                    </a:cubicBezTo>
                    <a:cubicBezTo>
                      <a:pt x="33" y="82"/>
                      <a:pt x="14" y="86"/>
                      <a:pt x="14" y="86"/>
                    </a:cubicBezTo>
                    <a:cubicBezTo>
                      <a:pt x="14" y="86"/>
                      <a:pt x="0" y="67"/>
                      <a:pt x="6" y="42"/>
                    </a:cubicBezTo>
                    <a:cubicBezTo>
                      <a:pt x="12" y="18"/>
                      <a:pt x="23" y="8"/>
                      <a:pt x="36" y="4"/>
                    </a:cubicBezTo>
                    <a:cubicBezTo>
                      <a:pt x="49" y="0"/>
                      <a:pt x="64" y="9"/>
                      <a:pt x="64" y="9"/>
                    </a:cubicBezTo>
                    <a:cubicBezTo>
                      <a:pt x="64" y="9"/>
                      <a:pt x="81" y="43"/>
                      <a:pt x="80" y="58"/>
                    </a:cubicBezTo>
                    <a:close/>
                  </a:path>
                </a:pathLst>
              </a:custGeom>
              <a:solidFill>
                <a:srgbClr val="722E2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03" name="íṩľíḋé">
                <a:extLst>
                  <a:ext uri="{FF2B5EF4-FFF2-40B4-BE49-F238E27FC236}">
                    <a16:creationId xmlns:a16="http://schemas.microsoft.com/office/drawing/2014/main" id="{735522A2-C813-476B-830D-87B21D0F994D}"/>
                  </a:ext>
                </a:extLst>
              </p:cNvPr>
              <p:cNvSpPr/>
              <p:nvPr/>
            </p:nvSpPr>
            <p:spPr bwMode="auto">
              <a:xfrm>
                <a:off x="4308475" y="3038475"/>
                <a:ext cx="300038" cy="365125"/>
              </a:xfrm>
              <a:custGeom>
                <a:avLst/>
                <a:gdLst>
                  <a:gd name="T0" fmla="*/ 1 w 55"/>
                  <a:gd name="T1" fmla="*/ 35 h 67"/>
                  <a:gd name="T2" fmla="*/ 15 w 55"/>
                  <a:gd name="T3" fmla="*/ 26 h 67"/>
                  <a:gd name="T4" fmla="*/ 15 w 55"/>
                  <a:gd name="T5" fmla="*/ 0 h 67"/>
                  <a:gd name="T6" fmla="*/ 45 w 55"/>
                  <a:gd name="T7" fmla="*/ 0 h 67"/>
                  <a:gd name="T8" fmla="*/ 45 w 55"/>
                  <a:gd name="T9" fmla="*/ 23 h 67"/>
                  <a:gd name="T10" fmla="*/ 55 w 55"/>
                  <a:gd name="T11" fmla="*/ 37 h 67"/>
                  <a:gd name="T12" fmla="*/ 52 w 55"/>
                  <a:gd name="T13" fmla="*/ 52 h 67"/>
                  <a:gd name="T14" fmla="*/ 27 w 55"/>
                  <a:gd name="T15" fmla="*/ 67 h 67"/>
                  <a:gd name="T16" fmla="*/ 0 w 55"/>
                  <a:gd name="T17" fmla="*/ 47 h 67"/>
                  <a:gd name="T18" fmla="*/ 1 w 55"/>
                  <a:gd name="T19" fmla="*/ 3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 h="67">
                    <a:moveTo>
                      <a:pt x="1" y="35"/>
                    </a:moveTo>
                    <a:cubicBezTo>
                      <a:pt x="1" y="35"/>
                      <a:pt x="13" y="36"/>
                      <a:pt x="15" y="26"/>
                    </a:cubicBezTo>
                    <a:cubicBezTo>
                      <a:pt x="16" y="19"/>
                      <a:pt x="15" y="0"/>
                      <a:pt x="15" y="0"/>
                    </a:cubicBezTo>
                    <a:cubicBezTo>
                      <a:pt x="45" y="0"/>
                      <a:pt x="45" y="0"/>
                      <a:pt x="45" y="0"/>
                    </a:cubicBezTo>
                    <a:cubicBezTo>
                      <a:pt x="45" y="0"/>
                      <a:pt x="44" y="17"/>
                      <a:pt x="45" y="23"/>
                    </a:cubicBezTo>
                    <a:cubicBezTo>
                      <a:pt x="48" y="37"/>
                      <a:pt x="55" y="37"/>
                      <a:pt x="55" y="37"/>
                    </a:cubicBezTo>
                    <a:cubicBezTo>
                      <a:pt x="52" y="52"/>
                      <a:pt x="52" y="52"/>
                      <a:pt x="52" y="52"/>
                    </a:cubicBezTo>
                    <a:cubicBezTo>
                      <a:pt x="27" y="67"/>
                      <a:pt x="27" y="67"/>
                      <a:pt x="27" y="67"/>
                    </a:cubicBezTo>
                    <a:cubicBezTo>
                      <a:pt x="0" y="47"/>
                      <a:pt x="0" y="47"/>
                      <a:pt x="0" y="47"/>
                    </a:cubicBezTo>
                    <a:lnTo>
                      <a:pt x="1" y="35"/>
                    </a:ln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10000"/>
              </a:bodyPr>
              <a:lstStyle/>
              <a:p>
                <a:pPr algn="ctr"/>
                <a:endParaRPr>
                  <a:cs typeface="+mn-ea"/>
                  <a:sym typeface="+mn-lt"/>
                </a:endParaRPr>
              </a:p>
            </p:txBody>
          </p:sp>
          <p:sp>
            <p:nvSpPr>
              <p:cNvPr id="104" name="iṩ1îďe">
                <a:extLst>
                  <a:ext uri="{FF2B5EF4-FFF2-40B4-BE49-F238E27FC236}">
                    <a16:creationId xmlns:a16="http://schemas.microsoft.com/office/drawing/2014/main" id="{92E5DB26-5A3C-4295-9BC4-A71B4141D0BE}"/>
                  </a:ext>
                </a:extLst>
              </p:cNvPr>
              <p:cNvSpPr/>
              <p:nvPr/>
            </p:nvSpPr>
            <p:spPr bwMode="auto">
              <a:xfrm>
                <a:off x="4492625" y="2652713"/>
                <a:ext cx="214313" cy="549275"/>
              </a:xfrm>
              <a:custGeom>
                <a:avLst/>
                <a:gdLst>
                  <a:gd name="T0" fmla="*/ 4 w 39"/>
                  <a:gd name="T1" fmla="*/ 5 h 101"/>
                  <a:gd name="T2" fmla="*/ 15 w 39"/>
                  <a:gd name="T3" fmla="*/ 19 h 101"/>
                  <a:gd name="T4" fmla="*/ 22 w 39"/>
                  <a:gd name="T5" fmla="*/ 48 h 101"/>
                  <a:gd name="T6" fmla="*/ 13 w 39"/>
                  <a:gd name="T7" fmla="*/ 99 h 101"/>
                  <a:gd name="T8" fmla="*/ 27 w 39"/>
                  <a:gd name="T9" fmla="*/ 94 h 101"/>
                  <a:gd name="T10" fmla="*/ 37 w 39"/>
                  <a:gd name="T11" fmla="*/ 68 h 101"/>
                  <a:gd name="T12" fmla="*/ 32 w 39"/>
                  <a:gd name="T13" fmla="*/ 16 h 101"/>
                  <a:gd name="T14" fmla="*/ 4 w 39"/>
                  <a:gd name="T15" fmla="*/ 5 h 1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01">
                    <a:moveTo>
                      <a:pt x="4" y="5"/>
                    </a:moveTo>
                    <a:cubicBezTo>
                      <a:pt x="0" y="7"/>
                      <a:pt x="14" y="15"/>
                      <a:pt x="15" y="19"/>
                    </a:cubicBezTo>
                    <a:cubicBezTo>
                      <a:pt x="16" y="24"/>
                      <a:pt x="19" y="34"/>
                      <a:pt x="22" y="48"/>
                    </a:cubicBezTo>
                    <a:cubicBezTo>
                      <a:pt x="26" y="65"/>
                      <a:pt x="16" y="90"/>
                      <a:pt x="13" y="99"/>
                    </a:cubicBezTo>
                    <a:cubicBezTo>
                      <a:pt x="13" y="99"/>
                      <a:pt x="19" y="101"/>
                      <a:pt x="27" y="94"/>
                    </a:cubicBezTo>
                    <a:cubicBezTo>
                      <a:pt x="35" y="88"/>
                      <a:pt x="37" y="78"/>
                      <a:pt x="37" y="68"/>
                    </a:cubicBezTo>
                    <a:cubicBezTo>
                      <a:pt x="37" y="58"/>
                      <a:pt x="39" y="28"/>
                      <a:pt x="32" y="16"/>
                    </a:cubicBezTo>
                    <a:cubicBezTo>
                      <a:pt x="26" y="4"/>
                      <a:pt x="13" y="0"/>
                      <a:pt x="4" y="5"/>
                    </a:cubicBezTo>
                    <a:close/>
                  </a:path>
                </a:pathLst>
              </a:custGeom>
              <a:solidFill>
                <a:srgbClr val="95403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05" name="îŝ1íde">
                <a:extLst>
                  <a:ext uri="{FF2B5EF4-FFF2-40B4-BE49-F238E27FC236}">
                    <a16:creationId xmlns:a16="http://schemas.microsoft.com/office/drawing/2014/main" id="{360B49E7-2C99-4CE7-81D4-68254AC0816D}"/>
                  </a:ext>
                </a:extLst>
              </p:cNvPr>
              <p:cNvSpPr/>
              <p:nvPr/>
            </p:nvSpPr>
            <p:spPr bwMode="auto">
              <a:xfrm>
                <a:off x="4308475" y="2662238"/>
                <a:ext cx="349250" cy="508000"/>
              </a:xfrm>
              <a:custGeom>
                <a:avLst/>
                <a:gdLst>
                  <a:gd name="T0" fmla="*/ 57 w 64"/>
                  <a:gd name="T1" fmla="*/ 25 h 93"/>
                  <a:gd name="T2" fmla="*/ 61 w 64"/>
                  <a:gd name="T3" fmla="*/ 56 h 93"/>
                  <a:gd name="T4" fmla="*/ 56 w 64"/>
                  <a:gd name="T5" fmla="*/ 74 h 93"/>
                  <a:gd name="T6" fmla="*/ 36 w 64"/>
                  <a:gd name="T7" fmla="*/ 92 h 93"/>
                  <a:gd name="T8" fmla="*/ 27 w 64"/>
                  <a:gd name="T9" fmla="*/ 92 h 93"/>
                  <a:gd name="T10" fmla="*/ 4 w 64"/>
                  <a:gd name="T11" fmla="*/ 71 h 93"/>
                  <a:gd name="T12" fmla="*/ 0 w 64"/>
                  <a:gd name="T13" fmla="*/ 48 h 93"/>
                  <a:gd name="T14" fmla="*/ 0 w 64"/>
                  <a:gd name="T15" fmla="*/ 22 h 93"/>
                  <a:gd name="T16" fmla="*/ 57 w 64"/>
                  <a:gd name="T17" fmla="*/ 2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93">
                    <a:moveTo>
                      <a:pt x="57" y="25"/>
                    </a:moveTo>
                    <a:cubicBezTo>
                      <a:pt x="64" y="34"/>
                      <a:pt x="62" y="43"/>
                      <a:pt x="61" y="56"/>
                    </a:cubicBezTo>
                    <a:cubicBezTo>
                      <a:pt x="60" y="66"/>
                      <a:pt x="58" y="69"/>
                      <a:pt x="56" y="74"/>
                    </a:cubicBezTo>
                    <a:cubicBezTo>
                      <a:pt x="55" y="79"/>
                      <a:pt x="44" y="88"/>
                      <a:pt x="36" y="92"/>
                    </a:cubicBezTo>
                    <a:cubicBezTo>
                      <a:pt x="34" y="92"/>
                      <a:pt x="30" y="93"/>
                      <a:pt x="27" y="92"/>
                    </a:cubicBezTo>
                    <a:cubicBezTo>
                      <a:pt x="17" y="89"/>
                      <a:pt x="7" y="78"/>
                      <a:pt x="4" y="71"/>
                    </a:cubicBezTo>
                    <a:cubicBezTo>
                      <a:pt x="2" y="65"/>
                      <a:pt x="0" y="56"/>
                      <a:pt x="0" y="48"/>
                    </a:cubicBezTo>
                    <a:cubicBezTo>
                      <a:pt x="0" y="39"/>
                      <a:pt x="0" y="28"/>
                      <a:pt x="0" y="22"/>
                    </a:cubicBezTo>
                    <a:cubicBezTo>
                      <a:pt x="1" y="0"/>
                      <a:pt x="45" y="8"/>
                      <a:pt x="57" y="25"/>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06" name="ïšļiḋê">
                <a:extLst>
                  <a:ext uri="{FF2B5EF4-FFF2-40B4-BE49-F238E27FC236}">
                    <a16:creationId xmlns:a16="http://schemas.microsoft.com/office/drawing/2014/main" id="{8750C44A-AAC7-451D-AB30-C476222C4B2A}"/>
                  </a:ext>
                </a:extLst>
              </p:cNvPr>
              <p:cNvSpPr/>
              <p:nvPr/>
            </p:nvSpPr>
            <p:spPr bwMode="auto">
              <a:xfrm>
                <a:off x="4510088" y="5072063"/>
                <a:ext cx="65088" cy="496888"/>
              </a:xfrm>
              <a:prstGeom prst="rect">
                <a:avLst/>
              </a:prstGeom>
              <a:solidFill>
                <a:srgbClr val="A6AEB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a:cs typeface="+mn-ea"/>
                  <a:sym typeface="+mn-lt"/>
                </a:endParaRPr>
              </a:p>
            </p:txBody>
          </p:sp>
          <p:sp>
            <p:nvSpPr>
              <p:cNvPr id="107" name="î$ḻiḑe">
                <a:extLst>
                  <a:ext uri="{FF2B5EF4-FFF2-40B4-BE49-F238E27FC236}">
                    <a16:creationId xmlns:a16="http://schemas.microsoft.com/office/drawing/2014/main" id="{C060ED0C-A85B-46FE-85B1-479DA38FA326}"/>
                  </a:ext>
                </a:extLst>
              </p:cNvPr>
              <p:cNvSpPr/>
              <p:nvPr/>
            </p:nvSpPr>
            <p:spPr bwMode="auto">
              <a:xfrm>
                <a:off x="4492625" y="4979988"/>
                <a:ext cx="104775" cy="92075"/>
              </a:xfrm>
              <a:prstGeom prst="rect">
                <a:avLst/>
              </a:prstGeom>
              <a:solidFill>
                <a:srgbClr val="D2DCE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8" name="îṥļíḍé">
                <a:extLst>
                  <a:ext uri="{FF2B5EF4-FFF2-40B4-BE49-F238E27FC236}">
                    <a16:creationId xmlns:a16="http://schemas.microsoft.com/office/drawing/2014/main" id="{251F511B-B723-48FF-B107-A375423E58C8}"/>
                  </a:ext>
                </a:extLst>
              </p:cNvPr>
              <p:cNvSpPr/>
              <p:nvPr/>
            </p:nvSpPr>
            <p:spPr bwMode="auto">
              <a:xfrm>
                <a:off x="4503738" y="5329238"/>
                <a:ext cx="76200" cy="190500"/>
              </a:xfrm>
              <a:prstGeom prst="rect">
                <a:avLst/>
              </a:prstGeom>
              <a:solidFill>
                <a:srgbClr val="D2DCE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32500" lnSpcReduction="20000"/>
              </a:bodyPr>
              <a:lstStyle/>
              <a:p>
                <a:pPr algn="ctr"/>
                <a:endParaRPr>
                  <a:cs typeface="+mn-ea"/>
                  <a:sym typeface="+mn-lt"/>
                </a:endParaRPr>
              </a:p>
            </p:txBody>
          </p:sp>
          <p:sp>
            <p:nvSpPr>
              <p:cNvPr id="109" name="ïSḻíḋè">
                <a:extLst>
                  <a:ext uri="{FF2B5EF4-FFF2-40B4-BE49-F238E27FC236}">
                    <a16:creationId xmlns:a16="http://schemas.microsoft.com/office/drawing/2014/main" id="{FD5F1A24-1DC6-47B7-B674-E36F97AE9EF2}"/>
                  </a:ext>
                </a:extLst>
              </p:cNvPr>
              <p:cNvSpPr/>
              <p:nvPr/>
            </p:nvSpPr>
            <p:spPr bwMode="auto">
              <a:xfrm>
                <a:off x="4492625" y="5519738"/>
                <a:ext cx="104775" cy="92075"/>
              </a:xfrm>
              <a:prstGeom prst="rect">
                <a:avLst/>
              </a:prstGeom>
              <a:solidFill>
                <a:srgbClr val="D2DCE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0" name="isḻïḋe">
                <a:extLst>
                  <a:ext uri="{FF2B5EF4-FFF2-40B4-BE49-F238E27FC236}">
                    <a16:creationId xmlns:a16="http://schemas.microsoft.com/office/drawing/2014/main" id="{CF2A5AE4-D493-4CD1-AAD7-9AA613C93B7E}"/>
                  </a:ext>
                </a:extLst>
              </p:cNvPr>
              <p:cNvSpPr/>
              <p:nvPr/>
            </p:nvSpPr>
            <p:spPr bwMode="auto">
              <a:xfrm>
                <a:off x="4416425" y="4810125"/>
                <a:ext cx="252413" cy="169863"/>
              </a:xfrm>
              <a:prstGeom prst="rect">
                <a:avLst/>
              </a:prstGeom>
              <a:solidFill>
                <a:srgbClr val="A6AEB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1" name="iṧlíďè">
                <a:extLst>
                  <a:ext uri="{FF2B5EF4-FFF2-40B4-BE49-F238E27FC236}">
                    <a16:creationId xmlns:a16="http://schemas.microsoft.com/office/drawing/2014/main" id="{25D06024-0998-4DBB-9B9A-5549021283D1}"/>
                  </a:ext>
                </a:extLst>
              </p:cNvPr>
              <p:cNvSpPr/>
              <p:nvPr/>
            </p:nvSpPr>
            <p:spPr bwMode="auto">
              <a:xfrm>
                <a:off x="4210050" y="4762500"/>
                <a:ext cx="692150" cy="123825"/>
              </a:xfrm>
              <a:custGeom>
                <a:avLst/>
                <a:gdLst>
                  <a:gd name="T0" fmla="*/ 3 w 127"/>
                  <a:gd name="T1" fmla="*/ 23 h 23"/>
                  <a:gd name="T2" fmla="*/ 124 w 127"/>
                  <a:gd name="T3" fmla="*/ 23 h 23"/>
                  <a:gd name="T4" fmla="*/ 127 w 127"/>
                  <a:gd name="T5" fmla="*/ 21 h 23"/>
                  <a:gd name="T6" fmla="*/ 127 w 127"/>
                  <a:gd name="T7" fmla="*/ 2 h 23"/>
                  <a:gd name="T8" fmla="*/ 124 w 127"/>
                  <a:gd name="T9" fmla="*/ 0 h 23"/>
                  <a:gd name="T10" fmla="*/ 3 w 127"/>
                  <a:gd name="T11" fmla="*/ 0 h 23"/>
                  <a:gd name="T12" fmla="*/ 0 w 127"/>
                  <a:gd name="T13" fmla="*/ 2 h 23"/>
                  <a:gd name="T14" fmla="*/ 0 w 127"/>
                  <a:gd name="T15" fmla="*/ 21 h 23"/>
                  <a:gd name="T16" fmla="*/ 3 w 127"/>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23">
                    <a:moveTo>
                      <a:pt x="3" y="23"/>
                    </a:moveTo>
                    <a:cubicBezTo>
                      <a:pt x="124" y="23"/>
                      <a:pt x="124" y="23"/>
                      <a:pt x="124" y="23"/>
                    </a:cubicBezTo>
                    <a:cubicBezTo>
                      <a:pt x="126" y="23"/>
                      <a:pt x="127" y="22"/>
                      <a:pt x="127" y="21"/>
                    </a:cubicBezTo>
                    <a:cubicBezTo>
                      <a:pt x="127" y="2"/>
                      <a:pt x="127" y="2"/>
                      <a:pt x="127" y="2"/>
                    </a:cubicBezTo>
                    <a:cubicBezTo>
                      <a:pt x="127" y="1"/>
                      <a:pt x="126" y="0"/>
                      <a:pt x="124" y="0"/>
                    </a:cubicBezTo>
                    <a:cubicBezTo>
                      <a:pt x="3" y="0"/>
                      <a:pt x="3" y="0"/>
                      <a:pt x="3" y="0"/>
                    </a:cubicBezTo>
                    <a:cubicBezTo>
                      <a:pt x="1" y="0"/>
                      <a:pt x="0" y="1"/>
                      <a:pt x="0" y="2"/>
                    </a:cubicBezTo>
                    <a:cubicBezTo>
                      <a:pt x="0" y="21"/>
                      <a:pt x="0" y="21"/>
                      <a:pt x="0" y="21"/>
                    </a:cubicBezTo>
                    <a:cubicBezTo>
                      <a:pt x="0" y="22"/>
                      <a:pt x="1" y="23"/>
                      <a:pt x="3" y="23"/>
                    </a:cubicBezTo>
                    <a:close/>
                  </a:path>
                </a:pathLst>
              </a:cu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2" name="ïś1íḓe">
                <a:extLst>
                  <a:ext uri="{FF2B5EF4-FFF2-40B4-BE49-F238E27FC236}">
                    <a16:creationId xmlns:a16="http://schemas.microsoft.com/office/drawing/2014/main" id="{1937720A-A567-4C1D-BAA5-A37B4B75700A}"/>
                  </a:ext>
                </a:extLst>
              </p:cNvPr>
              <p:cNvSpPr/>
              <p:nvPr/>
            </p:nvSpPr>
            <p:spPr bwMode="auto">
              <a:xfrm>
                <a:off x="4268788" y="5530850"/>
                <a:ext cx="223838" cy="163513"/>
              </a:xfrm>
              <a:custGeom>
                <a:avLst/>
                <a:gdLst>
                  <a:gd name="T0" fmla="*/ 18 w 141"/>
                  <a:gd name="T1" fmla="*/ 103 h 103"/>
                  <a:gd name="T2" fmla="*/ 141 w 141"/>
                  <a:gd name="T3" fmla="*/ 44 h 103"/>
                  <a:gd name="T4" fmla="*/ 141 w 141"/>
                  <a:gd name="T5" fmla="*/ 0 h 103"/>
                  <a:gd name="T6" fmla="*/ 0 w 141"/>
                  <a:gd name="T7" fmla="*/ 92 h 103"/>
                  <a:gd name="T8" fmla="*/ 18 w 141"/>
                  <a:gd name="T9" fmla="*/ 103 h 103"/>
                </a:gdLst>
                <a:ahLst/>
                <a:cxnLst>
                  <a:cxn ang="0">
                    <a:pos x="T0" y="T1"/>
                  </a:cxn>
                  <a:cxn ang="0">
                    <a:pos x="T2" y="T3"/>
                  </a:cxn>
                  <a:cxn ang="0">
                    <a:pos x="T4" y="T5"/>
                  </a:cxn>
                  <a:cxn ang="0">
                    <a:pos x="T6" y="T7"/>
                  </a:cxn>
                  <a:cxn ang="0">
                    <a:pos x="T8" y="T9"/>
                  </a:cxn>
                </a:cxnLst>
                <a:rect l="0" t="0" r="r" b="b"/>
                <a:pathLst>
                  <a:path w="141" h="103">
                    <a:moveTo>
                      <a:pt x="18" y="103"/>
                    </a:moveTo>
                    <a:lnTo>
                      <a:pt x="141" y="44"/>
                    </a:lnTo>
                    <a:lnTo>
                      <a:pt x="141" y="0"/>
                    </a:lnTo>
                    <a:lnTo>
                      <a:pt x="0" y="92"/>
                    </a:lnTo>
                    <a:lnTo>
                      <a:pt x="18" y="103"/>
                    </a:lnTo>
                    <a:close/>
                  </a:path>
                </a:pathLst>
              </a:cu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3" name="îsḷiďè">
                <a:extLst>
                  <a:ext uri="{FF2B5EF4-FFF2-40B4-BE49-F238E27FC236}">
                    <a16:creationId xmlns:a16="http://schemas.microsoft.com/office/drawing/2014/main" id="{8BC8D4A7-9347-4F69-8693-A04A8C446750}"/>
                  </a:ext>
                </a:extLst>
              </p:cNvPr>
              <p:cNvSpPr/>
              <p:nvPr/>
            </p:nvSpPr>
            <p:spPr bwMode="auto">
              <a:xfrm>
                <a:off x="4225925" y="5672138"/>
                <a:ext cx="92075" cy="87313"/>
              </a:xfrm>
              <a:prstGeom prst="ellipse">
                <a:avLst/>
              </a:pr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4" name="íśľîḍe">
                <a:extLst>
                  <a:ext uri="{FF2B5EF4-FFF2-40B4-BE49-F238E27FC236}">
                    <a16:creationId xmlns:a16="http://schemas.microsoft.com/office/drawing/2014/main" id="{F97E765B-65F6-4D43-8DAB-A5A977A4C1C1}"/>
                  </a:ext>
                </a:extLst>
              </p:cNvPr>
              <p:cNvSpPr/>
              <p:nvPr/>
            </p:nvSpPr>
            <p:spPr bwMode="auto">
              <a:xfrm>
                <a:off x="4498975" y="5672138"/>
                <a:ext cx="92075" cy="87313"/>
              </a:xfrm>
              <a:prstGeom prst="ellipse">
                <a:avLst/>
              </a:pr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5" name="íṡļíḓe">
                <a:extLst>
                  <a:ext uri="{FF2B5EF4-FFF2-40B4-BE49-F238E27FC236}">
                    <a16:creationId xmlns:a16="http://schemas.microsoft.com/office/drawing/2014/main" id="{8763E25A-9EE2-4051-8E71-4F64426119D1}"/>
                  </a:ext>
                </a:extLst>
              </p:cNvPr>
              <p:cNvSpPr/>
              <p:nvPr/>
            </p:nvSpPr>
            <p:spPr bwMode="auto">
              <a:xfrm>
                <a:off x="4597400" y="5530850"/>
                <a:ext cx="217488" cy="163513"/>
              </a:xfrm>
              <a:custGeom>
                <a:avLst/>
                <a:gdLst>
                  <a:gd name="T0" fmla="*/ 120 w 137"/>
                  <a:gd name="T1" fmla="*/ 103 h 103"/>
                  <a:gd name="T2" fmla="*/ 0 w 137"/>
                  <a:gd name="T3" fmla="*/ 44 h 103"/>
                  <a:gd name="T4" fmla="*/ 0 w 137"/>
                  <a:gd name="T5" fmla="*/ 0 h 103"/>
                  <a:gd name="T6" fmla="*/ 137 w 137"/>
                  <a:gd name="T7" fmla="*/ 92 h 103"/>
                  <a:gd name="T8" fmla="*/ 120 w 137"/>
                  <a:gd name="T9" fmla="*/ 103 h 103"/>
                </a:gdLst>
                <a:ahLst/>
                <a:cxnLst>
                  <a:cxn ang="0">
                    <a:pos x="T0" y="T1"/>
                  </a:cxn>
                  <a:cxn ang="0">
                    <a:pos x="T2" y="T3"/>
                  </a:cxn>
                  <a:cxn ang="0">
                    <a:pos x="T4" y="T5"/>
                  </a:cxn>
                  <a:cxn ang="0">
                    <a:pos x="T6" y="T7"/>
                  </a:cxn>
                  <a:cxn ang="0">
                    <a:pos x="T8" y="T9"/>
                  </a:cxn>
                </a:cxnLst>
                <a:rect l="0" t="0" r="r" b="b"/>
                <a:pathLst>
                  <a:path w="137" h="103">
                    <a:moveTo>
                      <a:pt x="120" y="103"/>
                    </a:moveTo>
                    <a:lnTo>
                      <a:pt x="0" y="44"/>
                    </a:lnTo>
                    <a:lnTo>
                      <a:pt x="0" y="0"/>
                    </a:lnTo>
                    <a:lnTo>
                      <a:pt x="137" y="92"/>
                    </a:lnTo>
                    <a:lnTo>
                      <a:pt x="120" y="103"/>
                    </a:lnTo>
                    <a:close/>
                  </a:path>
                </a:pathLst>
              </a:cu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6" name="iṥ1îdê">
                <a:extLst>
                  <a:ext uri="{FF2B5EF4-FFF2-40B4-BE49-F238E27FC236}">
                    <a16:creationId xmlns:a16="http://schemas.microsoft.com/office/drawing/2014/main" id="{5E0A3D0F-9736-494F-B72F-29425E7AF211}"/>
                  </a:ext>
                </a:extLst>
              </p:cNvPr>
              <p:cNvSpPr/>
              <p:nvPr/>
            </p:nvSpPr>
            <p:spPr bwMode="auto">
              <a:xfrm>
                <a:off x="4772025" y="5672138"/>
                <a:ext cx="87313" cy="87313"/>
              </a:xfrm>
              <a:prstGeom prst="ellipse">
                <a:avLst/>
              </a:prstGeom>
              <a:solidFill>
                <a:srgbClr val="A6AEB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7" name="ïṡļiḍe">
                <a:extLst>
                  <a:ext uri="{FF2B5EF4-FFF2-40B4-BE49-F238E27FC236}">
                    <a16:creationId xmlns:a16="http://schemas.microsoft.com/office/drawing/2014/main" id="{05A69A3D-5017-49B3-B04A-0ECAC6AF9A95}"/>
                  </a:ext>
                </a:extLst>
              </p:cNvPr>
              <p:cNvSpPr/>
              <p:nvPr/>
            </p:nvSpPr>
            <p:spPr bwMode="auto">
              <a:xfrm>
                <a:off x="4532313" y="5568950"/>
                <a:ext cx="20638" cy="146050"/>
              </a:xfrm>
              <a:prstGeom prst="rect">
                <a:avLst/>
              </a:prstGeom>
              <a:solidFill>
                <a:srgbClr val="A6AEB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8" name="íṥlïḓe">
                <a:extLst>
                  <a:ext uri="{FF2B5EF4-FFF2-40B4-BE49-F238E27FC236}">
                    <a16:creationId xmlns:a16="http://schemas.microsoft.com/office/drawing/2014/main" id="{36CE59DA-645C-4534-873D-981D6167AAE4}"/>
                  </a:ext>
                </a:extLst>
              </p:cNvPr>
              <p:cNvSpPr/>
              <p:nvPr/>
            </p:nvSpPr>
            <p:spPr bwMode="auto">
              <a:xfrm>
                <a:off x="3892550" y="3403600"/>
                <a:ext cx="1076325" cy="1428750"/>
              </a:xfrm>
              <a:custGeom>
                <a:avLst/>
                <a:gdLst>
                  <a:gd name="T0" fmla="*/ 30 w 197"/>
                  <a:gd name="T1" fmla="*/ 262 h 262"/>
                  <a:gd name="T2" fmla="*/ 19 w 197"/>
                  <a:gd name="T3" fmla="*/ 153 h 262"/>
                  <a:gd name="T4" fmla="*/ 1 w 197"/>
                  <a:gd name="T5" fmla="*/ 0 h 262"/>
                  <a:gd name="T6" fmla="*/ 130 w 197"/>
                  <a:gd name="T7" fmla="*/ 0 h 262"/>
                  <a:gd name="T8" fmla="*/ 182 w 197"/>
                  <a:gd name="T9" fmla="*/ 112 h 262"/>
                  <a:gd name="T10" fmla="*/ 197 w 197"/>
                  <a:gd name="T11" fmla="*/ 257 h 262"/>
                  <a:gd name="T12" fmla="*/ 30 w 197"/>
                  <a:gd name="T13" fmla="*/ 262 h 262"/>
                </a:gdLst>
                <a:ahLst/>
                <a:cxnLst>
                  <a:cxn ang="0">
                    <a:pos x="T0" y="T1"/>
                  </a:cxn>
                  <a:cxn ang="0">
                    <a:pos x="T2" y="T3"/>
                  </a:cxn>
                  <a:cxn ang="0">
                    <a:pos x="T4" y="T5"/>
                  </a:cxn>
                  <a:cxn ang="0">
                    <a:pos x="T6" y="T7"/>
                  </a:cxn>
                  <a:cxn ang="0">
                    <a:pos x="T8" y="T9"/>
                  </a:cxn>
                  <a:cxn ang="0">
                    <a:pos x="T10" y="T11"/>
                  </a:cxn>
                  <a:cxn ang="0">
                    <a:pos x="T12" y="T13"/>
                  </a:cxn>
                </a:cxnLst>
                <a:rect l="0" t="0" r="r" b="b"/>
                <a:pathLst>
                  <a:path w="197" h="262">
                    <a:moveTo>
                      <a:pt x="30" y="262"/>
                    </a:moveTo>
                    <a:cubicBezTo>
                      <a:pt x="30" y="262"/>
                      <a:pt x="20" y="234"/>
                      <a:pt x="19" y="153"/>
                    </a:cubicBezTo>
                    <a:cubicBezTo>
                      <a:pt x="19" y="71"/>
                      <a:pt x="0" y="7"/>
                      <a:pt x="1" y="0"/>
                    </a:cubicBezTo>
                    <a:cubicBezTo>
                      <a:pt x="130" y="0"/>
                      <a:pt x="130" y="0"/>
                      <a:pt x="130" y="0"/>
                    </a:cubicBezTo>
                    <a:cubicBezTo>
                      <a:pt x="130" y="0"/>
                      <a:pt x="176" y="83"/>
                      <a:pt x="182" y="112"/>
                    </a:cubicBezTo>
                    <a:cubicBezTo>
                      <a:pt x="188" y="140"/>
                      <a:pt x="197" y="257"/>
                      <a:pt x="197" y="257"/>
                    </a:cubicBezTo>
                    <a:lnTo>
                      <a:pt x="30" y="262"/>
                    </a:lnTo>
                    <a:close/>
                  </a:path>
                </a:pathLst>
              </a:custGeom>
              <a:solidFill>
                <a:srgbClr val="55AE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19" name="î$líḑê">
                <a:extLst>
                  <a:ext uri="{FF2B5EF4-FFF2-40B4-BE49-F238E27FC236}">
                    <a16:creationId xmlns:a16="http://schemas.microsoft.com/office/drawing/2014/main" id="{756E9481-B979-4101-ADD4-F1B0F5D1EF87}"/>
                  </a:ext>
                </a:extLst>
              </p:cNvPr>
              <p:cNvSpPr/>
              <p:nvPr/>
            </p:nvSpPr>
            <p:spPr bwMode="auto">
              <a:xfrm>
                <a:off x="3946525" y="3403600"/>
                <a:ext cx="1076325" cy="1428750"/>
              </a:xfrm>
              <a:custGeom>
                <a:avLst/>
                <a:gdLst>
                  <a:gd name="T0" fmla="*/ 31 w 197"/>
                  <a:gd name="T1" fmla="*/ 262 h 262"/>
                  <a:gd name="T2" fmla="*/ 20 w 197"/>
                  <a:gd name="T3" fmla="*/ 153 h 262"/>
                  <a:gd name="T4" fmla="*/ 2 w 197"/>
                  <a:gd name="T5" fmla="*/ 0 h 262"/>
                  <a:gd name="T6" fmla="*/ 130 w 197"/>
                  <a:gd name="T7" fmla="*/ 0 h 262"/>
                  <a:gd name="T8" fmla="*/ 183 w 197"/>
                  <a:gd name="T9" fmla="*/ 112 h 262"/>
                  <a:gd name="T10" fmla="*/ 197 w 197"/>
                  <a:gd name="T11" fmla="*/ 257 h 262"/>
                  <a:gd name="T12" fmla="*/ 31 w 197"/>
                  <a:gd name="T13" fmla="*/ 262 h 262"/>
                </a:gdLst>
                <a:ahLst/>
                <a:cxnLst>
                  <a:cxn ang="0">
                    <a:pos x="T0" y="T1"/>
                  </a:cxn>
                  <a:cxn ang="0">
                    <a:pos x="T2" y="T3"/>
                  </a:cxn>
                  <a:cxn ang="0">
                    <a:pos x="T4" y="T5"/>
                  </a:cxn>
                  <a:cxn ang="0">
                    <a:pos x="T6" y="T7"/>
                  </a:cxn>
                  <a:cxn ang="0">
                    <a:pos x="T8" y="T9"/>
                  </a:cxn>
                  <a:cxn ang="0">
                    <a:pos x="T10" y="T11"/>
                  </a:cxn>
                  <a:cxn ang="0">
                    <a:pos x="T12" y="T13"/>
                  </a:cxn>
                </a:cxnLst>
                <a:rect l="0" t="0" r="r" b="b"/>
                <a:pathLst>
                  <a:path w="197" h="262">
                    <a:moveTo>
                      <a:pt x="31" y="262"/>
                    </a:moveTo>
                    <a:cubicBezTo>
                      <a:pt x="31" y="262"/>
                      <a:pt x="20" y="234"/>
                      <a:pt x="20" y="153"/>
                    </a:cubicBezTo>
                    <a:cubicBezTo>
                      <a:pt x="20" y="71"/>
                      <a:pt x="0" y="7"/>
                      <a:pt x="2" y="0"/>
                    </a:cubicBezTo>
                    <a:cubicBezTo>
                      <a:pt x="130" y="0"/>
                      <a:pt x="130" y="0"/>
                      <a:pt x="130" y="0"/>
                    </a:cubicBezTo>
                    <a:cubicBezTo>
                      <a:pt x="130" y="0"/>
                      <a:pt x="177" y="83"/>
                      <a:pt x="183" y="112"/>
                    </a:cubicBezTo>
                    <a:cubicBezTo>
                      <a:pt x="189" y="140"/>
                      <a:pt x="197" y="257"/>
                      <a:pt x="197" y="257"/>
                    </a:cubicBezTo>
                    <a:lnTo>
                      <a:pt x="31" y="262"/>
                    </a:lnTo>
                    <a:close/>
                  </a:path>
                </a:pathLst>
              </a:custGeom>
              <a:solidFill>
                <a:srgbClr val="1188F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20" name="îṩľiďé">
                <a:extLst>
                  <a:ext uri="{FF2B5EF4-FFF2-40B4-BE49-F238E27FC236}">
                    <a16:creationId xmlns:a16="http://schemas.microsoft.com/office/drawing/2014/main" id="{256E441D-4E9D-4082-9CBB-7B88CE4CC015}"/>
                  </a:ext>
                </a:extLst>
              </p:cNvPr>
              <p:cNvSpPr/>
              <p:nvPr/>
            </p:nvSpPr>
            <p:spPr bwMode="auto">
              <a:xfrm>
                <a:off x="4056063" y="4657725"/>
                <a:ext cx="655638" cy="174625"/>
              </a:xfrm>
              <a:prstGeom prst="rect">
                <a:avLst/>
              </a:prstGeom>
              <a:solidFill>
                <a:srgbClr val="55AE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1" name="ïṣľïḍè">
                <a:extLst>
                  <a:ext uri="{FF2B5EF4-FFF2-40B4-BE49-F238E27FC236}">
                    <a16:creationId xmlns:a16="http://schemas.microsoft.com/office/drawing/2014/main" id="{8C4F8D98-D200-4326-9412-B452834CFA31}"/>
                  </a:ext>
                </a:extLst>
              </p:cNvPr>
              <p:cNvSpPr/>
              <p:nvPr/>
            </p:nvSpPr>
            <p:spPr bwMode="auto">
              <a:xfrm>
                <a:off x="4210050" y="4657725"/>
                <a:ext cx="960438" cy="174625"/>
              </a:xfrm>
              <a:prstGeom prst="rect">
                <a:avLst/>
              </a:prstGeom>
              <a:solidFill>
                <a:srgbClr val="1188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2" name="iş1ïḋè">
                <a:extLst>
                  <a:ext uri="{FF2B5EF4-FFF2-40B4-BE49-F238E27FC236}">
                    <a16:creationId xmlns:a16="http://schemas.microsoft.com/office/drawing/2014/main" id="{D6E41C7E-46AB-412A-BDB3-6FCD3D3236AF}"/>
                  </a:ext>
                </a:extLst>
              </p:cNvPr>
              <p:cNvSpPr/>
              <p:nvPr/>
            </p:nvSpPr>
            <p:spPr bwMode="auto">
              <a:xfrm>
                <a:off x="4706938" y="3289300"/>
                <a:ext cx="496888" cy="682625"/>
              </a:xfrm>
              <a:custGeom>
                <a:avLst/>
                <a:gdLst>
                  <a:gd name="T0" fmla="*/ 32 w 91"/>
                  <a:gd name="T1" fmla="*/ 31 h 125"/>
                  <a:gd name="T2" fmla="*/ 41 w 91"/>
                  <a:gd name="T3" fmla="*/ 83 h 125"/>
                  <a:gd name="T4" fmla="*/ 65 w 91"/>
                  <a:gd name="T5" fmla="*/ 43 h 125"/>
                  <a:gd name="T6" fmla="*/ 79 w 91"/>
                  <a:gd name="T7" fmla="*/ 16 h 125"/>
                  <a:gd name="T8" fmla="*/ 91 w 91"/>
                  <a:gd name="T9" fmla="*/ 25 h 125"/>
                  <a:gd name="T10" fmla="*/ 66 w 91"/>
                  <a:gd name="T11" fmla="*/ 97 h 125"/>
                  <a:gd name="T12" fmla="*/ 32 w 91"/>
                  <a:gd name="T13" fmla="*/ 123 h 125"/>
                  <a:gd name="T14" fmla="*/ 0 w 91"/>
                  <a:gd name="T15" fmla="*/ 53 h 125"/>
                  <a:gd name="T16" fmla="*/ 4 w 91"/>
                  <a:gd name="T17" fmla="*/ 0 h 125"/>
                  <a:gd name="T18" fmla="*/ 32 w 91"/>
                  <a:gd name="T19" fmla="*/ 31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125">
                    <a:moveTo>
                      <a:pt x="32" y="31"/>
                    </a:moveTo>
                    <a:cubicBezTo>
                      <a:pt x="35" y="47"/>
                      <a:pt x="41" y="83"/>
                      <a:pt x="41" y="83"/>
                    </a:cubicBezTo>
                    <a:cubicBezTo>
                      <a:pt x="41" y="83"/>
                      <a:pt x="55" y="59"/>
                      <a:pt x="65" y="43"/>
                    </a:cubicBezTo>
                    <a:cubicBezTo>
                      <a:pt x="75" y="27"/>
                      <a:pt x="79" y="16"/>
                      <a:pt x="79" y="16"/>
                    </a:cubicBezTo>
                    <a:cubicBezTo>
                      <a:pt x="91" y="25"/>
                      <a:pt x="91" y="25"/>
                      <a:pt x="91" y="25"/>
                    </a:cubicBezTo>
                    <a:cubicBezTo>
                      <a:pt x="91" y="25"/>
                      <a:pt x="77" y="70"/>
                      <a:pt x="66" y="97"/>
                    </a:cubicBezTo>
                    <a:cubicBezTo>
                      <a:pt x="55" y="124"/>
                      <a:pt x="39" y="125"/>
                      <a:pt x="32" y="123"/>
                    </a:cubicBezTo>
                    <a:cubicBezTo>
                      <a:pt x="25" y="121"/>
                      <a:pt x="0" y="53"/>
                      <a:pt x="0" y="53"/>
                    </a:cubicBezTo>
                    <a:cubicBezTo>
                      <a:pt x="4" y="0"/>
                      <a:pt x="4" y="0"/>
                      <a:pt x="4" y="0"/>
                    </a:cubicBezTo>
                    <a:cubicBezTo>
                      <a:pt x="4" y="0"/>
                      <a:pt x="27" y="5"/>
                      <a:pt x="32" y="31"/>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23" name="ïśḻídê">
                <a:extLst>
                  <a:ext uri="{FF2B5EF4-FFF2-40B4-BE49-F238E27FC236}">
                    <a16:creationId xmlns:a16="http://schemas.microsoft.com/office/drawing/2014/main" id="{ED01C58B-0A80-4FD6-A927-A118680D1299}"/>
                  </a:ext>
                </a:extLst>
              </p:cNvPr>
              <p:cNvSpPr/>
              <p:nvPr/>
            </p:nvSpPr>
            <p:spPr bwMode="auto">
              <a:xfrm>
                <a:off x="4706938" y="3289300"/>
                <a:ext cx="195263" cy="409575"/>
              </a:xfrm>
              <a:custGeom>
                <a:avLst/>
                <a:gdLst>
                  <a:gd name="T0" fmla="*/ 36 w 36"/>
                  <a:gd name="T1" fmla="*/ 51 h 75"/>
                  <a:gd name="T2" fmla="*/ 32 w 36"/>
                  <a:gd name="T3" fmla="*/ 31 h 75"/>
                  <a:gd name="T4" fmla="*/ 4 w 36"/>
                  <a:gd name="T5" fmla="*/ 0 h 75"/>
                  <a:gd name="T6" fmla="*/ 0 w 36"/>
                  <a:gd name="T7" fmla="*/ 53 h 75"/>
                  <a:gd name="T8" fmla="*/ 9 w 36"/>
                  <a:gd name="T9" fmla="*/ 75 h 75"/>
                  <a:gd name="T10" fmla="*/ 36 w 36"/>
                  <a:gd name="T11" fmla="*/ 51 h 75"/>
                </a:gdLst>
                <a:ahLst/>
                <a:cxnLst>
                  <a:cxn ang="0">
                    <a:pos x="T0" y="T1"/>
                  </a:cxn>
                  <a:cxn ang="0">
                    <a:pos x="T2" y="T3"/>
                  </a:cxn>
                  <a:cxn ang="0">
                    <a:pos x="T4" y="T5"/>
                  </a:cxn>
                  <a:cxn ang="0">
                    <a:pos x="T6" y="T7"/>
                  </a:cxn>
                  <a:cxn ang="0">
                    <a:pos x="T8" y="T9"/>
                  </a:cxn>
                  <a:cxn ang="0">
                    <a:pos x="T10" y="T11"/>
                  </a:cxn>
                </a:cxnLst>
                <a:rect l="0" t="0" r="r" b="b"/>
                <a:pathLst>
                  <a:path w="36" h="75">
                    <a:moveTo>
                      <a:pt x="36" y="51"/>
                    </a:moveTo>
                    <a:cubicBezTo>
                      <a:pt x="35" y="44"/>
                      <a:pt x="33" y="36"/>
                      <a:pt x="32" y="31"/>
                    </a:cubicBezTo>
                    <a:cubicBezTo>
                      <a:pt x="27" y="5"/>
                      <a:pt x="4" y="0"/>
                      <a:pt x="4" y="0"/>
                    </a:cubicBezTo>
                    <a:cubicBezTo>
                      <a:pt x="0" y="53"/>
                      <a:pt x="0" y="53"/>
                      <a:pt x="0" y="53"/>
                    </a:cubicBezTo>
                    <a:cubicBezTo>
                      <a:pt x="0" y="53"/>
                      <a:pt x="4" y="63"/>
                      <a:pt x="9" y="75"/>
                    </a:cubicBezTo>
                    <a:cubicBezTo>
                      <a:pt x="18" y="67"/>
                      <a:pt x="27" y="59"/>
                      <a:pt x="36" y="51"/>
                    </a:cubicBezTo>
                    <a:close/>
                  </a:path>
                </a:pathLst>
              </a:custGeom>
              <a:solidFill>
                <a:srgbClr val="133A5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24" name="ïṥḷîḑé">
                <a:extLst>
                  <a:ext uri="{FF2B5EF4-FFF2-40B4-BE49-F238E27FC236}">
                    <a16:creationId xmlns:a16="http://schemas.microsoft.com/office/drawing/2014/main" id="{376210B2-9FA1-4741-BE43-256980715FC2}"/>
                  </a:ext>
                </a:extLst>
              </p:cNvPr>
              <p:cNvSpPr/>
              <p:nvPr/>
            </p:nvSpPr>
            <p:spPr bwMode="auto">
              <a:xfrm>
                <a:off x="5116513" y="3125788"/>
                <a:ext cx="217488" cy="333375"/>
              </a:xfrm>
              <a:custGeom>
                <a:avLst/>
                <a:gdLst>
                  <a:gd name="T0" fmla="*/ 4 w 40"/>
                  <a:gd name="T1" fmla="*/ 56 h 61"/>
                  <a:gd name="T2" fmla="*/ 21 w 40"/>
                  <a:gd name="T3" fmla="*/ 61 h 61"/>
                  <a:gd name="T4" fmla="*/ 25 w 40"/>
                  <a:gd name="T5" fmla="*/ 58 h 61"/>
                  <a:gd name="T6" fmla="*/ 40 w 40"/>
                  <a:gd name="T7" fmla="*/ 9 h 61"/>
                  <a:gd name="T8" fmla="*/ 38 w 40"/>
                  <a:gd name="T9" fmla="*/ 5 h 61"/>
                  <a:gd name="T10" fmla="*/ 21 w 40"/>
                  <a:gd name="T11" fmla="*/ 1 h 61"/>
                  <a:gd name="T12" fmla="*/ 16 w 40"/>
                  <a:gd name="T13" fmla="*/ 3 h 61"/>
                  <a:gd name="T14" fmla="*/ 1 w 40"/>
                  <a:gd name="T15" fmla="*/ 52 h 61"/>
                  <a:gd name="T16" fmla="*/ 4 w 40"/>
                  <a:gd name="T17" fmla="*/ 5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61">
                    <a:moveTo>
                      <a:pt x="4" y="56"/>
                    </a:moveTo>
                    <a:cubicBezTo>
                      <a:pt x="21" y="61"/>
                      <a:pt x="21" y="61"/>
                      <a:pt x="21" y="61"/>
                    </a:cubicBezTo>
                    <a:cubicBezTo>
                      <a:pt x="23" y="61"/>
                      <a:pt x="24" y="60"/>
                      <a:pt x="25" y="58"/>
                    </a:cubicBezTo>
                    <a:cubicBezTo>
                      <a:pt x="40" y="9"/>
                      <a:pt x="40" y="9"/>
                      <a:pt x="40" y="9"/>
                    </a:cubicBezTo>
                    <a:cubicBezTo>
                      <a:pt x="40" y="7"/>
                      <a:pt x="39" y="6"/>
                      <a:pt x="38" y="5"/>
                    </a:cubicBezTo>
                    <a:cubicBezTo>
                      <a:pt x="21" y="1"/>
                      <a:pt x="21" y="1"/>
                      <a:pt x="21" y="1"/>
                    </a:cubicBezTo>
                    <a:cubicBezTo>
                      <a:pt x="18" y="0"/>
                      <a:pt x="17" y="1"/>
                      <a:pt x="16" y="3"/>
                    </a:cubicBezTo>
                    <a:cubicBezTo>
                      <a:pt x="1" y="52"/>
                      <a:pt x="1" y="52"/>
                      <a:pt x="1" y="52"/>
                    </a:cubicBezTo>
                    <a:cubicBezTo>
                      <a:pt x="0" y="54"/>
                      <a:pt x="1" y="55"/>
                      <a:pt x="4" y="56"/>
                    </a:cubicBezTo>
                    <a:close/>
                  </a:path>
                </a:pathLst>
              </a:custGeom>
              <a:solidFill>
                <a:srgbClr val="97A3CC"/>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20000"/>
              </a:bodyPr>
              <a:lstStyle/>
              <a:p>
                <a:pPr algn="ctr"/>
                <a:endParaRPr>
                  <a:cs typeface="+mn-ea"/>
                  <a:sym typeface="+mn-lt"/>
                </a:endParaRPr>
              </a:p>
            </p:txBody>
          </p:sp>
          <p:sp>
            <p:nvSpPr>
              <p:cNvPr id="125" name="ïṣ1idé">
                <a:extLst>
                  <a:ext uri="{FF2B5EF4-FFF2-40B4-BE49-F238E27FC236}">
                    <a16:creationId xmlns:a16="http://schemas.microsoft.com/office/drawing/2014/main" id="{067B46BF-2AD5-474D-9CB8-F59359A817FC}"/>
                  </a:ext>
                </a:extLst>
              </p:cNvPr>
              <p:cNvSpPr/>
              <p:nvPr/>
            </p:nvSpPr>
            <p:spPr bwMode="auto">
              <a:xfrm>
                <a:off x="5126038" y="3125788"/>
                <a:ext cx="214313" cy="338138"/>
              </a:xfrm>
              <a:custGeom>
                <a:avLst/>
                <a:gdLst>
                  <a:gd name="T0" fmla="*/ 3 w 39"/>
                  <a:gd name="T1" fmla="*/ 57 h 62"/>
                  <a:gd name="T2" fmla="*/ 20 w 39"/>
                  <a:gd name="T3" fmla="*/ 61 h 62"/>
                  <a:gd name="T4" fmla="*/ 24 w 39"/>
                  <a:gd name="T5" fmla="*/ 59 h 62"/>
                  <a:gd name="T6" fmla="*/ 39 w 39"/>
                  <a:gd name="T7" fmla="*/ 9 h 62"/>
                  <a:gd name="T8" fmla="*/ 37 w 39"/>
                  <a:gd name="T9" fmla="*/ 5 h 62"/>
                  <a:gd name="T10" fmla="*/ 20 w 39"/>
                  <a:gd name="T11" fmla="*/ 1 h 62"/>
                  <a:gd name="T12" fmla="*/ 16 w 39"/>
                  <a:gd name="T13" fmla="*/ 3 h 62"/>
                  <a:gd name="T14" fmla="*/ 1 w 39"/>
                  <a:gd name="T15" fmla="*/ 52 h 62"/>
                  <a:gd name="T16" fmla="*/ 3 w 39"/>
                  <a:gd name="T17" fmla="*/ 5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62">
                    <a:moveTo>
                      <a:pt x="3" y="57"/>
                    </a:moveTo>
                    <a:cubicBezTo>
                      <a:pt x="20" y="61"/>
                      <a:pt x="20" y="61"/>
                      <a:pt x="20" y="61"/>
                    </a:cubicBezTo>
                    <a:cubicBezTo>
                      <a:pt x="22" y="62"/>
                      <a:pt x="23" y="61"/>
                      <a:pt x="24" y="59"/>
                    </a:cubicBezTo>
                    <a:cubicBezTo>
                      <a:pt x="39" y="9"/>
                      <a:pt x="39" y="9"/>
                      <a:pt x="39" y="9"/>
                    </a:cubicBezTo>
                    <a:cubicBezTo>
                      <a:pt x="39" y="8"/>
                      <a:pt x="39" y="6"/>
                      <a:pt x="37" y="5"/>
                    </a:cubicBezTo>
                    <a:cubicBezTo>
                      <a:pt x="20" y="1"/>
                      <a:pt x="20" y="1"/>
                      <a:pt x="20" y="1"/>
                    </a:cubicBezTo>
                    <a:cubicBezTo>
                      <a:pt x="18" y="0"/>
                      <a:pt x="16" y="1"/>
                      <a:pt x="16" y="3"/>
                    </a:cubicBezTo>
                    <a:cubicBezTo>
                      <a:pt x="1" y="52"/>
                      <a:pt x="1" y="52"/>
                      <a:pt x="1" y="52"/>
                    </a:cubicBezTo>
                    <a:cubicBezTo>
                      <a:pt x="0" y="54"/>
                      <a:pt x="1" y="56"/>
                      <a:pt x="3" y="57"/>
                    </a:cubicBezTo>
                    <a:close/>
                  </a:path>
                </a:pathLst>
              </a:custGeom>
              <a:solidFill>
                <a:srgbClr val="DBDB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20000"/>
              </a:bodyPr>
              <a:lstStyle/>
              <a:p>
                <a:pPr algn="ctr"/>
                <a:endParaRPr>
                  <a:cs typeface="+mn-ea"/>
                  <a:sym typeface="+mn-lt"/>
                </a:endParaRPr>
              </a:p>
            </p:txBody>
          </p:sp>
          <p:sp>
            <p:nvSpPr>
              <p:cNvPr id="126" name="íṣľiḍê">
                <a:extLst>
                  <a:ext uri="{FF2B5EF4-FFF2-40B4-BE49-F238E27FC236}">
                    <a16:creationId xmlns:a16="http://schemas.microsoft.com/office/drawing/2014/main" id="{AAE356F4-BDC3-40F5-8A6C-CC7EA90A928B}"/>
                  </a:ext>
                </a:extLst>
              </p:cNvPr>
              <p:cNvSpPr/>
              <p:nvPr/>
            </p:nvSpPr>
            <p:spPr bwMode="auto">
              <a:xfrm>
                <a:off x="5213350" y="3300413"/>
                <a:ext cx="88900" cy="60325"/>
              </a:xfrm>
              <a:custGeom>
                <a:avLst/>
                <a:gdLst>
                  <a:gd name="T0" fmla="*/ 14 w 16"/>
                  <a:gd name="T1" fmla="*/ 11 h 11"/>
                  <a:gd name="T2" fmla="*/ 16 w 16"/>
                  <a:gd name="T3" fmla="*/ 6 h 11"/>
                  <a:gd name="T4" fmla="*/ 8 w 16"/>
                  <a:gd name="T5" fmla="*/ 2 h 11"/>
                  <a:gd name="T6" fmla="*/ 1 w 16"/>
                  <a:gd name="T7" fmla="*/ 0 h 11"/>
                  <a:gd name="T8" fmla="*/ 0 w 16"/>
                  <a:gd name="T9" fmla="*/ 4 h 11"/>
                  <a:gd name="T10" fmla="*/ 7 w 16"/>
                  <a:gd name="T11" fmla="*/ 7 h 11"/>
                  <a:gd name="T12" fmla="*/ 14 w 16"/>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16" h="11">
                    <a:moveTo>
                      <a:pt x="14" y="11"/>
                    </a:moveTo>
                    <a:cubicBezTo>
                      <a:pt x="15" y="10"/>
                      <a:pt x="16" y="8"/>
                      <a:pt x="16" y="6"/>
                    </a:cubicBezTo>
                    <a:cubicBezTo>
                      <a:pt x="14" y="5"/>
                      <a:pt x="10" y="3"/>
                      <a:pt x="8" y="2"/>
                    </a:cubicBezTo>
                    <a:cubicBezTo>
                      <a:pt x="4" y="1"/>
                      <a:pt x="1" y="0"/>
                      <a:pt x="1" y="0"/>
                    </a:cubicBezTo>
                    <a:cubicBezTo>
                      <a:pt x="0" y="4"/>
                      <a:pt x="0" y="4"/>
                      <a:pt x="0" y="4"/>
                    </a:cubicBezTo>
                    <a:cubicBezTo>
                      <a:pt x="0" y="4"/>
                      <a:pt x="4" y="5"/>
                      <a:pt x="7" y="7"/>
                    </a:cubicBezTo>
                    <a:cubicBezTo>
                      <a:pt x="9" y="8"/>
                      <a:pt x="12" y="10"/>
                      <a:pt x="14" y="11"/>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7" name="îṥ1ïḓé">
                <a:extLst>
                  <a:ext uri="{FF2B5EF4-FFF2-40B4-BE49-F238E27FC236}">
                    <a16:creationId xmlns:a16="http://schemas.microsoft.com/office/drawing/2014/main" id="{0053F3CF-0FC4-466E-B572-A0F24F8F207E}"/>
                  </a:ext>
                </a:extLst>
              </p:cNvPr>
              <p:cNvSpPr/>
              <p:nvPr/>
            </p:nvSpPr>
            <p:spPr bwMode="auto">
              <a:xfrm>
                <a:off x="5241925" y="3273425"/>
                <a:ext cx="76200" cy="60325"/>
              </a:xfrm>
              <a:custGeom>
                <a:avLst/>
                <a:gdLst>
                  <a:gd name="T0" fmla="*/ 12 w 14"/>
                  <a:gd name="T1" fmla="*/ 11 h 11"/>
                  <a:gd name="T2" fmla="*/ 14 w 14"/>
                  <a:gd name="T3" fmla="*/ 6 h 11"/>
                  <a:gd name="T4" fmla="*/ 2 w 14"/>
                  <a:gd name="T5" fmla="*/ 0 h 11"/>
                  <a:gd name="T6" fmla="*/ 0 w 14"/>
                  <a:gd name="T7" fmla="*/ 3 h 11"/>
                  <a:gd name="T8" fmla="*/ 7 w 14"/>
                  <a:gd name="T9" fmla="*/ 8 h 11"/>
                  <a:gd name="T10" fmla="*/ 12 w 14"/>
                  <a:gd name="T11" fmla="*/ 11 h 11"/>
                </a:gdLst>
                <a:ahLst/>
                <a:cxnLst>
                  <a:cxn ang="0">
                    <a:pos x="T0" y="T1"/>
                  </a:cxn>
                  <a:cxn ang="0">
                    <a:pos x="T2" y="T3"/>
                  </a:cxn>
                  <a:cxn ang="0">
                    <a:pos x="T4" y="T5"/>
                  </a:cxn>
                  <a:cxn ang="0">
                    <a:pos x="T6" y="T7"/>
                  </a:cxn>
                  <a:cxn ang="0">
                    <a:pos x="T8" y="T9"/>
                  </a:cxn>
                  <a:cxn ang="0">
                    <a:pos x="T10" y="T11"/>
                  </a:cxn>
                </a:cxnLst>
                <a:rect l="0" t="0" r="r" b="b"/>
                <a:pathLst>
                  <a:path w="14" h="11">
                    <a:moveTo>
                      <a:pt x="12" y="11"/>
                    </a:moveTo>
                    <a:cubicBezTo>
                      <a:pt x="12" y="9"/>
                      <a:pt x="13" y="7"/>
                      <a:pt x="14" y="6"/>
                    </a:cubicBezTo>
                    <a:cubicBezTo>
                      <a:pt x="9" y="3"/>
                      <a:pt x="2" y="0"/>
                      <a:pt x="2" y="0"/>
                    </a:cubicBezTo>
                    <a:cubicBezTo>
                      <a:pt x="0" y="3"/>
                      <a:pt x="0" y="3"/>
                      <a:pt x="0" y="3"/>
                    </a:cubicBezTo>
                    <a:cubicBezTo>
                      <a:pt x="0" y="3"/>
                      <a:pt x="5" y="6"/>
                      <a:pt x="7" y="8"/>
                    </a:cubicBezTo>
                    <a:cubicBezTo>
                      <a:pt x="9" y="9"/>
                      <a:pt x="10" y="10"/>
                      <a:pt x="12" y="11"/>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8" name="ïŝ1ïḑe">
                <a:extLst>
                  <a:ext uri="{FF2B5EF4-FFF2-40B4-BE49-F238E27FC236}">
                    <a16:creationId xmlns:a16="http://schemas.microsoft.com/office/drawing/2014/main" id="{44F7C53F-2156-4A43-87FA-E0DA8BF476F0}"/>
                  </a:ext>
                </a:extLst>
              </p:cNvPr>
              <p:cNvSpPr/>
              <p:nvPr/>
            </p:nvSpPr>
            <p:spPr bwMode="auto">
              <a:xfrm>
                <a:off x="5213350" y="3338513"/>
                <a:ext cx="77788" cy="49213"/>
              </a:xfrm>
              <a:custGeom>
                <a:avLst/>
                <a:gdLst>
                  <a:gd name="T0" fmla="*/ 12 w 14"/>
                  <a:gd name="T1" fmla="*/ 9 h 9"/>
                  <a:gd name="T2" fmla="*/ 14 w 14"/>
                  <a:gd name="T3" fmla="*/ 5 h 9"/>
                  <a:gd name="T4" fmla="*/ 5 w 14"/>
                  <a:gd name="T5" fmla="*/ 1 h 9"/>
                  <a:gd name="T6" fmla="*/ 1 w 14"/>
                  <a:gd name="T7" fmla="*/ 0 h 9"/>
                  <a:gd name="T8" fmla="*/ 0 w 14"/>
                  <a:gd name="T9" fmla="*/ 3 h 9"/>
                  <a:gd name="T10" fmla="*/ 8 w 14"/>
                  <a:gd name="T11" fmla="*/ 8 h 9"/>
                  <a:gd name="T12" fmla="*/ 12 w 14"/>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4" h="9">
                    <a:moveTo>
                      <a:pt x="12" y="9"/>
                    </a:moveTo>
                    <a:cubicBezTo>
                      <a:pt x="13" y="8"/>
                      <a:pt x="13" y="6"/>
                      <a:pt x="14" y="5"/>
                    </a:cubicBezTo>
                    <a:cubicBezTo>
                      <a:pt x="11" y="4"/>
                      <a:pt x="7" y="2"/>
                      <a:pt x="5" y="1"/>
                    </a:cubicBezTo>
                    <a:cubicBezTo>
                      <a:pt x="2" y="0"/>
                      <a:pt x="1" y="0"/>
                      <a:pt x="1" y="0"/>
                    </a:cubicBezTo>
                    <a:cubicBezTo>
                      <a:pt x="0" y="3"/>
                      <a:pt x="0" y="3"/>
                      <a:pt x="0" y="3"/>
                    </a:cubicBezTo>
                    <a:cubicBezTo>
                      <a:pt x="0" y="3"/>
                      <a:pt x="3" y="6"/>
                      <a:pt x="8" y="8"/>
                    </a:cubicBezTo>
                    <a:cubicBezTo>
                      <a:pt x="10" y="8"/>
                      <a:pt x="11" y="9"/>
                      <a:pt x="12" y="9"/>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9" name="iṡľíḍè">
                <a:extLst>
                  <a:ext uri="{FF2B5EF4-FFF2-40B4-BE49-F238E27FC236}">
                    <a16:creationId xmlns:a16="http://schemas.microsoft.com/office/drawing/2014/main" id="{9EAA8C62-63A2-402F-B272-BB8AD4F3F76B}"/>
                  </a:ext>
                </a:extLst>
              </p:cNvPr>
              <p:cNvSpPr/>
              <p:nvPr/>
            </p:nvSpPr>
            <p:spPr bwMode="auto">
              <a:xfrm>
                <a:off x="5219700" y="3376613"/>
                <a:ext cx="60325" cy="38100"/>
              </a:xfrm>
              <a:custGeom>
                <a:avLst/>
                <a:gdLst>
                  <a:gd name="T0" fmla="*/ 11 w 11"/>
                  <a:gd name="T1" fmla="*/ 3 h 7"/>
                  <a:gd name="T2" fmla="*/ 4 w 11"/>
                  <a:gd name="T3" fmla="*/ 1 h 7"/>
                  <a:gd name="T4" fmla="*/ 1 w 11"/>
                  <a:gd name="T5" fmla="*/ 0 h 7"/>
                  <a:gd name="T6" fmla="*/ 0 w 11"/>
                  <a:gd name="T7" fmla="*/ 3 h 7"/>
                  <a:gd name="T8" fmla="*/ 9 w 11"/>
                  <a:gd name="T9" fmla="*/ 7 h 7"/>
                  <a:gd name="T10" fmla="*/ 11 w 11"/>
                  <a:gd name="T11" fmla="*/ 3 h 7"/>
                </a:gdLst>
                <a:ahLst/>
                <a:cxnLst>
                  <a:cxn ang="0">
                    <a:pos x="T0" y="T1"/>
                  </a:cxn>
                  <a:cxn ang="0">
                    <a:pos x="T2" y="T3"/>
                  </a:cxn>
                  <a:cxn ang="0">
                    <a:pos x="T4" y="T5"/>
                  </a:cxn>
                  <a:cxn ang="0">
                    <a:pos x="T6" y="T7"/>
                  </a:cxn>
                  <a:cxn ang="0">
                    <a:pos x="T8" y="T9"/>
                  </a:cxn>
                  <a:cxn ang="0">
                    <a:pos x="T10" y="T11"/>
                  </a:cxn>
                </a:cxnLst>
                <a:rect l="0" t="0" r="r" b="b"/>
                <a:pathLst>
                  <a:path w="11" h="7">
                    <a:moveTo>
                      <a:pt x="11" y="3"/>
                    </a:moveTo>
                    <a:cubicBezTo>
                      <a:pt x="8" y="3"/>
                      <a:pt x="5" y="2"/>
                      <a:pt x="4" y="1"/>
                    </a:cubicBezTo>
                    <a:cubicBezTo>
                      <a:pt x="1" y="0"/>
                      <a:pt x="1" y="0"/>
                      <a:pt x="1" y="0"/>
                    </a:cubicBezTo>
                    <a:cubicBezTo>
                      <a:pt x="0" y="3"/>
                      <a:pt x="0" y="3"/>
                      <a:pt x="0" y="3"/>
                    </a:cubicBezTo>
                    <a:cubicBezTo>
                      <a:pt x="0" y="3"/>
                      <a:pt x="4" y="5"/>
                      <a:pt x="9" y="7"/>
                    </a:cubicBezTo>
                    <a:cubicBezTo>
                      <a:pt x="9" y="6"/>
                      <a:pt x="10" y="5"/>
                      <a:pt x="11" y="3"/>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0" name="ïśḻïdé">
                <a:extLst>
                  <a:ext uri="{FF2B5EF4-FFF2-40B4-BE49-F238E27FC236}">
                    <a16:creationId xmlns:a16="http://schemas.microsoft.com/office/drawing/2014/main" id="{449350B5-FF98-4BF9-B050-869707A9F1CC}"/>
                  </a:ext>
                </a:extLst>
              </p:cNvPr>
              <p:cNvSpPr/>
              <p:nvPr/>
            </p:nvSpPr>
            <p:spPr bwMode="auto">
              <a:xfrm>
                <a:off x="5246688" y="3273425"/>
                <a:ext cx="82550" cy="141288"/>
              </a:xfrm>
              <a:custGeom>
                <a:avLst/>
                <a:gdLst>
                  <a:gd name="T0" fmla="*/ 0 w 52"/>
                  <a:gd name="T1" fmla="*/ 86 h 89"/>
                  <a:gd name="T2" fmla="*/ 14 w 52"/>
                  <a:gd name="T3" fmla="*/ 89 h 89"/>
                  <a:gd name="T4" fmla="*/ 35 w 52"/>
                  <a:gd name="T5" fmla="*/ 79 h 89"/>
                  <a:gd name="T6" fmla="*/ 52 w 52"/>
                  <a:gd name="T7" fmla="*/ 27 h 89"/>
                  <a:gd name="T8" fmla="*/ 41 w 52"/>
                  <a:gd name="T9" fmla="*/ 0 h 89"/>
                  <a:gd name="T10" fmla="*/ 0 w 52"/>
                  <a:gd name="T11" fmla="*/ 86 h 89"/>
                </a:gdLst>
                <a:ahLst/>
                <a:cxnLst>
                  <a:cxn ang="0">
                    <a:pos x="T0" y="T1"/>
                  </a:cxn>
                  <a:cxn ang="0">
                    <a:pos x="T2" y="T3"/>
                  </a:cxn>
                  <a:cxn ang="0">
                    <a:pos x="T4" y="T5"/>
                  </a:cxn>
                  <a:cxn ang="0">
                    <a:pos x="T6" y="T7"/>
                  </a:cxn>
                  <a:cxn ang="0">
                    <a:pos x="T8" y="T9"/>
                  </a:cxn>
                  <a:cxn ang="0">
                    <a:pos x="T10" y="T11"/>
                  </a:cxn>
                </a:cxnLst>
                <a:rect l="0" t="0" r="r" b="b"/>
                <a:pathLst>
                  <a:path w="52" h="89">
                    <a:moveTo>
                      <a:pt x="0" y="86"/>
                    </a:moveTo>
                    <a:lnTo>
                      <a:pt x="14" y="89"/>
                    </a:lnTo>
                    <a:lnTo>
                      <a:pt x="35" y="79"/>
                    </a:lnTo>
                    <a:lnTo>
                      <a:pt x="52" y="27"/>
                    </a:lnTo>
                    <a:lnTo>
                      <a:pt x="41" y="0"/>
                    </a:lnTo>
                    <a:lnTo>
                      <a:pt x="0" y="86"/>
                    </a:ln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1" name="işḻîḍé">
                <a:extLst>
                  <a:ext uri="{FF2B5EF4-FFF2-40B4-BE49-F238E27FC236}">
                    <a16:creationId xmlns:a16="http://schemas.microsoft.com/office/drawing/2014/main" id="{05FD87FA-936F-4D46-BD6E-775E3C8B8759}"/>
                  </a:ext>
                </a:extLst>
              </p:cNvPr>
              <p:cNvSpPr/>
              <p:nvPr/>
            </p:nvSpPr>
            <p:spPr bwMode="auto">
              <a:xfrm>
                <a:off x="4510088" y="4348163"/>
                <a:ext cx="655638" cy="1362075"/>
              </a:xfrm>
              <a:custGeom>
                <a:avLst/>
                <a:gdLst>
                  <a:gd name="T0" fmla="*/ 75 w 120"/>
                  <a:gd name="T1" fmla="*/ 4 h 250"/>
                  <a:gd name="T2" fmla="*/ 110 w 120"/>
                  <a:gd name="T3" fmla="*/ 17 h 250"/>
                  <a:gd name="T4" fmla="*/ 110 w 120"/>
                  <a:gd name="T5" fmla="*/ 82 h 250"/>
                  <a:gd name="T6" fmla="*/ 82 w 120"/>
                  <a:gd name="T7" fmla="*/ 250 h 250"/>
                  <a:gd name="T8" fmla="*/ 65 w 120"/>
                  <a:gd name="T9" fmla="*/ 250 h 250"/>
                  <a:gd name="T10" fmla="*/ 57 w 120"/>
                  <a:gd name="T11" fmla="*/ 142 h 250"/>
                  <a:gd name="T12" fmla="*/ 65 w 120"/>
                  <a:gd name="T13" fmla="*/ 45 h 250"/>
                  <a:gd name="T14" fmla="*/ 0 w 120"/>
                  <a:gd name="T15" fmla="*/ 4 h 250"/>
                  <a:gd name="T16" fmla="*/ 75 w 120"/>
                  <a:gd name="T17" fmla="*/ 4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 h="250">
                    <a:moveTo>
                      <a:pt x="75" y="4"/>
                    </a:moveTo>
                    <a:cubicBezTo>
                      <a:pt x="91" y="0"/>
                      <a:pt x="100" y="5"/>
                      <a:pt x="110" y="17"/>
                    </a:cubicBezTo>
                    <a:cubicBezTo>
                      <a:pt x="120" y="29"/>
                      <a:pt x="116" y="58"/>
                      <a:pt x="110" y="82"/>
                    </a:cubicBezTo>
                    <a:cubicBezTo>
                      <a:pt x="104" y="106"/>
                      <a:pt x="82" y="250"/>
                      <a:pt x="82" y="250"/>
                    </a:cubicBezTo>
                    <a:cubicBezTo>
                      <a:pt x="65" y="250"/>
                      <a:pt x="65" y="250"/>
                      <a:pt x="65" y="250"/>
                    </a:cubicBezTo>
                    <a:cubicBezTo>
                      <a:pt x="65" y="250"/>
                      <a:pt x="60" y="188"/>
                      <a:pt x="57" y="142"/>
                    </a:cubicBezTo>
                    <a:cubicBezTo>
                      <a:pt x="54" y="96"/>
                      <a:pt x="65" y="45"/>
                      <a:pt x="65" y="45"/>
                    </a:cubicBezTo>
                    <a:cubicBezTo>
                      <a:pt x="0" y="4"/>
                      <a:pt x="0" y="4"/>
                      <a:pt x="0" y="4"/>
                    </a:cubicBezTo>
                    <a:cubicBezTo>
                      <a:pt x="0" y="4"/>
                      <a:pt x="60" y="7"/>
                      <a:pt x="75" y="4"/>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32" name="ïṧḻiḓé">
                <a:extLst>
                  <a:ext uri="{FF2B5EF4-FFF2-40B4-BE49-F238E27FC236}">
                    <a16:creationId xmlns:a16="http://schemas.microsoft.com/office/drawing/2014/main" id="{F07B5CA8-3203-4658-A678-1F7A0087D0BE}"/>
                  </a:ext>
                </a:extLst>
              </p:cNvPr>
              <p:cNvSpPr/>
              <p:nvPr/>
            </p:nvSpPr>
            <p:spPr bwMode="auto">
              <a:xfrm>
                <a:off x="4237038" y="4314825"/>
                <a:ext cx="660400" cy="1362075"/>
              </a:xfrm>
              <a:custGeom>
                <a:avLst/>
                <a:gdLst>
                  <a:gd name="T0" fmla="*/ 87 w 121"/>
                  <a:gd name="T1" fmla="*/ 18 h 250"/>
                  <a:gd name="T2" fmla="*/ 116 w 121"/>
                  <a:gd name="T3" fmla="*/ 64 h 250"/>
                  <a:gd name="T4" fmla="*/ 51 w 121"/>
                  <a:gd name="T5" fmla="*/ 188 h 250"/>
                  <a:gd name="T6" fmla="*/ 19 w 121"/>
                  <a:gd name="T7" fmla="*/ 246 h 250"/>
                  <a:gd name="T8" fmla="*/ 0 w 121"/>
                  <a:gd name="T9" fmla="*/ 250 h 250"/>
                  <a:gd name="T10" fmla="*/ 25 w 121"/>
                  <a:gd name="T11" fmla="*/ 159 h 250"/>
                  <a:gd name="T12" fmla="*/ 64 w 121"/>
                  <a:gd name="T13" fmla="*/ 78 h 250"/>
                  <a:gd name="T14" fmla="*/ 29 w 121"/>
                  <a:gd name="T15" fmla="*/ 68 h 250"/>
                  <a:gd name="T16" fmla="*/ 26 w 121"/>
                  <a:gd name="T17" fmla="*/ 23 h 250"/>
                  <a:gd name="T18" fmla="*/ 87 w 121"/>
                  <a:gd name="T19" fmla="*/ 18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250">
                    <a:moveTo>
                      <a:pt x="87" y="18"/>
                    </a:moveTo>
                    <a:cubicBezTo>
                      <a:pt x="96" y="25"/>
                      <a:pt x="121" y="36"/>
                      <a:pt x="116" y="64"/>
                    </a:cubicBezTo>
                    <a:cubicBezTo>
                      <a:pt x="114" y="79"/>
                      <a:pt x="73" y="151"/>
                      <a:pt x="51" y="188"/>
                    </a:cubicBezTo>
                    <a:cubicBezTo>
                      <a:pt x="40" y="206"/>
                      <a:pt x="19" y="246"/>
                      <a:pt x="19" y="246"/>
                    </a:cubicBezTo>
                    <a:cubicBezTo>
                      <a:pt x="0" y="250"/>
                      <a:pt x="0" y="250"/>
                      <a:pt x="0" y="250"/>
                    </a:cubicBezTo>
                    <a:cubicBezTo>
                      <a:pt x="0" y="250"/>
                      <a:pt x="15" y="203"/>
                      <a:pt x="25" y="159"/>
                    </a:cubicBezTo>
                    <a:cubicBezTo>
                      <a:pt x="35" y="115"/>
                      <a:pt x="64" y="78"/>
                      <a:pt x="64" y="78"/>
                    </a:cubicBezTo>
                    <a:cubicBezTo>
                      <a:pt x="64" y="78"/>
                      <a:pt x="45" y="75"/>
                      <a:pt x="29" y="68"/>
                    </a:cubicBezTo>
                    <a:cubicBezTo>
                      <a:pt x="13" y="61"/>
                      <a:pt x="2" y="46"/>
                      <a:pt x="26" y="23"/>
                    </a:cubicBezTo>
                    <a:cubicBezTo>
                      <a:pt x="50" y="0"/>
                      <a:pt x="69" y="5"/>
                      <a:pt x="87" y="18"/>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33" name="ïṧḷïḑê">
                <a:extLst>
                  <a:ext uri="{FF2B5EF4-FFF2-40B4-BE49-F238E27FC236}">
                    <a16:creationId xmlns:a16="http://schemas.microsoft.com/office/drawing/2014/main" id="{05BE84E3-5D70-4E44-A84A-6DBA1BC6B21C}"/>
                  </a:ext>
                </a:extLst>
              </p:cNvPr>
              <p:cNvSpPr/>
              <p:nvPr/>
            </p:nvSpPr>
            <p:spPr bwMode="auto">
              <a:xfrm>
                <a:off x="4116388" y="3230563"/>
                <a:ext cx="993775" cy="1471613"/>
              </a:xfrm>
              <a:custGeom>
                <a:avLst/>
                <a:gdLst>
                  <a:gd name="T0" fmla="*/ 182 w 182"/>
                  <a:gd name="T1" fmla="*/ 222 h 270"/>
                  <a:gd name="T2" fmla="*/ 139 w 182"/>
                  <a:gd name="T3" fmla="*/ 221 h 270"/>
                  <a:gd name="T4" fmla="*/ 63 w 182"/>
                  <a:gd name="T5" fmla="*/ 231 h 270"/>
                  <a:gd name="T6" fmla="*/ 51 w 182"/>
                  <a:gd name="T7" fmla="*/ 270 h 270"/>
                  <a:gd name="T8" fmla="*/ 21 w 182"/>
                  <a:gd name="T9" fmla="*/ 256 h 270"/>
                  <a:gd name="T10" fmla="*/ 8 w 182"/>
                  <a:gd name="T11" fmla="*/ 206 h 270"/>
                  <a:gd name="T12" fmla="*/ 15 w 182"/>
                  <a:gd name="T13" fmla="*/ 160 h 270"/>
                  <a:gd name="T14" fmla="*/ 1 w 182"/>
                  <a:gd name="T15" fmla="*/ 80 h 270"/>
                  <a:gd name="T16" fmla="*/ 0 w 182"/>
                  <a:gd name="T17" fmla="*/ 10 h 270"/>
                  <a:gd name="T18" fmla="*/ 36 w 182"/>
                  <a:gd name="T19" fmla="*/ 0 h 270"/>
                  <a:gd name="T20" fmla="*/ 71 w 182"/>
                  <a:gd name="T21" fmla="*/ 13 h 270"/>
                  <a:gd name="T22" fmla="*/ 90 w 182"/>
                  <a:gd name="T23" fmla="*/ 2 h 270"/>
                  <a:gd name="T24" fmla="*/ 116 w 182"/>
                  <a:gd name="T25" fmla="*/ 12 h 270"/>
                  <a:gd name="T26" fmla="*/ 123 w 182"/>
                  <a:gd name="T27" fmla="*/ 71 h 270"/>
                  <a:gd name="T28" fmla="*/ 122 w 182"/>
                  <a:gd name="T29" fmla="*/ 107 h 270"/>
                  <a:gd name="T30" fmla="*/ 122 w 182"/>
                  <a:gd name="T31" fmla="*/ 171 h 270"/>
                  <a:gd name="T32" fmla="*/ 182 w 182"/>
                  <a:gd name="T33" fmla="*/ 22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 h="270">
                    <a:moveTo>
                      <a:pt x="182" y="222"/>
                    </a:moveTo>
                    <a:cubicBezTo>
                      <a:pt x="182" y="222"/>
                      <a:pt x="168" y="221"/>
                      <a:pt x="139" y="221"/>
                    </a:cubicBezTo>
                    <a:cubicBezTo>
                      <a:pt x="110" y="221"/>
                      <a:pt x="80" y="218"/>
                      <a:pt x="63" y="231"/>
                    </a:cubicBezTo>
                    <a:cubicBezTo>
                      <a:pt x="46" y="244"/>
                      <a:pt x="41" y="262"/>
                      <a:pt x="51" y="270"/>
                    </a:cubicBezTo>
                    <a:cubicBezTo>
                      <a:pt x="51" y="270"/>
                      <a:pt x="34" y="266"/>
                      <a:pt x="21" y="256"/>
                    </a:cubicBezTo>
                    <a:cubicBezTo>
                      <a:pt x="7" y="245"/>
                      <a:pt x="7" y="215"/>
                      <a:pt x="8" y="206"/>
                    </a:cubicBezTo>
                    <a:cubicBezTo>
                      <a:pt x="10" y="189"/>
                      <a:pt x="18" y="180"/>
                      <a:pt x="15" y="160"/>
                    </a:cubicBezTo>
                    <a:cubicBezTo>
                      <a:pt x="12" y="140"/>
                      <a:pt x="2" y="102"/>
                      <a:pt x="1" y="80"/>
                    </a:cubicBezTo>
                    <a:cubicBezTo>
                      <a:pt x="0" y="58"/>
                      <a:pt x="0" y="10"/>
                      <a:pt x="0" y="10"/>
                    </a:cubicBezTo>
                    <a:cubicBezTo>
                      <a:pt x="36" y="0"/>
                      <a:pt x="36" y="0"/>
                      <a:pt x="36" y="0"/>
                    </a:cubicBezTo>
                    <a:cubicBezTo>
                      <a:pt x="36" y="0"/>
                      <a:pt x="54" y="18"/>
                      <a:pt x="71" y="13"/>
                    </a:cubicBezTo>
                    <a:cubicBezTo>
                      <a:pt x="88" y="9"/>
                      <a:pt x="90" y="2"/>
                      <a:pt x="90" y="2"/>
                    </a:cubicBezTo>
                    <a:cubicBezTo>
                      <a:pt x="116" y="12"/>
                      <a:pt x="116" y="12"/>
                      <a:pt x="116" y="12"/>
                    </a:cubicBezTo>
                    <a:cubicBezTo>
                      <a:pt x="116" y="12"/>
                      <a:pt x="120" y="63"/>
                      <a:pt x="123" y="71"/>
                    </a:cubicBezTo>
                    <a:cubicBezTo>
                      <a:pt x="125" y="78"/>
                      <a:pt x="126" y="94"/>
                      <a:pt x="122" y="107"/>
                    </a:cubicBezTo>
                    <a:cubicBezTo>
                      <a:pt x="118" y="121"/>
                      <a:pt x="117" y="166"/>
                      <a:pt x="122" y="171"/>
                    </a:cubicBezTo>
                    <a:cubicBezTo>
                      <a:pt x="127" y="176"/>
                      <a:pt x="171" y="195"/>
                      <a:pt x="182" y="222"/>
                    </a:cubicBezTo>
                    <a:close/>
                  </a:path>
                </a:pathLst>
              </a:custGeom>
              <a:solidFill>
                <a:srgbClr val="133A5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34" name="îS1ïdé">
                <a:extLst>
                  <a:ext uri="{FF2B5EF4-FFF2-40B4-BE49-F238E27FC236}">
                    <a16:creationId xmlns:a16="http://schemas.microsoft.com/office/drawing/2014/main" id="{C2922999-7BBD-48DE-BC82-D16BAC2D9657}"/>
                  </a:ext>
                </a:extLst>
              </p:cNvPr>
              <p:cNvSpPr/>
              <p:nvPr/>
            </p:nvSpPr>
            <p:spPr bwMode="auto">
              <a:xfrm>
                <a:off x="4225925" y="5629275"/>
                <a:ext cx="207963" cy="123825"/>
              </a:xfrm>
              <a:custGeom>
                <a:avLst/>
                <a:gdLst>
                  <a:gd name="T0" fmla="*/ 23 w 38"/>
                  <a:gd name="T1" fmla="*/ 1 h 23"/>
                  <a:gd name="T2" fmla="*/ 10 w 38"/>
                  <a:gd name="T3" fmla="*/ 6 h 23"/>
                  <a:gd name="T4" fmla="*/ 0 w 38"/>
                  <a:gd name="T5" fmla="*/ 9 h 23"/>
                  <a:gd name="T6" fmla="*/ 0 w 38"/>
                  <a:gd name="T7" fmla="*/ 23 h 23"/>
                  <a:gd name="T8" fmla="*/ 38 w 38"/>
                  <a:gd name="T9" fmla="*/ 23 h 23"/>
                  <a:gd name="T10" fmla="*/ 23 w 38"/>
                  <a:gd name="T11" fmla="*/ 1 h 23"/>
                </a:gdLst>
                <a:ahLst/>
                <a:cxnLst>
                  <a:cxn ang="0">
                    <a:pos x="T0" y="T1"/>
                  </a:cxn>
                  <a:cxn ang="0">
                    <a:pos x="T2" y="T3"/>
                  </a:cxn>
                  <a:cxn ang="0">
                    <a:pos x="T4" y="T5"/>
                  </a:cxn>
                  <a:cxn ang="0">
                    <a:pos x="T6" y="T7"/>
                  </a:cxn>
                  <a:cxn ang="0">
                    <a:pos x="T8" y="T9"/>
                  </a:cxn>
                  <a:cxn ang="0">
                    <a:pos x="T10" y="T11"/>
                  </a:cxn>
                </a:cxnLst>
                <a:rect l="0" t="0" r="r" b="b"/>
                <a:pathLst>
                  <a:path w="38" h="23">
                    <a:moveTo>
                      <a:pt x="23" y="1"/>
                    </a:moveTo>
                    <a:cubicBezTo>
                      <a:pt x="17" y="0"/>
                      <a:pt x="15" y="2"/>
                      <a:pt x="10" y="6"/>
                    </a:cubicBezTo>
                    <a:cubicBezTo>
                      <a:pt x="6" y="9"/>
                      <a:pt x="0" y="9"/>
                      <a:pt x="0" y="9"/>
                    </a:cubicBezTo>
                    <a:cubicBezTo>
                      <a:pt x="0" y="23"/>
                      <a:pt x="0" y="23"/>
                      <a:pt x="0" y="23"/>
                    </a:cubicBezTo>
                    <a:cubicBezTo>
                      <a:pt x="38" y="23"/>
                      <a:pt x="38" y="23"/>
                      <a:pt x="38" y="23"/>
                    </a:cubicBezTo>
                    <a:lnTo>
                      <a:pt x="23" y="1"/>
                    </a:lnTo>
                    <a:close/>
                  </a:path>
                </a:pathLst>
              </a:custGeom>
              <a:solidFill>
                <a:srgbClr val="FF5E6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5" name="iSliḋe">
                <a:extLst>
                  <a:ext uri="{FF2B5EF4-FFF2-40B4-BE49-F238E27FC236}">
                    <a16:creationId xmlns:a16="http://schemas.microsoft.com/office/drawing/2014/main" id="{C7EC7516-B2FE-41CF-B7D3-5510F1CD6040}"/>
                  </a:ext>
                </a:extLst>
              </p:cNvPr>
              <p:cNvSpPr/>
              <p:nvPr/>
            </p:nvSpPr>
            <p:spPr bwMode="auto">
              <a:xfrm>
                <a:off x="4843463" y="5649913"/>
                <a:ext cx="349250" cy="109538"/>
              </a:xfrm>
              <a:custGeom>
                <a:avLst/>
                <a:gdLst>
                  <a:gd name="T0" fmla="*/ 24 w 64"/>
                  <a:gd name="T1" fmla="*/ 0 h 20"/>
                  <a:gd name="T2" fmla="*/ 15 w 64"/>
                  <a:gd name="T3" fmla="*/ 7 h 20"/>
                  <a:gd name="T4" fmla="*/ 2 w 64"/>
                  <a:gd name="T5" fmla="*/ 3 h 20"/>
                  <a:gd name="T6" fmla="*/ 0 w 64"/>
                  <a:gd name="T7" fmla="*/ 19 h 20"/>
                  <a:gd name="T8" fmla="*/ 64 w 64"/>
                  <a:gd name="T9" fmla="*/ 20 h 20"/>
                  <a:gd name="T10" fmla="*/ 24 w 64"/>
                  <a:gd name="T11" fmla="*/ 0 h 20"/>
                </a:gdLst>
                <a:ahLst/>
                <a:cxnLst>
                  <a:cxn ang="0">
                    <a:pos x="T0" y="T1"/>
                  </a:cxn>
                  <a:cxn ang="0">
                    <a:pos x="T2" y="T3"/>
                  </a:cxn>
                  <a:cxn ang="0">
                    <a:pos x="T4" y="T5"/>
                  </a:cxn>
                  <a:cxn ang="0">
                    <a:pos x="T6" y="T7"/>
                  </a:cxn>
                  <a:cxn ang="0">
                    <a:pos x="T8" y="T9"/>
                  </a:cxn>
                  <a:cxn ang="0">
                    <a:pos x="T10" y="T11"/>
                  </a:cxn>
                </a:cxnLst>
                <a:rect l="0" t="0" r="r" b="b"/>
                <a:pathLst>
                  <a:path w="64" h="20">
                    <a:moveTo>
                      <a:pt x="24" y="0"/>
                    </a:moveTo>
                    <a:cubicBezTo>
                      <a:pt x="24" y="0"/>
                      <a:pt x="23" y="5"/>
                      <a:pt x="15" y="7"/>
                    </a:cubicBezTo>
                    <a:cubicBezTo>
                      <a:pt x="7" y="10"/>
                      <a:pt x="2" y="3"/>
                      <a:pt x="2" y="3"/>
                    </a:cubicBezTo>
                    <a:cubicBezTo>
                      <a:pt x="0" y="19"/>
                      <a:pt x="0" y="19"/>
                      <a:pt x="0" y="19"/>
                    </a:cubicBezTo>
                    <a:cubicBezTo>
                      <a:pt x="64" y="20"/>
                      <a:pt x="64" y="20"/>
                      <a:pt x="64" y="20"/>
                    </a:cubicBezTo>
                    <a:lnTo>
                      <a:pt x="24" y="0"/>
                    </a:lnTo>
                    <a:close/>
                  </a:path>
                </a:pathLst>
              </a:custGeom>
              <a:solidFill>
                <a:srgbClr val="FF5E6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6" name="ïṣļíḓê">
                <a:extLst>
                  <a:ext uri="{FF2B5EF4-FFF2-40B4-BE49-F238E27FC236}">
                    <a16:creationId xmlns:a16="http://schemas.microsoft.com/office/drawing/2014/main" id="{7AE04790-6C38-493A-920C-DBA2DB4C1936}"/>
                  </a:ext>
                </a:extLst>
              </p:cNvPr>
              <p:cNvSpPr/>
              <p:nvPr/>
            </p:nvSpPr>
            <p:spPr bwMode="auto">
              <a:xfrm>
                <a:off x="4002088" y="3251200"/>
                <a:ext cx="606425" cy="850900"/>
              </a:xfrm>
              <a:custGeom>
                <a:avLst/>
                <a:gdLst>
                  <a:gd name="T0" fmla="*/ 21 w 111"/>
                  <a:gd name="T1" fmla="*/ 6 h 156"/>
                  <a:gd name="T2" fmla="*/ 40 w 111"/>
                  <a:gd name="T3" fmla="*/ 42 h 156"/>
                  <a:gd name="T4" fmla="*/ 38 w 111"/>
                  <a:gd name="T5" fmla="*/ 119 h 156"/>
                  <a:gd name="T6" fmla="*/ 61 w 111"/>
                  <a:gd name="T7" fmla="*/ 136 h 156"/>
                  <a:gd name="T8" fmla="*/ 90 w 111"/>
                  <a:gd name="T9" fmla="*/ 147 h 156"/>
                  <a:gd name="T10" fmla="*/ 111 w 111"/>
                  <a:gd name="T11" fmla="*/ 155 h 156"/>
                  <a:gd name="T12" fmla="*/ 61 w 111"/>
                  <a:gd name="T13" fmla="*/ 155 h 156"/>
                  <a:gd name="T14" fmla="*/ 14 w 111"/>
                  <a:gd name="T15" fmla="*/ 136 h 156"/>
                  <a:gd name="T16" fmla="*/ 21 w 111"/>
                  <a:gd name="T17" fmla="*/ 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56">
                    <a:moveTo>
                      <a:pt x="21" y="6"/>
                    </a:moveTo>
                    <a:cubicBezTo>
                      <a:pt x="31" y="0"/>
                      <a:pt x="47" y="12"/>
                      <a:pt x="40" y="42"/>
                    </a:cubicBezTo>
                    <a:cubicBezTo>
                      <a:pt x="36" y="61"/>
                      <a:pt x="38" y="119"/>
                      <a:pt x="38" y="119"/>
                    </a:cubicBezTo>
                    <a:cubicBezTo>
                      <a:pt x="38" y="119"/>
                      <a:pt x="45" y="127"/>
                      <a:pt x="61" y="136"/>
                    </a:cubicBezTo>
                    <a:cubicBezTo>
                      <a:pt x="69" y="141"/>
                      <a:pt x="86" y="146"/>
                      <a:pt x="90" y="147"/>
                    </a:cubicBezTo>
                    <a:cubicBezTo>
                      <a:pt x="98" y="149"/>
                      <a:pt x="111" y="155"/>
                      <a:pt x="111" y="155"/>
                    </a:cubicBezTo>
                    <a:cubicBezTo>
                      <a:pt x="111" y="155"/>
                      <a:pt x="73" y="154"/>
                      <a:pt x="61" y="155"/>
                    </a:cubicBezTo>
                    <a:cubicBezTo>
                      <a:pt x="53" y="156"/>
                      <a:pt x="25" y="150"/>
                      <a:pt x="14" y="136"/>
                    </a:cubicBezTo>
                    <a:cubicBezTo>
                      <a:pt x="7" y="128"/>
                      <a:pt x="0" y="17"/>
                      <a:pt x="21" y="6"/>
                    </a:cubicBezTo>
                    <a:close/>
                  </a:path>
                </a:pathLst>
              </a:custGeom>
              <a:solidFill>
                <a:srgbClr val="FEC4A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37" name="îṩlíďê">
                <a:extLst>
                  <a:ext uri="{FF2B5EF4-FFF2-40B4-BE49-F238E27FC236}">
                    <a16:creationId xmlns:a16="http://schemas.microsoft.com/office/drawing/2014/main" id="{2CE272B0-CA90-456B-AFA2-235DF250F27D}"/>
                  </a:ext>
                </a:extLst>
              </p:cNvPr>
              <p:cNvSpPr/>
              <p:nvPr/>
            </p:nvSpPr>
            <p:spPr bwMode="auto">
              <a:xfrm>
                <a:off x="4040188" y="3251200"/>
                <a:ext cx="261938" cy="403225"/>
              </a:xfrm>
              <a:custGeom>
                <a:avLst/>
                <a:gdLst>
                  <a:gd name="T0" fmla="*/ 35 w 48"/>
                  <a:gd name="T1" fmla="*/ 74 h 74"/>
                  <a:gd name="T2" fmla="*/ 41 w 48"/>
                  <a:gd name="T3" fmla="*/ 42 h 74"/>
                  <a:gd name="T4" fmla="*/ 14 w 48"/>
                  <a:gd name="T5" fmla="*/ 6 h 74"/>
                  <a:gd name="T6" fmla="*/ 0 w 48"/>
                  <a:gd name="T7" fmla="*/ 63 h 74"/>
                  <a:gd name="T8" fmla="*/ 35 w 48"/>
                  <a:gd name="T9" fmla="*/ 74 h 74"/>
                </a:gdLst>
                <a:ahLst/>
                <a:cxnLst>
                  <a:cxn ang="0">
                    <a:pos x="T0" y="T1"/>
                  </a:cxn>
                  <a:cxn ang="0">
                    <a:pos x="T2" y="T3"/>
                  </a:cxn>
                  <a:cxn ang="0">
                    <a:pos x="T4" y="T5"/>
                  </a:cxn>
                  <a:cxn ang="0">
                    <a:pos x="T6" y="T7"/>
                  </a:cxn>
                  <a:cxn ang="0">
                    <a:pos x="T8" y="T9"/>
                  </a:cxn>
                </a:cxnLst>
                <a:rect l="0" t="0" r="r" b="b"/>
                <a:pathLst>
                  <a:path w="48" h="74">
                    <a:moveTo>
                      <a:pt x="35" y="74"/>
                    </a:moveTo>
                    <a:cubicBezTo>
                      <a:pt x="37" y="62"/>
                      <a:pt x="39" y="49"/>
                      <a:pt x="41" y="42"/>
                    </a:cubicBezTo>
                    <a:cubicBezTo>
                      <a:pt x="48" y="12"/>
                      <a:pt x="24" y="0"/>
                      <a:pt x="14" y="6"/>
                    </a:cubicBezTo>
                    <a:cubicBezTo>
                      <a:pt x="5" y="11"/>
                      <a:pt x="1" y="36"/>
                      <a:pt x="0" y="63"/>
                    </a:cubicBezTo>
                    <a:cubicBezTo>
                      <a:pt x="12" y="66"/>
                      <a:pt x="23" y="70"/>
                      <a:pt x="35" y="74"/>
                    </a:cubicBezTo>
                    <a:close/>
                  </a:path>
                </a:pathLst>
              </a:custGeom>
              <a:solidFill>
                <a:srgbClr val="133A5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38" name="íşļïḑé">
                <a:extLst>
                  <a:ext uri="{FF2B5EF4-FFF2-40B4-BE49-F238E27FC236}">
                    <a16:creationId xmlns:a16="http://schemas.microsoft.com/office/drawing/2014/main" id="{E3C55A99-FE37-4DD4-8DF6-BB60375E0D11}"/>
                  </a:ext>
                </a:extLst>
              </p:cNvPr>
              <p:cNvSpPr/>
              <p:nvPr/>
            </p:nvSpPr>
            <p:spPr bwMode="auto">
              <a:xfrm>
                <a:off x="4291013" y="3235325"/>
                <a:ext cx="355600" cy="284163"/>
              </a:xfrm>
              <a:custGeom>
                <a:avLst/>
                <a:gdLst>
                  <a:gd name="T0" fmla="*/ 63 w 65"/>
                  <a:gd name="T1" fmla="*/ 2 h 52"/>
                  <a:gd name="T2" fmla="*/ 56 w 65"/>
                  <a:gd name="T3" fmla="*/ 33 h 52"/>
                  <a:gd name="T4" fmla="*/ 50 w 65"/>
                  <a:gd name="T5" fmla="*/ 45 h 52"/>
                  <a:gd name="T6" fmla="*/ 42 w 65"/>
                  <a:gd name="T7" fmla="*/ 50 h 52"/>
                  <a:gd name="T8" fmla="*/ 40 w 65"/>
                  <a:gd name="T9" fmla="*/ 50 h 52"/>
                  <a:gd name="T10" fmla="*/ 17 w 65"/>
                  <a:gd name="T11" fmla="*/ 33 h 52"/>
                  <a:gd name="T12" fmla="*/ 2 w 65"/>
                  <a:gd name="T13" fmla="*/ 0 h 52"/>
                  <a:gd name="T14" fmla="*/ 0 w 65"/>
                  <a:gd name="T15" fmla="*/ 1 h 52"/>
                  <a:gd name="T16" fmla="*/ 15 w 65"/>
                  <a:gd name="T17" fmla="*/ 35 h 52"/>
                  <a:gd name="T18" fmla="*/ 40 w 65"/>
                  <a:gd name="T19" fmla="*/ 52 h 52"/>
                  <a:gd name="T20" fmla="*/ 43 w 65"/>
                  <a:gd name="T21" fmla="*/ 52 h 52"/>
                  <a:gd name="T22" fmla="*/ 52 w 65"/>
                  <a:gd name="T23" fmla="*/ 46 h 52"/>
                  <a:gd name="T24" fmla="*/ 65 w 65"/>
                  <a:gd name="T25" fmla="*/ 2 h 52"/>
                  <a:gd name="T26" fmla="*/ 63 w 65"/>
                  <a:gd name="T2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52">
                    <a:moveTo>
                      <a:pt x="63" y="2"/>
                    </a:moveTo>
                    <a:cubicBezTo>
                      <a:pt x="62" y="12"/>
                      <a:pt x="60" y="23"/>
                      <a:pt x="56" y="33"/>
                    </a:cubicBezTo>
                    <a:cubicBezTo>
                      <a:pt x="55" y="38"/>
                      <a:pt x="53" y="42"/>
                      <a:pt x="50" y="45"/>
                    </a:cubicBezTo>
                    <a:cubicBezTo>
                      <a:pt x="48" y="48"/>
                      <a:pt x="45" y="50"/>
                      <a:pt x="42" y="50"/>
                    </a:cubicBezTo>
                    <a:cubicBezTo>
                      <a:pt x="42" y="50"/>
                      <a:pt x="41" y="50"/>
                      <a:pt x="40" y="50"/>
                    </a:cubicBezTo>
                    <a:cubicBezTo>
                      <a:pt x="31" y="50"/>
                      <a:pt x="23" y="43"/>
                      <a:pt x="17" y="33"/>
                    </a:cubicBezTo>
                    <a:cubicBezTo>
                      <a:pt x="10" y="24"/>
                      <a:pt x="5" y="11"/>
                      <a:pt x="2" y="0"/>
                    </a:cubicBezTo>
                    <a:cubicBezTo>
                      <a:pt x="0" y="1"/>
                      <a:pt x="0" y="1"/>
                      <a:pt x="0" y="1"/>
                    </a:cubicBezTo>
                    <a:cubicBezTo>
                      <a:pt x="3" y="12"/>
                      <a:pt x="8" y="24"/>
                      <a:pt x="15" y="35"/>
                    </a:cubicBezTo>
                    <a:cubicBezTo>
                      <a:pt x="22" y="45"/>
                      <a:pt x="30" y="52"/>
                      <a:pt x="40" y="52"/>
                    </a:cubicBezTo>
                    <a:cubicBezTo>
                      <a:pt x="41" y="52"/>
                      <a:pt x="42" y="52"/>
                      <a:pt x="43" y="52"/>
                    </a:cubicBezTo>
                    <a:cubicBezTo>
                      <a:pt x="46" y="52"/>
                      <a:pt x="49" y="50"/>
                      <a:pt x="52" y="46"/>
                    </a:cubicBezTo>
                    <a:cubicBezTo>
                      <a:pt x="60" y="36"/>
                      <a:pt x="64" y="17"/>
                      <a:pt x="65" y="2"/>
                    </a:cubicBezTo>
                    <a:cubicBezTo>
                      <a:pt x="63" y="2"/>
                      <a:pt x="63" y="2"/>
                      <a:pt x="63"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70000" lnSpcReduction="20000"/>
              </a:bodyPr>
              <a:lstStyle/>
              <a:p>
                <a:pPr algn="ctr"/>
                <a:endParaRPr>
                  <a:cs typeface="+mn-ea"/>
                  <a:sym typeface="+mn-lt"/>
                </a:endParaRPr>
              </a:p>
            </p:txBody>
          </p:sp>
          <p:sp>
            <p:nvSpPr>
              <p:cNvPr id="139" name="îšḷiḍê">
                <a:extLst>
                  <a:ext uri="{FF2B5EF4-FFF2-40B4-BE49-F238E27FC236}">
                    <a16:creationId xmlns:a16="http://schemas.microsoft.com/office/drawing/2014/main" id="{23639EFC-063B-409B-8030-AD242E046AA8}"/>
                  </a:ext>
                </a:extLst>
              </p:cNvPr>
              <p:cNvSpPr/>
              <p:nvPr/>
            </p:nvSpPr>
            <p:spPr bwMode="auto">
              <a:xfrm>
                <a:off x="4192588" y="2641600"/>
                <a:ext cx="427038" cy="636588"/>
              </a:xfrm>
              <a:custGeom>
                <a:avLst/>
                <a:gdLst>
                  <a:gd name="T0" fmla="*/ 51 w 78"/>
                  <a:gd name="T1" fmla="*/ 37 h 117"/>
                  <a:gd name="T2" fmla="*/ 31 w 78"/>
                  <a:gd name="T3" fmla="*/ 63 h 117"/>
                  <a:gd name="T4" fmla="*/ 42 w 78"/>
                  <a:gd name="T5" fmla="*/ 117 h 117"/>
                  <a:gd name="T6" fmla="*/ 11 w 78"/>
                  <a:gd name="T7" fmla="*/ 103 h 117"/>
                  <a:gd name="T8" fmla="*/ 13 w 78"/>
                  <a:gd name="T9" fmla="*/ 25 h 117"/>
                  <a:gd name="T10" fmla="*/ 42 w 78"/>
                  <a:gd name="T11" fmla="*/ 2 h 117"/>
                  <a:gd name="T12" fmla="*/ 77 w 78"/>
                  <a:gd name="T13" fmla="*/ 23 h 117"/>
                  <a:gd name="T14" fmla="*/ 51 w 78"/>
                  <a:gd name="T15" fmla="*/ 37 h 1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117">
                    <a:moveTo>
                      <a:pt x="51" y="37"/>
                    </a:moveTo>
                    <a:cubicBezTo>
                      <a:pt x="36" y="38"/>
                      <a:pt x="32" y="51"/>
                      <a:pt x="31" y="63"/>
                    </a:cubicBezTo>
                    <a:cubicBezTo>
                      <a:pt x="30" y="75"/>
                      <a:pt x="37" y="111"/>
                      <a:pt x="42" y="117"/>
                    </a:cubicBezTo>
                    <a:cubicBezTo>
                      <a:pt x="42" y="117"/>
                      <a:pt x="15" y="114"/>
                      <a:pt x="11" y="103"/>
                    </a:cubicBezTo>
                    <a:cubicBezTo>
                      <a:pt x="0" y="73"/>
                      <a:pt x="6" y="41"/>
                      <a:pt x="13" y="25"/>
                    </a:cubicBezTo>
                    <a:cubicBezTo>
                      <a:pt x="17" y="15"/>
                      <a:pt x="32" y="4"/>
                      <a:pt x="42" y="2"/>
                    </a:cubicBezTo>
                    <a:cubicBezTo>
                      <a:pt x="55" y="0"/>
                      <a:pt x="78" y="5"/>
                      <a:pt x="77" y="23"/>
                    </a:cubicBezTo>
                    <a:cubicBezTo>
                      <a:pt x="77" y="29"/>
                      <a:pt x="76" y="36"/>
                      <a:pt x="51" y="37"/>
                    </a:cubicBezTo>
                    <a:close/>
                  </a:path>
                </a:pathLst>
              </a:custGeom>
              <a:solidFill>
                <a:srgbClr val="95403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40" name="îṡḻíḍè">
                <a:extLst>
                  <a:ext uri="{FF2B5EF4-FFF2-40B4-BE49-F238E27FC236}">
                    <a16:creationId xmlns:a16="http://schemas.microsoft.com/office/drawing/2014/main" id="{4FD4B1CE-EC4F-462A-BF33-086BC43CC742}"/>
                  </a:ext>
                </a:extLst>
              </p:cNvPr>
              <p:cNvSpPr/>
              <p:nvPr/>
            </p:nvSpPr>
            <p:spPr bwMode="auto">
              <a:xfrm>
                <a:off x="4002088" y="4086225"/>
                <a:ext cx="3690938" cy="80963"/>
              </a:xfrm>
              <a:prstGeom prst="rect">
                <a:avLst/>
              </a:prstGeom>
              <a:solidFill>
                <a:srgbClr val="DBDBD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1" name="íşļïḋe">
                <a:extLst>
                  <a:ext uri="{FF2B5EF4-FFF2-40B4-BE49-F238E27FC236}">
                    <a16:creationId xmlns:a16="http://schemas.microsoft.com/office/drawing/2014/main" id="{A63B3CD9-AD07-4AA0-84EB-1B3E4DE1121D}"/>
                  </a:ext>
                </a:extLst>
              </p:cNvPr>
              <p:cNvSpPr/>
              <p:nvPr/>
            </p:nvSpPr>
            <p:spPr bwMode="auto">
              <a:xfrm>
                <a:off x="4154488" y="4167188"/>
                <a:ext cx="382588" cy="1585913"/>
              </a:xfrm>
              <a:custGeom>
                <a:avLst/>
                <a:gdLst>
                  <a:gd name="T0" fmla="*/ 0 w 241"/>
                  <a:gd name="T1" fmla="*/ 999 h 999"/>
                  <a:gd name="T2" fmla="*/ 28 w 241"/>
                  <a:gd name="T3" fmla="*/ 999 h 999"/>
                  <a:gd name="T4" fmla="*/ 241 w 241"/>
                  <a:gd name="T5" fmla="*/ 0 h 999"/>
                  <a:gd name="T6" fmla="*/ 186 w 241"/>
                  <a:gd name="T7" fmla="*/ 0 h 999"/>
                  <a:gd name="T8" fmla="*/ 0 w 241"/>
                  <a:gd name="T9" fmla="*/ 999 h 999"/>
                </a:gdLst>
                <a:ahLst/>
                <a:cxnLst>
                  <a:cxn ang="0">
                    <a:pos x="T0" y="T1"/>
                  </a:cxn>
                  <a:cxn ang="0">
                    <a:pos x="T2" y="T3"/>
                  </a:cxn>
                  <a:cxn ang="0">
                    <a:pos x="T4" y="T5"/>
                  </a:cxn>
                  <a:cxn ang="0">
                    <a:pos x="T6" y="T7"/>
                  </a:cxn>
                  <a:cxn ang="0">
                    <a:pos x="T8" y="T9"/>
                  </a:cxn>
                </a:cxnLst>
                <a:rect l="0" t="0" r="r" b="b"/>
                <a:pathLst>
                  <a:path w="241" h="999">
                    <a:moveTo>
                      <a:pt x="0" y="999"/>
                    </a:moveTo>
                    <a:lnTo>
                      <a:pt x="28" y="999"/>
                    </a:lnTo>
                    <a:lnTo>
                      <a:pt x="241" y="0"/>
                    </a:lnTo>
                    <a:lnTo>
                      <a:pt x="186" y="0"/>
                    </a:lnTo>
                    <a:lnTo>
                      <a:pt x="0" y="999"/>
                    </a:lnTo>
                    <a:close/>
                  </a:path>
                </a:pathLst>
              </a:custGeom>
              <a:solidFill>
                <a:srgbClr val="DBDB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42" name="iś1ïḋe">
                <a:extLst>
                  <a:ext uri="{FF2B5EF4-FFF2-40B4-BE49-F238E27FC236}">
                    <a16:creationId xmlns:a16="http://schemas.microsoft.com/office/drawing/2014/main" id="{E16EAB96-9455-4D55-BACB-532777475CC7}"/>
                  </a:ext>
                </a:extLst>
              </p:cNvPr>
              <p:cNvSpPr/>
              <p:nvPr/>
            </p:nvSpPr>
            <p:spPr bwMode="auto">
              <a:xfrm>
                <a:off x="7158038" y="4167188"/>
                <a:ext cx="387350" cy="1585913"/>
              </a:xfrm>
              <a:custGeom>
                <a:avLst/>
                <a:gdLst>
                  <a:gd name="T0" fmla="*/ 244 w 244"/>
                  <a:gd name="T1" fmla="*/ 999 h 999"/>
                  <a:gd name="T2" fmla="*/ 217 w 244"/>
                  <a:gd name="T3" fmla="*/ 999 h 999"/>
                  <a:gd name="T4" fmla="*/ 0 w 244"/>
                  <a:gd name="T5" fmla="*/ 0 h 999"/>
                  <a:gd name="T6" fmla="*/ 55 w 244"/>
                  <a:gd name="T7" fmla="*/ 0 h 999"/>
                  <a:gd name="T8" fmla="*/ 244 w 244"/>
                  <a:gd name="T9" fmla="*/ 999 h 999"/>
                </a:gdLst>
                <a:ahLst/>
                <a:cxnLst>
                  <a:cxn ang="0">
                    <a:pos x="T0" y="T1"/>
                  </a:cxn>
                  <a:cxn ang="0">
                    <a:pos x="T2" y="T3"/>
                  </a:cxn>
                  <a:cxn ang="0">
                    <a:pos x="T4" y="T5"/>
                  </a:cxn>
                  <a:cxn ang="0">
                    <a:pos x="T6" y="T7"/>
                  </a:cxn>
                  <a:cxn ang="0">
                    <a:pos x="T8" y="T9"/>
                  </a:cxn>
                </a:cxnLst>
                <a:rect l="0" t="0" r="r" b="b"/>
                <a:pathLst>
                  <a:path w="244" h="999">
                    <a:moveTo>
                      <a:pt x="244" y="999"/>
                    </a:moveTo>
                    <a:lnTo>
                      <a:pt x="217" y="999"/>
                    </a:lnTo>
                    <a:lnTo>
                      <a:pt x="0" y="0"/>
                    </a:lnTo>
                    <a:lnTo>
                      <a:pt x="55" y="0"/>
                    </a:lnTo>
                    <a:lnTo>
                      <a:pt x="244" y="999"/>
                    </a:lnTo>
                    <a:close/>
                  </a:path>
                </a:pathLst>
              </a:custGeom>
              <a:solidFill>
                <a:srgbClr val="DBDBDB"/>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43" name="îSliḑe">
                <a:extLst>
                  <a:ext uri="{FF2B5EF4-FFF2-40B4-BE49-F238E27FC236}">
                    <a16:creationId xmlns:a16="http://schemas.microsoft.com/office/drawing/2014/main" id="{AB49C09A-B6D4-4EB4-99B7-8868AE21A17D}"/>
                  </a:ext>
                </a:extLst>
              </p:cNvPr>
              <p:cNvSpPr/>
              <p:nvPr/>
            </p:nvSpPr>
            <p:spPr bwMode="auto">
              <a:xfrm>
                <a:off x="4329113" y="4167188"/>
                <a:ext cx="382588" cy="1585913"/>
              </a:xfrm>
              <a:custGeom>
                <a:avLst/>
                <a:gdLst>
                  <a:gd name="T0" fmla="*/ 0 w 241"/>
                  <a:gd name="T1" fmla="*/ 999 h 999"/>
                  <a:gd name="T2" fmla="*/ 24 w 241"/>
                  <a:gd name="T3" fmla="*/ 999 h 999"/>
                  <a:gd name="T4" fmla="*/ 241 w 241"/>
                  <a:gd name="T5" fmla="*/ 0 h 999"/>
                  <a:gd name="T6" fmla="*/ 186 w 241"/>
                  <a:gd name="T7" fmla="*/ 0 h 999"/>
                  <a:gd name="T8" fmla="*/ 0 w 241"/>
                  <a:gd name="T9" fmla="*/ 999 h 999"/>
                </a:gdLst>
                <a:ahLst/>
                <a:cxnLst>
                  <a:cxn ang="0">
                    <a:pos x="T0" y="T1"/>
                  </a:cxn>
                  <a:cxn ang="0">
                    <a:pos x="T2" y="T3"/>
                  </a:cxn>
                  <a:cxn ang="0">
                    <a:pos x="T4" y="T5"/>
                  </a:cxn>
                  <a:cxn ang="0">
                    <a:pos x="T6" y="T7"/>
                  </a:cxn>
                  <a:cxn ang="0">
                    <a:pos x="T8" y="T9"/>
                  </a:cxn>
                </a:cxnLst>
                <a:rect l="0" t="0" r="r" b="b"/>
                <a:pathLst>
                  <a:path w="241" h="999">
                    <a:moveTo>
                      <a:pt x="0" y="999"/>
                    </a:moveTo>
                    <a:lnTo>
                      <a:pt x="24" y="999"/>
                    </a:lnTo>
                    <a:lnTo>
                      <a:pt x="241" y="0"/>
                    </a:lnTo>
                    <a:lnTo>
                      <a:pt x="186" y="0"/>
                    </a:lnTo>
                    <a:lnTo>
                      <a:pt x="0" y="999"/>
                    </a:lnTo>
                    <a:close/>
                  </a:path>
                </a:pathLst>
              </a:custGeom>
              <a:solidFill>
                <a:srgbClr val="C7C7C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sp>
            <p:nvSpPr>
              <p:cNvPr id="144" name="iṩľîḋè">
                <a:extLst>
                  <a:ext uri="{FF2B5EF4-FFF2-40B4-BE49-F238E27FC236}">
                    <a16:creationId xmlns:a16="http://schemas.microsoft.com/office/drawing/2014/main" id="{9CF30A9C-D56A-4D78-A438-2C38C859498A}"/>
                  </a:ext>
                </a:extLst>
              </p:cNvPr>
              <p:cNvSpPr/>
              <p:nvPr/>
            </p:nvSpPr>
            <p:spPr bwMode="auto">
              <a:xfrm>
                <a:off x="7332663" y="4167188"/>
                <a:ext cx="382588" cy="1585913"/>
              </a:xfrm>
              <a:custGeom>
                <a:avLst/>
                <a:gdLst>
                  <a:gd name="T0" fmla="*/ 241 w 241"/>
                  <a:gd name="T1" fmla="*/ 999 h 999"/>
                  <a:gd name="T2" fmla="*/ 217 w 241"/>
                  <a:gd name="T3" fmla="*/ 999 h 999"/>
                  <a:gd name="T4" fmla="*/ 0 w 241"/>
                  <a:gd name="T5" fmla="*/ 0 h 999"/>
                  <a:gd name="T6" fmla="*/ 55 w 241"/>
                  <a:gd name="T7" fmla="*/ 0 h 999"/>
                  <a:gd name="T8" fmla="*/ 241 w 241"/>
                  <a:gd name="T9" fmla="*/ 999 h 999"/>
                </a:gdLst>
                <a:ahLst/>
                <a:cxnLst>
                  <a:cxn ang="0">
                    <a:pos x="T0" y="T1"/>
                  </a:cxn>
                  <a:cxn ang="0">
                    <a:pos x="T2" y="T3"/>
                  </a:cxn>
                  <a:cxn ang="0">
                    <a:pos x="T4" y="T5"/>
                  </a:cxn>
                  <a:cxn ang="0">
                    <a:pos x="T6" y="T7"/>
                  </a:cxn>
                  <a:cxn ang="0">
                    <a:pos x="T8" y="T9"/>
                  </a:cxn>
                </a:cxnLst>
                <a:rect l="0" t="0" r="r" b="b"/>
                <a:pathLst>
                  <a:path w="241" h="999">
                    <a:moveTo>
                      <a:pt x="241" y="999"/>
                    </a:moveTo>
                    <a:lnTo>
                      <a:pt x="217" y="999"/>
                    </a:lnTo>
                    <a:lnTo>
                      <a:pt x="0" y="0"/>
                    </a:lnTo>
                    <a:lnTo>
                      <a:pt x="55" y="0"/>
                    </a:lnTo>
                    <a:lnTo>
                      <a:pt x="241" y="999"/>
                    </a:lnTo>
                    <a:close/>
                  </a:path>
                </a:pathLst>
              </a:custGeom>
              <a:solidFill>
                <a:srgbClr val="C7C7C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a:cs typeface="+mn-ea"/>
                  <a:sym typeface="+mn-lt"/>
                </a:endParaRPr>
              </a:p>
            </p:txBody>
          </p:sp>
        </p:grpSp>
        <p:cxnSp>
          <p:nvCxnSpPr>
            <p:cNvPr id="5" name="直接连接符 4">
              <a:extLst>
                <a:ext uri="{FF2B5EF4-FFF2-40B4-BE49-F238E27FC236}">
                  <a16:creationId xmlns:a16="http://schemas.microsoft.com/office/drawing/2014/main" id="{B062445D-A49C-411F-A52E-ADC6FF076BB2}"/>
                </a:ext>
              </a:extLst>
            </p:cNvPr>
            <p:cNvCxnSpPr>
              <a:cxnSpLocks/>
            </p:cNvCxnSpPr>
            <p:nvPr/>
          </p:nvCxnSpPr>
          <p:spPr>
            <a:xfrm>
              <a:off x="5416062" y="3632200"/>
              <a:ext cx="6102838"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 name="íṩļîḍé">
              <a:extLst>
                <a:ext uri="{FF2B5EF4-FFF2-40B4-BE49-F238E27FC236}">
                  <a16:creationId xmlns:a16="http://schemas.microsoft.com/office/drawing/2014/main" id="{9171D320-DA5F-4B1F-B204-C4F13C1DE3D9}"/>
                </a:ext>
              </a:extLst>
            </p:cNvPr>
            <p:cNvGrpSpPr/>
            <p:nvPr/>
          </p:nvGrpSpPr>
          <p:grpSpPr>
            <a:xfrm>
              <a:off x="5608112" y="1821774"/>
              <a:ext cx="5718739" cy="1429376"/>
              <a:chOff x="5684151" y="1821774"/>
              <a:chExt cx="5718739" cy="1429376"/>
            </a:xfrm>
          </p:grpSpPr>
          <p:grpSp>
            <p:nvGrpSpPr>
              <p:cNvPr id="17" name="işlíḍê">
                <a:extLst>
                  <a:ext uri="{FF2B5EF4-FFF2-40B4-BE49-F238E27FC236}">
                    <a16:creationId xmlns:a16="http://schemas.microsoft.com/office/drawing/2014/main" id="{08CF9B05-4510-4E65-B04C-ED421E14E69A}"/>
                  </a:ext>
                </a:extLst>
              </p:cNvPr>
              <p:cNvGrpSpPr/>
              <p:nvPr/>
            </p:nvGrpSpPr>
            <p:grpSpPr>
              <a:xfrm>
                <a:off x="5684151" y="1821774"/>
                <a:ext cx="1727764" cy="1429376"/>
                <a:chOff x="5684152" y="1821774"/>
                <a:chExt cx="1575683" cy="1429376"/>
              </a:xfrm>
            </p:grpSpPr>
            <p:sp>
              <p:nvSpPr>
                <p:cNvPr id="24" name="íŝlîḓè">
                  <a:extLst>
                    <a:ext uri="{FF2B5EF4-FFF2-40B4-BE49-F238E27FC236}">
                      <a16:creationId xmlns:a16="http://schemas.microsoft.com/office/drawing/2014/main" id="{A5C3D2E4-F1FA-4F84-8A62-205E0620349E}"/>
                    </a:ext>
                  </a:extLst>
                </p:cNvPr>
                <p:cNvSpPr txBox="1"/>
                <p:nvPr/>
              </p:nvSpPr>
              <p:spPr>
                <a:xfrm>
                  <a:off x="5684153" y="2302064"/>
                  <a:ext cx="1575682" cy="949086"/>
                </a:xfrm>
                <a:prstGeom prst="rect">
                  <a:avLst/>
                </a:prstGeom>
                <a:solidFill>
                  <a:schemeClr val="bg1"/>
                </a:solidFill>
                <a:effectLst>
                  <a:outerShdw blurRad="50800" dist="38100" dir="5400000" algn="t" rotWithShape="0">
                    <a:prstClr val="black">
                      <a:alpha val="9000"/>
                    </a:prstClr>
                  </a:outerShdw>
                </a:effec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sp>
              <p:nvSpPr>
                <p:cNvPr id="25" name="ïṡ1ïḋê">
                  <a:extLst>
                    <a:ext uri="{FF2B5EF4-FFF2-40B4-BE49-F238E27FC236}">
                      <a16:creationId xmlns:a16="http://schemas.microsoft.com/office/drawing/2014/main" id="{FB26A0BE-4169-470F-B2B8-DD0E19D3A7D3}"/>
                    </a:ext>
                  </a:extLst>
                </p:cNvPr>
                <p:cNvSpPr txBox="1"/>
                <p:nvPr/>
              </p:nvSpPr>
              <p:spPr>
                <a:xfrm>
                  <a:off x="5684152" y="1821774"/>
                  <a:ext cx="1575682" cy="480289"/>
                </a:xfrm>
                <a:prstGeom prst="rect">
                  <a:avLst/>
                </a:prstGeom>
                <a:solidFill>
                  <a:srgbClr val="AE3637"/>
                </a:solidFill>
                <a:ln>
                  <a:noFill/>
                </a:ln>
              </p:spPr>
              <p:txBody>
                <a:bodyPr spcFirstLastPara="1"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b="1" dirty="0">
                      <a:solidFill>
                        <a:schemeClr val="bg1"/>
                      </a:solidFill>
                      <a:cs typeface="+mn-ea"/>
                      <a:sym typeface="+mn-lt"/>
                    </a:rPr>
                    <a:t>01.Text here</a:t>
                  </a:r>
                </a:p>
              </p:txBody>
            </p:sp>
          </p:grpSp>
          <p:grpSp>
            <p:nvGrpSpPr>
              <p:cNvPr id="18" name="íşļiḋê">
                <a:extLst>
                  <a:ext uri="{FF2B5EF4-FFF2-40B4-BE49-F238E27FC236}">
                    <a16:creationId xmlns:a16="http://schemas.microsoft.com/office/drawing/2014/main" id="{AB13CBA7-A625-4DD8-B50C-8E3E036E67A6}"/>
                  </a:ext>
                </a:extLst>
              </p:cNvPr>
              <p:cNvGrpSpPr/>
              <p:nvPr/>
            </p:nvGrpSpPr>
            <p:grpSpPr>
              <a:xfrm>
                <a:off x="7679638" y="1821774"/>
                <a:ext cx="1727764" cy="1429376"/>
                <a:chOff x="7679639" y="1821774"/>
                <a:chExt cx="1575683" cy="1429376"/>
              </a:xfrm>
            </p:grpSpPr>
            <p:sp>
              <p:nvSpPr>
                <p:cNvPr id="22" name="íṡļíḓè">
                  <a:extLst>
                    <a:ext uri="{FF2B5EF4-FFF2-40B4-BE49-F238E27FC236}">
                      <a16:creationId xmlns:a16="http://schemas.microsoft.com/office/drawing/2014/main" id="{0A768EBD-F082-4481-8487-AFF1638B6EE2}"/>
                    </a:ext>
                  </a:extLst>
                </p:cNvPr>
                <p:cNvSpPr txBox="1"/>
                <p:nvPr/>
              </p:nvSpPr>
              <p:spPr>
                <a:xfrm>
                  <a:off x="7679639" y="2302064"/>
                  <a:ext cx="1575681" cy="949086"/>
                </a:xfrm>
                <a:prstGeom prst="rect">
                  <a:avLst/>
                </a:prstGeom>
                <a:solidFill>
                  <a:schemeClr val="bg1"/>
                </a:solidFill>
                <a:effectLst>
                  <a:outerShdw blurRad="50800" dist="38100" dir="5400000" algn="t" rotWithShape="0">
                    <a:prstClr val="black">
                      <a:alpha val="9000"/>
                    </a:prstClr>
                  </a:outerShdw>
                </a:effec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sp>
              <p:nvSpPr>
                <p:cNvPr id="23" name="íšļîḍè">
                  <a:extLst>
                    <a:ext uri="{FF2B5EF4-FFF2-40B4-BE49-F238E27FC236}">
                      <a16:creationId xmlns:a16="http://schemas.microsoft.com/office/drawing/2014/main" id="{3785EA43-12E0-498E-99B4-8C385B2D893E}"/>
                    </a:ext>
                  </a:extLst>
                </p:cNvPr>
                <p:cNvSpPr txBox="1"/>
                <p:nvPr/>
              </p:nvSpPr>
              <p:spPr>
                <a:xfrm>
                  <a:off x="7679640" y="1821774"/>
                  <a:ext cx="1575682" cy="480289"/>
                </a:xfrm>
                <a:prstGeom prst="rect">
                  <a:avLst/>
                </a:prstGeom>
                <a:solidFill>
                  <a:srgbClr val="AE3637"/>
                </a:solidFill>
                <a:ln>
                  <a:noFill/>
                </a:ln>
              </p:spPr>
              <p:txBody>
                <a:bodyPr spcFirstLastPara="1"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b="1" dirty="0">
                      <a:solidFill>
                        <a:schemeClr val="bg1"/>
                      </a:solidFill>
                      <a:cs typeface="+mn-ea"/>
                      <a:sym typeface="+mn-lt"/>
                    </a:rPr>
                    <a:t>02.Text here</a:t>
                  </a:r>
                </a:p>
              </p:txBody>
            </p:sp>
          </p:grpSp>
          <p:grpSp>
            <p:nvGrpSpPr>
              <p:cNvPr id="19" name="ïšḻidê">
                <a:extLst>
                  <a:ext uri="{FF2B5EF4-FFF2-40B4-BE49-F238E27FC236}">
                    <a16:creationId xmlns:a16="http://schemas.microsoft.com/office/drawing/2014/main" id="{714DA52D-56FA-4934-B8B7-539D91419985}"/>
                  </a:ext>
                </a:extLst>
              </p:cNvPr>
              <p:cNvGrpSpPr/>
              <p:nvPr/>
            </p:nvGrpSpPr>
            <p:grpSpPr>
              <a:xfrm>
                <a:off x="9675127" y="1821774"/>
                <a:ext cx="1727763" cy="1429376"/>
                <a:chOff x="9675128" y="1821774"/>
                <a:chExt cx="1575682" cy="1429376"/>
              </a:xfrm>
            </p:grpSpPr>
            <p:sp>
              <p:nvSpPr>
                <p:cNvPr id="20" name="ïṩḷïḋê">
                  <a:extLst>
                    <a:ext uri="{FF2B5EF4-FFF2-40B4-BE49-F238E27FC236}">
                      <a16:creationId xmlns:a16="http://schemas.microsoft.com/office/drawing/2014/main" id="{0455FB3D-2BAD-4D81-9599-AE93D3E787D1}"/>
                    </a:ext>
                  </a:extLst>
                </p:cNvPr>
                <p:cNvSpPr txBox="1"/>
                <p:nvPr/>
              </p:nvSpPr>
              <p:spPr>
                <a:xfrm>
                  <a:off x="9675128" y="2302064"/>
                  <a:ext cx="1575682" cy="949086"/>
                </a:xfrm>
                <a:prstGeom prst="rect">
                  <a:avLst/>
                </a:prstGeom>
                <a:solidFill>
                  <a:schemeClr val="bg1"/>
                </a:solidFill>
                <a:effectLst>
                  <a:outerShdw blurRad="50800" dist="38100" dir="5400000" algn="t" rotWithShape="0">
                    <a:prstClr val="black">
                      <a:alpha val="9000"/>
                    </a:prstClr>
                  </a:outerShdw>
                </a:effec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sp>
              <p:nvSpPr>
                <p:cNvPr id="21" name="iṥḷiḑé">
                  <a:extLst>
                    <a:ext uri="{FF2B5EF4-FFF2-40B4-BE49-F238E27FC236}">
                      <a16:creationId xmlns:a16="http://schemas.microsoft.com/office/drawing/2014/main" id="{DBFCD9EB-AE38-43C8-9753-85861E33541E}"/>
                    </a:ext>
                  </a:extLst>
                </p:cNvPr>
                <p:cNvSpPr txBox="1"/>
                <p:nvPr/>
              </p:nvSpPr>
              <p:spPr>
                <a:xfrm>
                  <a:off x="9675128" y="1821774"/>
                  <a:ext cx="1575682" cy="480289"/>
                </a:xfrm>
                <a:prstGeom prst="rect">
                  <a:avLst/>
                </a:prstGeom>
                <a:solidFill>
                  <a:srgbClr val="AE3637"/>
                </a:solidFill>
                <a:ln>
                  <a:noFill/>
                </a:ln>
              </p:spPr>
              <p:txBody>
                <a:bodyPr spcFirstLastPara="1"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b="1" dirty="0">
                      <a:solidFill>
                        <a:schemeClr val="bg1"/>
                      </a:solidFill>
                      <a:cs typeface="+mn-ea"/>
                      <a:sym typeface="+mn-lt"/>
                    </a:rPr>
                    <a:t>03.Text here</a:t>
                  </a:r>
                </a:p>
              </p:txBody>
            </p:sp>
          </p:grpSp>
        </p:grpSp>
        <p:grpSp>
          <p:nvGrpSpPr>
            <p:cNvPr id="7" name="íṡlíḋè">
              <a:extLst>
                <a:ext uri="{FF2B5EF4-FFF2-40B4-BE49-F238E27FC236}">
                  <a16:creationId xmlns:a16="http://schemas.microsoft.com/office/drawing/2014/main" id="{6F835D83-0998-42B7-A9D2-6D2B89D03C9E}"/>
                </a:ext>
              </a:extLst>
            </p:cNvPr>
            <p:cNvGrpSpPr/>
            <p:nvPr/>
          </p:nvGrpSpPr>
          <p:grpSpPr>
            <a:xfrm>
              <a:off x="5608112" y="4013250"/>
              <a:ext cx="5718739" cy="1429376"/>
              <a:chOff x="5684151" y="4013250"/>
              <a:chExt cx="5718739" cy="1429376"/>
            </a:xfrm>
          </p:grpSpPr>
          <p:grpSp>
            <p:nvGrpSpPr>
              <p:cNvPr id="8" name="íS1ïḑè">
                <a:extLst>
                  <a:ext uri="{FF2B5EF4-FFF2-40B4-BE49-F238E27FC236}">
                    <a16:creationId xmlns:a16="http://schemas.microsoft.com/office/drawing/2014/main" id="{459BEF08-5655-409C-879F-2879D934D5D3}"/>
                  </a:ext>
                </a:extLst>
              </p:cNvPr>
              <p:cNvGrpSpPr/>
              <p:nvPr/>
            </p:nvGrpSpPr>
            <p:grpSpPr>
              <a:xfrm>
                <a:off x="5684151" y="4013250"/>
                <a:ext cx="1727763" cy="1429376"/>
                <a:chOff x="5684152" y="4013250"/>
                <a:chExt cx="1575682" cy="1429376"/>
              </a:xfrm>
            </p:grpSpPr>
            <p:sp>
              <p:nvSpPr>
                <p:cNvPr id="15" name="ïṩļîďê">
                  <a:extLst>
                    <a:ext uri="{FF2B5EF4-FFF2-40B4-BE49-F238E27FC236}">
                      <a16:creationId xmlns:a16="http://schemas.microsoft.com/office/drawing/2014/main" id="{ED3A34F3-30A1-4FFB-8632-401A9B216AED}"/>
                    </a:ext>
                  </a:extLst>
                </p:cNvPr>
                <p:cNvSpPr txBox="1"/>
                <p:nvPr/>
              </p:nvSpPr>
              <p:spPr>
                <a:xfrm>
                  <a:off x="5684152" y="4493540"/>
                  <a:ext cx="1575682" cy="949086"/>
                </a:xfrm>
                <a:prstGeom prst="rect">
                  <a:avLst/>
                </a:prstGeom>
                <a:solidFill>
                  <a:schemeClr val="bg1"/>
                </a:solidFill>
                <a:effectLst>
                  <a:outerShdw blurRad="50800" dist="38100" dir="5400000" algn="t" rotWithShape="0">
                    <a:prstClr val="black">
                      <a:alpha val="9000"/>
                    </a:prstClr>
                  </a:outerShdw>
                </a:effec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sp>
              <p:nvSpPr>
                <p:cNvPr id="16" name="iṧḻíďe">
                  <a:extLst>
                    <a:ext uri="{FF2B5EF4-FFF2-40B4-BE49-F238E27FC236}">
                      <a16:creationId xmlns:a16="http://schemas.microsoft.com/office/drawing/2014/main" id="{88D22561-68C0-4DF8-A24F-3FF9F3606D37}"/>
                    </a:ext>
                  </a:extLst>
                </p:cNvPr>
                <p:cNvSpPr txBox="1"/>
                <p:nvPr/>
              </p:nvSpPr>
              <p:spPr>
                <a:xfrm>
                  <a:off x="5684152" y="4013250"/>
                  <a:ext cx="1575682" cy="480289"/>
                </a:xfrm>
                <a:prstGeom prst="rect">
                  <a:avLst/>
                </a:prstGeom>
                <a:solidFill>
                  <a:srgbClr val="AE3637"/>
                </a:solidFill>
                <a:ln>
                  <a:noFill/>
                </a:ln>
              </p:spPr>
              <p:txBody>
                <a:bodyPr spcFirstLastPara="1"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b="1" dirty="0">
                      <a:solidFill>
                        <a:schemeClr val="bg1"/>
                      </a:solidFill>
                      <a:cs typeface="+mn-ea"/>
                      <a:sym typeface="+mn-lt"/>
                    </a:rPr>
                    <a:t>04.Text here</a:t>
                  </a:r>
                </a:p>
              </p:txBody>
            </p:sp>
          </p:grpSp>
          <p:grpSp>
            <p:nvGrpSpPr>
              <p:cNvPr id="9" name="ïšḷîďê">
                <a:extLst>
                  <a:ext uri="{FF2B5EF4-FFF2-40B4-BE49-F238E27FC236}">
                    <a16:creationId xmlns:a16="http://schemas.microsoft.com/office/drawing/2014/main" id="{541F0743-9EC3-4D97-B8AC-6F874C06ACB7}"/>
                  </a:ext>
                </a:extLst>
              </p:cNvPr>
              <p:cNvGrpSpPr/>
              <p:nvPr/>
            </p:nvGrpSpPr>
            <p:grpSpPr>
              <a:xfrm>
                <a:off x="7679638" y="4013250"/>
                <a:ext cx="1727764" cy="1429376"/>
                <a:chOff x="7679639" y="4013250"/>
                <a:chExt cx="1575683" cy="1429376"/>
              </a:xfrm>
            </p:grpSpPr>
            <p:sp>
              <p:nvSpPr>
                <p:cNvPr id="13" name="íŝḷiḋè">
                  <a:extLst>
                    <a:ext uri="{FF2B5EF4-FFF2-40B4-BE49-F238E27FC236}">
                      <a16:creationId xmlns:a16="http://schemas.microsoft.com/office/drawing/2014/main" id="{7AD870DE-F125-40EB-AF6A-A528AF6FC9A1}"/>
                    </a:ext>
                  </a:extLst>
                </p:cNvPr>
                <p:cNvSpPr txBox="1"/>
                <p:nvPr/>
              </p:nvSpPr>
              <p:spPr>
                <a:xfrm>
                  <a:off x="7679639" y="4493540"/>
                  <a:ext cx="1575681" cy="949086"/>
                </a:xfrm>
                <a:prstGeom prst="rect">
                  <a:avLst/>
                </a:prstGeom>
                <a:solidFill>
                  <a:schemeClr val="bg1"/>
                </a:solidFill>
                <a:effectLst>
                  <a:outerShdw blurRad="50800" dist="38100" dir="5400000" algn="t" rotWithShape="0">
                    <a:prstClr val="black">
                      <a:alpha val="9000"/>
                    </a:prstClr>
                  </a:outerShdw>
                </a:effec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sp>
              <p:nvSpPr>
                <p:cNvPr id="14" name="ïŝľiďè">
                  <a:extLst>
                    <a:ext uri="{FF2B5EF4-FFF2-40B4-BE49-F238E27FC236}">
                      <a16:creationId xmlns:a16="http://schemas.microsoft.com/office/drawing/2014/main" id="{B24701B1-746F-4F7B-91B9-30F3F1842F36}"/>
                    </a:ext>
                  </a:extLst>
                </p:cNvPr>
                <p:cNvSpPr txBox="1"/>
                <p:nvPr/>
              </p:nvSpPr>
              <p:spPr>
                <a:xfrm>
                  <a:off x="7679640" y="4013250"/>
                  <a:ext cx="1575682" cy="480289"/>
                </a:xfrm>
                <a:prstGeom prst="rect">
                  <a:avLst/>
                </a:prstGeom>
                <a:solidFill>
                  <a:srgbClr val="AE3637"/>
                </a:solidFill>
                <a:ln>
                  <a:noFill/>
                </a:ln>
              </p:spPr>
              <p:txBody>
                <a:bodyPr spcFirstLastPara="1" wrap="square" lIns="91440" tIns="45720" rIns="91440" bIns="45720" anchor="ctr" anchorCtr="0">
                  <a:normAutofit/>
                </a:bodyPr>
                <a:lstStyle>
                  <a:defPPr>
                    <a:defRPr lang="zh-CN"/>
                  </a:defPPr>
                  <a:lvl1pPr algn="ctr">
                    <a:spcBef>
                      <a:spcPct val="0"/>
                    </a:spcBef>
                    <a:defRPr sz="1600">
                      <a:solidFill>
                        <a:schemeClr val="bg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1800" b="1">
                      <a:cs typeface="+mn-ea"/>
                      <a:sym typeface="+mn-lt"/>
                    </a:rPr>
                    <a:t>05.Text </a:t>
                  </a:r>
                  <a:r>
                    <a:rPr lang="en-US" altLang="zh-CN" sz="1800" b="1" dirty="0">
                      <a:cs typeface="+mn-ea"/>
                      <a:sym typeface="+mn-lt"/>
                    </a:rPr>
                    <a:t>here</a:t>
                  </a:r>
                </a:p>
              </p:txBody>
            </p:sp>
          </p:grpSp>
          <p:grpSp>
            <p:nvGrpSpPr>
              <p:cNvPr id="10" name="íšḷïḓè">
                <a:extLst>
                  <a:ext uri="{FF2B5EF4-FFF2-40B4-BE49-F238E27FC236}">
                    <a16:creationId xmlns:a16="http://schemas.microsoft.com/office/drawing/2014/main" id="{23B4A750-9B73-437F-BF81-DA8C1A8A5128}"/>
                  </a:ext>
                </a:extLst>
              </p:cNvPr>
              <p:cNvGrpSpPr/>
              <p:nvPr/>
            </p:nvGrpSpPr>
            <p:grpSpPr>
              <a:xfrm>
                <a:off x="9675127" y="4013250"/>
                <a:ext cx="1727763" cy="1429376"/>
                <a:chOff x="9675128" y="4013250"/>
                <a:chExt cx="1575682" cy="1429376"/>
              </a:xfrm>
            </p:grpSpPr>
            <p:sp>
              <p:nvSpPr>
                <p:cNvPr id="11" name="îs1iḓé">
                  <a:extLst>
                    <a:ext uri="{FF2B5EF4-FFF2-40B4-BE49-F238E27FC236}">
                      <a16:creationId xmlns:a16="http://schemas.microsoft.com/office/drawing/2014/main" id="{3E1AF91A-1964-443C-85F9-A8C48308C982}"/>
                    </a:ext>
                  </a:extLst>
                </p:cNvPr>
                <p:cNvSpPr txBox="1"/>
                <p:nvPr/>
              </p:nvSpPr>
              <p:spPr>
                <a:xfrm>
                  <a:off x="9675128" y="4493540"/>
                  <a:ext cx="1575682" cy="949086"/>
                </a:xfrm>
                <a:prstGeom prst="rect">
                  <a:avLst/>
                </a:prstGeom>
                <a:solidFill>
                  <a:schemeClr val="bg1"/>
                </a:solidFill>
                <a:effectLst>
                  <a:outerShdw blurRad="50800" dist="38100" dir="5400000" algn="t" rotWithShape="0">
                    <a:prstClr val="black">
                      <a:alpha val="9000"/>
                    </a:prstClr>
                  </a:outerShdw>
                </a:effec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sp>
              <p:nvSpPr>
                <p:cNvPr id="12" name="isḷiḍè">
                  <a:extLst>
                    <a:ext uri="{FF2B5EF4-FFF2-40B4-BE49-F238E27FC236}">
                      <a16:creationId xmlns:a16="http://schemas.microsoft.com/office/drawing/2014/main" id="{5A3B7ACC-69A1-4CD9-B037-FDF04DF54731}"/>
                    </a:ext>
                  </a:extLst>
                </p:cNvPr>
                <p:cNvSpPr txBox="1"/>
                <p:nvPr/>
              </p:nvSpPr>
              <p:spPr>
                <a:xfrm>
                  <a:off x="9675128" y="4013250"/>
                  <a:ext cx="1575682" cy="480289"/>
                </a:xfrm>
                <a:prstGeom prst="rect">
                  <a:avLst/>
                </a:prstGeom>
                <a:solidFill>
                  <a:srgbClr val="AE3637"/>
                </a:solidFill>
                <a:ln>
                  <a:noFill/>
                </a:ln>
              </p:spPr>
              <p:txBody>
                <a:bodyPr spcFirstLastPara="1" wrap="square" lIns="91440" tIns="45720" rIns="91440" bIns="45720" anchor="ctr" anchorCtr="0">
                  <a:normAutofit/>
                </a:bodyPr>
                <a:lstStyle>
                  <a:defPPr>
                    <a:defRPr lang="zh-CN"/>
                  </a:defPPr>
                  <a:lvl1pPr algn="ctr">
                    <a:spcBef>
                      <a:spcPct val="0"/>
                    </a:spcBef>
                    <a:defRPr sz="1600">
                      <a:solidFill>
                        <a:schemeClr val="bg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1800" b="1" dirty="0">
                      <a:cs typeface="+mn-ea"/>
                      <a:sym typeface="+mn-lt"/>
                    </a:rPr>
                    <a:t>06.Text here</a:t>
                  </a:r>
                </a:p>
              </p:txBody>
            </p:sp>
          </p:grpSp>
        </p:grpSp>
      </p:grpSp>
      <p:grpSp>
        <p:nvGrpSpPr>
          <p:cNvPr id="146" name="组合 145"/>
          <p:cNvGrpSpPr/>
          <p:nvPr/>
        </p:nvGrpSpPr>
        <p:grpSpPr>
          <a:xfrm>
            <a:off x="465221" y="465582"/>
            <a:ext cx="1939496" cy="461018"/>
            <a:chOff x="6906997" y="4197923"/>
            <a:chExt cx="1939496" cy="461018"/>
          </a:xfrm>
        </p:grpSpPr>
        <p:sp>
          <p:nvSpPr>
            <p:cNvPr id="147" name="矩形 146"/>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8" name="文本框 147"/>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sp>
        <p:nvSpPr>
          <p:cNvPr id="149" name="TextBox 13"/>
          <p:cNvSpPr txBox="1"/>
          <p:nvPr/>
        </p:nvSpPr>
        <p:spPr>
          <a:xfrm>
            <a:off x="5671770" y="2322916"/>
            <a:ext cx="1646839" cy="92333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150" name="TextBox 13"/>
          <p:cNvSpPr txBox="1"/>
          <p:nvPr/>
        </p:nvSpPr>
        <p:spPr>
          <a:xfrm>
            <a:off x="9669576" y="2322916"/>
            <a:ext cx="1646839" cy="92333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151" name="TextBox 13"/>
          <p:cNvSpPr txBox="1"/>
          <p:nvPr/>
        </p:nvSpPr>
        <p:spPr>
          <a:xfrm>
            <a:off x="7670673" y="2322916"/>
            <a:ext cx="1646839" cy="92333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152" name="TextBox 13"/>
          <p:cNvSpPr txBox="1"/>
          <p:nvPr/>
        </p:nvSpPr>
        <p:spPr>
          <a:xfrm>
            <a:off x="5642147" y="4576383"/>
            <a:ext cx="1646839" cy="92333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153" name="TextBox 13"/>
          <p:cNvSpPr txBox="1"/>
          <p:nvPr/>
        </p:nvSpPr>
        <p:spPr>
          <a:xfrm>
            <a:off x="9639953" y="4576383"/>
            <a:ext cx="1646839" cy="92333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154" name="TextBox 13"/>
          <p:cNvSpPr txBox="1"/>
          <p:nvPr/>
        </p:nvSpPr>
        <p:spPr>
          <a:xfrm>
            <a:off x="7641050" y="4576383"/>
            <a:ext cx="1646839" cy="92333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Tree>
    <p:extLst>
      <p:ext uri="{BB962C8B-B14F-4D97-AF65-F5344CB8AC3E}">
        <p14:creationId xmlns:p14="http://schemas.microsoft.com/office/powerpoint/2010/main" val="64576143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fill="hold"/>
                                        <p:tgtEl>
                                          <p:spTgt spid="3"/>
                                        </p:tgtEl>
                                        <p:attrNameLst>
                                          <p:attrName>ppt_x</p:attrName>
                                        </p:attrNameLst>
                                      </p:cBhvr>
                                      <p:tavLst>
                                        <p:tav tm="0">
                                          <p:val>
                                            <p:strVal val="#ppt_x"/>
                                          </p:val>
                                        </p:tav>
                                        <p:tav tm="100000">
                                          <p:val>
                                            <p:strVal val="#ppt_x"/>
                                          </p:val>
                                        </p:tav>
                                      </p:tavLst>
                                    </p:anim>
                                    <p:anim calcmode="lin" valueType="num">
                                      <p:cBhvr additive="base">
                                        <p:cTn id="8" dur="25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9"/>
                                        </p:tgtEl>
                                        <p:attrNameLst>
                                          <p:attrName>style.visibility</p:attrName>
                                        </p:attrNameLst>
                                      </p:cBhvr>
                                      <p:to>
                                        <p:strVal val="visible"/>
                                      </p:to>
                                    </p:set>
                                    <p:anim calcmode="lin" valueType="num">
                                      <p:cBhvr additive="base">
                                        <p:cTn id="11" dur="250" fill="hold"/>
                                        <p:tgtEl>
                                          <p:spTgt spid="149"/>
                                        </p:tgtEl>
                                        <p:attrNameLst>
                                          <p:attrName>ppt_x</p:attrName>
                                        </p:attrNameLst>
                                      </p:cBhvr>
                                      <p:tavLst>
                                        <p:tav tm="0">
                                          <p:val>
                                            <p:strVal val="#ppt_x"/>
                                          </p:val>
                                        </p:tav>
                                        <p:tav tm="100000">
                                          <p:val>
                                            <p:strVal val="#ppt_x"/>
                                          </p:val>
                                        </p:tav>
                                      </p:tavLst>
                                    </p:anim>
                                    <p:anim calcmode="lin" valueType="num">
                                      <p:cBhvr additive="base">
                                        <p:cTn id="12" dur="250" fill="hold"/>
                                        <p:tgtEl>
                                          <p:spTgt spid="14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0"/>
                                        </p:tgtEl>
                                        <p:attrNameLst>
                                          <p:attrName>style.visibility</p:attrName>
                                        </p:attrNameLst>
                                      </p:cBhvr>
                                      <p:to>
                                        <p:strVal val="visible"/>
                                      </p:to>
                                    </p:set>
                                    <p:anim calcmode="lin" valueType="num">
                                      <p:cBhvr additive="base">
                                        <p:cTn id="15" dur="250" fill="hold"/>
                                        <p:tgtEl>
                                          <p:spTgt spid="150"/>
                                        </p:tgtEl>
                                        <p:attrNameLst>
                                          <p:attrName>ppt_x</p:attrName>
                                        </p:attrNameLst>
                                      </p:cBhvr>
                                      <p:tavLst>
                                        <p:tav tm="0">
                                          <p:val>
                                            <p:strVal val="#ppt_x"/>
                                          </p:val>
                                        </p:tav>
                                        <p:tav tm="100000">
                                          <p:val>
                                            <p:strVal val="#ppt_x"/>
                                          </p:val>
                                        </p:tav>
                                      </p:tavLst>
                                    </p:anim>
                                    <p:anim calcmode="lin" valueType="num">
                                      <p:cBhvr additive="base">
                                        <p:cTn id="16" dur="250" fill="hold"/>
                                        <p:tgtEl>
                                          <p:spTgt spid="15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1"/>
                                        </p:tgtEl>
                                        <p:attrNameLst>
                                          <p:attrName>style.visibility</p:attrName>
                                        </p:attrNameLst>
                                      </p:cBhvr>
                                      <p:to>
                                        <p:strVal val="visible"/>
                                      </p:to>
                                    </p:set>
                                    <p:anim calcmode="lin" valueType="num">
                                      <p:cBhvr additive="base">
                                        <p:cTn id="19" dur="250" fill="hold"/>
                                        <p:tgtEl>
                                          <p:spTgt spid="151"/>
                                        </p:tgtEl>
                                        <p:attrNameLst>
                                          <p:attrName>ppt_x</p:attrName>
                                        </p:attrNameLst>
                                      </p:cBhvr>
                                      <p:tavLst>
                                        <p:tav tm="0">
                                          <p:val>
                                            <p:strVal val="#ppt_x"/>
                                          </p:val>
                                        </p:tav>
                                        <p:tav tm="100000">
                                          <p:val>
                                            <p:strVal val="#ppt_x"/>
                                          </p:val>
                                        </p:tav>
                                      </p:tavLst>
                                    </p:anim>
                                    <p:anim calcmode="lin" valueType="num">
                                      <p:cBhvr additive="base">
                                        <p:cTn id="20" dur="250" fill="hold"/>
                                        <p:tgtEl>
                                          <p:spTgt spid="15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2"/>
                                        </p:tgtEl>
                                        <p:attrNameLst>
                                          <p:attrName>style.visibility</p:attrName>
                                        </p:attrNameLst>
                                      </p:cBhvr>
                                      <p:to>
                                        <p:strVal val="visible"/>
                                      </p:to>
                                    </p:set>
                                    <p:anim calcmode="lin" valueType="num">
                                      <p:cBhvr additive="base">
                                        <p:cTn id="23" dur="250" fill="hold"/>
                                        <p:tgtEl>
                                          <p:spTgt spid="152"/>
                                        </p:tgtEl>
                                        <p:attrNameLst>
                                          <p:attrName>ppt_x</p:attrName>
                                        </p:attrNameLst>
                                      </p:cBhvr>
                                      <p:tavLst>
                                        <p:tav tm="0">
                                          <p:val>
                                            <p:strVal val="#ppt_x"/>
                                          </p:val>
                                        </p:tav>
                                        <p:tav tm="100000">
                                          <p:val>
                                            <p:strVal val="#ppt_x"/>
                                          </p:val>
                                        </p:tav>
                                      </p:tavLst>
                                    </p:anim>
                                    <p:anim calcmode="lin" valueType="num">
                                      <p:cBhvr additive="base">
                                        <p:cTn id="24" dur="250" fill="hold"/>
                                        <p:tgtEl>
                                          <p:spTgt spid="15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3"/>
                                        </p:tgtEl>
                                        <p:attrNameLst>
                                          <p:attrName>style.visibility</p:attrName>
                                        </p:attrNameLst>
                                      </p:cBhvr>
                                      <p:to>
                                        <p:strVal val="visible"/>
                                      </p:to>
                                    </p:set>
                                    <p:anim calcmode="lin" valueType="num">
                                      <p:cBhvr additive="base">
                                        <p:cTn id="27" dur="250" fill="hold"/>
                                        <p:tgtEl>
                                          <p:spTgt spid="153"/>
                                        </p:tgtEl>
                                        <p:attrNameLst>
                                          <p:attrName>ppt_x</p:attrName>
                                        </p:attrNameLst>
                                      </p:cBhvr>
                                      <p:tavLst>
                                        <p:tav tm="0">
                                          <p:val>
                                            <p:strVal val="#ppt_x"/>
                                          </p:val>
                                        </p:tav>
                                        <p:tav tm="100000">
                                          <p:val>
                                            <p:strVal val="#ppt_x"/>
                                          </p:val>
                                        </p:tav>
                                      </p:tavLst>
                                    </p:anim>
                                    <p:anim calcmode="lin" valueType="num">
                                      <p:cBhvr additive="base">
                                        <p:cTn id="28" dur="250" fill="hold"/>
                                        <p:tgtEl>
                                          <p:spTgt spid="15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4"/>
                                        </p:tgtEl>
                                        <p:attrNameLst>
                                          <p:attrName>style.visibility</p:attrName>
                                        </p:attrNameLst>
                                      </p:cBhvr>
                                      <p:to>
                                        <p:strVal val="visible"/>
                                      </p:to>
                                    </p:set>
                                    <p:anim calcmode="lin" valueType="num">
                                      <p:cBhvr additive="base">
                                        <p:cTn id="31" dur="250" fill="hold"/>
                                        <p:tgtEl>
                                          <p:spTgt spid="154"/>
                                        </p:tgtEl>
                                        <p:attrNameLst>
                                          <p:attrName>ppt_x</p:attrName>
                                        </p:attrNameLst>
                                      </p:cBhvr>
                                      <p:tavLst>
                                        <p:tav tm="0">
                                          <p:val>
                                            <p:strVal val="#ppt_x"/>
                                          </p:val>
                                        </p:tav>
                                        <p:tav tm="100000">
                                          <p:val>
                                            <p:strVal val="#ppt_x"/>
                                          </p:val>
                                        </p:tav>
                                      </p:tavLst>
                                    </p:anim>
                                    <p:anim calcmode="lin" valueType="num">
                                      <p:cBhvr additive="base">
                                        <p:cTn id="32" dur="250" fill="hold"/>
                                        <p:tgtEl>
                                          <p:spTgt spid="1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P spid="150" grpId="0"/>
      <p:bldP spid="151" grpId="0"/>
      <p:bldP spid="152" grpId="0"/>
      <p:bldP spid="153" grpId="0"/>
      <p:bldP spid="15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矩形 499"/>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25959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763487"/>
            <a:ext cx="10858500" cy="3737426"/>
            <a:chOff x="660400" y="1763487"/>
            <a:chExt cx="10858500" cy="3737426"/>
          </a:xfrm>
        </p:grpSpPr>
        <p:grpSp>
          <p:nvGrpSpPr>
            <p:cNvPr id="4" name="îSļiḋé"/>
            <p:cNvGrpSpPr/>
            <p:nvPr/>
          </p:nvGrpSpPr>
          <p:grpSpPr>
            <a:xfrm>
              <a:off x="660400" y="1763487"/>
              <a:ext cx="10858500" cy="3737426"/>
              <a:chOff x="660400" y="1763487"/>
              <a:chExt cx="10858500" cy="3737426"/>
            </a:xfrm>
          </p:grpSpPr>
          <p:cxnSp>
            <p:nvCxnSpPr>
              <p:cNvPr id="15" name="直接连接符 14"/>
              <p:cNvCxnSpPr>
                <a:endCxn id="18" idx="2"/>
              </p:cNvCxnSpPr>
              <p:nvPr/>
            </p:nvCxnSpPr>
            <p:spPr>
              <a:xfrm>
                <a:off x="660400" y="3632200"/>
                <a:ext cx="356053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6" name="ï$lïḍé"/>
              <p:cNvGrpSpPr/>
              <p:nvPr/>
            </p:nvGrpSpPr>
            <p:grpSpPr>
              <a:xfrm>
                <a:off x="4220937" y="1763487"/>
                <a:ext cx="3737426" cy="3737426"/>
                <a:chOff x="4220937" y="1763487"/>
                <a:chExt cx="3737426" cy="3737426"/>
              </a:xfrm>
            </p:grpSpPr>
            <p:sp>
              <p:nvSpPr>
                <p:cNvPr id="18" name="îṩḻïdè"/>
                <p:cNvSpPr/>
                <p:nvPr/>
              </p:nvSpPr>
              <p:spPr>
                <a:xfrm>
                  <a:off x="4220937" y="1763487"/>
                  <a:ext cx="3737426" cy="3737426"/>
                </a:xfrm>
                <a:prstGeom prst="donut">
                  <a:avLst>
                    <a:gd name="adj" fmla="val 13006"/>
                  </a:avLst>
                </a:prstGeom>
                <a:solidFill>
                  <a:schemeClr val="bg1">
                    <a:lumMod val="95000"/>
                  </a:schemeClr>
                </a:solid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de-DE" sz="7196">
                    <a:solidFill>
                      <a:schemeClr val="bg1"/>
                    </a:solidFill>
                    <a:cs typeface="+mn-ea"/>
                    <a:sym typeface="+mn-lt"/>
                  </a:endParaRPr>
                </a:p>
              </p:txBody>
            </p:sp>
            <p:grpSp>
              <p:nvGrpSpPr>
                <p:cNvPr id="19" name="iŝ1iḍé"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nvGrpSpPr>
              <p:grpSpPr>
                <a:xfrm>
                  <a:off x="4586054" y="2363101"/>
                  <a:ext cx="3007197" cy="2538195"/>
                  <a:chOff x="3290888" y="1047751"/>
                  <a:chExt cx="5608638" cy="4733925"/>
                </a:xfrm>
              </p:grpSpPr>
              <p:sp>
                <p:nvSpPr>
                  <p:cNvPr id="20" name="îṩḻïḓé">
                    <a:extLst>
                      <a:ext uri="{FF2B5EF4-FFF2-40B4-BE49-F238E27FC236}">
                        <a16:creationId xmlns:a16="http://schemas.microsoft.com/office/drawing/2014/main" id="{E5283285-B660-4E95-9A54-09EC3540A158}"/>
                      </a:ext>
                    </a:extLst>
                  </p:cNvPr>
                  <p:cNvSpPr/>
                  <p:nvPr/>
                </p:nvSpPr>
                <p:spPr bwMode="auto">
                  <a:xfrm>
                    <a:off x="7377113" y="2046288"/>
                    <a:ext cx="950913" cy="798513"/>
                  </a:xfrm>
                  <a:custGeom>
                    <a:avLst/>
                    <a:gdLst>
                      <a:gd name="T0" fmla="*/ 275 w 454"/>
                      <a:gd name="T1" fmla="*/ 59 h 382"/>
                      <a:gd name="T2" fmla="*/ 389 w 454"/>
                      <a:gd name="T3" fmla="*/ 250 h 382"/>
                      <a:gd name="T4" fmla="*/ 446 w 454"/>
                      <a:gd name="T5" fmla="*/ 346 h 382"/>
                      <a:gd name="T6" fmla="*/ 137 w 454"/>
                      <a:gd name="T7" fmla="*/ 260 h 382"/>
                      <a:gd name="T8" fmla="*/ 9 w 454"/>
                      <a:gd name="T9" fmla="*/ 132 h 382"/>
                      <a:gd name="T10" fmla="*/ 67 w 454"/>
                      <a:gd name="T11" fmla="*/ 51 h 382"/>
                      <a:gd name="T12" fmla="*/ 132 w 454"/>
                      <a:gd name="T13" fmla="*/ 24 h 382"/>
                      <a:gd name="T14" fmla="*/ 151 w 454"/>
                      <a:gd name="T15" fmla="*/ 33 h 382"/>
                      <a:gd name="T16" fmla="*/ 202 w 454"/>
                      <a:gd name="T17" fmla="*/ 112 h 382"/>
                      <a:gd name="T18" fmla="*/ 275 w 454"/>
                      <a:gd name="T19" fmla="*/ 59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4" h="382">
                        <a:moveTo>
                          <a:pt x="275" y="59"/>
                        </a:moveTo>
                        <a:cubicBezTo>
                          <a:pt x="351" y="102"/>
                          <a:pt x="370" y="227"/>
                          <a:pt x="389" y="250"/>
                        </a:cubicBezTo>
                        <a:cubicBezTo>
                          <a:pt x="408" y="274"/>
                          <a:pt x="454" y="316"/>
                          <a:pt x="446" y="346"/>
                        </a:cubicBezTo>
                        <a:cubicBezTo>
                          <a:pt x="436" y="382"/>
                          <a:pt x="262" y="333"/>
                          <a:pt x="137" y="260"/>
                        </a:cubicBezTo>
                        <a:cubicBezTo>
                          <a:pt x="69" y="221"/>
                          <a:pt x="14" y="174"/>
                          <a:pt x="9" y="132"/>
                        </a:cubicBezTo>
                        <a:cubicBezTo>
                          <a:pt x="0" y="51"/>
                          <a:pt x="33" y="64"/>
                          <a:pt x="67" y="51"/>
                        </a:cubicBezTo>
                        <a:cubicBezTo>
                          <a:pt x="67" y="49"/>
                          <a:pt x="75" y="0"/>
                          <a:pt x="132" y="24"/>
                        </a:cubicBezTo>
                        <a:cubicBezTo>
                          <a:pt x="139" y="27"/>
                          <a:pt x="145" y="30"/>
                          <a:pt x="151" y="33"/>
                        </a:cubicBezTo>
                        <a:cubicBezTo>
                          <a:pt x="189" y="55"/>
                          <a:pt x="193" y="83"/>
                          <a:pt x="202" y="112"/>
                        </a:cubicBezTo>
                        <a:cubicBezTo>
                          <a:pt x="204" y="85"/>
                          <a:pt x="200" y="15"/>
                          <a:pt x="275" y="59"/>
                        </a:cubicBezTo>
                        <a:close/>
                      </a:path>
                    </a:pathLst>
                  </a:custGeom>
                  <a:solidFill>
                    <a:srgbClr val="6692F1"/>
                  </a:solidFill>
                  <a:ln>
                    <a:noFill/>
                  </a:ln>
                </p:spPr>
                <p:txBody>
                  <a:bodyPr anchor="ctr"/>
                  <a:lstStyle/>
                  <a:p>
                    <a:pPr algn="ctr"/>
                    <a:endParaRPr>
                      <a:cs typeface="+mn-ea"/>
                      <a:sym typeface="+mn-lt"/>
                    </a:endParaRPr>
                  </a:p>
                </p:txBody>
              </p:sp>
              <p:sp>
                <p:nvSpPr>
                  <p:cNvPr id="21" name="iş1iḍe">
                    <a:extLst>
                      <a:ext uri="{FF2B5EF4-FFF2-40B4-BE49-F238E27FC236}">
                        <a16:creationId xmlns:a16="http://schemas.microsoft.com/office/drawing/2014/main" id="{92D33446-0978-4D71-9DF7-DFFC78E9F3AE}"/>
                      </a:ext>
                    </a:extLst>
                  </p:cNvPr>
                  <p:cNvSpPr/>
                  <p:nvPr/>
                </p:nvSpPr>
                <p:spPr bwMode="auto">
                  <a:xfrm>
                    <a:off x="6703854" y="1047751"/>
                    <a:ext cx="620713" cy="503238"/>
                  </a:xfrm>
                  <a:custGeom>
                    <a:avLst/>
                    <a:gdLst>
                      <a:gd name="T0" fmla="*/ 98 w 296"/>
                      <a:gd name="T1" fmla="*/ 11 h 240"/>
                      <a:gd name="T2" fmla="*/ 132 w 296"/>
                      <a:gd name="T3" fmla="*/ 63 h 240"/>
                      <a:gd name="T4" fmla="*/ 180 w 296"/>
                      <a:gd name="T5" fmla="*/ 28 h 240"/>
                      <a:gd name="T6" fmla="*/ 254 w 296"/>
                      <a:gd name="T7" fmla="*/ 153 h 240"/>
                      <a:gd name="T8" fmla="*/ 291 w 296"/>
                      <a:gd name="T9" fmla="*/ 216 h 240"/>
                      <a:gd name="T10" fmla="*/ 90 w 296"/>
                      <a:gd name="T11" fmla="*/ 160 h 240"/>
                      <a:gd name="T12" fmla="*/ 6 w 296"/>
                      <a:gd name="T13" fmla="*/ 76 h 240"/>
                      <a:gd name="T14" fmla="*/ 43 w 296"/>
                      <a:gd name="T15" fmla="*/ 23 h 2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6" h="240">
                        <a:moveTo>
                          <a:pt x="98" y="11"/>
                        </a:moveTo>
                        <a:cubicBezTo>
                          <a:pt x="123" y="26"/>
                          <a:pt x="126" y="44"/>
                          <a:pt x="132" y="63"/>
                        </a:cubicBezTo>
                        <a:cubicBezTo>
                          <a:pt x="133" y="45"/>
                          <a:pt x="130" y="0"/>
                          <a:pt x="180" y="28"/>
                        </a:cubicBezTo>
                        <a:cubicBezTo>
                          <a:pt x="229" y="57"/>
                          <a:pt x="242" y="138"/>
                          <a:pt x="254" y="153"/>
                        </a:cubicBezTo>
                        <a:cubicBezTo>
                          <a:pt x="266" y="169"/>
                          <a:pt x="296" y="196"/>
                          <a:pt x="291" y="216"/>
                        </a:cubicBezTo>
                        <a:cubicBezTo>
                          <a:pt x="284" y="240"/>
                          <a:pt x="171" y="207"/>
                          <a:pt x="90" y="160"/>
                        </a:cubicBezTo>
                        <a:cubicBezTo>
                          <a:pt x="45" y="134"/>
                          <a:pt x="9" y="104"/>
                          <a:pt x="6" y="76"/>
                        </a:cubicBezTo>
                        <a:cubicBezTo>
                          <a:pt x="0" y="23"/>
                          <a:pt x="22" y="32"/>
                          <a:pt x="43" y="23"/>
                        </a:cubicBezTo>
                      </a:path>
                    </a:pathLst>
                  </a:custGeom>
                  <a:solidFill>
                    <a:srgbClr val="6692F1"/>
                  </a:solidFill>
                  <a:ln>
                    <a:noFill/>
                  </a:ln>
                </p:spPr>
                <p:txBody>
                  <a:bodyPr anchor="ctr"/>
                  <a:lstStyle/>
                  <a:p>
                    <a:pPr algn="ctr"/>
                    <a:endParaRPr>
                      <a:cs typeface="+mn-ea"/>
                      <a:sym typeface="+mn-lt"/>
                    </a:endParaRPr>
                  </a:p>
                </p:txBody>
              </p:sp>
              <p:sp>
                <p:nvSpPr>
                  <p:cNvPr id="22" name="íṩḷíḓé">
                    <a:extLst>
                      <a:ext uri="{FF2B5EF4-FFF2-40B4-BE49-F238E27FC236}">
                        <a16:creationId xmlns:a16="http://schemas.microsoft.com/office/drawing/2014/main" id="{C15973D0-C4D4-4433-A911-0E27A6BFEE88}"/>
                      </a:ext>
                    </a:extLst>
                  </p:cNvPr>
                  <p:cNvSpPr/>
                  <p:nvPr/>
                </p:nvSpPr>
                <p:spPr bwMode="auto">
                  <a:xfrm>
                    <a:off x="3591719" y="2568576"/>
                    <a:ext cx="655638" cy="552450"/>
                  </a:xfrm>
                  <a:custGeom>
                    <a:avLst/>
                    <a:gdLst>
                      <a:gd name="T0" fmla="*/ 190 w 313"/>
                      <a:gd name="T1" fmla="*/ 40 h 264"/>
                      <a:gd name="T2" fmla="*/ 269 w 313"/>
                      <a:gd name="T3" fmla="*/ 172 h 264"/>
                      <a:gd name="T4" fmla="*/ 308 w 313"/>
                      <a:gd name="T5" fmla="*/ 238 h 264"/>
                      <a:gd name="T6" fmla="*/ 95 w 313"/>
                      <a:gd name="T7" fmla="*/ 179 h 264"/>
                      <a:gd name="T8" fmla="*/ 7 w 313"/>
                      <a:gd name="T9" fmla="*/ 91 h 264"/>
                      <a:gd name="T10" fmla="*/ 46 w 313"/>
                      <a:gd name="T11" fmla="*/ 35 h 264"/>
                      <a:gd name="T12" fmla="*/ 92 w 313"/>
                      <a:gd name="T13" fmla="*/ 16 h 264"/>
                      <a:gd name="T14" fmla="*/ 104 w 313"/>
                      <a:gd name="T15" fmla="*/ 23 h 264"/>
                      <a:gd name="T16" fmla="*/ 140 w 313"/>
                      <a:gd name="T17" fmla="*/ 77 h 264"/>
                      <a:gd name="T18" fmla="*/ 190 w 313"/>
                      <a:gd name="T19" fmla="*/ 4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264">
                        <a:moveTo>
                          <a:pt x="190" y="40"/>
                        </a:moveTo>
                        <a:cubicBezTo>
                          <a:pt x="243" y="70"/>
                          <a:pt x="256" y="156"/>
                          <a:pt x="269" y="172"/>
                        </a:cubicBezTo>
                        <a:cubicBezTo>
                          <a:pt x="282" y="189"/>
                          <a:pt x="313" y="218"/>
                          <a:pt x="308" y="238"/>
                        </a:cubicBezTo>
                        <a:cubicBezTo>
                          <a:pt x="301" y="264"/>
                          <a:pt x="182" y="229"/>
                          <a:pt x="95" y="179"/>
                        </a:cubicBezTo>
                        <a:cubicBezTo>
                          <a:pt x="48" y="152"/>
                          <a:pt x="10" y="120"/>
                          <a:pt x="7" y="91"/>
                        </a:cubicBezTo>
                        <a:cubicBezTo>
                          <a:pt x="0" y="35"/>
                          <a:pt x="24" y="44"/>
                          <a:pt x="46" y="35"/>
                        </a:cubicBezTo>
                        <a:cubicBezTo>
                          <a:pt x="47" y="34"/>
                          <a:pt x="52" y="0"/>
                          <a:pt x="92" y="16"/>
                        </a:cubicBezTo>
                        <a:cubicBezTo>
                          <a:pt x="96" y="18"/>
                          <a:pt x="101" y="20"/>
                          <a:pt x="104" y="23"/>
                        </a:cubicBezTo>
                        <a:cubicBezTo>
                          <a:pt x="131" y="38"/>
                          <a:pt x="134" y="57"/>
                          <a:pt x="140" y="77"/>
                        </a:cubicBezTo>
                        <a:cubicBezTo>
                          <a:pt x="141" y="59"/>
                          <a:pt x="138" y="10"/>
                          <a:pt x="190" y="40"/>
                        </a:cubicBezTo>
                        <a:close/>
                      </a:path>
                    </a:pathLst>
                  </a:custGeom>
                  <a:solidFill>
                    <a:srgbClr val="6692F1"/>
                  </a:solidFill>
                  <a:ln>
                    <a:noFill/>
                  </a:ln>
                </p:spPr>
                <p:txBody>
                  <a:bodyPr anchor="ctr"/>
                  <a:lstStyle/>
                  <a:p>
                    <a:pPr algn="ctr"/>
                    <a:endParaRPr>
                      <a:cs typeface="+mn-ea"/>
                      <a:sym typeface="+mn-lt"/>
                    </a:endParaRPr>
                  </a:p>
                </p:txBody>
              </p:sp>
              <p:sp>
                <p:nvSpPr>
                  <p:cNvPr id="23" name="ïŝliḓè">
                    <a:extLst>
                      <a:ext uri="{FF2B5EF4-FFF2-40B4-BE49-F238E27FC236}">
                        <a16:creationId xmlns:a16="http://schemas.microsoft.com/office/drawing/2014/main" id="{F6F18F81-9CBF-4700-B088-95D373B78FC7}"/>
                      </a:ext>
                    </a:extLst>
                  </p:cNvPr>
                  <p:cNvSpPr/>
                  <p:nvPr/>
                </p:nvSpPr>
                <p:spPr bwMode="auto">
                  <a:xfrm>
                    <a:off x="5819776" y="2395538"/>
                    <a:ext cx="755650" cy="2243138"/>
                  </a:xfrm>
                  <a:custGeom>
                    <a:avLst/>
                    <a:gdLst>
                      <a:gd name="T0" fmla="*/ 476 w 476"/>
                      <a:gd name="T1" fmla="*/ 0 h 1413"/>
                      <a:gd name="T2" fmla="*/ 472 w 476"/>
                      <a:gd name="T3" fmla="*/ 1139 h 1413"/>
                      <a:gd name="T4" fmla="*/ 0 w 476"/>
                      <a:gd name="T5" fmla="*/ 1413 h 1413"/>
                      <a:gd name="T6" fmla="*/ 2 w 476"/>
                      <a:gd name="T7" fmla="*/ 275 h 1413"/>
                      <a:gd name="T8" fmla="*/ 476 w 476"/>
                      <a:gd name="T9" fmla="*/ 0 h 1413"/>
                    </a:gdLst>
                    <a:ahLst/>
                    <a:cxnLst>
                      <a:cxn ang="0">
                        <a:pos x="T0" y="T1"/>
                      </a:cxn>
                      <a:cxn ang="0">
                        <a:pos x="T2" y="T3"/>
                      </a:cxn>
                      <a:cxn ang="0">
                        <a:pos x="T4" y="T5"/>
                      </a:cxn>
                      <a:cxn ang="0">
                        <a:pos x="T6" y="T7"/>
                      </a:cxn>
                      <a:cxn ang="0">
                        <a:pos x="T8" y="T9"/>
                      </a:cxn>
                    </a:cxnLst>
                    <a:rect l="0" t="0" r="r" b="b"/>
                    <a:pathLst>
                      <a:path w="476" h="1413">
                        <a:moveTo>
                          <a:pt x="476" y="0"/>
                        </a:moveTo>
                        <a:lnTo>
                          <a:pt x="472" y="1139"/>
                        </a:lnTo>
                        <a:lnTo>
                          <a:pt x="0" y="1413"/>
                        </a:lnTo>
                        <a:lnTo>
                          <a:pt x="2" y="275"/>
                        </a:lnTo>
                        <a:lnTo>
                          <a:pt x="476" y="0"/>
                        </a:lnTo>
                        <a:close/>
                      </a:path>
                    </a:pathLst>
                  </a:custGeom>
                  <a:solidFill>
                    <a:srgbClr val="A0BD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 name="íṩľîdé">
                    <a:extLst>
                      <a:ext uri="{FF2B5EF4-FFF2-40B4-BE49-F238E27FC236}">
                        <a16:creationId xmlns:a16="http://schemas.microsoft.com/office/drawing/2014/main" id="{4CEB2EC9-C9A1-47DA-AFB5-249E661B1C7C}"/>
                      </a:ext>
                    </a:extLst>
                  </p:cNvPr>
                  <p:cNvSpPr/>
                  <p:nvPr/>
                </p:nvSpPr>
                <p:spPr bwMode="auto">
                  <a:xfrm>
                    <a:off x="5062538" y="2395538"/>
                    <a:ext cx="760413" cy="2243138"/>
                  </a:xfrm>
                  <a:custGeom>
                    <a:avLst/>
                    <a:gdLst>
                      <a:gd name="T0" fmla="*/ 479 w 479"/>
                      <a:gd name="T1" fmla="*/ 275 h 1413"/>
                      <a:gd name="T2" fmla="*/ 477 w 479"/>
                      <a:gd name="T3" fmla="*/ 1413 h 1413"/>
                      <a:gd name="T4" fmla="*/ 0 w 479"/>
                      <a:gd name="T5" fmla="*/ 1139 h 1413"/>
                      <a:gd name="T6" fmla="*/ 4 w 479"/>
                      <a:gd name="T7" fmla="*/ 0 h 1413"/>
                      <a:gd name="T8" fmla="*/ 479 w 479"/>
                      <a:gd name="T9" fmla="*/ 275 h 1413"/>
                    </a:gdLst>
                    <a:ahLst/>
                    <a:cxnLst>
                      <a:cxn ang="0">
                        <a:pos x="T0" y="T1"/>
                      </a:cxn>
                      <a:cxn ang="0">
                        <a:pos x="T2" y="T3"/>
                      </a:cxn>
                      <a:cxn ang="0">
                        <a:pos x="T4" y="T5"/>
                      </a:cxn>
                      <a:cxn ang="0">
                        <a:pos x="T6" y="T7"/>
                      </a:cxn>
                      <a:cxn ang="0">
                        <a:pos x="T8" y="T9"/>
                      </a:cxn>
                    </a:cxnLst>
                    <a:rect l="0" t="0" r="r" b="b"/>
                    <a:pathLst>
                      <a:path w="479" h="1413">
                        <a:moveTo>
                          <a:pt x="479" y="275"/>
                        </a:moveTo>
                        <a:lnTo>
                          <a:pt x="477" y="1413"/>
                        </a:lnTo>
                        <a:lnTo>
                          <a:pt x="0" y="1139"/>
                        </a:lnTo>
                        <a:lnTo>
                          <a:pt x="4" y="0"/>
                        </a:lnTo>
                        <a:lnTo>
                          <a:pt x="479" y="275"/>
                        </a:lnTo>
                        <a:close/>
                      </a:path>
                    </a:pathLst>
                  </a:custGeom>
                  <a:solidFill>
                    <a:srgbClr val="BFD5F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 name="îṩlíḓé">
                    <a:extLst>
                      <a:ext uri="{FF2B5EF4-FFF2-40B4-BE49-F238E27FC236}">
                        <a16:creationId xmlns:a16="http://schemas.microsoft.com/office/drawing/2014/main" id="{9B0452ED-E879-4773-A23E-88D33EBD68B9}"/>
                      </a:ext>
                    </a:extLst>
                  </p:cNvPr>
                  <p:cNvSpPr/>
                  <p:nvPr/>
                </p:nvSpPr>
                <p:spPr bwMode="auto">
                  <a:xfrm>
                    <a:off x="5068888" y="1960563"/>
                    <a:ext cx="1506538" cy="871538"/>
                  </a:xfrm>
                  <a:custGeom>
                    <a:avLst/>
                    <a:gdLst>
                      <a:gd name="T0" fmla="*/ 949 w 949"/>
                      <a:gd name="T1" fmla="*/ 274 h 549"/>
                      <a:gd name="T2" fmla="*/ 475 w 949"/>
                      <a:gd name="T3" fmla="*/ 549 h 549"/>
                      <a:gd name="T4" fmla="*/ 0 w 949"/>
                      <a:gd name="T5" fmla="*/ 274 h 549"/>
                      <a:gd name="T6" fmla="*/ 473 w 949"/>
                      <a:gd name="T7" fmla="*/ 0 h 549"/>
                      <a:gd name="T8" fmla="*/ 949 w 949"/>
                      <a:gd name="T9" fmla="*/ 274 h 549"/>
                    </a:gdLst>
                    <a:ahLst/>
                    <a:cxnLst>
                      <a:cxn ang="0">
                        <a:pos x="T0" y="T1"/>
                      </a:cxn>
                      <a:cxn ang="0">
                        <a:pos x="T2" y="T3"/>
                      </a:cxn>
                      <a:cxn ang="0">
                        <a:pos x="T4" y="T5"/>
                      </a:cxn>
                      <a:cxn ang="0">
                        <a:pos x="T6" y="T7"/>
                      </a:cxn>
                      <a:cxn ang="0">
                        <a:pos x="T8" y="T9"/>
                      </a:cxn>
                    </a:cxnLst>
                    <a:rect l="0" t="0" r="r" b="b"/>
                    <a:pathLst>
                      <a:path w="949" h="549">
                        <a:moveTo>
                          <a:pt x="949" y="274"/>
                        </a:moveTo>
                        <a:lnTo>
                          <a:pt x="475" y="549"/>
                        </a:lnTo>
                        <a:lnTo>
                          <a:pt x="0" y="274"/>
                        </a:lnTo>
                        <a:lnTo>
                          <a:pt x="473" y="0"/>
                        </a:lnTo>
                        <a:lnTo>
                          <a:pt x="949" y="274"/>
                        </a:lnTo>
                        <a:close/>
                      </a:path>
                    </a:pathLst>
                  </a:custGeom>
                  <a:solidFill>
                    <a:srgbClr val="6D6D6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 name="ïṩḻïdè">
                    <a:extLst>
                      <a:ext uri="{FF2B5EF4-FFF2-40B4-BE49-F238E27FC236}">
                        <a16:creationId xmlns:a16="http://schemas.microsoft.com/office/drawing/2014/main" id="{D69E2BCC-72BD-45B3-83F7-ABE1BD8E1E48}"/>
                      </a:ext>
                    </a:extLst>
                  </p:cNvPr>
                  <p:cNvSpPr/>
                  <p:nvPr/>
                </p:nvSpPr>
                <p:spPr bwMode="auto">
                  <a:xfrm>
                    <a:off x="5148263" y="3232151"/>
                    <a:ext cx="157163" cy="271463"/>
                  </a:xfrm>
                  <a:custGeom>
                    <a:avLst/>
                    <a:gdLst>
                      <a:gd name="T0" fmla="*/ 0 w 99"/>
                      <a:gd name="T1" fmla="*/ 0 h 171"/>
                      <a:gd name="T2" fmla="*/ 0 w 99"/>
                      <a:gd name="T3" fmla="*/ 115 h 171"/>
                      <a:gd name="T4" fmla="*/ 99 w 99"/>
                      <a:gd name="T5" fmla="*/ 171 h 171"/>
                      <a:gd name="T6" fmla="*/ 99 w 99"/>
                      <a:gd name="T7" fmla="*/ 58 h 171"/>
                      <a:gd name="T8" fmla="*/ 0 w 99"/>
                      <a:gd name="T9" fmla="*/ 0 h 171"/>
                    </a:gdLst>
                    <a:ahLst/>
                    <a:cxnLst>
                      <a:cxn ang="0">
                        <a:pos x="T0" y="T1"/>
                      </a:cxn>
                      <a:cxn ang="0">
                        <a:pos x="T2" y="T3"/>
                      </a:cxn>
                      <a:cxn ang="0">
                        <a:pos x="T4" y="T5"/>
                      </a:cxn>
                      <a:cxn ang="0">
                        <a:pos x="T6" y="T7"/>
                      </a:cxn>
                      <a:cxn ang="0">
                        <a:pos x="T8" y="T9"/>
                      </a:cxn>
                    </a:cxnLst>
                    <a:rect l="0" t="0" r="r" b="b"/>
                    <a:pathLst>
                      <a:path w="99" h="171">
                        <a:moveTo>
                          <a:pt x="0" y="0"/>
                        </a:moveTo>
                        <a:lnTo>
                          <a:pt x="0" y="115"/>
                        </a:lnTo>
                        <a:lnTo>
                          <a:pt x="99" y="171"/>
                        </a:lnTo>
                        <a:lnTo>
                          <a:pt x="99" y="58"/>
                        </a:lnTo>
                        <a:lnTo>
                          <a:pt x="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 name="ïṧḻíḑe">
                    <a:extLst>
                      <a:ext uri="{FF2B5EF4-FFF2-40B4-BE49-F238E27FC236}">
                        <a16:creationId xmlns:a16="http://schemas.microsoft.com/office/drawing/2014/main" id="{B44DBCAD-021B-4F98-B9A4-D26ED3C8A185}"/>
                      </a:ext>
                    </a:extLst>
                  </p:cNvPr>
                  <p:cNvSpPr/>
                  <p:nvPr/>
                </p:nvSpPr>
                <p:spPr bwMode="auto">
                  <a:xfrm>
                    <a:off x="5357813" y="3354388"/>
                    <a:ext cx="160338" cy="271463"/>
                  </a:xfrm>
                  <a:custGeom>
                    <a:avLst/>
                    <a:gdLst>
                      <a:gd name="T0" fmla="*/ 2 w 101"/>
                      <a:gd name="T1" fmla="*/ 0 h 171"/>
                      <a:gd name="T2" fmla="*/ 0 w 101"/>
                      <a:gd name="T3" fmla="*/ 114 h 171"/>
                      <a:gd name="T4" fmla="*/ 101 w 101"/>
                      <a:gd name="T5" fmla="*/ 171 h 171"/>
                      <a:gd name="T6" fmla="*/ 101 w 101"/>
                      <a:gd name="T7" fmla="*/ 58 h 171"/>
                      <a:gd name="T8" fmla="*/ 2 w 101"/>
                      <a:gd name="T9" fmla="*/ 0 h 171"/>
                    </a:gdLst>
                    <a:ahLst/>
                    <a:cxnLst>
                      <a:cxn ang="0">
                        <a:pos x="T0" y="T1"/>
                      </a:cxn>
                      <a:cxn ang="0">
                        <a:pos x="T2" y="T3"/>
                      </a:cxn>
                      <a:cxn ang="0">
                        <a:pos x="T4" y="T5"/>
                      </a:cxn>
                      <a:cxn ang="0">
                        <a:pos x="T6" y="T7"/>
                      </a:cxn>
                      <a:cxn ang="0">
                        <a:pos x="T8" y="T9"/>
                      </a:cxn>
                    </a:cxnLst>
                    <a:rect l="0" t="0" r="r" b="b"/>
                    <a:pathLst>
                      <a:path w="101" h="171">
                        <a:moveTo>
                          <a:pt x="2" y="0"/>
                        </a:moveTo>
                        <a:lnTo>
                          <a:pt x="0" y="114"/>
                        </a:lnTo>
                        <a:lnTo>
                          <a:pt x="101" y="171"/>
                        </a:lnTo>
                        <a:lnTo>
                          <a:pt x="101" y="58"/>
                        </a:lnTo>
                        <a:lnTo>
                          <a:pt x="2"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 name="ïṡḷidè">
                    <a:extLst>
                      <a:ext uri="{FF2B5EF4-FFF2-40B4-BE49-F238E27FC236}">
                        <a16:creationId xmlns:a16="http://schemas.microsoft.com/office/drawing/2014/main" id="{E31549B1-32D3-4F64-A38C-AA5F1A32C1BD}"/>
                      </a:ext>
                    </a:extLst>
                  </p:cNvPr>
                  <p:cNvSpPr/>
                  <p:nvPr/>
                </p:nvSpPr>
                <p:spPr bwMode="auto">
                  <a:xfrm>
                    <a:off x="5570538" y="3475038"/>
                    <a:ext cx="158750" cy="274638"/>
                  </a:xfrm>
                  <a:custGeom>
                    <a:avLst/>
                    <a:gdLst>
                      <a:gd name="T0" fmla="*/ 0 w 100"/>
                      <a:gd name="T1" fmla="*/ 0 h 173"/>
                      <a:gd name="T2" fmla="*/ 0 w 100"/>
                      <a:gd name="T3" fmla="*/ 115 h 173"/>
                      <a:gd name="T4" fmla="*/ 100 w 100"/>
                      <a:gd name="T5" fmla="*/ 173 h 173"/>
                      <a:gd name="T6" fmla="*/ 100 w 100"/>
                      <a:gd name="T7" fmla="*/ 58 h 173"/>
                      <a:gd name="T8" fmla="*/ 0 w 100"/>
                      <a:gd name="T9" fmla="*/ 0 h 173"/>
                    </a:gdLst>
                    <a:ahLst/>
                    <a:cxnLst>
                      <a:cxn ang="0">
                        <a:pos x="T0" y="T1"/>
                      </a:cxn>
                      <a:cxn ang="0">
                        <a:pos x="T2" y="T3"/>
                      </a:cxn>
                      <a:cxn ang="0">
                        <a:pos x="T4" y="T5"/>
                      </a:cxn>
                      <a:cxn ang="0">
                        <a:pos x="T6" y="T7"/>
                      </a:cxn>
                      <a:cxn ang="0">
                        <a:pos x="T8" y="T9"/>
                      </a:cxn>
                    </a:cxnLst>
                    <a:rect l="0" t="0" r="r" b="b"/>
                    <a:pathLst>
                      <a:path w="100" h="173">
                        <a:moveTo>
                          <a:pt x="0" y="0"/>
                        </a:moveTo>
                        <a:lnTo>
                          <a:pt x="0" y="115"/>
                        </a:lnTo>
                        <a:lnTo>
                          <a:pt x="100" y="173"/>
                        </a:lnTo>
                        <a:lnTo>
                          <a:pt x="100" y="58"/>
                        </a:lnTo>
                        <a:lnTo>
                          <a:pt x="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 name="iṩḷîḍè">
                    <a:extLst>
                      <a:ext uri="{FF2B5EF4-FFF2-40B4-BE49-F238E27FC236}">
                        <a16:creationId xmlns:a16="http://schemas.microsoft.com/office/drawing/2014/main" id="{533663D9-22F0-49E4-AB59-E530D139FCA1}"/>
                      </a:ext>
                    </a:extLst>
                  </p:cNvPr>
                  <p:cNvSpPr/>
                  <p:nvPr/>
                </p:nvSpPr>
                <p:spPr bwMode="auto">
                  <a:xfrm>
                    <a:off x="6340476" y="2470151"/>
                    <a:ext cx="157163" cy="273050"/>
                  </a:xfrm>
                  <a:custGeom>
                    <a:avLst/>
                    <a:gdLst>
                      <a:gd name="T0" fmla="*/ 99 w 99"/>
                      <a:gd name="T1" fmla="*/ 0 h 172"/>
                      <a:gd name="T2" fmla="*/ 99 w 99"/>
                      <a:gd name="T3" fmla="*/ 115 h 172"/>
                      <a:gd name="T4" fmla="*/ 0 w 99"/>
                      <a:gd name="T5" fmla="*/ 172 h 172"/>
                      <a:gd name="T6" fmla="*/ 0 w 99"/>
                      <a:gd name="T7" fmla="*/ 58 h 172"/>
                      <a:gd name="T8" fmla="*/ 99 w 99"/>
                      <a:gd name="T9" fmla="*/ 0 h 172"/>
                    </a:gdLst>
                    <a:ahLst/>
                    <a:cxnLst>
                      <a:cxn ang="0">
                        <a:pos x="T0" y="T1"/>
                      </a:cxn>
                      <a:cxn ang="0">
                        <a:pos x="T2" y="T3"/>
                      </a:cxn>
                      <a:cxn ang="0">
                        <a:pos x="T4" y="T5"/>
                      </a:cxn>
                      <a:cxn ang="0">
                        <a:pos x="T6" y="T7"/>
                      </a:cxn>
                      <a:cxn ang="0">
                        <a:pos x="T8" y="T9"/>
                      </a:cxn>
                    </a:cxnLst>
                    <a:rect l="0" t="0" r="r" b="b"/>
                    <a:pathLst>
                      <a:path w="99" h="172">
                        <a:moveTo>
                          <a:pt x="99" y="0"/>
                        </a:moveTo>
                        <a:lnTo>
                          <a:pt x="99" y="115"/>
                        </a:lnTo>
                        <a:lnTo>
                          <a:pt x="0" y="172"/>
                        </a:lnTo>
                        <a:lnTo>
                          <a:pt x="0" y="58"/>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 name="iṡḻîḍe">
                    <a:extLst>
                      <a:ext uri="{FF2B5EF4-FFF2-40B4-BE49-F238E27FC236}">
                        <a16:creationId xmlns:a16="http://schemas.microsoft.com/office/drawing/2014/main" id="{569F11CB-F610-4BA8-B062-1737E9500C70}"/>
                      </a:ext>
                    </a:extLst>
                  </p:cNvPr>
                  <p:cNvSpPr/>
                  <p:nvPr/>
                </p:nvSpPr>
                <p:spPr bwMode="auto">
                  <a:xfrm>
                    <a:off x="6129338" y="2592388"/>
                    <a:ext cx="158750" cy="273050"/>
                  </a:xfrm>
                  <a:custGeom>
                    <a:avLst/>
                    <a:gdLst>
                      <a:gd name="T0" fmla="*/ 99 w 100"/>
                      <a:gd name="T1" fmla="*/ 0 h 172"/>
                      <a:gd name="T2" fmla="*/ 100 w 100"/>
                      <a:gd name="T3" fmla="*/ 114 h 172"/>
                      <a:gd name="T4" fmla="*/ 0 w 100"/>
                      <a:gd name="T5" fmla="*/ 172 h 172"/>
                      <a:gd name="T6" fmla="*/ 0 w 100"/>
                      <a:gd name="T7" fmla="*/ 58 h 172"/>
                      <a:gd name="T8" fmla="*/ 99 w 100"/>
                      <a:gd name="T9" fmla="*/ 0 h 172"/>
                    </a:gdLst>
                    <a:ahLst/>
                    <a:cxnLst>
                      <a:cxn ang="0">
                        <a:pos x="T0" y="T1"/>
                      </a:cxn>
                      <a:cxn ang="0">
                        <a:pos x="T2" y="T3"/>
                      </a:cxn>
                      <a:cxn ang="0">
                        <a:pos x="T4" y="T5"/>
                      </a:cxn>
                      <a:cxn ang="0">
                        <a:pos x="T6" y="T7"/>
                      </a:cxn>
                      <a:cxn ang="0">
                        <a:pos x="T8" y="T9"/>
                      </a:cxn>
                    </a:cxnLst>
                    <a:rect l="0" t="0" r="r" b="b"/>
                    <a:pathLst>
                      <a:path w="100" h="172">
                        <a:moveTo>
                          <a:pt x="99" y="0"/>
                        </a:moveTo>
                        <a:lnTo>
                          <a:pt x="100" y="114"/>
                        </a:lnTo>
                        <a:lnTo>
                          <a:pt x="0" y="172"/>
                        </a:lnTo>
                        <a:lnTo>
                          <a:pt x="0" y="58"/>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 name="ïSḷíḍè">
                    <a:extLst>
                      <a:ext uri="{FF2B5EF4-FFF2-40B4-BE49-F238E27FC236}">
                        <a16:creationId xmlns:a16="http://schemas.microsoft.com/office/drawing/2014/main" id="{3405E745-EB8E-407D-9545-0E8A01F3533E}"/>
                      </a:ext>
                    </a:extLst>
                  </p:cNvPr>
                  <p:cNvSpPr/>
                  <p:nvPr/>
                </p:nvSpPr>
                <p:spPr bwMode="auto">
                  <a:xfrm>
                    <a:off x="5918201" y="2713038"/>
                    <a:ext cx="158750" cy="274638"/>
                  </a:xfrm>
                  <a:custGeom>
                    <a:avLst/>
                    <a:gdLst>
                      <a:gd name="T0" fmla="*/ 100 w 100"/>
                      <a:gd name="T1" fmla="*/ 0 h 173"/>
                      <a:gd name="T2" fmla="*/ 100 w 100"/>
                      <a:gd name="T3" fmla="*/ 115 h 173"/>
                      <a:gd name="T4" fmla="*/ 1 w 100"/>
                      <a:gd name="T5" fmla="*/ 173 h 173"/>
                      <a:gd name="T6" fmla="*/ 0 w 100"/>
                      <a:gd name="T7" fmla="*/ 58 h 173"/>
                      <a:gd name="T8" fmla="*/ 100 w 100"/>
                      <a:gd name="T9" fmla="*/ 0 h 173"/>
                    </a:gdLst>
                    <a:ahLst/>
                    <a:cxnLst>
                      <a:cxn ang="0">
                        <a:pos x="T0" y="T1"/>
                      </a:cxn>
                      <a:cxn ang="0">
                        <a:pos x="T2" y="T3"/>
                      </a:cxn>
                      <a:cxn ang="0">
                        <a:pos x="T4" y="T5"/>
                      </a:cxn>
                      <a:cxn ang="0">
                        <a:pos x="T6" y="T7"/>
                      </a:cxn>
                      <a:cxn ang="0">
                        <a:pos x="T8" y="T9"/>
                      </a:cxn>
                    </a:cxnLst>
                    <a:rect l="0" t="0" r="r" b="b"/>
                    <a:pathLst>
                      <a:path w="100" h="173">
                        <a:moveTo>
                          <a:pt x="100" y="0"/>
                        </a:moveTo>
                        <a:lnTo>
                          <a:pt x="100" y="115"/>
                        </a:lnTo>
                        <a:lnTo>
                          <a:pt x="1" y="173"/>
                        </a:lnTo>
                        <a:lnTo>
                          <a:pt x="0" y="58"/>
                        </a:lnTo>
                        <a:lnTo>
                          <a:pt x="10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 name="îSļïḍê">
                    <a:extLst>
                      <a:ext uri="{FF2B5EF4-FFF2-40B4-BE49-F238E27FC236}">
                        <a16:creationId xmlns:a16="http://schemas.microsoft.com/office/drawing/2014/main" id="{F353F6DA-DABD-470E-9886-BF4861D3E12D}"/>
                      </a:ext>
                    </a:extLst>
                  </p:cNvPr>
                  <p:cNvSpPr/>
                  <p:nvPr/>
                </p:nvSpPr>
                <p:spPr bwMode="auto">
                  <a:xfrm>
                    <a:off x="6340476" y="2725738"/>
                    <a:ext cx="157163" cy="271463"/>
                  </a:xfrm>
                  <a:custGeom>
                    <a:avLst/>
                    <a:gdLst>
                      <a:gd name="T0" fmla="*/ 99 w 99"/>
                      <a:gd name="T1" fmla="*/ 0 h 171"/>
                      <a:gd name="T2" fmla="*/ 99 w 99"/>
                      <a:gd name="T3" fmla="*/ 113 h 171"/>
                      <a:gd name="T4" fmla="*/ 0 w 99"/>
                      <a:gd name="T5" fmla="*/ 171 h 171"/>
                      <a:gd name="T6" fmla="*/ 0 w 99"/>
                      <a:gd name="T7" fmla="*/ 57 h 171"/>
                      <a:gd name="T8" fmla="*/ 99 w 99"/>
                      <a:gd name="T9" fmla="*/ 0 h 171"/>
                    </a:gdLst>
                    <a:ahLst/>
                    <a:cxnLst>
                      <a:cxn ang="0">
                        <a:pos x="T0" y="T1"/>
                      </a:cxn>
                      <a:cxn ang="0">
                        <a:pos x="T2" y="T3"/>
                      </a:cxn>
                      <a:cxn ang="0">
                        <a:pos x="T4" y="T5"/>
                      </a:cxn>
                      <a:cxn ang="0">
                        <a:pos x="T6" y="T7"/>
                      </a:cxn>
                      <a:cxn ang="0">
                        <a:pos x="T8" y="T9"/>
                      </a:cxn>
                    </a:cxnLst>
                    <a:rect l="0" t="0" r="r" b="b"/>
                    <a:pathLst>
                      <a:path w="99" h="171">
                        <a:moveTo>
                          <a:pt x="99" y="0"/>
                        </a:moveTo>
                        <a:lnTo>
                          <a:pt x="99" y="113"/>
                        </a:lnTo>
                        <a:lnTo>
                          <a:pt x="0" y="171"/>
                        </a:lnTo>
                        <a:lnTo>
                          <a:pt x="0" y="57"/>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 name="íşḻíḓé">
                    <a:extLst>
                      <a:ext uri="{FF2B5EF4-FFF2-40B4-BE49-F238E27FC236}">
                        <a16:creationId xmlns:a16="http://schemas.microsoft.com/office/drawing/2014/main" id="{17E30609-F3B9-4317-A8AE-51F381F25A5F}"/>
                      </a:ext>
                    </a:extLst>
                  </p:cNvPr>
                  <p:cNvSpPr/>
                  <p:nvPr/>
                </p:nvSpPr>
                <p:spPr bwMode="auto">
                  <a:xfrm>
                    <a:off x="6129338" y="2847976"/>
                    <a:ext cx="158750" cy="271463"/>
                  </a:xfrm>
                  <a:custGeom>
                    <a:avLst/>
                    <a:gdLst>
                      <a:gd name="T0" fmla="*/ 99 w 100"/>
                      <a:gd name="T1" fmla="*/ 0 h 171"/>
                      <a:gd name="T2" fmla="*/ 100 w 100"/>
                      <a:gd name="T3" fmla="*/ 113 h 171"/>
                      <a:gd name="T4" fmla="*/ 0 w 100"/>
                      <a:gd name="T5" fmla="*/ 171 h 171"/>
                      <a:gd name="T6" fmla="*/ 0 w 100"/>
                      <a:gd name="T7" fmla="*/ 56 h 171"/>
                      <a:gd name="T8" fmla="*/ 99 w 100"/>
                      <a:gd name="T9" fmla="*/ 0 h 171"/>
                    </a:gdLst>
                    <a:ahLst/>
                    <a:cxnLst>
                      <a:cxn ang="0">
                        <a:pos x="T0" y="T1"/>
                      </a:cxn>
                      <a:cxn ang="0">
                        <a:pos x="T2" y="T3"/>
                      </a:cxn>
                      <a:cxn ang="0">
                        <a:pos x="T4" y="T5"/>
                      </a:cxn>
                      <a:cxn ang="0">
                        <a:pos x="T6" y="T7"/>
                      </a:cxn>
                      <a:cxn ang="0">
                        <a:pos x="T8" y="T9"/>
                      </a:cxn>
                    </a:cxnLst>
                    <a:rect l="0" t="0" r="r" b="b"/>
                    <a:pathLst>
                      <a:path w="100" h="171">
                        <a:moveTo>
                          <a:pt x="99" y="0"/>
                        </a:moveTo>
                        <a:lnTo>
                          <a:pt x="100" y="113"/>
                        </a:lnTo>
                        <a:lnTo>
                          <a:pt x="0" y="171"/>
                        </a:lnTo>
                        <a:lnTo>
                          <a:pt x="0" y="56"/>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 name="ïṩľïdè">
                    <a:extLst>
                      <a:ext uri="{FF2B5EF4-FFF2-40B4-BE49-F238E27FC236}">
                        <a16:creationId xmlns:a16="http://schemas.microsoft.com/office/drawing/2014/main" id="{C9C3C2A5-9C49-454C-AD56-3745C4355DA9}"/>
                      </a:ext>
                    </a:extLst>
                  </p:cNvPr>
                  <p:cNvSpPr/>
                  <p:nvPr/>
                </p:nvSpPr>
                <p:spPr bwMode="auto">
                  <a:xfrm>
                    <a:off x="5918201" y="2968626"/>
                    <a:ext cx="158750" cy="271463"/>
                  </a:xfrm>
                  <a:custGeom>
                    <a:avLst/>
                    <a:gdLst>
                      <a:gd name="T0" fmla="*/ 100 w 100"/>
                      <a:gd name="T1" fmla="*/ 0 h 171"/>
                      <a:gd name="T2" fmla="*/ 100 w 100"/>
                      <a:gd name="T3" fmla="*/ 115 h 171"/>
                      <a:gd name="T4" fmla="*/ 1 w 100"/>
                      <a:gd name="T5" fmla="*/ 171 h 171"/>
                      <a:gd name="T6" fmla="*/ 0 w 100"/>
                      <a:gd name="T7" fmla="*/ 57 h 171"/>
                      <a:gd name="T8" fmla="*/ 100 w 100"/>
                      <a:gd name="T9" fmla="*/ 0 h 171"/>
                    </a:gdLst>
                    <a:ahLst/>
                    <a:cxnLst>
                      <a:cxn ang="0">
                        <a:pos x="T0" y="T1"/>
                      </a:cxn>
                      <a:cxn ang="0">
                        <a:pos x="T2" y="T3"/>
                      </a:cxn>
                      <a:cxn ang="0">
                        <a:pos x="T4" y="T5"/>
                      </a:cxn>
                      <a:cxn ang="0">
                        <a:pos x="T6" y="T7"/>
                      </a:cxn>
                      <a:cxn ang="0">
                        <a:pos x="T8" y="T9"/>
                      </a:cxn>
                    </a:cxnLst>
                    <a:rect l="0" t="0" r="r" b="b"/>
                    <a:pathLst>
                      <a:path w="100" h="171">
                        <a:moveTo>
                          <a:pt x="100" y="0"/>
                        </a:moveTo>
                        <a:lnTo>
                          <a:pt x="100" y="115"/>
                        </a:lnTo>
                        <a:lnTo>
                          <a:pt x="1" y="171"/>
                        </a:lnTo>
                        <a:lnTo>
                          <a:pt x="0" y="57"/>
                        </a:lnTo>
                        <a:lnTo>
                          <a:pt x="10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 name="ïṡḻîḓê">
                    <a:extLst>
                      <a:ext uri="{FF2B5EF4-FFF2-40B4-BE49-F238E27FC236}">
                        <a16:creationId xmlns:a16="http://schemas.microsoft.com/office/drawing/2014/main" id="{6997FC9C-7D10-4CE4-91AC-D161DE883D0D}"/>
                      </a:ext>
                    </a:extLst>
                  </p:cNvPr>
                  <p:cNvSpPr/>
                  <p:nvPr/>
                </p:nvSpPr>
                <p:spPr bwMode="auto">
                  <a:xfrm>
                    <a:off x="6340476" y="2979738"/>
                    <a:ext cx="157163" cy="271463"/>
                  </a:xfrm>
                  <a:custGeom>
                    <a:avLst/>
                    <a:gdLst>
                      <a:gd name="T0" fmla="*/ 99 w 99"/>
                      <a:gd name="T1" fmla="*/ 0 h 171"/>
                      <a:gd name="T2" fmla="*/ 99 w 99"/>
                      <a:gd name="T3" fmla="*/ 114 h 171"/>
                      <a:gd name="T4" fmla="*/ 0 w 99"/>
                      <a:gd name="T5" fmla="*/ 171 h 171"/>
                      <a:gd name="T6" fmla="*/ 0 w 99"/>
                      <a:gd name="T7" fmla="*/ 58 h 171"/>
                      <a:gd name="T8" fmla="*/ 99 w 99"/>
                      <a:gd name="T9" fmla="*/ 0 h 171"/>
                    </a:gdLst>
                    <a:ahLst/>
                    <a:cxnLst>
                      <a:cxn ang="0">
                        <a:pos x="T0" y="T1"/>
                      </a:cxn>
                      <a:cxn ang="0">
                        <a:pos x="T2" y="T3"/>
                      </a:cxn>
                      <a:cxn ang="0">
                        <a:pos x="T4" y="T5"/>
                      </a:cxn>
                      <a:cxn ang="0">
                        <a:pos x="T6" y="T7"/>
                      </a:cxn>
                      <a:cxn ang="0">
                        <a:pos x="T8" y="T9"/>
                      </a:cxn>
                    </a:cxnLst>
                    <a:rect l="0" t="0" r="r" b="b"/>
                    <a:pathLst>
                      <a:path w="99" h="171">
                        <a:moveTo>
                          <a:pt x="99" y="0"/>
                        </a:moveTo>
                        <a:lnTo>
                          <a:pt x="99" y="114"/>
                        </a:lnTo>
                        <a:lnTo>
                          <a:pt x="0" y="171"/>
                        </a:lnTo>
                        <a:lnTo>
                          <a:pt x="0" y="58"/>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 name="í$lïḑé">
                    <a:extLst>
                      <a:ext uri="{FF2B5EF4-FFF2-40B4-BE49-F238E27FC236}">
                        <a16:creationId xmlns:a16="http://schemas.microsoft.com/office/drawing/2014/main" id="{B0AE57E3-A4E7-4CE9-9423-4BD89D051EE0}"/>
                      </a:ext>
                    </a:extLst>
                  </p:cNvPr>
                  <p:cNvSpPr/>
                  <p:nvPr/>
                </p:nvSpPr>
                <p:spPr bwMode="auto">
                  <a:xfrm>
                    <a:off x="6129338" y="3100388"/>
                    <a:ext cx="158750" cy="271463"/>
                  </a:xfrm>
                  <a:custGeom>
                    <a:avLst/>
                    <a:gdLst>
                      <a:gd name="T0" fmla="*/ 99 w 100"/>
                      <a:gd name="T1" fmla="*/ 0 h 171"/>
                      <a:gd name="T2" fmla="*/ 100 w 100"/>
                      <a:gd name="T3" fmla="*/ 115 h 171"/>
                      <a:gd name="T4" fmla="*/ 0 w 100"/>
                      <a:gd name="T5" fmla="*/ 171 h 171"/>
                      <a:gd name="T6" fmla="*/ 0 w 100"/>
                      <a:gd name="T7" fmla="*/ 58 h 171"/>
                      <a:gd name="T8" fmla="*/ 99 w 100"/>
                      <a:gd name="T9" fmla="*/ 0 h 171"/>
                    </a:gdLst>
                    <a:ahLst/>
                    <a:cxnLst>
                      <a:cxn ang="0">
                        <a:pos x="T0" y="T1"/>
                      </a:cxn>
                      <a:cxn ang="0">
                        <a:pos x="T2" y="T3"/>
                      </a:cxn>
                      <a:cxn ang="0">
                        <a:pos x="T4" y="T5"/>
                      </a:cxn>
                      <a:cxn ang="0">
                        <a:pos x="T6" y="T7"/>
                      </a:cxn>
                      <a:cxn ang="0">
                        <a:pos x="T8" y="T9"/>
                      </a:cxn>
                    </a:cxnLst>
                    <a:rect l="0" t="0" r="r" b="b"/>
                    <a:pathLst>
                      <a:path w="100" h="171">
                        <a:moveTo>
                          <a:pt x="99" y="0"/>
                        </a:moveTo>
                        <a:lnTo>
                          <a:pt x="100" y="115"/>
                        </a:lnTo>
                        <a:lnTo>
                          <a:pt x="0" y="171"/>
                        </a:lnTo>
                        <a:lnTo>
                          <a:pt x="0" y="58"/>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 name="íṣ1íḑê">
                    <a:extLst>
                      <a:ext uri="{FF2B5EF4-FFF2-40B4-BE49-F238E27FC236}">
                        <a16:creationId xmlns:a16="http://schemas.microsoft.com/office/drawing/2014/main" id="{90A70A02-5026-4ACB-ADA2-A95F454B9B6D}"/>
                      </a:ext>
                    </a:extLst>
                  </p:cNvPr>
                  <p:cNvSpPr/>
                  <p:nvPr/>
                </p:nvSpPr>
                <p:spPr bwMode="auto">
                  <a:xfrm>
                    <a:off x="5918201" y="3221038"/>
                    <a:ext cx="158750" cy="274638"/>
                  </a:xfrm>
                  <a:custGeom>
                    <a:avLst/>
                    <a:gdLst>
                      <a:gd name="T0" fmla="*/ 100 w 100"/>
                      <a:gd name="T1" fmla="*/ 0 h 173"/>
                      <a:gd name="T2" fmla="*/ 100 w 100"/>
                      <a:gd name="T3" fmla="*/ 115 h 173"/>
                      <a:gd name="T4" fmla="*/ 1 w 100"/>
                      <a:gd name="T5" fmla="*/ 173 h 173"/>
                      <a:gd name="T6" fmla="*/ 0 w 100"/>
                      <a:gd name="T7" fmla="*/ 59 h 173"/>
                      <a:gd name="T8" fmla="*/ 100 w 100"/>
                      <a:gd name="T9" fmla="*/ 0 h 173"/>
                    </a:gdLst>
                    <a:ahLst/>
                    <a:cxnLst>
                      <a:cxn ang="0">
                        <a:pos x="T0" y="T1"/>
                      </a:cxn>
                      <a:cxn ang="0">
                        <a:pos x="T2" y="T3"/>
                      </a:cxn>
                      <a:cxn ang="0">
                        <a:pos x="T4" y="T5"/>
                      </a:cxn>
                      <a:cxn ang="0">
                        <a:pos x="T6" y="T7"/>
                      </a:cxn>
                      <a:cxn ang="0">
                        <a:pos x="T8" y="T9"/>
                      </a:cxn>
                    </a:cxnLst>
                    <a:rect l="0" t="0" r="r" b="b"/>
                    <a:pathLst>
                      <a:path w="100" h="173">
                        <a:moveTo>
                          <a:pt x="100" y="0"/>
                        </a:moveTo>
                        <a:lnTo>
                          <a:pt x="100" y="115"/>
                        </a:lnTo>
                        <a:lnTo>
                          <a:pt x="1" y="173"/>
                        </a:lnTo>
                        <a:lnTo>
                          <a:pt x="0" y="59"/>
                        </a:lnTo>
                        <a:lnTo>
                          <a:pt x="10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 name="ïṡ1ïdè">
                    <a:extLst>
                      <a:ext uri="{FF2B5EF4-FFF2-40B4-BE49-F238E27FC236}">
                        <a16:creationId xmlns:a16="http://schemas.microsoft.com/office/drawing/2014/main" id="{9FAB1FF3-E1D7-417E-A7BC-4D39451458E9}"/>
                      </a:ext>
                    </a:extLst>
                  </p:cNvPr>
                  <p:cNvSpPr/>
                  <p:nvPr/>
                </p:nvSpPr>
                <p:spPr bwMode="auto">
                  <a:xfrm>
                    <a:off x="5148263" y="2474913"/>
                    <a:ext cx="157163" cy="271463"/>
                  </a:xfrm>
                  <a:custGeom>
                    <a:avLst/>
                    <a:gdLst>
                      <a:gd name="T0" fmla="*/ 0 w 99"/>
                      <a:gd name="T1" fmla="*/ 0 h 171"/>
                      <a:gd name="T2" fmla="*/ 0 w 99"/>
                      <a:gd name="T3" fmla="*/ 113 h 171"/>
                      <a:gd name="T4" fmla="*/ 99 w 99"/>
                      <a:gd name="T5" fmla="*/ 171 h 171"/>
                      <a:gd name="T6" fmla="*/ 99 w 99"/>
                      <a:gd name="T7" fmla="*/ 57 h 171"/>
                      <a:gd name="T8" fmla="*/ 0 w 99"/>
                      <a:gd name="T9" fmla="*/ 0 h 171"/>
                    </a:gdLst>
                    <a:ahLst/>
                    <a:cxnLst>
                      <a:cxn ang="0">
                        <a:pos x="T0" y="T1"/>
                      </a:cxn>
                      <a:cxn ang="0">
                        <a:pos x="T2" y="T3"/>
                      </a:cxn>
                      <a:cxn ang="0">
                        <a:pos x="T4" y="T5"/>
                      </a:cxn>
                      <a:cxn ang="0">
                        <a:pos x="T6" y="T7"/>
                      </a:cxn>
                      <a:cxn ang="0">
                        <a:pos x="T8" y="T9"/>
                      </a:cxn>
                    </a:cxnLst>
                    <a:rect l="0" t="0" r="r" b="b"/>
                    <a:pathLst>
                      <a:path w="99" h="171">
                        <a:moveTo>
                          <a:pt x="0" y="0"/>
                        </a:moveTo>
                        <a:lnTo>
                          <a:pt x="0" y="113"/>
                        </a:lnTo>
                        <a:lnTo>
                          <a:pt x="99" y="171"/>
                        </a:lnTo>
                        <a:lnTo>
                          <a:pt x="99" y="57"/>
                        </a:lnTo>
                        <a:lnTo>
                          <a:pt x="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 name="íṧļíḓe">
                    <a:extLst>
                      <a:ext uri="{FF2B5EF4-FFF2-40B4-BE49-F238E27FC236}">
                        <a16:creationId xmlns:a16="http://schemas.microsoft.com/office/drawing/2014/main" id="{C55CC9F0-4C06-4C49-A4FE-B1120AC43982}"/>
                      </a:ext>
                    </a:extLst>
                  </p:cNvPr>
                  <p:cNvSpPr/>
                  <p:nvPr/>
                </p:nvSpPr>
                <p:spPr bwMode="auto">
                  <a:xfrm>
                    <a:off x="5357813" y="2595563"/>
                    <a:ext cx="160338" cy="273050"/>
                  </a:xfrm>
                  <a:custGeom>
                    <a:avLst/>
                    <a:gdLst>
                      <a:gd name="T0" fmla="*/ 2 w 101"/>
                      <a:gd name="T1" fmla="*/ 0 h 172"/>
                      <a:gd name="T2" fmla="*/ 0 w 101"/>
                      <a:gd name="T3" fmla="*/ 114 h 172"/>
                      <a:gd name="T4" fmla="*/ 101 w 101"/>
                      <a:gd name="T5" fmla="*/ 172 h 172"/>
                      <a:gd name="T6" fmla="*/ 101 w 101"/>
                      <a:gd name="T7" fmla="*/ 57 h 172"/>
                      <a:gd name="T8" fmla="*/ 2 w 101"/>
                      <a:gd name="T9" fmla="*/ 0 h 172"/>
                    </a:gdLst>
                    <a:ahLst/>
                    <a:cxnLst>
                      <a:cxn ang="0">
                        <a:pos x="T0" y="T1"/>
                      </a:cxn>
                      <a:cxn ang="0">
                        <a:pos x="T2" y="T3"/>
                      </a:cxn>
                      <a:cxn ang="0">
                        <a:pos x="T4" y="T5"/>
                      </a:cxn>
                      <a:cxn ang="0">
                        <a:pos x="T6" y="T7"/>
                      </a:cxn>
                      <a:cxn ang="0">
                        <a:pos x="T8" y="T9"/>
                      </a:cxn>
                    </a:cxnLst>
                    <a:rect l="0" t="0" r="r" b="b"/>
                    <a:pathLst>
                      <a:path w="101" h="172">
                        <a:moveTo>
                          <a:pt x="2" y="0"/>
                        </a:moveTo>
                        <a:lnTo>
                          <a:pt x="0" y="114"/>
                        </a:lnTo>
                        <a:lnTo>
                          <a:pt x="101" y="172"/>
                        </a:lnTo>
                        <a:lnTo>
                          <a:pt x="101" y="57"/>
                        </a:lnTo>
                        <a:lnTo>
                          <a:pt x="2"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 name="îşḻíḑê">
                    <a:extLst>
                      <a:ext uri="{FF2B5EF4-FFF2-40B4-BE49-F238E27FC236}">
                        <a16:creationId xmlns:a16="http://schemas.microsoft.com/office/drawing/2014/main" id="{E7C609EA-C153-487C-95A2-809B5592DC01}"/>
                      </a:ext>
                    </a:extLst>
                  </p:cNvPr>
                  <p:cNvSpPr/>
                  <p:nvPr/>
                </p:nvSpPr>
                <p:spPr bwMode="auto">
                  <a:xfrm>
                    <a:off x="5570538" y="2717801"/>
                    <a:ext cx="158750" cy="271463"/>
                  </a:xfrm>
                  <a:custGeom>
                    <a:avLst/>
                    <a:gdLst>
                      <a:gd name="T0" fmla="*/ 0 w 100"/>
                      <a:gd name="T1" fmla="*/ 0 h 171"/>
                      <a:gd name="T2" fmla="*/ 0 w 100"/>
                      <a:gd name="T3" fmla="*/ 113 h 171"/>
                      <a:gd name="T4" fmla="*/ 100 w 100"/>
                      <a:gd name="T5" fmla="*/ 171 h 171"/>
                      <a:gd name="T6" fmla="*/ 100 w 100"/>
                      <a:gd name="T7" fmla="*/ 56 h 171"/>
                      <a:gd name="T8" fmla="*/ 0 w 100"/>
                      <a:gd name="T9" fmla="*/ 0 h 171"/>
                    </a:gdLst>
                    <a:ahLst/>
                    <a:cxnLst>
                      <a:cxn ang="0">
                        <a:pos x="T0" y="T1"/>
                      </a:cxn>
                      <a:cxn ang="0">
                        <a:pos x="T2" y="T3"/>
                      </a:cxn>
                      <a:cxn ang="0">
                        <a:pos x="T4" y="T5"/>
                      </a:cxn>
                      <a:cxn ang="0">
                        <a:pos x="T6" y="T7"/>
                      </a:cxn>
                      <a:cxn ang="0">
                        <a:pos x="T8" y="T9"/>
                      </a:cxn>
                    </a:cxnLst>
                    <a:rect l="0" t="0" r="r" b="b"/>
                    <a:pathLst>
                      <a:path w="100" h="171">
                        <a:moveTo>
                          <a:pt x="0" y="0"/>
                        </a:moveTo>
                        <a:lnTo>
                          <a:pt x="0" y="113"/>
                        </a:lnTo>
                        <a:lnTo>
                          <a:pt x="100" y="171"/>
                        </a:lnTo>
                        <a:lnTo>
                          <a:pt x="100" y="56"/>
                        </a:lnTo>
                        <a:lnTo>
                          <a:pt x="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 name="íşlïḋe">
                    <a:extLst>
                      <a:ext uri="{FF2B5EF4-FFF2-40B4-BE49-F238E27FC236}">
                        <a16:creationId xmlns:a16="http://schemas.microsoft.com/office/drawing/2014/main" id="{22CE2C61-6635-46B7-A0DD-28F6C55D5FE9}"/>
                      </a:ext>
                    </a:extLst>
                  </p:cNvPr>
                  <p:cNvSpPr/>
                  <p:nvPr/>
                </p:nvSpPr>
                <p:spPr bwMode="auto">
                  <a:xfrm>
                    <a:off x="5148263" y="2725738"/>
                    <a:ext cx="157163" cy="274638"/>
                  </a:xfrm>
                  <a:custGeom>
                    <a:avLst/>
                    <a:gdLst>
                      <a:gd name="T0" fmla="*/ 0 w 99"/>
                      <a:gd name="T1" fmla="*/ 0 h 173"/>
                      <a:gd name="T2" fmla="*/ 0 w 99"/>
                      <a:gd name="T3" fmla="*/ 115 h 173"/>
                      <a:gd name="T4" fmla="*/ 99 w 99"/>
                      <a:gd name="T5" fmla="*/ 173 h 173"/>
                      <a:gd name="T6" fmla="*/ 99 w 99"/>
                      <a:gd name="T7" fmla="*/ 58 h 173"/>
                      <a:gd name="T8" fmla="*/ 0 w 99"/>
                      <a:gd name="T9" fmla="*/ 0 h 173"/>
                    </a:gdLst>
                    <a:ahLst/>
                    <a:cxnLst>
                      <a:cxn ang="0">
                        <a:pos x="T0" y="T1"/>
                      </a:cxn>
                      <a:cxn ang="0">
                        <a:pos x="T2" y="T3"/>
                      </a:cxn>
                      <a:cxn ang="0">
                        <a:pos x="T4" y="T5"/>
                      </a:cxn>
                      <a:cxn ang="0">
                        <a:pos x="T6" y="T7"/>
                      </a:cxn>
                      <a:cxn ang="0">
                        <a:pos x="T8" y="T9"/>
                      </a:cxn>
                    </a:cxnLst>
                    <a:rect l="0" t="0" r="r" b="b"/>
                    <a:pathLst>
                      <a:path w="99" h="173">
                        <a:moveTo>
                          <a:pt x="0" y="0"/>
                        </a:moveTo>
                        <a:lnTo>
                          <a:pt x="0" y="115"/>
                        </a:lnTo>
                        <a:lnTo>
                          <a:pt x="99" y="173"/>
                        </a:lnTo>
                        <a:lnTo>
                          <a:pt x="99" y="58"/>
                        </a:lnTo>
                        <a:lnTo>
                          <a:pt x="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 name="îṥľíďe">
                    <a:extLst>
                      <a:ext uri="{FF2B5EF4-FFF2-40B4-BE49-F238E27FC236}">
                        <a16:creationId xmlns:a16="http://schemas.microsoft.com/office/drawing/2014/main" id="{21720380-D21D-4CF1-80AC-D93F16F2907E}"/>
                      </a:ext>
                    </a:extLst>
                  </p:cNvPr>
                  <p:cNvSpPr/>
                  <p:nvPr/>
                </p:nvSpPr>
                <p:spPr bwMode="auto">
                  <a:xfrm>
                    <a:off x="5357813" y="2849563"/>
                    <a:ext cx="160338" cy="271463"/>
                  </a:xfrm>
                  <a:custGeom>
                    <a:avLst/>
                    <a:gdLst>
                      <a:gd name="T0" fmla="*/ 2 w 101"/>
                      <a:gd name="T1" fmla="*/ 0 h 171"/>
                      <a:gd name="T2" fmla="*/ 0 w 101"/>
                      <a:gd name="T3" fmla="*/ 113 h 171"/>
                      <a:gd name="T4" fmla="*/ 101 w 101"/>
                      <a:gd name="T5" fmla="*/ 171 h 171"/>
                      <a:gd name="T6" fmla="*/ 101 w 101"/>
                      <a:gd name="T7" fmla="*/ 57 h 171"/>
                      <a:gd name="T8" fmla="*/ 2 w 101"/>
                      <a:gd name="T9" fmla="*/ 0 h 171"/>
                    </a:gdLst>
                    <a:ahLst/>
                    <a:cxnLst>
                      <a:cxn ang="0">
                        <a:pos x="T0" y="T1"/>
                      </a:cxn>
                      <a:cxn ang="0">
                        <a:pos x="T2" y="T3"/>
                      </a:cxn>
                      <a:cxn ang="0">
                        <a:pos x="T4" y="T5"/>
                      </a:cxn>
                      <a:cxn ang="0">
                        <a:pos x="T6" y="T7"/>
                      </a:cxn>
                      <a:cxn ang="0">
                        <a:pos x="T8" y="T9"/>
                      </a:cxn>
                    </a:cxnLst>
                    <a:rect l="0" t="0" r="r" b="b"/>
                    <a:pathLst>
                      <a:path w="101" h="171">
                        <a:moveTo>
                          <a:pt x="2" y="0"/>
                        </a:moveTo>
                        <a:lnTo>
                          <a:pt x="0" y="113"/>
                        </a:lnTo>
                        <a:lnTo>
                          <a:pt x="101" y="171"/>
                        </a:lnTo>
                        <a:lnTo>
                          <a:pt x="101" y="57"/>
                        </a:lnTo>
                        <a:lnTo>
                          <a:pt x="2"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 name="îṡḷídê">
                    <a:extLst>
                      <a:ext uri="{FF2B5EF4-FFF2-40B4-BE49-F238E27FC236}">
                        <a16:creationId xmlns:a16="http://schemas.microsoft.com/office/drawing/2014/main" id="{35D37E55-88B3-44E3-9EBA-61E6FBA4CF8A}"/>
                      </a:ext>
                    </a:extLst>
                  </p:cNvPr>
                  <p:cNvSpPr/>
                  <p:nvPr/>
                </p:nvSpPr>
                <p:spPr bwMode="auto">
                  <a:xfrm>
                    <a:off x="5570538" y="2970213"/>
                    <a:ext cx="158750" cy="273050"/>
                  </a:xfrm>
                  <a:custGeom>
                    <a:avLst/>
                    <a:gdLst>
                      <a:gd name="T0" fmla="*/ 0 w 100"/>
                      <a:gd name="T1" fmla="*/ 0 h 172"/>
                      <a:gd name="T2" fmla="*/ 0 w 100"/>
                      <a:gd name="T3" fmla="*/ 114 h 172"/>
                      <a:gd name="T4" fmla="*/ 100 w 100"/>
                      <a:gd name="T5" fmla="*/ 172 h 172"/>
                      <a:gd name="T6" fmla="*/ 100 w 100"/>
                      <a:gd name="T7" fmla="*/ 57 h 172"/>
                      <a:gd name="T8" fmla="*/ 0 w 100"/>
                      <a:gd name="T9" fmla="*/ 0 h 172"/>
                    </a:gdLst>
                    <a:ahLst/>
                    <a:cxnLst>
                      <a:cxn ang="0">
                        <a:pos x="T0" y="T1"/>
                      </a:cxn>
                      <a:cxn ang="0">
                        <a:pos x="T2" y="T3"/>
                      </a:cxn>
                      <a:cxn ang="0">
                        <a:pos x="T4" y="T5"/>
                      </a:cxn>
                      <a:cxn ang="0">
                        <a:pos x="T6" y="T7"/>
                      </a:cxn>
                      <a:cxn ang="0">
                        <a:pos x="T8" y="T9"/>
                      </a:cxn>
                    </a:cxnLst>
                    <a:rect l="0" t="0" r="r" b="b"/>
                    <a:pathLst>
                      <a:path w="100" h="172">
                        <a:moveTo>
                          <a:pt x="0" y="0"/>
                        </a:moveTo>
                        <a:lnTo>
                          <a:pt x="0" y="114"/>
                        </a:lnTo>
                        <a:lnTo>
                          <a:pt x="100" y="172"/>
                        </a:lnTo>
                        <a:lnTo>
                          <a:pt x="100" y="57"/>
                        </a:lnTo>
                        <a:lnTo>
                          <a:pt x="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 name="işlíḍê">
                    <a:extLst>
                      <a:ext uri="{FF2B5EF4-FFF2-40B4-BE49-F238E27FC236}">
                        <a16:creationId xmlns:a16="http://schemas.microsoft.com/office/drawing/2014/main" id="{E942D7C6-6E36-430E-895D-892734715DDD}"/>
                      </a:ext>
                    </a:extLst>
                  </p:cNvPr>
                  <p:cNvSpPr/>
                  <p:nvPr/>
                </p:nvSpPr>
                <p:spPr bwMode="auto">
                  <a:xfrm>
                    <a:off x="5148263" y="2979738"/>
                    <a:ext cx="157163" cy="271463"/>
                  </a:xfrm>
                  <a:custGeom>
                    <a:avLst/>
                    <a:gdLst>
                      <a:gd name="T0" fmla="*/ 0 w 99"/>
                      <a:gd name="T1" fmla="*/ 0 h 171"/>
                      <a:gd name="T2" fmla="*/ 0 w 99"/>
                      <a:gd name="T3" fmla="*/ 114 h 171"/>
                      <a:gd name="T4" fmla="*/ 99 w 99"/>
                      <a:gd name="T5" fmla="*/ 171 h 171"/>
                      <a:gd name="T6" fmla="*/ 99 w 99"/>
                      <a:gd name="T7" fmla="*/ 58 h 171"/>
                      <a:gd name="T8" fmla="*/ 0 w 99"/>
                      <a:gd name="T9" fmla="*/ 0 h 171"/>
                    </a:gdLst>
                    <a:ahLst/>
                    <a:cxnLst>
                      <a:cxn ang="0">
                        <a:pos x="T0" y="T1"/>
                      </a:cxn>
                      <a:cxn ang="0">
                        <a:pos x="T2" y="T3"/>
                      </a:cxn>
                      <a:cxn ang="0">
                        <a:pos x="T4" y="T5"/>
                      </a:cxn>
                      <a:cxn ang="0">
                        <a:pos x="T6" y="T7"/>
                      </a:cxn>
                      <a:cxn ang="0">
                        <a:pos x="T8" y="T9"/>
                      </a:cxn>
                    </a:cxnLst>
                    <a:rect l="0" t="0" r="r" b="b"/>
                    <a:pathLst>
                      <a:path w="99" h="171">
                        <a:moveTo>
                          <a:pt x="0" y="0"/>
                        </a:moveTo>
                        <a:lnTo>
                          <a:pt x="0" y="114"/>
                        </a:lnTo>
                        <a:lnTo>
                          <a:pt x="99" y="171"/>
                        </a:lnTo>
                        <a:lnTo>
                          <a:pt x="99" y="58"/>
                        </a:lnTo>
                        <a:lnTo>
                          <a:pt x="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 name="isľiḍé">
                    <a:extLst>
                      <a:ext uri="{FF2B5EF4-FFF2-40B4-BE49-F238E27FC236}">
                        <a16:creationId xmlns:a16="http://schemas.microsoft.com/office/drawing/2014/main" id="{3D15597E-332B-43B9-8D0B-BE61C98A3D12}"/>
                      </a:ext>
                    </a:extLst>
                  </p:cNvPr>
                  <p:cNvSpPr/>
                  <p:nvPr/>
                </p:nvSpPr>
                <p:spPr bwMode="auto">
                  <a:xfrm>
                    <a:off x="5357813" y="3100388"/>
                    <a:ext cx="160338" cy="274638"/>
                  </a:xfrm>
                  <a:custGeom>
                    <a:avLst/>
                    <a:gdLst>
                      <a:gd name="T0" fmla="*/ 2 w 101"/>
                      <a:gd name="T1" fmla="*/ 0 h 173"/>
                      <a:gd name="T2" fmla="*/ 0 w 101"/>
                      <a:gd name="T3" fmla="*/ 115 h 173"/>
                      <a:gd name="T4" fmla="*/ 101 w 101"/>
                      <a:gd name="T5" fmla="*/ 173 h 173"/>
                      <a:gd name="T6" fmla="*/ 101 w 101"/>
                      <a:gd name="T7" fmla="*/ 58 h 173"/>
                      <a:gd name="T8" fmla="*/ 2 w 101"/>
                      <a:gd name="T9" fmla="*/ 0 h 173"/>
                    </a:gdLst>
                    <a:ahLst/>
                    <a:cxnLst>
                      <a:cxn ang="0">
                        <a:pos x="T0" y="T1"/>
                      </a:cxn>
                      <a:cxn ang="0">
                        <a:pos x="T2" y="T3"/>
                      </a:cxn>
                      <a:cxn ang="0">
                        <a:pos x="T4" y="T5"/>
                      </a:cxn>
                      <a:cxn ang="0">
                        <a:pos x="T6" y="T7"/>
                      </a:cxn>
                      <a:cxn ang="0">
                        <a:pos x="T8" y="T9"/>
                      </a:cxn>
                    </a:cxnLst>
                    <a:rect l="0" t="0" r="r" b="b"/>
                    <a:pathLst>
                      <a:path w="101" h="173">
                        <a:moveTo>
                          <a:pt x="2" y="0"/>
                        </a:moveTo>
                        <a:lnTo>
                          <a:pt x="0" y="115"/>
                        </a:lnTo>
                        <a:lnTo>
                          <a:pt x="101" y="173"/>
                        </a:lnTo>
                        <a:lnTo>
                          <a:pt x="101" y="58"/>
                        </a:lnTo>
                        <a:lnTo>
                          <a:pt x="2"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 name="îş1idé">
                    <a:extLst>
                      <a:ext uri="{FF2B5EF4-FFF2-40B4-BE49-F238E27FC236}">
                        <a16:creationId xmlns:a16="http://schemas.microsoft.com/office/drawing/2014/main" id="{DA0766A2-39DD-4BD8-B02B-B155F0C0EB0F}"/>
                      </a:ext>
                    </a:extLst>
                  </p:cNvPr>
                  <p:cNvSpPr/>
                  <p:nvPr/>
                </p:nvSpPr>
                <p:spPr bwMode="auto">
                  <a:xfrm>
                    <a:off x="5570538" y="3221038"/>
                    <a:ext cx="158750" cy="274638"/>
                  </a:xfrm>
                  <a:custGeom>
                    <a:avLst/>
                    <a:gdLst>
                      <a:gd name="T0" fmla="*/ 0 w 100"/>
                      <a:gd name="T1" fmla="*/ 0 h 173"/>
                      <a:gd name="T2" fmla="*/ 0 w 100"/>
                      <a:gd name="T3" fmla="*/ 115 h 173"/>
                      <a:gd name="T4" fmla="*/ 100 w 100"/>
                      <a:gd name="T5" fmla="*/ 173 h 173"/>
                      <a:gd name="T6" fmla="*/ 100 w 100"/>
                      <a:gd name="T7" fmla="*/ 59 h 173"/>
                      <a:gd name="T8" fmla="*/ 0 w 100"/>
                      <a:gd name="T9" fmla="*/ 0 h 173"/>
                    </a:gdLst>
                    <a:ahLst/>
                    <a:cxnLst>
                      <a:cxn ang="0">
                        <a:pos x="T0" y="T1"/>
                      </a:cxn>
                      <a:cxn ang="0">
                        <a:pos x="T2" y="T3"/>
                      </a:cxn>
                      <a:cxn ang="0">
                        <a:pos x="T4" y="T5"/>
                      </a:cxn>
                      <a:cxn ang="0">
                        <a:pos x="T6" y="T7"/>
                      </a:cxn>
                      <a:cxn ang="0">
                        <a:pos x="T8" y="T9"/>
                      </a:cxn>
                    </a:cxnLst>
                    <a:rect l="0" t="0" r="r" b="b"/>
                    <a:pathLst>
                      <a:path w="100" h="173">
                        <a:moveTo>
                          <a:pt x="0" y="0"/>
                        </a:moveTo>
                        <a:lnTo>
                          <a:pt x="0" y="115"/>
                        </a:lnTo>
                        <a:lnTo>
                          <a:pt x="100" y="173"/>
                        </a:lnTo>
                        <a:lnTo>
                          <a:pt x="100" y="59"/>
                        </a:lnTo>
                        <a:lnTo>
                          <a:pt x="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 name="îş1idé">
                    <a:extLst>
                      <a:ext uri="{FF2B5EF4-FFF2-40B4-BE49-F238E27FC236}">
                        <a16:creationId xmlns:a16="http://schemas.microsoft.com/office/drawing/2014/main" id="{4FA54B24-31EA-4961-86A8-572433E74AF1}"/>
                      </a:ext>
                    </a:extLst>
                  </p:cNvPr>
                  <p:cNvSpPr/>
                  <p:nvPr/>
                </p:nvSpPr>
                <p:spPr bwMode="auto">
                  <a:xfrm>
                    <a:off x="6340476" y="3233738"/>
                    <a:ext cx="157163" cy="273050"/>
                  </a:xfrm>
                  <a:custGeom>
                    <a:avLst/>
                    <a:gdLst>
                      <a:gd name="T0" fmla="*/ 99 w 99"/>
                      <a:gd name="T1" fmla="*/ 0 h 172"/>
                      <a:gd name="T2" fmla="*/ 99 w 99"/>
                      <a:gd name="T3" fmla="*/ 114 h 172"/>
                      <a:gd name="T4" fmla="*/ 0 w 99"/>
                      <a:gd name="T5" fmla="*/ 172 h 172"/>
                      <a:gd name="T6" fmla="*/ 0 w 99"/>
                      <a:gd name="T7" fmla="*/ 57 h 172"/>
                      <a:gd name="T8" fmla="*/ 99 w 99"/>
                      <a:gd name="T9" fmla="*/ 0 h 172"/>
                    </a:gdLst>
                    <a:ahLst/>
                    <a:cxnLst>
                      <a:cxn ang="0">
                        <a:pos x="T0" y="T1"/>
                      </a:cxn>
                      <a:cxn ang="0">
                        <a:pos x="T2" y="T3"/>
                      </a:cxn>
                      <a:cxn ang="0">
                        <a:pos x="T4" y="T5"/>
                      </a:cxn>
                      <a:cxn ang="0">
                        <a:pos x="T6" y="T7"/>
                      </a:cxn>
                      <a:cxn ang="0">
                        <a:pos x="T8" y="T9"/>
                      </a:cxn>
                    </a:cxnLst>
                    <a:rect l="0" t="0" r="r" b="b"/>
                    <a:pathLst>
                      <a:path w="99" h="172">
                        <a:moveTo>
                          <a:pt x="99" y="0"/>
                        </a:moveTo>
                        <a:lnTo>
                          <a:pt x="99" y="114"/>
                        </a:lnTo>
                        <a:lnTo>
                          <a:pt x="0" y="172"/>
                        </a:lnTo>
                        <a:lnTo>
                          <a:pt x="0" y="57"/>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 name="išḻíḓè">
                    <a:extLst>
                      <a:ext uri="{FF2B5EF4-FFF2-40B4-BE49-F238E27FC236}">
                        <a16:creationId xmlns:a16="http://schemas.microsoft.com/office/drawing/2014/main" id="{1D5A3919-A074-4FFD-AF3B-F54AA2C87402}"/>
                      </a:ext>
                    </a:extLst>
                  </p:cNvPr>
                  <p:cNvSpPr/>
                  <p:nvPr/>
                </p:nvSpPr>
                <p:spPr bwMode="auto">
                  <a:xfrm>
                    <a:off x="6129338" y="3355976"/>
                    <a:ext cx="158750" cy="271463"/>
                  </a:xfrm>
                  <a:custGeom>
                    <a:avLst/>
                    <a:gdLst>
                      <a:gd name="T0" fmla="*/ 99 w 100"/>
                      <a:gd name="T1" fmla="*/ 0 h 171"/>
                      <a:gd name="T2" fmla="*/ 100 w 100"/>
                      <a:gd name="T3" fmla="*/ 113 h 171"/>
                      <a:gd name="T4" fmla="*/ 0 w 100"/>
                      <a:gd name="T5" fmla="*/ 171 h 171"/>
                      <a:gd name="T6" fmla="*/ 0 w 100"/>
                      <a:gd name="T7" fmla="*/ 57 h 171"/>
                      <a:gd name="T8" fmla="*/ 99 w 100"/>
                      <a:gd name="T9" fmla="*/ 0 h 171"/>
                    </a:gdLst>
                    <a:ahLst/>
                    <a:cxnLst>
                      <a:cxn ang="0">
                        <a:pos x="T0" y="T1"/>
                      </a:cxn>
                      <a:cxn ang="0">
                        <a:pos x="T2" y="T3"/>
                      </a:cxn>
                      <a:cxn ang="0">
                        <a:pos x="T4" y="T5"/>
                      </a:cxn>
                      <a:cxn ang="0">
                        <a:pos x="T6" y="T7"/>
                      </a:cxn>
                      <a:cxn ang="0">
                        <a:pos x="T8" y="T9"/>
                      </a:cxn>
                    </a:cxnLst>
                    <a:rect l="0" t="0" r="r" b="b"/>
                    <a:pathLst>
                      <a:path w="100" h="171">
                        <a:moveTo>
                          <a:pt x="99" y="0"/>
                        </a:moveTo>
                        <a:lnTo>
                          <a:pt x="100" y="113"/>
                        </a:lnTo>
                        <a:lnTo>
                          <a:pt x="0" y="171"/>
                        </a:lnTo>
                        <a:lnTo>
                          <a:pt x="0" y="57"/>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 name="isḻiḍé">
                    <a:extLst>
                      <a:ext uri="{FF2B5EF4-FFF2-40B4-BE49-F238E27FC236}">
                        <a16:creationId xmlns:a16="http://schemas.microsoft.com/office/drawing/2014/main" id="{90D418DE-572A-428A-A8FA-3614AC7EFCB8}"/>
                      </a:ext>
                    </a:extLst>
                  </p:cNvPr>
                  <p:cNvSpPr/>
                  <p:nvPr/>
                </p:nvSpPr>
                <p:spPr bwMode="auto">
                  <a:xfrm>
                    <a:off x="5918201" y="3476626"/>
                    <a:ext cx="158750" cy="273050"/>
                  </a:xfrm>
                  <a:custGeom>
                    <a:avLst/>
                    <a:gdLst>
                      <a:gd name="T0" fmla="*/ 100 w 100"/>
                      <a:gd name="T1" fmla="*/ 0 h 172"/>
                      <a:gd name="T2" fmla="*/ 100 w 100"/>
                      <a:gd name="T3" fmla="*/ 114 h 172"/>
                      <a:gd name="T4" fmla="*/ 1 w 100"/>
                      <a:gd name="T5" fmla="*/ 172 h 172"/>
                      <a:gd name="T6" fmla="*/ 0 w 100"/>
                      <a:gd name="T7" fmla="*/ 57 h 172"/>
                      <a:gd name="T8" fmla="*/ 100 w 100"/>
                      <a:gd name="T9" fmla="*/ 0 h 172"/>
                    </a:gdLst>
                    <a:ahLst/>
                    <a:cxnLst>
                      <a:cxn ang="0">
                        <a:pos x="T0" y="T1"/>
                      </a:cxn>
                      <a:cxn ang="0">
                        <a:pos x="T2" y="T3"/>
                      </a:cxn>
                      <a:cxn ang="0">
                        <a:pos x="T4" y="T5"/>
                      </a:cxn>
                      <a:cxn ang="0">
                        <a:pos x="T6" y="T7"/>
                      </a:cxn>
                      <a:cxn ang="0">
                        <a:pos x="T8" y="T9"/>
                      </a:cxn>
                    </a:cxnLst>
                    <a:rect l="0" t="0" r="r" b="b"/>
                    <a:pathLst>
                      <a:path w="100" h="172">
                        <a:moveTo>
                          <a:pt x="100" y="0"/>
                        </a:moveTo>
                        <a:lnTo>
                          <a:pt x="100" y="114"/>
                        </a:lnTo>
                        <a:lnTo>
                          <a:pt x="1" y="172"/>
                        </a:lnTo>
                        <a:lnTo>
                          <a:pt x="0" y="57"/>
                        </a:lnTo>
                        <a:lnTo>
                          <a:pt x="10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0" name="îṧļíḑe">
                    <a:extLst>
                      <a:ext uri="{FF2B5EF4-FFF2-40B4-BE49-F238E27FC236}">
                        <a16:creationId xmlns:a16="http://schemas.microsoft.com/office/drawing/2014/main" id="{6D822049-FA69-437F-9B1E-94504678709B}"/>
                      </a:ext>
                    </a:extLst>
                  </p:cNvPr>
                  <p:cNvSpPr/>
                  <p:nvPr/>
                </p:nvSpPr>
                <p:spPr bwMode="auto">
                  <a:xfrm>
                    <a:off x="6340476" y="3487738"/>
                    <a:ext cx="157163" cy="271463"/>
                  </a:xfrm>
                  <a:custGeom>
                    <a:avLst/>
                    <a:gdLst>
                      <a:gd name="T0" fmla="*/ 99 w 99"/>
                      <a:gd name="T1" fmla="*/ 0 h 171"/>
                      <a:gd name="T2" fmla="*/ 99 w 99"/>
                      <a:gd name="T3" fmla="*/ 115 h 171"/>
                      <a:gd name="T4" fmla="*/ 0 w 99"/>
                      <a:gd name="T5" fmla="*/ 171 h 171"/>
                      <a:gd name="T6" fmla="*/ 0 w 99"/>
                      <a:gd name="T7" fmla="*/ 58 h 171"/>
                      <a:gd name="T8" fmla="*/ 99 w 99"/>
                      <a:gd name="T9" fmla="*/ 0 h 171"/>
                    </a:gdLst>
                    <a:ahLst/>
                    <a:cxnLst>
                      <a:cxn ang="0">
                        <a:pos x="T0" y="T1"/>
                      </a:cxn>
                      <a:cxn ang="0">
                        <a:pos x="T2" y="T3"/>
                      </a:cxn>
                      <a:cxn ang="0">
                        <a:pos x="T4" y="T5"/>
                      </a:cxn>
                      <a:cxn ang="0">
                        <a:pos x="T6" y="T7"/>
                      </a:cxn>
                      <a:cxn ang="0">
                        <a:pos x="T8" y="T9"/>
                      </a:cxn>
                    </a:cxnLst>
                    <a:rect l="0" t="0" r="r" b="b"/>
                    <a:pathLst>
                      <a:path w="99" h="171">
                        <a:moveTo>
                          <a:pt x="99" y="0"/>
                        </a:moveTo>
                        <a:lnTo>
                          <a:pt x="99" y="115"/>
                        </a:lnTo>
                        <a:lnTo>
                          <a:pt x="0" y="171"/>
                        </a:lnTo>
                        <a:lnTo>
                          <a:pt x="0" y="58"/>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1" name="îṩ1ïḓe">
                    <a:extLst>
                      <a:ext uri="{FF2B5EF4-FFF2-40B4-BE49-F238E27FC236}">
                        <a16:creationId xmlns:a16="http://schemas.microsoft.com/office/drawing/2014/main" id="{1EFEF4F4-9C94-4D05-BA71-8629D2E863E9}"/>
                      </a:ext>
                    </a:extLst>
                  </p:cNvPr>
                  <p:cNvSpPr/>
                  <p:nvPr/>
                </p:nvSpPr>
                <p:spPr bwMode="auto">
                  <a:xfrm>
                    <a:off x="6129338" y="3608388"/>
                    <a:ext cx="158750" cy="273050"/>
                  </a:xfrm>
                  <a:custGeom>
                    <a:avLst/>
                    <a:gdLst>
                      <a:gd name="T0" fmla="*/ 99 w 100"/>
                      <a:gd name="T1" fmla="*/ 0 h 172"/>
                      <a:gd name="T2" fmla="*/ 100 w 100"/>
                      <a:gd name="T3" fmla="*/ 115 h 172"/>
                      <a:gd name="T4" fmla="*/ 0 w 100"/>
                      <a:gd name="T5" fmla="*/ 172 h 172"/>
                      <a:gd name="T6" fmla="*/ 0 w 100"/>
                      <a:gd name="T7" fmla="*/ 58 h 172"/>
                      <a:gd name="T8" fmla="*/ 99 w 100"/>
                      <a:gd name="T9" fmla="*/ 0 h 172"/>
                    </a:gdLst>
                    <a:ahLst/>
                    <a:cxnLst>
                      <a:cxn ang="0">
                        <a:pos x="T0" y="T1"/>
                      </a:cxn>
                      <a:cxn ang="0">
                        <a:pos x="T2" y="T3"/>
                      </a:cxn>
                      <a:cxn ang="0">
                        <a:pos x="T4" y="T5"/>
                      </a:cxn>
                      <a:cxn ang="0">
                        <a:pos x="T6" y="T7"/>
                      </a:cxn>
                      <a:cxn ang="0">
                        <a:pos x="T8" y="T9"/>
                      </a:cxn>
                    </a:cxnLst>
                    <a:rect l="0" t="0" r="r" b="b"/>
                    <a:pathLst>
                      <a:path w="100" h="172">
                        <a:moveTo>
                          <a:pt x="99" y="0"/>
                        </a:moveTo>
                        <a:lnTo>
                          <a:pt x="100" y="115"/>
                        </a:lnTo>
                        <a:lnTo>
                          <a:pt x="0" y="172"/>
                        </a:lnTo>
                        <a:lnTo>
                          <a:pt x="0" y="58"/>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2" name="iṩliḓe">
                    <a:extLst>
                      <a:ext uri="{FF2B5EF4-FFF2-40B4-BE49-F238E27FC236}">
                        <a16:creationId xmlns:a16="http://schemas.microsoft.com/office/drawing/2014/main" id="{EF9B01B7-0C9D-46B1-90CD-1ACF3598CE01}"/>
                      </a:ext>
                    </a:extLst>
                  </p:cNvPr>
                  <p:cNvSpPr/>
                  <p:nvPr/>
                </p:nvSpPr>
                <p:spPr bwMode="auto">
                  <a:xfrm>
                    <a:off x="5918201" y="3730626"/>
                    <a:ext cx="158750" cy="274638"/>
                  </a:xfrm>
                  <a:custGeom>
                    <a:avLst/>
                    <a:gdLst>
                      <a:gd name="T0" fmla="*/ 100 w 100"/>
                      <a:gd name="T1" fmla="*/ 0 h 173"/>
                      <a:gd name="T2" fmla="*/ 100 w 100"/>
                      <a:gd name="T3" fmla="*/ 115 h 173"/>
                      <a:gd name="T4" fmla="*/ 1 w 100"/>
                      <a:gd name="T5" fmla="*/ 173 h 173"/>
                      <a:gd name="T6" fmla="*/ 0 w 100"/>
                      <a:gd name="T7" fmla="*/ 58 h 173"/>
                      <a:gd name="T8" fmla="*/ 100 w 100"/>
                      <a:gd name="T9" fmla="*/ 0 h 173"/>
                    </a:gdLst>
                    <a:ahLst/>
                    <a:cxnLst>
                      <a:cxn ang="0">
                        <a:pos x="T0" y="T1"/>
                      </a:cxn>
                      <a:cxn ang="0">
                        <a:pos x="T2" y="T3"/>
                      </a:cxn>
                      <a:cxn ang="0">
                        <a:pos x="T4" y="T5"/>
                      </a:cxn>
                      <a:cxn ang="0">
                        <a:pos x="T6" y="T7"/>
                      </a:cxn>
                      <a:cxn ang="0">
                        <a:pos x="T8" y="T9"/>
                      </a:cxn>
                    </a:cxnLst>
                    <a:rect l="0" t="0" r="r" b="b"/>
                    <a:pathLst>
                      <a:path w="100" h="173">
                        <a:moveTo>
                          <a:pt x="100" y="0"/>
                        </a:moveTo>
                        <a:lnTo>
                          <a:pt x="100" y="115"/>
                        </a:lnTo>
                        <a:lnTo>
                          <a:pt x="1" y="173"/>
                        </a:lnTo>
                        <a:lnTo>
                          <a:pt x="0" y="58"/>
                        </a:lnTo>
                        <a:lnTo>
                          <a:pt x="10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3" name="ïsḻîḍè">
                    <a:extLst>
                      <a:ext uri="{FF2B5EF4-FFF2-40B4-BE49-F238E27FC236}">
                        <a16:creationId xmlns:a16="http://schemas.microsoft.com/office/drawing/2014/main" id="{B20D2028-8B5D-49C0-92BF-6BCE21D04C77}"/>
                      </a:ext>
                    </a:extLst>
                  </p:cNvPr>
                  <p:cNvSpPr/>
                  <p:nvPr/>
                </p:nvSpPr>
                <p:spPr bwMode="auto">
                  <a:xfrm>
                    <a:off x="6340476" y="3743326"/>
                    <a:ext cx="157163" cy="271463"/>
                  </a:xfrm>
                  <a:custGeom>
                    <a:avLst/>
                    <a:gdLst>
                      <a:gd name="T0" fmla="*/ 99 w 99"/>
                      <a:gd name="T1" fmla="*/ 0 h 171"/>
                      <a:gd name="T2" fmla="*/ 99 w 99"/>
                      <a:gd name="T3" fmla="*/ 113 h 171"/>
                      <a:gd name="T4" fmla="*/ 0 w 99"/>
                      <a:gd name="T5" fmla="*/ 171 h 171"/>
                      <a:gd name="T6" fmla="*/ 0 w 99"/>
                      <a:gd name="T7" fmla="*/ 56 h 171"/>
                      <a:gd name="T8" fmla="*/ 99 w 99"/>
                      <a:gd name="T9" fmla="*/ 0 h 171"/>
                    </a:gdLst>
                    <a:ahLst/>
                    <a:cxnLst>
                      <a:cxn ang="0">
                        <a:pos x="T0" y="T1"/>
                      </a:cxn>
                      <a:cxn ang="0">
                        <a:pos x="T2" y="T3"/>
                      </a:cxn>
                      <a:cxn ang="0">
                        <a:pos x="T4" y="T5"/>
                      </a:cxn>
                      <a:cxn ang="0">
                        <a:pos x="T6" y="T7"/>
                      </a:cxn>
                      <a:cxn ang="0">
                        <a:pos x="T8" y="T9"/>
                      </a:cxn>
                    </a:cxnLst>
                    <a:rect l="0" t="0" r="r" b="b"/>
                    <a:pathLst>
                      <a:path w="99" h="171">
                        <a:moveTo>
                          <a:pt x="99" y="0"/>
                        </a:moveTo>
                        <a:lnTo>
                          <a:pt x="99" y="113"/>
                        </a:lnTo>
                        <a:lnTo>
                          <a:pt x="0" y="171"/>
                        </a:lnTo>
                        <a:lnTo>
                          <a:pt x="0" y="56"/>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4" name="iŝľide">
                    <a:extLst>
                      <a:ext uri="{FF2B5EF4-FFF2-40B4-BE49-F238E27FC236}">
                        <a16:creationId xmlns:a16="http://schemas.microsoft.com/office/drawing/2014/main" id="{B2F41924-D631-4D85-8250-2CFDE7EA8C0C}"/>
                      </a:ext>
                    </a:extLst>
                  </p:cNvPr>
                  <p:cNvSpPr/>
                  <p:nvPr/>
                </p:nvSpPr>
                <p:spPr bwMode="auto">
                  <a:xfrm>
                    <a:off x="6129338" y="3863976"/>
                    <a:ext cx="158750" cy="273050"/>
                  </a:xfrm>
                  <a:custGeom>
                    <a:avLst/>
                    <a:gdLst>
                      <a:gd name="T0" fmla="*/ 99 w 100"/>
                      <a:gd name="T1" fmla="*/ 0 h 172"/>
                      <a:gd name="T2" fmla="*/ 100 w 100"/>
                      <a:gd name="T3" fmla="*/ 114 h 172"/>
                      <a:gd name="T4" fmla="*/ 0 w 100"/>
                      <a:gd name="T5" fmla="*/ 172 h 172"/>
                      <a:gd name="T6" fmla="*/ 0 w 100"/>
                      <a:gd name="T7" fmla="*/ 57 h 172"/>
                      <a:gd name="T8" fmla="*/ 99 w 100"/>
                      <a:gd name="T9" fmla="*/ 0 h 172"/>
                    </a:gdLst>
                    <a:ahLst/>
                    <a:cxnLst>
                      <a:cxn ang="0">
                        <a:pos x="T0" y="T1"/>
                      </a:cxn>
                      <a:cxn ang="0">
                        <a:pos x="T2" y="T3"/>
                      </a:cxn>
                      <a:cxn ang="0">
                        <a:pos x="T4" y="T5"/>
                      </a:cxn>
                      <a:cxn ang="0">
                        <a:pos x="T6" y="T7"/>
                      </a:cxn>
                      <a:cxn ang="0">
                        <a:pos x="T8" y="T9"/>
                      </a:cxn>
                    </a:cxnLst>
                    <a:rect l="0" t="0" r="r" b="b"/>
                    <a:pathLst>
                      <a:path w="100" h="172">
                        <a:moveTo>
                          <a:pt x="99" y="0"/>
                        </a:moveTo>
                        <a:lnTo>
                          <a:pt x="100" y="114"/>
                        </a:lnTo>
                        <a:lnTo>
                          <a:pt x="0" y="172"/>
                        </a:lnTo>
                        <a:lnTo>
                          <a:pt x="0" y="57"/>
                        </a:lnTo>
                        <a:lnTo>
                          <a:pt x="99"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5" name="îṣļîḍè">
                    <a:extLst>
                      <a:ext uri="{FF2B5EF4-FFF2-40B4-BE49-F238E27FC236}">
                        <a16:creationId xmlns:a16="http://schemas.microsoft.com/office/drawing/2014/main" id="{4DFAAA69-1CA3-4B4E-8B52-CE1825EFC913}"/>
                      </a:ext>
                    </a:extLst>
                  </p:cNvPr>
                  <p:cNvSpPr/>
                  <p:nvPr/>
                </p:nvSpPr>
                <p:spPr bwMode="auto">
                  <a:xfrm>
                    <a:off x="5918201" y="3986213"/>
                    <a:ext cx="158750" cy="271463"/>
                  </a:xfrm>
                  <a:custGeom>
                    <a:avLst/>
                    <a:gdLst>
                      <a:gd name="T0" fmla="*/ 100 w 100"/>
                      <a:gd name="T1" fmla="*/ 0 h 171"/>
                      <a:gd name="T2" fmla="*/ 100 w 100"/>
                      <a:gd name="T3" fmla="*/ 113 h 171"/>
                      <a:gd name="T4" fmla="*/ 1 w 100"/>
                      <a:gd name="T5" fmla="*/ 171 h 171"/>
                      <a:gd name="T6" fmla="*/ 0 w 100"/>
                      <a:gd name="T7" fmla="*/ 56 h 171"/>
                      <a:gd name="T8" fmla="*/ 100 w 100"/>
                      <a:gd name="T9" fmla="*/ 0 h 171"/>
                    </a:gdLst>
                    <a:ahLst/>
                    <a:cxnLst>
                      <a:cxn ang="0">
                        <a:pos x="T0" y="T1"/>
                      </a:cxn>
                      <a:cxn ang="0">
                        <a:pos x="T2" y="T3"/>
                      </a:cxn>
                      <a:cxn ang="0">
                        <a:pos x="T4" y="T5"/>
                      </a:cxn>
                      <a:cxn ang="0">
                        <a:pos x="T6" y="T7"/>
                      </a:cxn>
                      <a:cxn ang="0">
                        <a:pos x="T8" y="T9"/>
                      </a:cxn>
                    </a:cxnLst>
                    <a:rect l="0" t="0" r="r" b="b"/>
                    <a:pathLst>
                      <a:path w="100" h="171">
                        <a:moveTo>
                          <a:pt x="100" y="0"/>
                        </a:moveTo>
                        <a:lnTo>
                          <a:pt x="100" y="113"/>
                        </a:lnTo>
                        <a:lnTo>
                          <a:pt x="1" y="171"/>
                        </a:lnTo>
                        <a:lnTo>
                          <a:pt x="0" y="56"/>
                        </a:lnTo>
                        <a:lnTo>
                          <a:pt x="100" y="0"/>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6" name="iṡlïḍé">
                    <a:extLst>
                      <a:ext uri="{FF2B5EF4-FFF2-40B4-BE49-F238E27FC236}">
                        <a16:creationId xmlns:a16="http://schemas.microsoft.com/office/drawing/2014/main" id="{775E2F8E-419A-4768-8DC0-5148B184F38D}"/>
                      </a:ext>
                    </a:extLst>
                  </p:cNvPr>
                  <p:cNvSpPr/>
                  <p:nvPr/>
                </p:nvSpPr>
                <p:spPr bwMode="auto">
                  <a:xfrm>
                    <a:off x="5816601" y="1779588"/>
                    <a:ext cx="677863" cy="649288"/>
                  </a:xfrm>
                  <a:custGeom>
                    <a:avLst/>
                    <a:gdLst>
                      <a:gd name="T0" fmla="*/ 427 w 427"/>
                      <a:gd name="T1" fmla="*/ 245 h 409"/>
                      <a:gd name="T2" fmla="*/ 427 w 427"/>
                      <a:gd name="T3" fmla="*/ 409 h 409"/>
                      <a:gd name="T4" fmla="*/ 0 w 427"/>
                      <a:gd name="T5" fmla="*/ 164 h 409"/>
                      <a:gd name="T6" fmla="*/ 0 w 427"/>
                      <a:gd name="T7" fmla="*/ 0 h 409"/>
                      <a:gd name="T8" fmla="*/ 427 w 427"/>
                      <a:gd name="T9" fmla="*/ 245 h 409"/>
                    </a:gdLst>
                    <a:ahLst/>
                    <a:cxnLst>
                      <a:cxn ang="0">
                        <a:pos x="T0" y="T1"/>
                      </a:cxn>
                      <a:cxn ang="0">
                        <a:pos x="T2" y="T3"/>
                      </a:cxn>
                      <a:cxn ang="0">
                        <a:pos x="T4" y="T5"/>
                      </a:cxn>
                      <a:cxn ang="0">
                        <a:pos x="T6" y="T7"/>
                      </a:cxn>
                      <a:cxn ang="0">
                        <a:pos x="T8" y="T9"/>
                      </a:cxn>
                    </a:cxnLst>
                    <a:rect l="0" t="0" r="r" b="b"/>
                    <a:pathLst>
                      <a:path w="427" h="409">
                        <a:moveTo>
                          <a:pt x="427" y="245"/>
                        </a:moveTo>
                        <a:lnTo>
                          <a:pt x="427" y="409"/>
                        </a:lnTo>
                        <a:lnTo>
                          <a:pt x="0" y="164"/>
                        </a:lnTo>
                        <a:lnTo>
                          <a:pt x="0" y="0"/>
                        </a:lnTo>
                        <a:lnTo>
                          <a:pt x="427" y="245"/>
                        </a:lnTo>
                        <a:close/>
                      </a:path>
                    </a:pathLst>
                  </a:custGeom>
                  <a:solidFill>
                    <a:srgbClr val="C0D2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7" name="ís1ïḍè">
                    <a:extLst>
                      <a:ext uri="{FF2B5EF4-FFF2-40B4-BE49-F238E27FC236}">
                        <a16:creationId xmlns:a16="http://schemas.microsoft.com/office/drawing/2014/main" id="{8382CAAB-6428-47A1-A86B-EDD409783E27}"/>
                      </a:ext>
                    </a:extLst>
                  </p:cNvPr>
                  <p:cNvSpPr/>
                  <p:nvPr/>
                </p:nvSpPr>
                <p:spPr bwMode="auto">
                  <a:xfrm>
                    <a:off x="5145088" y="1779588"/>
                    <a:ext cx="671513" cy="649288"/>
                  </a:xfrm>
                  <a:custGeom>
                    <a:avLst/>
                    <a:gdLst>
                      <a:gd name="T0" fmla="*/ 423 w 423"/>
                      <a:gd name="T1" fmla="*/ 0 h 409"/>
                      <a:gd name="T2" fmla="*/ 423 w 423"/>
                      <a:gd name="T3" fmla="*/ 164 h 409"/>
                      <a:gd name="T4" fmla="*/ 0 w 423"/>
                      <a:gd name="T5" fmla="*/ 409 h 409"/>
                      <a:gd name="T6" fmla="*/ 0 w 423"/>
                      <a:gd name="T7" fmla="*/ 245 h 409"/>
                      <a:gd name="T8" fmla="*/ 423 w 423"/>
                      <a:gd name="T9" fmla="*/ 0 h 409"/>
                    </a:gdLst>
                    <a:ahLst/>
                    <a:cxnLst>
                      <a:cxn ang="0">
                        <a:pos x="T0" y="T1"/>
                      </a:cxn>
                      <a:cxn ang="0">
                        <a:pos x="T2" y="T3"/>
                      </a:cxn>
                      <a:cxn ang="0">
                        <a:pos x="T4" y="T5"/>
                      </a:cxn>
                      <a:cxn ang="0">
                        <a:pos x="T6" y="T7"/>
                      </a:cxn>
                      <a:cxn ang="0">
                        <a:pos x="T8" y="T9"/>
                      </a:cxn>
                    </a:cxnLst>
                    <a:rect l="0" t="0" r="r" b="b"/>
                    <a:pathLst>
                      <a:path w="423" h="409">
                        <a:moveTo>
                          <a:pt x="423" y="0"/>
                        </a:moveTo>
                        <a:lnTo>
                          <a:pt x="423" y="164"/>
                        </a:lnTo>
                        <a:lnTo>
                          <a:pt x="0" y="409"/>
                        </a:lnTo>
                        <a:lnTo>
                          <a:pt x="0" y="245"/>
                        </a:lnTo>
                        <a:lnTo>
                          <a:pt x="423" y="0"/>
                        </a:lnTo>
                        <a:close/>
                      </a:path>
                    </a:pathLst>
                  </a:custGeom>
                  <a:solidFill>
                    <a:srgbClr val="9FBCF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8" name="iSľïḋe">
                    <a:extLst>
                      <a:ext uri="{FF2B5EF4-FFF2-40B4-BE49-F238E27FC236}">
                        <a16:creationId xmlns:a16="http://schemas.microsoft.com/office/drawing/2014/main" id="{CF6E4A2B-B2E1-40B7-9B82-3AFF6C96FC55}"/>
                      </a:ext>
                    </a:extLst>
                  </p:cNvPr>
                  <p:cNvSpPr/>
                  <p:nvPr/>
                </p:nvSpPr>
                <p:spPr bwMode="auto">
                  <a:xfrm>
                    <a:off x="4948238" y="2168526"/>
                    <a:ext cx="873125" cy="765175"/>
                  </a:xfrm>
                  <a:custGeom>
                    <a:avLst/>
                    <a:gdLst>
                      <a:gd name="T0" fmla="*/ 550 w 550"/>
                      <a:gd name="T1" fmla="*/ 318 h 482"/>
                      <a:gd name="T2" fmla="*/ 550 w 550"/>
                      <a:gd name="T3" fmla="*/ 482 h 482"/>
                      <a:gd name="T4" fmla="*/ 0 w 550"/>
                      <a:gd name="T5" fmla="*/ 164 h 482"/>
                      <a:gd name="T6" fmla="*/ 0 w 550"/>
                      <a:gd name="T7" fmla="*/ 0 h 482"/>
                      <a:gd name="T8" fmla="*/ 550 w 550"/>
                      <a:gd name="T9" fmla="*/ 318 h 482"/>
                    </a:gdLst>
                    <a:ahLst/>
                    <a:cxnLst>
                      <a:cxn ang="0">
                        <a:pos x="T0" y="T1"/>
                      </a:cxn>
                      <a:cxn ang="0">
                        <a:pos x="T2" y="T3"/>
                      </a:cxn>
                      <a:cxn ang="0">
                        <a:pos x="T4" y="T5"/>
                      </a:cxn>
                      <a:cxn ang="0">
                        <a:pos x="T6" y="T7"/>
                      </a:cxn>
                      <a:cxn ang="0">
                        <a:pos x="T8" y="T9"/>
                      </a:cxn>
                    </a:cxnLst>
                    <a:rect l="0" t="0" r="r" b="b"/>
                    <a:pathLst>
                      <a:path w="550" h="482">
                        <a:moveTo>
                          <a:pt x="550" y="318"/>
                        </a:moveTo>
                        <a:lnTo>
                          <a:pt x="550" y="482"/>
                        </a:lnTo>
                        <a:lnTo>
                          <a:pt x="0" y="164"/>
                        </a:lnTo>
                        <a:lnTo>
                          <a:pt x="0" y="0"/>
                        </a:lnTo>
                        <a:lnTo>
                          <a:pt x="550" y="318"/>
                        </a:lnTo>
                        <a:close/>
                      </a:path>
                    </a:pathLst>
                  </a:custGeom>
                  <a:solidFill>
                    <a:srgbClr val="C2D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9" name="îSľiḋê">
                    <a:extLst>
                      <a:ext uri="{FF2B5EF4-FFF2-40B4-BE49-F238E27FC236}">
                        <a16:creationId xmlns:a16="http://schemas.microsoft.com/office/drawing/2014/main" id="{FA238523-6D89-4EA1-961E-1C19CA2151F2}"/>
                      </a:ext>
                    </a:extLst>
                  </p:cNvPr>
                  <p:cNvSpPr/>
                  <p:nvPr/>
                </p:nvSpPr>
                <p:spPr bwMode="auto">
                  <a:xfrm>
                    <a:off x="5821363" y="2168526"/>
                    <a:ext cx="869950" cy="765175"/>
                  </a:xfrm>
                  <a:custGeom>
                    <a:avLst/>
                    <a:gdLst>
                      <a:gd name="T0" fmla="*/ 548 w 548"/>
                      <a:gd name="T1" fmla="*/ 0 h 482"/>
                      <a:gd name="T2" fmla="*/ 548 w 548"/>
                      <a:gd name="T3" fmla="*/ 164 h 482"/>
                      <a:gd name="T4" fmla="*/ 0 w 548"/>
                      <a:gd name="T5" fmla="*/ 482 h 482"/>
                      <a:gd name="T6" fmla="*/ 0 w 548"/>
                      <a:gd name="T7" fmla="*/ 318 h 482"/>
                      <a:gd name="T8" fmla="*/ 548 w 548"/>
                      <a:gd name="T9" fmla="*/ 0 h 482"/>
                    </a:gdLst>
                    <a:ahLst/>
                    <a:cxnLst>
                      <a:cxn ang="0">
                        <a:pos x="T0" y="T1"/>
                      </a:cxn>
                      <a:cxn ang="0">
                        <a:pos x="T2" y="T3"/>
                      </a:cxn>
                      <a:cxn ang="0">
                        <a:pos x="T4" y="T5"/>
                      </a:cxn>
                      <a:cxn ang="0">
                        <a:pos x="T6" y="T7"/>
                      </a:cxn>
                      <a:cxn ang="0">
                        <a:pos x="T8" y="T9"/>
                      </a:cxn>
                    </a:cxnLst>
                    <a:rect l="0" t="0" r="r" b="b"/>
                    <a:pathLst>
                      <a:path w="548" h="482">
                        <a:moveTo>
                          <a:pt x="548" y="0"/>
                        </a:moveTo>
                        <a:lnTo>
                          <a:pt x="548" y="164"/>
                        </a:lnTo>
                        <a:lnTo>
                          <a:pt x="0" y="482"/>
                        </a:lnTo>
                        <a:lnTo>
                          <a:pt x="0" y="318"/>
                        </a:lnTo>
                        <a:lnTo>
                          <a:pt x="548" y="0"/>
                        </a:lnTo>
                        <a:close/>
                      </a:path>
                    </a:pathLst>
                  </a:custGeom>
                  <a:solidFill>
                    <a:srgbClr val="A0B9F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0" name="ïṥľïḋe">
                    <a:extLst>
                      <a:ext uri="{FF2B5EF4-FFF2-40B4-BE49-F238E27FC236}">
                        <a16:creationId xmlns:a16="http://schemas.microsoft.com/office/drawing/2014/main" id="{C7A941F0-752F-41CE-BADA-3747EB30F9FB}"/>
                      </a:ext>
                    </a:extLst>
                  </p:cNvPr>
                  <p:cNvSpPr/>
                  <p:nvPr/>
                </p:nvSpPr>
                <p:spPr bwMode="auto">
                  <a:xfrm>
                    <a:off x="5295901" y="1954213"/>
                    <a:ext cx="1047750" cy="606425"/>
                  </a:xfrm>
                  <a:custGeom>
                    <a:avLst/>
                    <a:gdLst>
                      <a:gd name="T0" fmla="*/ 0 w 660"/>
                      <a:gd name="T1" fmla="*/ 191 h 382"/>
                      <a:gd name="T2" fmla="*/ 331 w 660"/>
                      <a:gd name="T3" fmla="*/ 382 h 382"/>
                      <a:gd name="T4" fmla="*/ 660 w 660"/>
                      <a:gd name="T5" fmla="*/ 191 h 382"/>
                      <a:gd name="T6" fmla="*/ 328 w 660"/>
                      <a:gd name="T7" fmla="*/ 0 h 382"/>
                      <a:gd name="T8" fmla="*/ 0 w 660"/>
                      <a:gd name="T9" fmla="*/ 191 h 382"/>
                    </a:gdLst>
                    <a:ahLst/>
                    <a:cxnLst>
                      <a:cxn ang="0">
                        <a:pos x="T0" y="T1"/>
                      </a:cxn>
                      <a:cxn ang="0">
                        <a:pos x="T2" y="T3"/>
                      </a:cxn>
                      <a:cxn ang="0">
                        <a:pos x="T4" y="T5"/>
                      </a:cxn>
                      <a:cxn ang="0">
                        <a:pos x="T6" y="T7"/>
                      </a:cxn>
                      <a:cxn ang="0">
                        <a:pos x="T8" y="T9"/>
                      </a:cxn>
                    </a:cxnLst>
                    <a:rect l="0" t="0" r="r" b="b"/>
                    <a:pathLst>
                      <a:path w="660" h="382">
                        <a:moveTo>
                          <a:pt x="0" y="191"/>
                        </a:moveTo>
                        <a:lnTo>
                          <a:pt x="331" y="382"/>
                        </a:lnTo>
                        <a:lnTo>
                          <a:pt x="660" y="191"/>
                        </a:lnTo>
                        <a:lnTo>
                          <a:pt x="328" y="0"/>
                        </a:lnTo>
                        <a:lnTo>
                          <a:pt x="0" y="191"/>
                        </a:lnTo>
                        <a:close/>
                      </a:path>
                    </a:pathLst>
                  </a:custGeom>
                  <a:solidFill>
                    <a:srgbClr val="D6E4F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1" name="íṩ1ïdè">
                    <a:extLst>
                      <a:ext uri="{FF2B5EF4-FFF2-40B4-BE49-F238E27FC236}">
                        <a16:creationId xmlns:a16="http://schemas.microsoft.com/office/drawing/2014/main" id="{DD3AE5FC-6D62-4B92-82E3-A4E5280B5FA0}"/>
                      </a:ext>
                    </a:extLst>
                  </p:cNvPr>
                  <p:cNvSpPr/>
                  <p:nvPr/>
                </p:nvSpPr>
                <p:spPr bwMode="auto">
                  <a:xfrm>
                    <a:off x="5145088" y="1779588"/>
                    <a:ext cx="671513" cy="434975"/>
                  </a:xfrm>
                  <a:custGeom>
                    <a:avLst/>
                    <a:gdLst>
                      <a:gd name="T0" fmla="*/ 423 w 423"/>
                      <a:gd name="T1" fmla="*/ 0 h 274"/>
                      <a:gd name="T2" fmla="*/ 423 w 423"/>
                      <a:gd name="T3" fmla="*/ 28 h 274"/>
                      <a:gd name="T4" fmla="*/ 0 w 423"/>
                      <a:gd name="T5" fmla="*/ 274 h 274"/>
                      <a:gd name="T6" fmla="*/ 0 w 423"/>
                      <a:gd name="T7" fmla="*/ 245 h 274"/>
                      <a:gd name="T8" fmla="*/ 423 w 423"/>
                      <a:gd name="T9" fmla="*/ 0 h 274"/>
                    </a:gdLst>
                    <a:ahLst/>
                    <a:cxnLst>
                      <a:cxn ang="0">
                        <a:pos x="T0" y="T1"/>
                      </a:cxn>
                      <a:cxn ang="0">
                        <a:pos x="T2" y="T3"/>
                      </a:cxn>
                      <a:cxn ang="0">
                        <a:pos x="T4" y="T5"/>
                      </a:cxn>
                      <a:cxn ang="0">
                        <a:pos x="T6" y="T7"/>
                      </a:cxn>
                      <a:cxn ang="0">
                        <a:pos x="T8" y="T9"/>
                      </a:cxn>
                    </a:cxnLst>
                    <a:rect l="0" t="0" r="r" b="b"/>
                    <a:pathLst>
                      <a:path w="423" h="274">
                        <a:moveTo>
                          <a:pt x="423" y="0"/>
                        </a:moveTo>
                        <a:lnTo>
                          <a:pt x="423" y="28"/>
                        </a:lnTo>
                        <a:lnTo>
                          <a:pt x="0" y="274"/>
                        </a:lnTo>
                        <a:lnTo>
                          <a:pt x="0" y="245"/>
                        </a:lnTo>
                        <a:lnTo>
                          <a:pt x="423" y="0"/>
                        </a:lnTo>
                        <a:close/>
                      </a:path>
                    </a:pathLst>
                  </a:custGeom>
                  <a:solidFill>
                    <a:srgbClr val="BDD1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2" name="îşḷiḋè">
                    <a:extLst>
                      <a:ext uri="{FF2B5EF4-FFF2-40B4-BE49-F238E27FC236}">
                        <a16:creationId xmlns:a16="http://schemas.microsoft.com/office/drawing/2014/main" id="{5A1C886A-A36C-4F83-B6FB-A133DAB7AF59}"/>
                      </a:ext>
                    </a:extLst>
                  </p:cNvPr>
                  <p:cNvSpPr/>
                  <p:nvPr/>
                </p:nvSpPr>
                <p:spPr bwMode="auto">
                  <a:xfrm>
                    <a:off x="5816601" y="1779588"/>
                    <a:ext cx="677863" cy="434975"/>
                  </a:xfrm>
                  <a:custGeom>
                    <a:avLst/>
                    <a:gdLst>
                      <a:gd name="T0" fmla="*/ 427 w 427"/>
                      <a:gd name="T1" fmla="*/ 245 h 274"/>
                      <a:gd name="T2" fmla="*/ 427 w 427"/>
                      <a:gd name="T3" fmla="*/ 274 h 274"/>
                      <a:gd name="T4" fmla="*/ 0 w 427"/>
                      <a:gd name="T5" fmla="*/ 28 h 274"/>
                      <a:gd name="T6" fmla="*/ 0 w 427"/>
                      <a:gd name="T7" fmla="*/ 0 h 274"/>
                      <a:gd name="T8" fmla="*/ 427 w 427"/>
                      <a:gd name="T9" fmla="*/ 245 h 274"/>
                    </a:gdLst>
                    <a:ahLst/>
                    <a:cxnLst>
                      <a:cxn ang="0">
                        <a:pos x="T0" y="T1"/>
                      </a:cxn>
                      <a:cxn ang="0">
                        <a:pos x="T2" y="T3"/>
                      </a:cxn>
                      <a:cxn ang="0">
                        <a:pos x="T4" y="T5"/>
                      </a:cxn>
                      <a:cxn ang="0">
                        <a:pos x="T6" y="T7"/>
                      </a:cxn>
                      <a:cxn ang="0">
                        <a:pos x="T8" y="T9"/>
                      </a:cxn>
                    </a:cxnLst>
                    <a:rect l="0" t="0" r="r" b="b"/>
                    <a:pathLst>
                      <a:path w="427" h="274">
                        <a:moveTo>
                          <a:pt x="427" y="245"/>
                        </a:moveTo>
                        <a:lnTo>
                          <a:pt x="427" y="274"/>
                        </a:lnTo>
                        <a:lnTo>
                          <a:pt x="0" y="28"/>
                        </a:lnTo>
                        <a:lnTo>
                          <a:pt x="0" y="0"/>
                        </a:lnTo>
                        <a:lnTo>
                          <a:pt x="427" y="245"/>
                        </a:lnTo>
                        <a:close/>
                      </a:path>
                    </a:pathLst>
                  </a:custGeom>
                  <a:solidFill>
                    <a:srgbClr val="CFE0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3" name="íśliďê">
                    <a:extLst>
                      <a:ext uri="{FF2B5EF4-FFF2-40B4-BE49-F238E27FC236}">
                        <a16:creationId xmlns:a16="http://schemas.microsoft.com/office/drawing/2014/main" id="{FD352B55-4BF6-4CFA-A246-305F11DCA80C}"/>
                      </a:ext>
                    </a:extLst>
                  </p:cNvPr>
                  <p:cNvSpPr/>
                  <p:nvPr/>
                </p:nvSpPr>
                <p:spPr bwMode="auto">
                  <a:xfrm>
                    <a:off x="4948238" y="1665288"/>
                    <a:ext cx="1743075" cy="1008063"/>
                  </a:xfrm>
                  <a:custGeom>
                    <a:avLst/>
                    <a:gdLst>
                      <a:gd name="T0" fmla="*/ 547 w 1098"/>
                      <a:gd name="T1" fmla="*/ 0 h 635"/>
                      <a:gd name="T2" fmla="*/ 1098 w 1098"/>
                      <a:gd name="T3" fmla="*/ 317 h 635"/>
                      <a:gd name="T4" fmla="*/ 550 w 1098"/>
                      <a:gd name="T5" fmla="*/ 635 h 635"/>
                      <a:gd name="T6" fmla="*/ 0 w 1098"/>
                      <a:gd name="T7" fmla="*/ 317 h 635"/>
                      <a:gd name="T8" fmla="*/ 547 w 1098"/>
                      <a:gd name="T9" fmla="*/ 0 h 635"/>
                      <a:gd name="T10" fmla="*/ 550 w 1098"/>
                      <a:gd name="T11" fmla="*/ 564 h 635"/>
                      <a:gd name="T12" fmla="*/ 974 w 1098"/>
                      <a:gd name="T13" fmla="*/ 317 h 635"/>
                      <a:gd name="T14" fmla="*/ 547 w 1098"/>
                      <a:gd name="T15" fmla="*/ 72 h 635"/>
                      <a:gd name="T16" fmla="*/ 124 w 1098"/>
                      <a:gd name="T17" fmla="*/ 317 h 635"/>
                      <a:gd name="T18" fmla="*/ 550 w 1098"/>
                      <a:gd name="T19" fmla="*/ 564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8" h="635">
                        <a:moveTo>
                          <a:pt x="547" y="0"/>
                        </a:moveTo>
                        <a:lnTo>
                          <a:pt x="1098" y="317"/>
                        </a:lnTo>
                        <a:lnTo>
                          <a:pt x="550" y="635"/>
                        </a:lnTo>
                        <a:lnTo>
                          <a:pt x="0" y="317"/>
                        </a:lnTo>
                        <a:lnTo>
                          <a:pt x="547" y="0"/>
                        </a:lnTo>
                        <a:close/>
                        <a:moveTo>
                          <a:pt x="550" y="564"/>
                        </a:moveTo>
                        <a:lnTo>
                          <a:pt x="974" y="317"/>
                        </a:lnTo>
                        <a:lnTo>
                          <a:pt x="547" y="72"/>
                        </a:lnTo>
                        <a:lnTo>
                          <a:pt x="124" y="317"/>
                        </a:lnTo>
                        <a:lnTo>
                          <a:pt x="550" y="5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4" name="ïŝlíďè">
                    <a:extLst>
                      <a:ext uri="{FF2B5EF4-FFF2-40B4-BE49-F238E27FC236}">
                        <a16:creationId xmlns:a16="http://schemas.microsoft.com/office/drawing/2014/main" id="{A466EE34-D228-4208-8BDE-4D2125F589B7}"/>
                      </a:ext>
                    </a:extLst>
                  </p:cNvPr>
                  <p:cNvSpPr/>
                  <p:nvPr/>
                </p:nvSpPr>
                <p:spPr bwMode="auto">
                  <a:xfrm>
                    <a:off x="4948238" y="1665288"/>
                    <a:ext cx="1743075" cy="1008063"/>
                  </a:xfrm>
                  <a:custGeom>
                    <a:avLst/>
                    <a:gdLst>
                      <a:gd name="T0" fmla="*/ 547 w 1098"/>
                      <a:gd name="T1" fmla="*/ 0 h 635"/>
                      <a:gd name="T2" fmla="*/ 1098 w 1098"/>
                      <a:gd name="T3" fmla="*/ 317 h 635"/>
                      <a:gd name="T4" fmla="*/ 550 w 1098"/>
                      <a:gd name="T5" fmla="*/ 635 h 635"/>
                      <a:gd name="T6" fmla="*/ 0 w 1098"/>
                      <a:gd name="T7" fmla="*/ 317 h 635"/>
                      <a:gd name="T8" fmla="*/ 547 w 1098"/>
                      <a:gd name="T9" fmla="*/ 0 h 635"/>
                      <a:gd name="T10" fmla="*/ 550 w 1098"/>
                      <a:gd name="T11" fmla="*/ 564 h 635"/>
                      <a:gd name="T12" fmla="*/ 974 w 1098"/>
                      <a:gd name="T13" fmla="*/ 317 h 635"/>
                      <a:gd name="T14" fmla="*/ 547 w 1098"/>
                      <a:gd name="T15" fmla="*/ 72 h 635"/>
                      <a:gd name="T16" fmla="*/ 124 w 1098"/>
                      <a:gd name="T17" fmla="*/ 317 h 635"/>
                      <a:gd name="T18" fmla="*/ 550 w 1098"/>
                      <a:gd name="T19" fmla="*/ 564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8" h="635">
                        <a:moveTo>
                          <a:pt x="547" y="0"/>
                        </a:moveTo>
                        <a:lnTo>
                          <a:pt x="1098" y="317"/>
                        </a:lnTo>
                        <a:lnTo>
                          <a:pt x="550" y="635"/>
                        </a:lnTo>
                        <a:lnTo>
                          <a:pt x="0" y="317"/>
                        </a:lnTo>
                        <a:lnTo>
                          <a:pt x="547" y="0"/>
                        </a:lnTo>
                        <a:moveTo>
                          <a:pt x="550" y="564"/>
                        </a:moveTo>
                        <a:lnTo>
                          <a:pt x="974" y="317"/>
                        </a:lnTo>
                        <a:lnTo>
                          <a:pt x="547" y="72"/>
                        </a:lnTo>
                        <a:lnTo>
                          <a:pt x="124" y="317"/>
                        </a:lnTo>
                        <a:lnTo>
                          <a:pt x="550" y="56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5" name="ïšlídê">
                    <a:extLst>
                      <a:ext uri="{FF2B5EF4-FFF2-40B4-BE49-F238E27FC236}">
                        <a16:creationId xmlns:a16="http://schemas.microsoft.com/office/drawing/2014/main" id="{B890CE58-BCDC-42AD-903A-D63E8E2ADBAC}"/>
                      </a:ext>
                    </a:extLst>
                  </p:cNvPr>
                  <p:cNvSpPr/>
                  <p:nvPr/>
                </p:nvSpPr>
                <p:spPr bwMode="auto">
                  <a:xfrm>
                    <a:off x="5521326" y="3817938"/>
                    <a:ext cx="1588" cy="1588"/>
                  </a:xfrm>
                  <a:prstGeom prst="rect">
                    <a:avLst/>
                  </a:prstGeom>
                  <a:solidFill>
                    <a:srgbClr val="48484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66" name="íṥḻïḍê">
                    <a:extLst>
                      <a:ext uri="{FF2B5EF4-FFF2-40B4-BE49-F238E27FC236}">
                        <a16:creationId xmlns:a16="http://schemas.microsoft.com/office/drawing/2014/main" id="{35CF852C-D578-462D-A628-377B760F5C98}"/>
                      </a:ext>
                    </a:extLst>
                  </p:cNvPr>
                  <p:cNvSpPr/>
                  <p:nvPr/>
                </p:nvSpPr>
                <p:spPr bwMode="auto">
                  <a:xfrm>
                    <a:off x="5521326" y="3817938"/>
                    <a:ext cx="1588" cy="1588"/>
                  </a:xfrm>
                  <a:prstGeom prst="rect">
                    <a:avLst/>
                  </a:prstGeom>
                  <a:solidFill>
                    <a:srgbClr val="2D2D2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67" name="í$ḻiḋè">
                    <a:extLst>
                      <a:ext uri="{FF2B5EF4-FFF2-40B4-BE49-F238E27FC236}">
                        <a16:creationId xmlns:a16="http://schemas.microsoft.com/office/drawing/2014/main" id="{10C6A403-34B6-4E9A-86A1-DD01E23608D9}"/>
                      </a:ext>
                    </a:extLst>
                  </p:cNvPr>
                  <p:cNvSpPr/>
                  <p:nvPr/>
                </p:nvSpPr>
                <p:spPr bwMode="auto">
                  <a:xfrm>
                    <a:off x="3941763" y="3989388"/>
                    <a:ext cx="765175" cy="1287463"/>
                  </a:xfrm>
                  <a:custGeom>
                    <a:avLst/>
                    <a:gdLst>
                      <a:gd name="T0" fmla="*/ 482 w 482"/>
                      <a:gd name="T1" fmla="*/ 811 h 811"/>
                      <a:gd name="T2" fmla="*/ 1 w 482"/>
                      <a:gd name="T3" fmla="*/ 532 h 811"/>
                      <a:gd name="T4" fmla="*/ 0 w 482"/>
                      <a:gd name="T5" fmla="*/ 0 h 811"/>
                      <a:gd name="T6" fmla="*/ 481 w 482"/>
                      <a:gd name="T7" fmla="*/ 278 h 811"/>
                      <a:gd name="T8" fmla="*/ 482 w 482"/>
                      <a:gd name="T9" fmla="*/ 811 h 811"/>
                    </a:gdLst>
                    <a:ahLst/>
                    <a:cxnLst>
                      <a:cxn ang="0">
                        <a:pos x="T0" y="T1"/>
                      </a:cxn>
                      <a:cxn ang="0">
                        <a:pos x="T2" y="T3"/>
                      </a:cxn>
                      <a:cxn ang="0">
                        <a:pos x="T4" y="T5"/>
                      </a:cxn>
                      <a:cxn ang="0">
                        <a:pos x="T6" y="T7"/>
                      </a:cxn>
                      <a:cxn ang="0">
                        <a:pos x="T8" y="T9"/>
                      </a:cxn>
                    </a:cxnLst>
                    <a:rect l="0" t="0" r="r" b="b"/>
                    <a:pathLst>
                      <a:path w="482" h="811">
                        <a:moveTo>
                          <a:pt x="482" y="811"/>
                        </a:moveTo>
                        <a:lnTo>
                          <a:pt x="1" y="532"/>
                        </a:lnTo>
                        <a:lnTo>
                          <a:pt x="0" y="0"/>
                        </a:lnTo>
                        <a:lnTo>
                          <a:pt x="481" y="278"/>
                        </a:lnTo>
                        <a:lnTo>
                          <a:pt x="482" y="811"/>
                        </a:lnTo>
                        <a:close/>
                      </a:path>
                    </a:pathLst>
                  </a:custGeom>
                  <a:solidFill>
                    <a:srgbClr val="C2D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8" name="îṥḷiḓê">
                    <a:extLst>
                      <a:ext uri="{FF2B5EF4-FFF2-40B4-BE49-F238E27FC236}">
                        <a16:creationId xmlns:a16="http://schemas.microsoft.com/office/drawing/2014/main" id="{256FAF30-3C5A-48AE-A6EF-663D3CB6088E}"/>
                      </a:ext>
                    </a:extLst>
                  </p:cNvPr>
                  <p:cNvSpPr/>
                  <p:nvPr/>
                </p:nvSpPr>
                <p:spPr bwMode="auto">
                  <a:xfrm>
                    <a:off x="3941763" y="3348038"/>
                    <a:ext cx="1884363" cy="1082675"/>
                  </a:xfrm>
                  <a:custGeom>
                    <a:avLst/>
                    <a:gdLst>
                      <a:gd name="T0" fmla="*/ 481 w 1187"/>
                      <a:gd name="T1" fmla="*/ 682 h 682"/>
                      <a:gd name="T2" fmla="*/ 0 w 1187"/>
                      <a:gd name="T3" fmla="*/ 404 h 682"/>
                      <a:gd name="T4" fmla="*/ 706 w 1187"/>
                      <a:gd name="T5" fmla="*/ 0 h 682"/>
                      <a:gd name="T6" fmla="*/ 1187 w 1187"/>
                      <a:gd name="T7" fmla="*/ 278 h 682"/>
                      <a:gd name="T8" fmla="*/ 481 w 1187"/>
                      <a:gd name="T9" fmla="*/ 682 h 682"/>
                    </a:gdLst>
                    <a:ahLst/>
                    <a:cxnLst>
                      <a:cxn ang="0">
                        <a:pos x="T0" y="T1"/>
                      </a:cxn>
                      <a:cxn ang="0">
                        <a:pos x="T2" y="T3"/>
                      </a:cxn>
                      <a:cxn ang="0">
                        <a:pos x="T4" y="T5"/>
                      </a:cxn>
                      <a:cxn ang="0">
                        <a:pos x="T6" y="T7"/>
                      </a:cxn>
                      <a:cxn ang="0">
                        <a:pos x="T8" y="T9"/>
                      </a:cxn>
                    </a:cxnLst>
                    <a:rect l="0" t="0" r="r" b="b"/>
                    <a:pathLst>
                      <a:path w="1187" h="682">
                        <a:moveTo>
                          <a:pt x="481" y="682"/>
                        </a:moveTo>
                        <a:lnTo>
                          <a:pt x="0" y="404"/>
                        </a:lnTo>
                        <a:lnTo>
                          <a:pt x="706" y="0"/>
                        </a:lnTo>
                        <a:lnTo>
                          <a:pt x="1187" y="278"/>
                        </a:lnTo>
                        <a:lnTo>
                          <a:pt x="481" y="682"/>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9" name="îṧļídé">
                    <a:extLst>
                      <a:ext uri="{FF2B5EF4-FFF2-40B4-BE49-F238E27FC236}">
                        <a16:creationId xmlns:a16="http://schemas.microsoft.com/office/drawing/2014/main" id="{451987D6-9B5C-4C8A-ABBC-D6F7B24D25F7}"/>
                      </a:ext>
                    </a:extLst>
                  </p:cNvPr>
                  <p:cNvSpPr/>
                  <p:nvPr/>
                </p:nvSpPr>
                <p:spPr bwMode="auto">
                  <a:xfrm>
                    <a:off x="4705351" y="3789363"/>
                    <a:ext cx="1122363" cy="1487488"/>
                  </a:xfrm>
                  <a:custGeom>
                    <a:avLst/>
                    <a:gdLst>
                      <a:gd name="T0" fmla="*/ 706 w 707"/>
                      <a:gd name="T1" fmla="*/ 0 h 937"/>
                      <a:gd name="T2" fmla="*/ 707 w 707"/>
                      <a:gd name="T3" fmla="*/ 532 h 937"/>
                      <a:gd name="T4" fmla="*/ 1 w 707"/>
                      <a:gd name="T5" fmla="*/ 937 h 937"/>
                      <a:gd name="T6" fmla="*/ 0 w 707"/>
                      <a:gd name="T7" fmla="*/ 404 h 937"/>
                      <a:gd name="T8" fmla="*/ 706 w 707"/>
                      <a:gd name="T9" fmla="*/ 0 h 937"/>
                    </a:gdLst>
                    <a:ahLst/>
                    <a:cxnLst>
                      <a:cxn ang="0">
                        <a:pos x="T0" y="T1"/>
                      </a:cxn>
                      <a:cxn ang="0">
                        <a:pos x="T2" y="T3"/>
                      </a:cxn>
                      <a:cxn ang="0">
                        <a:pos x="T4" y="T5"/>
                      </a:cxn>
                      <a:cxn ang="0">
                        <a:pos x="T6" y="T7"/>
                      </a:cxn>
                      <a:cxn ang="0">
                        <a:pos x="T8" y="T9"/>
                      </a:cxn>
                    </a:cxnLst>
                    <a:rect l="0" t="0" r="r" b="b"/>
                    <a:pathLst>
                      <a:path w="707" h="937">
                        <a:moveTo>
                          <a:pt x="706" y="0"/>
                        </a:moveTo>
                        <a:lnTo>
                          <a:pt x="707" y="532"/>
                        </a:lnTo>
                        <a:lnTo>
                          <a:pt x="1" y="937"/>
                        </a:lnTo>
                        <a:lnTo>
                          <a:pt x="0" y="404"/>
                        </a:lnTo>
                        <a:lnTo>
                          <a:pt x="706" y="0"/>
                        </a:lnTo>
                        <a:close/>
                      </a:path>
                    </a:pathLst>
                  </a:custGeom>
                  <a:solidFill>
                    <a:srgbClr val="9FBCF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0" name="ïsļîdè">
                    <a:extLst>
                      <a:ext uri="{FF2B5EF4-FFF2-40B4-BE49-F238E27FC236}">
                        <a16:creationId xmlns:a16="http://schemas.microsoft.com/office/drawing/2014/main" id="{288871E7-2842-404B-8002-D94EAC83FCE2}"/>
                      </a:ext>
                    </a:extLst>
                  </p:cNvPr>
                  <p:cNvSpPr/>
                  <p:nvPr/>
                </p:nvSpPr>
                <p:spPr bwMode="auto">
                  <a:xfrm>
                    <a:off x="5281613" y="4179888"/>
                    <a:ext cx="447675" cy="517525"/>
                  </a:xfrm>
                  <a:custGeom>
                    <a:avLst/>
                    <a:gdLst>
                      <a:gd name="T0" fmla="*/ 282 w 282"/>
                      <a:gd name="T1" fmla="*/ 326 h 326"/>
                      <a:gd name="T2" fmla="*/ 281 w 282"/>
                      <a:gd name="T3" fmla="*/ 0 h 326"/>
                      <a:gd name="T4" fmla="*/ 0 w 282"/>
                      <a:gd name="T5" fmla="*/ 162 h 326"/>
                      <a:gd name="T6" fmla="*/ 282 w 282"/>
                      <a:gd name="T7" fmla="*/ 326 h 326"/>
                    </a:gdLst>
                    <a:ahLst/>
                    <a:cxnLst>
                      <a:cxn ang="0">
                        <a:pos x="T0" y="T1"/>
                      </a:cxn>
                      <a:cxn ang="0">
                        <a:pos x="T2" y="T3"/>
                      </a:cxn>
                      <a:cxn ang="0">
                        <a:pos x="T4" y="T5"/>
                      </a:cxn>
                      <a:cxn ang="0">
                        <a:pos x="T6" y="T7"/>
                      </a:cxn>
                    </a:cxnLst>
                    <a:rect l="0" t="0" r="r" b="b"/>
                    <a:pathLst>
                      <a:path w="282" h="326">
                        <a:moveTo>
                          <a:pt x="282" y="326"/>
                        </a:moveTo>
                        <a:lnTo>
                          <a:pt x="281" y="0"/>
                        </a:lnTo>
                        <a:lnTo>
                          <a:pt x="0" y="162"/>
                        </a:lnTo>
                        <a:lnTo>
                          <a:pt x="282" y="326"/>
                        </a:lnTo>
                        <a:close/>
                      </a:path>
                    </a:pathLst>
                  </a:custGeom>
                  <a:solidFill>
                    <a:srgbClr val="6591F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1" name="iśḻïḓé">
                    <a:extLst>
                      <a:ext uri="{FF2B5EF4-FFF2-40B4-BE49-F238E27FC236}">
                        <a16:creationId xmlns:a16="http://schemas.microsoft.com/office/drawing/2014/main" id="{563A96CA-73F2-4C7B-AD54-4E17BB7F583E}"/>
                      </a:ext>
                    </a:extLst>
                  </p:cNvPr>
                  <p:cNvSpPr/>
                  <p:nvPr/>
                </p:nvSpPr>
                <p:spPr bwMode="auto">
                  <a:xfrm>
                    <a:off x="4775201" y="4121151"/>
                    <a:ext cx="1004888" cy="1114425"/>
                  </a:xfrm>
                  <a:custGeom>
                    <a:avLst/>
                    <a:gdLst>
                      <a:gd name="T0" fmla="*/ 32 w 633"/>
                      <a:gd name="T1" fmla="*/ 380 h 702"/>
                      <a:gd name="T2" fmla="*/ 600 w 633"/>
                      <a:gd name="T3" fmla="*/ 52 h 702"/>
                      <a:gd name="T4" fmla="*/ 601 w 633"/>
                      <a:gd name="T5" fmla="*/ 359 h 702"/>
                      <a:gd name="T6" fmla="*/ 633 w 633"/>
                      <a:gd name="T7" fmla="*/ 340 h 702"/>
                      <a:gd name="T8" fmla="*/ 631 w 633"/>
                      <a:gd name="T9" fmla="*/ 0 h 702"/>
                      <a:gd name="T10" fmla="*/ 0 w 633"/>
                      <a:gd name="T11" fmla="*/ 364 h 702"/>
                      <a:gd name="T12" fmla="*/ 2 w 633"/>
                      <a:gd name="T13" fmla="*/ 702 h 702"/>
                      <a:gd name="T14" fmla="*/ 32 w 633"/>
                      <a:gd name="T15" fmla="*/ 685 h 702"/>
                      <a:gd name="T16" fmla="*/ 32 w 633"/>
                      <a:gd name="T17" fmla="*/ 38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3" h="702">
                        <a:moveTo>
                          <a:pt x="32" y="380"/>
                        </a:moveTo>
                        <a:lnTo>
                          <a:pt x="600" y="52"/>
                        </a:lnTo>
                        <a:lnTo>
                          <a:pt x="601" y="359"/>
                        </a:lnTo>
                        <a:lnTo>
                          <a:pt x="633" y="340"/>
                        </a:lnTo>
                        <a:lnTo>
                          <a:pt x="631" y="0"/>
                        </a:lnTo>
                        <a:lnTo>
                          <a:pt x="0" y="364"/>
                        </a:lnTo>
                        <a:lnTo>
                          <a:pt x="2" y="702"/>
                        </a:lnTo>
                        <a:lnTo>
                          <a:pt x="32" y="685"/>
                        </a:lnTo>
                        <a:lnTo>
                          <a:pt x="32" y="380"/>
                        </a:lnTo>
                        <a:close/>
                      </a:path>
                    </a:pathLst>
                  </a:custGeom>
                  <a:solidFill>
                    <a:srgbClr val="83A7F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2" name="íṩḻíḓé">
                    <a:extLst>
                      <a:ext uri="{FF2B5EF4-FFF2-40B4-BE49-F238E27FC236}">
                        <a16:creationId xmlns:a16="http://schemas.microsoft.com/office/drawing/2014/main" id="{CB7E9D8A-CA79-489D-A987-0AA41F8FFE06}"/>
                      </a:ext>
                    </a:extLst>
                  </p:cNvPr>
                  <p:cNvSpPr/>
                  <p:nvPr/>
                </p:nvSpPr>
                <p:spPr bwMode="auto">
                  <a:xfrm>
                    <a:off x="4346576" y="3625851"/>
                    <a:ext cx="1074738" cy="620713"/>
                  </a:xfrm>
                  <a:custGeom>
                    <a:avLst/>
                    <a:gdLst>
                      <a:gd name="T0" fmla="*/ 466 w 677"/>
                      <a:gd name="T1" fmla="*/ 0 h 391"/>
                      <a:gd name="T2" fmla="*/ 0 w 677"/>
                      <a:gd name="T3" fmla="*/ 270 h 391"/>
                      <a:gd name="T4" fmla="*/ 207 w 677"/>
                      <a:gd name="T5" fmla="*/ 391 h 391"/>
                      <a:gd name="T6" fmla="*/ 677 w 677"/>
                      <a:gd name="T7" fmla="*/ 121 h 391"/>
                      <a:gd name="T8" fmla="*/ 466 w 677"/>
                      <a:gd name="T9" fmla="*/ 0 h 391"/>
                    </a:gdLst>
                    <a:ahLst/>
                    <a:cxnLst>
                      <a:cxn ang="0">
                        <a:pos x="T0" y="T1"/>
                      </a:cxn>
                      <a:cxn ang="0">
                        <a:pos x="T2" y="T3"/>
                      </a:cxn>
                      <a:cxn ang="0">
                        <a:pos x="T4" y="T5"/>
                      </a:cxn>
                      <a:cxn ang="0">
                        <a:pos x="T6" y="T7"/>
                      </a:cxn>
                      <a:cxn ang="0">
                        <a:pos x="T8" y="T9"/>
                      </a:cxn>
                    </a:cxnLst>
                    <a:rect l="0" t="0" r="r" b="b"/>
                    <a:pathLst>
                      <a:path w="677" h="391">
                        <a:moveTo>
                          <a:pt x="466" y="0"/>
                        </a:moveTo>
                        <a:lnTo>
                          <a:pt x="0" y="270"/>
                        </a:lnTo>
                        <a:lnTo>
                          <a:pt x="207" y="391"/>
                        </a:lnTo>
                        <a:lnTo>
                          <a:pt x="677" y="121"/>
                        </a:lnTo>
                        <a:lnTo>
                          <a:pt x="466" y="0"/>
                        </a:lnTo>
                        <a:close/>
                      </a:path>
                    </a:pathLst>
                  </a:custGeom>
                  <a:solidFill>
                    <a:srgbClr val="D7E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3" name="išľïḓè">
                    <a:extLst>
                      <a:ext uri="{FF2B5EF4-FFF2-40B4-BE49-F238E27FC236}">
                        <a16:creationId xmlns:a16="http://schemas.microsoft.com/office/drawing/2014/main" id="{F884BDA6-EDDA-4258-84ED-61616F1FDF56}"/>
                      </a:ext>
                    </a:extLst>
                  </p:cNvPr>
                  <p:cNvSpPr/>
                  <p:nvPr/>
                </p:nvSpPr>
                <p:spPr bwMode="auto">
                  <a:xfrm>
                    <a:off x="5086351" y="3529013"/>
                    <a:ext cx="419100" cy="288925"/>
                  </a:xfrm>
                  <a:custGeom>
                    <a:avLst/>
                    <a:gdLst>
                      <a:gd name="T0" fmla="*/ 0 w 264"/>
                      <a:gd name="T1" fmla="*/ 0 h 182"/>
                      <a:gd name="T2" fmla="*/ 0 w 264"/>
                      <a:gd name="T3" fmla="*/ 61 h 182"/>
                      <a:gd name="T4" fmla="*/ 0 w 264"/>
                      <a:gd name="T5" fmla="*/ 61 h 182"/>
                      <a:gd name="T6" fmla="*/ 211 w 264"/>
                      <a:gd name="T7" fmla="*/ 182 h 182"/>
                      <a:gd name="T8" fmla="*/ 264 w 264"/>
                      <a:gd name="T9" fmla="*/ 152 h 182"/>
                      <a:gd name="T10" fmla="*/ 0 w 264"/>
                      <a:gd name="T11" fmla="*/ 0 h 182"/>
                    </a:gdLst>
                    <a:ahLst/>
                    <a:cxnLst>
                      <a:cxn ang="0">
                        <a:pos x="T0" y="T1"/>
                      </a:cxn>
                      <a:cxn ang="0">
                        <a:pos x="T2" y="T3"/>
                      </a:cxn>
                      <a:cxn ang="0">
                        <a:pos x="T4" y="T5"/>
                      </a:cxn>
                      <a:cxn ang="0">
                        <a:pos x="T6" y="T7"/>
                      </a:cxn>
                      <a:cxn ang="0">
                        <a:pos x="T8" y="T9"/>
                      </a:cxn>
                      <a:cxn ang="0">
                        <a:pos x="T10" y="T11"/>
                      </a:cxn>
                    </a:cxnLst>
                    <a:rect l="0" t="0" r="r" b="b"/>
                    <a:pathLst>
                      <a:path w="264" h="182">
                        <a:moveTo>
                          <a:pt x="0" y="0"/>
                        </a:moveTo>
                        <a:lnTo>
                          <a:pt x="0" y="61"/>
                        </a:lnTo>
                        <a:lnTo>
                          <a:pt x="0" y="61"/>
                        </a:lnTo>
                        <a:lnTo>
                          <a:pt x="211" y="182"/>
                        </a:lnTo>
                        <a:lnTo>
                          <a:pt x="264" y="152"/>
                        </a:lnTo>
                        <a:lnTo>
                          <a:pt x="0" y="0"/>
                        </a:lnTo>
                        <a:close/>
                      </a:path>
                    </a:pathLst>
                  </a:custGeom>
                  <a:solidFill>
                    <a:srgbClr val="C0D8F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4" name="îṧ1íḓè">
                    <a:extLst>
                      <a:ext uri="{FF2B5EF4-FFF2-40B4-BE49-F238E27FC236}">
                        <a16:creationId xmlns:a16="http://schemas.microsoft.com/office/drawing/2014/main" id="{631BB74D-3C8E-4FAC-8347-F2A80D118830}"/>
                      </a:ext>
                    </a:extLst>
                  </p:cNvPr>
                  <p:cNvSpPr/>
                  <p:nvPr/>
                </p:nvSpPr>
                <p:spPr bwMode="auto">
                  <a:xfrm>
                    <a:off x="4262438" y="3529013"/>
                    <a:ext cx="823913" cy="525463"/>
                  </a:xfrm>
                  <a:custGeom>
                    <a:avLst/>
                    <a:gdLst>
                      <a:gd name="T0" fmla="*/ 519 w 519"/>
                      <a:gd name="T1" fmla="*/ 61 h 331"/>
                      <a:gd name="T2" fmla="*/ 519 w 519"/>
                      <a:gd name="T3" fmla="*/ 0 h 331"/>
                      <a:gd name="T4" fmla="*/ 0 w 519"/>
                      <a:gd name="T5" fmla="*/ 301 h 331"/>
                      <a:gd name="T6" fmla="*/ 52 w 519"/>
                      <a:gd name="T7" fmla="*/ 331 h 331"/>
                      <a:gd name="T8" fmla="*/ 519 w 519"/>
                      <a:gd name="T9" fmla="*/ 61 h 331"/>
                    </a:gdLst>
                    <a:ahLst/>
                    <a:cxnLst>
                      <a:cxn ang="0">
                        <a:pos x="T0" y="T1"/>
                      </a:cxn>
                      <a:cxn ang="0">
                        <a:pos x="T2" y="T3"/>
                      </a:cxn>
                      <a:cxn ang="0">
                        <a:pos x="T4" y="T5"/>
                      </a:cxn>
                      <a:cxn ang="0">
                        <a:pos x="T6" y="T7"/>
                      </a:cxn>
                      <a:cxn ang="0">
                        <a:pos x="T8" y="T9"/>
                      </a:cxn>
                    </a:cxnLst>
                    <a:rect l="0" t="0" r="r" b="b"/>
                    <a:pathLst>
                      <a:path w="519" h="331">
                        <a:moveTo>
                          <a:pt x="519" y="61"/>
                        </a:moveTo>
                        <a:lnTo>
                          <a:pt x="519" y="0"/>
                        </a:lnTo>
                        <a:lnTo>
                          <a:pt x="0" y="301"/>
                        </a:lnTo>
                        <a:lnTo>
                          <a:pt x="52" y="331"/>
                        </a:lnTo>
                        <a:lnTo>
                          <a:pt x="519" y="61"/>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5" name="íšļidè">
                    <a:extLst>
                      <a:ext uri="{FF2B5EF4-FFF2-40B4-BE49-F238E27FC236}">
                        <a16:creationId xmlns:a16="http://schemas.microsoft.com/office/drawing/2014/main" id="{E4BCAADA-F14C-4F41-8D81-709EC75DEE99}"/>
                      </a:ext>
                    </a:extLst>
                  </p:cNvPr>
                  <p:cNvSpPr/>
                  <p:nvPr/>
                </p:nvSpPr>
                <p:spPr bwMode="auto">
                  <a:xfrm>
                    <a:off x="4100513" y="4487863"/>
                    <a:ext cx="398463" cy="682625"/>
                  </a:xfrm>
                  <a:custGeom>
                    <a:avLst/>
                    <a:gdLst>
                      <a:gd name="T0" fmla="*/ 251 w 251"/>
                      <a:gd name="T1" fmla="*/ 144 h 430"/>
                      <a:gd name="T2" fmla="*/ 250 w 251"/>
                      <a:gd name="T3" fmla="*/ 430 h 430"/>
                      <a:gd name="T4" fmla="*/ 0 w 251"/>
                      <a:gd name="T5" fmla="*/ 286 h 430"/>
                      <a:gd name="T6" fmla="*/ 2 w 251"/>
                      <a:gd name="T7" fmla="*/ 0 h 430"/>
                      <a:gd name="T8" fmla="*/ 251 w 251"/>
                      <a:gd name="T9" fmla="*/ 144 h 430"/>
                    </a:gdLst>
                    <a:ahLst/>
                    <a:cxnLst>
                      <a:cxn ang="0">
                        <a:pos x="T0" y="T1"/>
                      </a:cxn>
                      <a:cxn ang="0">
                        <a:pos x="T2" y="T3"/>
                      </a:cxn>
                      <a:cxn ang="0">
                        <a:pos x="T4" y="T5"/>
                      </a:cxn>
                      <a:cxn ang="0">
                        <a:pos x="T6" y="T7"/>
                      </a:cxn>
                      <a:cxn ang="0">
                        <a:pos x="T8" y="T9"/>
                      </a:cxn>
                    </a:cxnLst>
                    <a:rect l="0" t="0" r="r" b="b"/>
                    <a:pathLst>
                      <a:path w="251" h="430">
                        <a:moveTo>
                          <a:pt x="251" y="144"/>
                        </a:moveTo>
                        <a:lnTo>
                          <a:pt x="250" y="430"/>
                        </a:lnTo>
                        <a:lnTo>
                          <a:pt x="0" y="286"/>
                        </a:lnTo>
                        <a:lnTo>
                          <a:pt x="2" y="0"/>
                        </a:lnTo>
                        <a:lnTo>
                          <a:pt x="251" y="144"/>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6" name="íṣlîďê">
                    <a:extLst>
                      <a:ext uri="{FF2B5EF4-FFF2-40B4-BE49-F238E27FC236}">
                        <a16:creationId xmlns:a16="http://schemas.microsoft.com/office/drawing/2014/main" id="{AA0E9E51-7227-47FD-9363-5C05DF6ED83E}"/>
                      </a:ext>
                    </a:extLst>
                  </p:cNvPr>
                  <p:cNvSpPr/>
                  <p:nvPr/>
                </p:nvSpPr>
                <p:spPr bwMode="auto">
                  <a:xfrm>
                    <a:off x="4122738" y="4916488"/>
                    <a:ext cx="173038" cy="101600"/>
                  </a:xfrm>
                  <a:custGeom>
                    <a:avLst/>
                    <a:gdLst>
                      <a:gd name="T0" fmla="*/ 0 w 109"/>
                      <a:gd name="T1" fmla="*/ 8 h 64"/>
                      <a:gd name="T2" fmla="*/ 14 w 109"/>
                      <a:gd name="T3" fmla="*/ 0 h 64"/>
                      <a:gd name="T4" fmla="*/ 109 w 109"/>
                      <a:gd name="T5" fmla="*/ 54 h 64"/>
                      <a:gd name="T6" fmla="*/ 95 w 109"/>
                      <a:gd name="T7" fmla="*/ 64 h 64"/>
                      <a:gd name="T8" fmla="*/ 0 w 109"/>
                      <a:gd name="T9" fmla="*/ 8 h 64"/>
                    </a:gdLst>
                    <a:ahLst/>
                    <a:cxnLst>
                      <a:cxn ang="0">
                        <a:pos x="T0" y="T1"/>
                      </a:cxn>
                      <a:cxn ang="0">
                        <a:pos x="T2" y="T3"/>
                      </a:cxn>
                      <a:cxn ang="0">
                        <a:pos x="T4" y="T5"/>
                      </a:cxn>
                      <a:cxn ang="0">
                        <a:pos x="T6" y="T7"/>
                      </a:cxn>
                      <a:cxn ang="0">
                        <a:pos x="T8" y="T9"/>
                      </a:cxn>
                    </a:cxnLst>
                    <a:rect l="0" t="0" r="r" b="b"/>
                    <a:pathLst>
                      <a:path w="109" h="64">
                        <a:moveTo>
                          <a:pt x="0" y="8"/>
                        </a:moveTo>
                        <a:lnTo>
                          <a:pt x="14" y="0"/>
                        </a:lnTo>
                        <a:lnTo>
                          <a:pt x="109" y="54"/>
                        </a:lnTo>
                        <a:lnTo>
                          <a:pt x="95" y="64"/>
                        </a:lnTo>
                        <a:lnTo>
                          <a:pt x="0" y="8"/>
                        </a:lnTo>
                        <a:close/>
                      </a:path>
                    </a:pathLst>
                  </a:custGeom>
                  <a:solidFill>
                    <a:srgbClr val="D7E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7" name="íŝḷiḑè">
                    <a:extLst>
                      <a:ext uri="{FF2B5EF4-FFF2-40B4-BE49-F238E27FC236}">
                        <a16:creationId xmlns:a16="http://schemas.microsoft.com/office/drawing/2014/main" id="{4FA37D9F-C3FC-4012-9A82-FF44ADA5F650}"/>
                      </a:ext>
                    </a:extLst>
                  </p:cNvPr>
                  <p:cNvSpPr/>
                  <p:nvPr/>
                </p:nvSpPr>
                <p:spPr bwMode="auto">
                  <a:xfrm>
                    <a:off x="4273551" y="5002213"/>
                    <a:ext cx="22225" cy="50800"/>
                  </a:xfrm>
                  <a:custGeom>
                    <a:avLst/>
                    <a:gdLst>
                      <a:gd name="T0" fmla="*/ 0 w 14"/>
                      <a:gd name="T1" fmla="*/ 10 h 32"/>
                      <a:gd name="T2" fmla="*/ 14 w 14"/>
                      <a:gd name="T3" fmla="*/ 0 h 32"/>
                      <a:gd name="T4" fmla="*/ 14 w 14"/>
                      <a:gd name="T5" fmla="*/ 24 h 32"/>
                      <a:gd name="T6" fmla="*/ 0 w 14"/>
                      <a:gd name="T7" fmla="*/ 32 h 32"/>
                      <a:gd name="T8" fmla="*/ 0 w 14"/>
                      <a:gd name="T9" fmla="*/ 10 h 32"/>
                    </a:gdLst>
                    <a:ahLst/>
                    <a:cxnLst>
                      <a:cxn ang="0">
                        <a:pos x="T0" y="T1"/>
                      </a:cxn>
                      <a:cxn ang="0">
                        <a:pos x="T2" y="T3"/>
                      </a:cxn>
                      <a:cxn ang="0">
                        <a:pos x="T4" y="T5"/>
                      </a:cxn>
                      <a:cxn ang="0">
                        <a:pos x="T6" y="T7"/>
                      </a:cxn>
                      <a:cxn ang="0">
                        <a:pos x="T8" y="T9"/>
                      </a:cxn>
                    </a:cxnLst>
                    <a:rect l="0" t="0" r="r" b="b"/>
                    <a:pathLst>
                      <a:path w="14" h="32">
                        <a:moveTo>
                          <a:pt x="0" y="10"/>
                        </a:moveTo>
                        <a:lnTo>
                          <a:pt x="14" y="0"/>
                        </a:lnTo>
                        <a:lnTo>
                          <a:pt x="14" y="24"/>
                        </a:lnTo>
                        <a:lnTo>
                          <a:pt x="0" y="32"/>
                        </a:lnTo>
                        <a:lnTo>
                          <a:pt x="0" y="1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8" name="iśḻïḍe">
                    <a:extLst>
                      <a:ext uri="{FF2B5EF4-FFF2-40B4-BE49-F238E27FC236}">
                        <a16:creationId xmlns:a16="http://schemas.microsoft.com/office/drawing/2014/main" id="{9BDC76E4-D626-4A5C-95A9-6FE4BC2C7AAF}"/>
                      </a:ext>
                    </a:extLst>
                  </p:cNvPr>
                  <p:cNvSpPr/>
                  <p:nvPr/>
                </p:nvSpPr>
                <p:spPr bwMode="auto">
                  <a:xfrm>
                    <a:off x="4090988" y="4724401"/>
                    <a:ext cx="53975" cy="33338"/>
                  </a:xfrm>
                  <a:custGeom>
                    <a:avLst/>
                    <a:gdLst>
                      <a:gd name="T0" fmla="*/ 0 w 34"/>
                      <a:gd name="T1" fmla="*/ 9 h 21"/>
                      <a:gd name="T2" fmla="*/ 14 w 34"/>
                      <a:gd name="T3" fmla="*/ 0 h 21"/>
                      <a:gd name="T4" fmla="*/ 34 w 34"/>
                      <a:gd name="T5" fmla="*/ 12 h 21"/>
                      <a:gd name="T6" fmla="*/ 20 w 34"/>
                      <a:gd name="T7" fmla="*/ 21 h 21"/>
                      <a:gd name="T8" fmla="*/ 0 w 34"/>
                      <a:gd name="T9" fmla="*/ 9 h 21"/>
                    </a:gdLst>
                    <a:ahLst/>
                    <a:cxnLst>
                      <a:cxn ang="0">
                        <a:pos x="T0" y="T1"/>
                      </a:cxn>
                      <a:cxn ang="0">
                        <a:pos x="T2" y="T3"/>
                      </a:cxn>
                      <a:cxn ang="0">
                        <a:pos x="T4" y="T5"/>
                      </a:cxn>
                      <a:cxn ang="0">
                        <a:pos x="T6" y="T7"/>
                      </a:cxn>
                      <a:cxn ang="0">
                        <a:pos x="T8" y="T9"/>
                      </a:cxn>
                    </a:cxnLst>
                    <a:rect l="0" t="0" r="r" b="b"/>
                    <a:pathLst>
                      <a:path w="34" h="21">
                        <a:moveTo>
                          <a:pt x="0" y="9"/>
                        </a:moveTo>
                        <a:lnTo>
                          <a:pt x="14" y="0"/>
                        </a:lnTo>
                        <a:lnTo>
                          <a:pt x="34" y="12"/>
                        </a:lnTo>
                        <a:lnTo>
                          <a:pt x="20" y="21"/>
                        </a:lnTo>
                        <a:lnTo>
                          <a:pt x="0" y="9"/>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9" name="išlide">
                    <a:extLst>
                      <a:ext uri="{FF2B5EF4-FFF2-40B4-BE49-F238E27FC236}">
                        <a16:creationId xmlns:a16="http://schemas.microsoft.com/office/drawing/2014/main" id="{8F3CAF98-E988-4CD3-AA61-BE3007C7538A}"/>
                      </a:ext>
                    </a:extLst>
                  </p:cNvPr>
                  <p:cNvSpPr/>
                  <p:nvPr/>
                </p:nvSpPr>
                <p:spPr bwMode="auto">
                  <a:xfrm>
                    <a:off x="4122738" y="4743451"/>
                    <a:ext cx="22225" cy="185738"/>
                  </a:xfrm>
                  <a:custGeom>
                    <a:avLst/>
                    <a:gdLst>
                      <a:gd name="T0" fmla="*/ 0 w 14"/>
                      <a:gd name="T1" fmla="*/ 9 h 117"/>
                      <a:gd name="T2" fmla="*/ 14 w 14"/>
                      <a:gd name="T3" fmla="*/ 0 h 117"/>
                      <a:gd name="T4" fmla="*/ 14 w 14"/>
                      <a:gd name="T5" fmla="*/ 109 h 117"/>
                      <a:gd name="T6" fmla="*/ 0 w 14"/>
                      <a:gd name="T7" fmla="*/ 117 h 117"/>
                      <a:gd name="T8" fmla="*/ 0 w 14"/>
                      <a:gd name="T9" fmla="*/ 9 h 117"/>
                    </a:gdLst>
                    <a:ahLst/>
                    <a:cxnLst>
                      <a:cxn ang="0">
                        <a:pos x="T0" y="T1"/>
                      </a:cxn>
                      <a:cxn ang="0">
                        <a:pos x="T2" y="T3"/>
                      </a:cxn>
                      <a:cxn ang="0">
                        <a:pos x="T4" y="T5"/>
                      </a:cxn>
                      <a:cxn ang="0">
                        <a:pos x="T6" y="T7"/>
                      </a:cxn>
                      <a:cxn ang="0">
                        <a:pos x="T8" y="T9"/>
                      </a:cxn>
                    </a:cxnLst>
                    <a:rect l="0" t="0" r="r" b="b"/>
                    <a:pathLst>
                      <a:path w="14" h="117">
                        <a:moveTo>
                          <a:pt x="0" y="9"/>
                        </a:moveTo>
                        <a:lnTo>
                          <a:pt x="14" y="0"/>
                        </a:lnTo>
                        <a:lnTo>
                          <a:pt x="14" y="109"/>
                        </a:lnTo>
                        <a:lnTo>
                          <a:pt x="0" y="117"/>
                        </a:lnTo>
                        <a:lnTo>
                          <a:pt x="0" y="9"/>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0" name="iṧļîḍê">
                    <a:extLst>
                      <a:ext uri="{FF2B5EF4-FFF2-40B4-BE49-F238E27FC236}">
                        <a16:creationId xmlns:a16="http://schemas.microsoft.com/office/drawing/2014/main" id="{452D5A9E-FF0A-4A06-ACD8-09C7CAC6BEC6}"/>
                      </a:ext>
                    </a:extLst>
                  </p:cNvPr>
                  <p:cNvSpPr/>
                  <p:nvPr/>
                </p:nvSpPr>
                <p:spPr bwMode="auto">
                  <a:xfrm>
                    <a:off x="4090988" y="4691063"/>
                    <a:ext cx="53975" cy="31750"/>
                  </a:xfrm>
                  <a:custGeom>
                    <a:avLst/>
                    <a:gdLst>
                      <a:gd name="T0" fmla="*/ 0 w 34"/>
                      <a:gd name="T1" fmla="*/ 8 h 20"/>
                      <a:gd name="T2" fmla="*/ 14 w 34"/>
                      <a:gd name="T3" fmla="*/ 0 h 20"/>
                      <a:gd name="T4" fmla="*/ 34 w 34"/>
                      <a:gd name="T5" fmla="*/ 10 h 20"/>
                      <a:gd name="T6" fmla="*/ 20 w 34"/>
                      <a:gd name="T7" fmla="*/ 20 h 20"/>
                      <a:gd name="T8" fmla="*/ 0 w 34"/>
                      <a:gd name="T9" fmla="*/ 8 h 20"/>
                    </a:gdLst>
                    <a:ahLst/>
                    <a:cxnLst>
                      <a:cxn ang="0">
                        <a:pos x="T0" y="T1"/>
                      </a:cxn>
                      <a:cxn ang="0">
                        <a:pos x="T2" y="T3"/>
                      </a:cxn>
                      <a:cxn ang="0">
                        <a:pos x="T4" y="T5"/>
                      </a:cxn>
                      <a:cxn ang="0">
                        <a:pos x="T6" y="T7"/>
                      </a:cxn>
                      <a:cxn ang="0">
                        <a:pos x="T8" y="T9"/>
                      </a:cxn>
                    </a:cxnLst>
                    <a:rect l="0" t="0" r="r" b="b"/>
                    <a:pathLst>
                      <a:path w="34" h="20">
                        <a:moveTo>
                          <a:pt x="0" y="8"/>
                        </a:moveTo>
                        <a:lnTo>
                          <a:pt x="14" y="0"/>
                        </a:lnTo>
                        <a:lnTo>
                          <a:pt x="34" y="10"/>
                        </a:lnTo>
                        <a:lnTo>
                          <a:pt x="20" y="20"/>
                        </a:lnTo>
                        <a:lnTo>
                          <a:pt x="0" y="8"/>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1" name="i$ľîḓe">
                    <a:extLst>
                      <a:ext uri="{FF2B5EF4-FFF2-40B4-BE49-F238E27FC236}">
                        <a16:creationId xmlns:a16="http://schemas.microsoft.com/office/drawing/2014/main" id="{D42C684E-D506-420E-990F-62B8EF0B254C}"/>
                      </a:ext>
                    </a:extLst>
                  </p:cNvPr>
                  <p:cNvSpPr/>
                  <p:nvPr/>
                </p:nvSpPr>
                <p:spPr bwMode="auto">
                  <a:xfrm>
                    <a:off x="4122738" y="4706938"/>
                    <a:ext cx="173038" cy="101600"/>
                  </a:xfrm>
                  <a:custGeom>
                    <a:avLst/>
                    <a:gdLst>
                      <a:gd name="T0" fmla="*/ 0 w 109"/>
                      <a:gd name="T1" fmla="*/ 10 h 64"/>
                      <a:gd name="T2" fmla="*/ 14 w 109"/>
                      <a:gd name="T3" fmla="*/ 0 h 64"/>
                      <a:gd name="T4" fmla="*/ 109 w 109"/>
                      <a:gd name="T5" fmla="*/ 56 h 64"/>
                      <a:gd name="T6" fmla="*/ 95 w 109"/>
                      <a:gd name="T7" fmla="*/ 64 h 64"/>
                      <a:gd name="T8" fmla="*/ 0 w 109"/>
                      <a:gd name="T9" fmla="*/ 10 h 64"/>
                    </a:gdLst>
                    <a:ahLst/>
                    <a:cxnLst>
                      <a:cxn ang="0">
                        <a:pos x="T0" y="T1"/>
                      </a:cxn>
                      <a:cxn ang="0">
                        <a:pos x="T2" y="T3"/>
                      </a:cxn>
                      <a:cxn ang="0">
                        <a:pos x="T4" y="T5"/>
                      </a:cxn>
                      <a:cxn ang="0">
                        <a:pos x="T6" y="T7"/>
                      </a:cxn>
                      <a:cxn ang="0">
                        <a:pos x="T8" y="T9"/>
                      </a:cxn>
                    </a:cxnLst>
                    <a:rect l="0" t="0" r="r" b="b"/>
                    <a:pathLst>
                      <a:path w="109" h="64">
                        <a:moveTo>
                          <a:pt x="0" y="10"/>
                        </a:moveTo>
                        <a:lnTo>
                          <a:pt x="14" y="0"/>
                        </a:lnTo>
                        <a:lnTo>
                          <a:pt x="109" y="56"/>
                        </a:lnTo>
                        <a:lnTo>
                          <a:pt x="95" y="64"/>
                        </a:lnTo>
                        <a:lnTo>
                          <a:pt x="0" y="10"/>
                        </a:lnTo>
                        <a:close/>
                      </a:path>
                    </a:pathLst>
                  </a:custGeom>
                  <a:solidFill>
                    <a:srgbClr val="D7E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2" name="íṥ1îḑe">
                    <a:extLst>
                      <a:ext uri="{FF2B5EF4-FFF2-40B4-BE49-F238E27FC236}">
                        <a16:creationId xmlns:a16="http://schemas.microsoft.com/office/drawing/2014/main" id="{1E622B95-CA91-44F8-BC6F-611C0E13FAB3}"/>
                      </a:ext>
                    </a:extLst>
                  </p:cNvPr>
                  <p:cNvSpPr/>
                  <p:nvPr/>
                </p:nvSpPr>
                <p:spPr bwMode="auto">
                  <a:xfrm>
                    <a:off x="4273551" y="4795838"/>
                    <a:ext cx="22225" cy="47625"/>
                  </a:xfrm>
                  <a:custGeom>
                    <a:avLst/>
                    <a:gdLst>
                      <a:gd name="T0" fmla="*/ 0 w 14"/>
                      <a:gd name="T1" fmla="*/ 8 h 30"/>
                      <a:gd name="T2" fmla="*/ 14 w 14"/>
                      <a:gd name="T3" fmla="*/ 0 h 30"/>
                      <a:gd name="T4" fmla="*/ 14 w 14"/>
                      <a:gd name="T5" fmla="*/ 22 h 30"/>
                      <a:gd name="T6" fmla="*/ 0 w 14"/>
                      <a:gd name="T7" fmla="*/ 30 h 30"/>
                      <a:gd name="T8" fmla="*/ 0 w 14"/>
                      <a:gd name="T9" fmla="*/ 8 h 30"/>
                    </a:gdLst>
                    <a:ahLst/>
                    <a:cxnLst>
                      <a:cxn ang="0">
                        <a:pos x="T0" y="T1"/>
                      </a:cxn>
                      <a:cxn ang="0">
                        <a:pos x="T2" y="T3"/>
                      </a:cxn>
                      <a:cxn ang="0">
                        <a:pos x="T4" y="T5"/>
                      </a:cxn>
                      <a:cxn ang="0">
                        <a:pos x="T6" y="T7"/>
                      </a:cxn>
                      <a:cxn ang="0">
                        <a:pos x="T8" y="T9"/>
                      </a:cxn>
                    </a:cxnLst>
                    <a:rect l="0" t="0" r="r" b="b"/>
                    <a:pathLst>
                      <a:path w="14" h="30">
                        <a:moveTo>
                          <a:pt x="0" y="8"/>
                        </a:moveTo>
                        <a:lnTo>
                          <a:pt x="14" y="0"/>
                        </a:lnTo>
                        <a:lnTo>
                          <a:pt x="14" y="22"/>
                        </a:lnTo>
                        <a:lnTo>
                          <a:pt x="0" y="30"/>
                        </a:lnTo>
                        <a:lnTo>
                          <a:pt x="0" y="8"/>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3" name="îṡlïḋè">
                    <a:extLst>
                      <a:ext uri="{FF2B5EF4-FFF2-40B4-BE49-F238E27FC236}">
                        <a16:creationId xmlns:a16="http://schemas.microsoft.com/office/drawing/2014/main" id="{D3E1A827-BC38-470B-BE06-451241B2AF11}"/>
                      </a:ext>
                    </a:extLst>
                  </p:cNvPr>
                  <p:cNvSpPr/>
                  <p:nvPr/>
                </p:nvSpPr>
                <p:spPr bwMode="auto">
                  <a:xfrm>
                    <a:off x="4122738" y="4535488"/>
                    <a:ext cx="23813" cy="187325"/>
                  </a:xfrm>
                  <a:custGeom>
                    <a:avLst/>
                    <a:gdLst>
                      <a:gd name="T0" fmla="*/ 0 w 15"/>
                      <a:gd name="T1" fmla="*/ 8 h 118"/>
                      <a:gd name="T2" fmla="*/ 15 w 15"/>
                      <a:gd name="T3" fmla="*/ 0 h 118"/>
                      <a:gd name="T4" fmla="*/ 14 w 15"/>
                      <a:gd name="T5" fmla="*/ 108 h 118"/>
                      <a:gd name="T6" fmla="*/ 0 w 15"/>
                      <a:gd name="T7" fmla="*/ 118 h 118"/>
                      <a:gd name="T8" fmla="*/ 0 w 15"/>
                      <a:gd name="T9" fmla="*/ 8 h 118"/>
                    </a:gdLst>
                    <a:ahLst/>
                    <a:cxnLst>
                      <a:cxn ang="0">
                        <a:pos x="T0" y="T1"/>
                      </a:cxn>
                      <a:cxn ang="0">
                        <a:pos x="T2" y="T3"/>
                      </a:cxn>
                      <a:cxn ang="0">
                        <a:pos x="T4" y="T5"/>
                      </a:cxn>
                      <a:cxn ang="0">
                        <a:pos x="T6" y="T7"/>
                      </a:cxn>
                      <a:cxn ang="0">
                        <a:pos x="T8" y="T9"/>
                      </a:cxn>
                    </a:cxnLst>
                    <a:rect l="0" t="0" r="r" b="b"/>
                    <a:pathLst>
                      <a:path w="15" h="118">
                        <a:moveTo>
                          <a:pt x="0" y="8"/>
                        </a:moveTo>
                        <a:lnTo>
                          <a:pt x="15" y="0"/>
                        </a:lnTo>
                        <a:lnTo>
                          <a:pt x="14" y="108"/>
                        </a:lnTo>
                        <a:lnTo>
                          <a:pt x="0" y="118"/>
                        </a:lnTo>
                        <a:lnTo>
                          <a:pt x="0" y="8"/>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4" name="íṩļíde">
                    <a:extLst>
                      <a:ext uri="{FF2B5EF4-FFF2-40B4-BE49-F238E27FC236}">
                        <a16:creationId xmlns:a16="http://schemas.microsoft.com/office/drawing/2014/main" id="{3DC10D9B-BF3D-4C2C-9E5C-96A2A8BC0124}"/>
                      </a:ext>
                    </a:extLst>
                  </p:cNvPr>
                  <p:cNvSpPr/>
                  <p:nvPr/>
                </p:nvSpPr>
                <p:spPr bwMode="auto">
                  <a:xfrm>
                    <a:off x="4273551" y="4586288"/>
                    <a:ext cx="25400" cy="50800"/>
                  </a:xfrm>
                  <a:custGeom>
                    <a:avLst/>
                    <a:gdLst>
                      <a:gd name="T0" fmla="*/ 0 w 16"/>
                      <a:gd name="T1" fmla="*/ 8 h 32"/>
                      <a:gd name="T2" fmla="*/ 16 w 16"/>
                      <a:gd name="T3" fmla="*/ 0 h 32"/>
                      <a:gd name="T4" fmla="*/ 16 w 16"/>
                      <a:gd name="T5" fmla="*/ 22 h 32"/>
                      <a:gd name="T6" fmla="*/ 0 w 16"/>
                      <a:gd name="T7" fmla="*/ 32 h 32"/>
                      <a:gd name="T8" fmla="*/ 0 w 16"/>
                      <a:gd name="T9" fmla="*/ 8 h 32"/>
                    </a:gdLst>
                    <a:ahLst/>
                    <a:cxnLst>
                      <a:cxn ang="0">
                        <a:pos x="T0" y="T1"/>
                      </a:cxn>
                      <a:cxn ang="0">
                        <a:pos x="T2" y="T3"/>
                      </a:cxn>
                      <a:cxn ang="0">
                        <a:pos x="T4" y="T5"/>
                      </a:cxn>
                      <a:cxn ang="0">
                        <a:pos x="T6" y="T7"/>
                      </a:cxn>
                      <a:cxn ang="0">
                        <a:pos x="T8" y="T9"/>
                      </a:cxn>
                    </a:cxnLst>
                    <a:rect l="0" t="0" r="r" b="b"/>
                    <a:pathLst>
                      <a:path w="16" h="32">
                        <a:moveTo>
                          <a:pt x="0" y="8"/>
                        </a:moveTo>
                        <a:lnTo>
                          <a:pt x="16" y="0"/>
                        </a:lnTo>
                        <a:lnTo>
                          <a:pt x="16" y="22"/>
                        </a:lnTo>
                        <a:lnTo>
                          <a:pt x="0" y="32"/>
                        </a:lnTo>
                        <a:lnTo>
                          <a:pt x="0" y="8"/>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5" name="iṡľiḍe">
                    <a:extLst>
                      <a:ext uri="{FF2B5EF4-FFF2-40B4-BE49-F238E27FC236}">
                        <a16:creationId xmlns:a16="http://schemas.microsoft.com/office/drawing/2014/main" id="{01DFD128-C108-4389-BB27-DB7E948770B6}"/>
                      </a:ext>
                    </a:extLst>
                  </p:cNvPr>
                  <p:cNvSpPr/>
                  <p:nvPr/>
                </p:nvSpPr>
                <p:spPr bwMode="auto">
                  <a:xfrm>
                    <a:off x="4302126" y="5021263"/>
                    <a:ext cx="25400" cy="50800"/>
                  </a:xfrm>
                  <a:custGeom>
                    <a:avLst/>
                    <a:gdLst>
                      <a:gd name="T0" fmla="*/ 0 w 16"/>
                      <a:gd name="T1" fmla="*/ 8 h 32"/>
                      <a:gd name="T2" fmla="*/ 16 w 16"/>
                      <a:gd name="T3" fmla="*/ 0 h 32"/>
                      <a:gd name="T4" fmla="*/ 16 w 16"/>
                      <a:gd name="T5" fmla="*/ 23 h 32"/>
                      <a:gd name="T6" fmla="*/ 0 w 16"/>
                      <a:gd name="T7" fmla="*/ 32 h 32"/>
                      <a:gd name="T8" fmla="*/ 0 w 16"/>
                      <a:gd name="T9" fmla="*/ 8 h 32"/>
                    </a:gdLst>
                    <a:ahLst/>
                    <a:cxnLst>
                      <a:cxn ang="0">
                        <a:pos x="T0" y="T1"/>
                      </a:cxn>
                      <a:cxn ang="0">
                        <a:pos x="T2" y="T3"/>
                      </a:cxn>
                      <a:cxn ang="0">
                        <a:pos x="T4" y="T5"/>
                      </a:cxn>
                      <a:cxn ang="0">
                        <a:pos x="T6" y="T7"/>
                      </a:cxn>
                      <a:cxn ang="0">
                        <a:pos x="T8" y="T9"/>
                      </a:cxn>
                    </a:cxnLst>
                    <a:rect l="0" t="0" r="r" b="b"/>
                    <a:pathLst>
                      <a:path w="16" h="32">
                        <a:moveTo>
                          <a:pt x="0" y="8"/>
                        </a:moveTo>
                        <a:lnTo>
                          <a:pt x="16" y="0"/>
                        </a:lnTo>
                        <a:lnTo>
                          <a:pt x="16" y="23"/>
                        </a:lnTo>
                        <a:lnTo>
                          <a:pt x="0" y="32"/>
                        </a:lnTo>
                        <a:lnTo>
                          <a:pt x="0" y="8"/>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6" name="íṧlîdè">
                    <a:extLst>
                      <a:ext uri="{FF2B5EF4-FFF2-40B4-BE49-F238E27FC236}">
                        <a16:creationId xmlns:a16="http://schemas.microsoft.com/office/drawing/2014/main" id="{C4936E2A-2FD0-485B-B89B-383F3B15B857}"/>
                      </a:ext>
                    </a:extLst>
                  </p:cNvPr>
                  <p:cNvSpPr/>
                  <p:nvPr/>
                </p:nvSpPr>
                <p:spPr bwMode="auto">
                  <a:xfrm>
                    <a:off x="4302126" y="5021263"/>
                    <a:ext cx="174625" cy="100013"/>
                  </a:xfrm>
                  <a:custGeom>
                    <a:avLst/>
                    <a:gdLst>
                      <a:gd name="T0" fmla="*/ 0 w 110"/>
                      <a:gd name="T1" fmla="*/ 8 h 63"/>
                      <a:gd name="T2" fmla="*/ 16 w 110"/>
                      <a:gd name="T3" fmla="*/ 0 h 63"/>
                      <a:gd name="T4" fmla="*/ 110 w 110"/>
                      <a:gd name="T5" fmla="*/ 54 h 63"/>
                      <a:gd name="T6" fmla="*/ 95 w 110"/>
                      <a:gd name="T7" fmla="*/ 63 h 63"/>
                      <a:gd name="T8" fmla="*/ 0 w 110"/>
                      <a:gd name="T9" fmla="*/ 8 h 63"/>
                    </a:gdLst>
                    <a:ahLst/>
                    <a:cxnLst>
                      <a:cxn ang="0">
                        <a:pos x="T0" y="T1"/>
                      </a:cxn>
                      <a:cxn ang="0">
                        <a:pos x="T2" y="T3"/>
                      </a:cxn>
                      <a:cxn ang="0">
                        <a:pos x="T4" y="T5"/>
                      </a:cxn>
                      <a:cxn ang="0">
                        <a:pos x="T6" y="T7"/>
                      </a:cxn>
                      <a:cxn ang="0">
                        <a:pos x="T8" y="T9"/>
                      </a:cxn>
                    </a:cxnLst>
                    <a:rect l="0" t="0" r="r" b="b"/>
                    <a:pathLst>
                      <a:path w="110" h="63">
                        <a:moveTo>
                          <a:pt x="0" y="8"/>
                        </a:moveTo>
                        <a:lnTo>
                          <a:pt x="16" y="0"/>
                        </a:lnTo>
                        <a:lnTo>
                          <a:pt x="110" y="54"/>
                        </a:lnTo>
                        <a:lnTo>
                          <a:pt x="95" y="63"/>
                        </a:lnTo>
                        <a:lnTo>
                          <a:pt x="0" y="8"/>
                        </a:lnTo>
                        <a:close/>
                      </a:path>
                    </a:pathLst>
                  </a:custGeom>
                  <a:solidFill>
                    <a:srgbClr val="D7E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7" name="ïṥľïḍê">
                    <a:extLst>
                      <a:ext uri="{FF2B5EF4-FFF2-40B4-BE49-F238E27FC236}">
                        <a16:creationId xmlns:a16="http://schemas.microsoft.com/office/drawing/2014/main" id="{1C302CF0-2017-48F2-B911-63329F345A33}"/>
                      </a:ext>
                    </a:extLst>
                  </p:cNvPr>
                  <p:cNvSpPr/>
                  <p:nvPr/>
                </p:nvSpPr>
                <p:spPr bwMode="auto">
                  <a:xfrm>
                    <a:off x="4302126" y="4848226"/>
                    <a:ext cx="25400" cy="185738"/>
                  </a:xfrm>
                  <a:custGeom>
                    <a:avLst/>
                    <a:gdLst>
                      <a:gd name="T0" fmla="*/ 1 w 16"/>
                      <a:gd name="T1" fmla="*/ 9 h 117"/>
                      <a:gd name="T2" fmla="*/ 16 w 16"/>
                      <a:gd name="T3" fmla="*/ 0 h 117"/>
                      <a:gd name="T4" fmla="*/ 16 w 16"/>
                      <a:gd name="T5" fmla="*/ 109 h 117"/>
                      <a:gd name="T6" fmla="*/ 0 w 16"/>
                      <a:gd name="T7" fmla="*/ 117 h 117"/>
                      <a:gd name="T8" fmla="*/ 1 w 16"/>
                      <a:gd name="T9" fmla="*/ 9 h 117"/>
                    </a:gdLst>
                    <a:ahLst/>
                    <a:cxnLst>
                      <a:cxn ang="0">
                        <a:pos x="T0" y="T1"/>
                      </a:cxn>
                      <a:cxn ang="0">
                        <a:pos x="T2" y="T3"/>
                      </a:cxn>
                      <a:cxn ang="0">
                        <a:pos x="T4" y="T5"/>
                      </a:cxn>
                      <a:cxn ang="0">
                        <a:pos x="T6" y="T7"/>
                      </a:cxn>
                      <a:cxn ang="0">
                        <a:pos x="T8" y="T9"/>
                      </a:cxn>
                    </a:cxnLst>
                    <a:rect l="0" t="0" r="r" b="b"/>
                    <a:pathLst>
                      <a:path w="16" h="117">
                        <a:moveTo>
                          <a:pt x="1" y="9"/>
                        </a:moveTo>
                        <a:lnTo>
                          <a:pt x="16" y="0"/>
                        </a:lnTo>
                        <a:lnTo>
                          <a:pt x="16" y="109"/>
                        </a:lnTo>
                        <a:lnTo>
                          <a:pt x="0" y="117"/>
                        </a:lnTo>
                        <a:lnTo>
                          <a:pt x="1" y="9"/>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8" name="iṩľiḍê">
                    <a:extLst>
                      <a:ext uri="{FF2B5EF4-FFF2-40B4-BE49-F238E27FC236}">
                        <a16:creationId xmlns:a16="http://schemas.microsoft.com/office/drawing/2014/main" id="{8C27717B-ABEF-483A-A337-16C2252AE79F}"/>
                      </a:ext>
                    </a:extLst>
                  </p:cNvPr>
                  <p:cNvSpPr/>
                  <p:nvPr/>
                </p:nvSpPr>
                <p:spPr bwMode="auto">
                  <a:xfrm>
                    <a:off x="4303713" y="4811713"/>
                    <a:ext cx="23813" cy="50800"/>
                  </a:xfrm>
                  <a:custGeom>
                    <a:avLst/>
                    <a:gdLst>
                      <a:gd name="T0" fmla="*/ 0 w 15"/>
                      <a:gd name="T1" fmla="*/ 10 h 32"/>
                      <a:gd name="T2" fmla="*/ 15 w 15"/>
                      <a:gd name="T3" fmla="*/ 0 h 32"/>
                      <a:gd name="T4" fmla="*/ 15 w 15"/>
                      <a:gd name="T5" fmla="*/ 23 h 32"/>
                      <a:gd name="T6" fmla="*/ 0 w 15"/>
                      <a:gd name="T7" fmla="*/ 32 h 32"/>
                      <a:gd name="T8" fmla="*/ 0 w 15"/>
                      <a:gd name="T9" fmla="*/ 10 h 32"/>
                    </a:gdLst>
                    <a:ahLst/>
                    <a:cxnLst>
                      <a:cxn ang="0">
                        <a:pos x="T0" y="T1"/>
                      </a:cxn>
                      <a:cxn ang="0">
                        <a:pos x="T2" y="T3"/>
                      </a:cxn>
                      <a:cxn ang="0">
                        <a:pos x="T4" y="T5"/>
                      </a:cxn>
                      <a:cxn ang="0">
                        <a:pos x="T6" y="T7"/>
                      </a:cxn>
                      <a:cxn ang="0">
                        <a:pos x="T8" y="T9"/>
                      </a:cxn>
                    </a:cxnLst>
                    <a:rect l="0" t="0" r="r" b="b"/>
                    <a:pathLst>
                      <a:path w="15" h="32">
                        <a:moveTo>
                          <a:pt x="0" y="10"/>
                        </a:moveTo>
                        <a:lnTo>
                          <a:pt x="15" y="0"/>
                        </a:lnTo>
                        <a:lnTo>
                          <a:pt x="15" y="23"/>
                        </a:lnTo>
                        <a:lnTo>
                          <a:pt x="0" y="32"/>
                        </a:lnTo>
                        <a:lnTo>
                          <a:pt x="0" y="1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9" name="ïṩļiḍê">
                    <a:extLst>
                      <a:ext uri="{FF2B5EF4-FFF2-40B4-BE49-F238E27FC236}">
                        <a16:creationId xmlns:a16="http://schemas.microsoft.com/office/drawing/2014/main" id="{56B929AA-4CC5-4801-9D4B-052CDA5F184B}"/>
                      </a:ext>
                    </a:extLst>
                  </p:cNvPr>
                  <p:cNvSpPr/>
                  <p:nvPr/>
                </p:nvSpPr>
                <p:spPr bwMode="auto">
                  <a:xfrm>
                    <a:off x="4303713" y="4811713"/>
                    <a:ext cx="174625" cy="101600"/>
                  </a:xfrm>
                  <a:custGeom>
                    <a:avLst/>
                    <a:gdLst>
                      <a:gd name="T0" fmla="*/ 0 w 110"/>
                      <a:gd name="T1" fmla="*/ 10 h 64"/>
                      <a:gd name="T2" fmla="*/ 15 w 110"/>
                      <a:gd name="T3" fmla="*/ 0 h 64"/>
                      <a:gd name="T4" fmla="*/ 110 w 110"/>
                      <a:gd name="T5" fmla="*/ 56 h 64"/>
                      <a:gd name="T6" fmla="*/ 96 w 110"/>
                      <a:gd name="T7" fmla="*/ 64 h 64"/>
                      <a:gd name="T8" fmla="*/ 0 w 110"/>
                      <a:gd name="T9" fmla="*/ 10 h 64"/>
                    </a:gdLst>
                    <a:ahLst/>
                    <a:cxnLst>
                      <a:cxn ang="0">
                        <a:pos x="T0" y="T1"/>
                      </a:cxn>
                      <a:cxn ang="0">
                        <a:pos x="T2" y="T3"/>
                      </a:cxn>
                      <a:cxn ang="0">
                        <a:pos x="T4" y="T5"/>
                      </a:cxn>
                      <a:cxn ang="0">
                        <a:pos x="T6" y="T7"/>
                      </a:cxn>
                      <a:cxn ang="0">
                        <a:pos x="T8" y="T9"/>
                      </a:cxn>
                    </a:cxnLst>
                    <a:rect l="0" t="0" r="r" b="b"/>
                    <a:pathLst>
                      <a:path w="110" h="64">
                        <a:moveTo>
                          <a:pt x="0" y="10"/>
                        </a:moveTo>
                        <a:lnTo>
                          <a:pt x="15" y="0"/>
                        </a:lnTo>
                        <a:lnTo>
                          <a:pt x="110" y="56"/>
                        </a:lnTo>
                        <a:lnTo>
                          <a:pt x="96" y="64"/>
                        </a:lnTo>
                        <a:lnTo>
                          <a:pt x="0" y="10"/>
                        </a:lnTo>
                        <a:close/>
                      </a:path>
                    </a:pathLst>
                  </a:custGeom>
                  <a:solidFill>
                    <a:srgbClr val="D7E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0" name="íṧ1íḍè">
                    <a:extLst>
                      <a:ext uri="{FF2B5EF4-FFF2-40B4-BE49-F238E27FC236}">
                        <a16:creationId xmlns:a16="http://schemas.microsoft.com/office/drawing/2014/main" id="{246497E9-3AE1-4033-ABBF-3032BD906185}"/>
                      </a:ext>
                    </a:extLst>
                  </p:cNvPr>
                  <p:cNvSpPr/>
                  <p:nvPr/>
                </p:nvSpPr>
                <p:spPr bwMode="auto">
                  <a:xfrm>
                    <a:off x="4456113" y="4935538"/>
                    <a:ext cx="53975" cy="31750"/>
                  </a:xfrm>
                  <a:custGeom>
                    <a:avLst/>
                    <a:gdLst>
                      <a:gd name="T0" fmla="*/ 0 w 34"/>
                      <a:gd name="T1" fmla="*/ 8 h 20"/>
                      <a:gd name="T2" fmla="*/ 14 w 34"/>
                      <a:gd name="T3" fmla="*/ 0 h 20"/>
                      <a:gd name="T4" fmla="*/ 34 w 34"/>
                      <a:gd name="T5" fmla="*/ 11 h 20"/>
                      <a:gd name="T6" fmla="*/ 19 w 34"/>
                      <a:gd name="T7" fmla="*/ 20 h 20"/>
                      <a:gd name="T8" fmla="*/ 0 w 34"/>
                      <a:gd name="T9" fmla="*/ 8 h 20"/>
                    </a:gdLst>
                    <a:ahLst/>
                    <a:cxnLst>
                      <a:cxn ang="0">
                        <a:pos x="T0" y="T1"/>
                      </a:cxn>
                      <a:cxn ang="0">
                        <a:pos x="T2" y="T3"/>
                      </a:cxn>
                      <a:cxn ang="0">
                        <a:pos x="T4" y="T5"/>
                      </a:cxn>
                      <a:cxn ang="0">
                        <a:pos x="T6" y="T7"/>
                      </a:cxn>
                      <a:cxn ang="0">
                        <a:pos x="T8" y="T9"/>
                      </a:cxn>
                    </a:cxnLst>
                    <a:rect l="0" t="0" r="r" b="b"/>
                    <a:pathLst>
                      <a:path w="34" h="20">
                        <a:moveTo>
                          <a:pt x="0" y="8"/>
                        </a:moveTo>
                        <a:lnTo>
                          <a:pt x="14" y="0"/>
                        </a:lnTo>
                        <a:lnTo>
                          <a:pt x="34" y="11"/>
                        </a:lnTo>
                        <a:lnTo>
                          <a:pt x="19" y="20"/>
                        </a:lnTo>
                        <a:lnTo>
                          <a:pt x="0" y="8"/>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1" name="îṩ1ïḍê">
                    <a:extLst>
                      <a:ext uri="{FF2B5EF4-FFF2-40B4-BE49-F238E27FC236}">
                        <a16:creationId xmlns:a16="http://schemas.microsoft.com/office/drawing/2014/main" id="{49B9C44F-C4FD-467C-A2BC-4A1D350EBE71}"/>
                      </a:ext>
                    </a:extLst>
                  </p:cNvPr>
                  <p:cNvSpPr/>
                  <p:nvPr/>
                </p:nvSpPr>
                <p:spPr bwMode="auto">
                  <a:xfrm>
                    <a:off x="4303713" y="4640263"/>
                    <a:ext cx="23813" cy="187325"/>
                  </a:xfrm>
                  <a:custGeom>
                    <a:avLst/>
                    <a:gdLst>
                      <a:gd name="T0" fmla="*/ 0 w 15"/>
                      <a:gd name="T1" fmla="*/ 8 h 118"/>
                      <a:gd name="T2" fmla="*/ 15 w 15"/>
                      <a:gd name="T3" fmla="*/ 0 h 118"/>
                      <a:gd name="T4" fmla="*/ 15 w 15"/>
                      <a:gd name="T5" fmla="*/ 108 h 118"/>
                      <a:gd name="T6" fmla="*/ 0 w 15"/>
                      <a:gd name="T7" fmla="*/ 118 h 118"/>
                      <a:gd name="T8" fmla="*/ 0 w 15"/>
                      <a:gd name="T9" fmla="*/ 8 h 118"/>
                    </a:gdLst>
                    <a:ahLst/>
                    <a:cxnLst>
                      <a:cxn ang="0">
                        <a:pos x="T0" y="T1"/>
                      </a:cxn>
                      <a:cxn ang="0">
                        <a:pos x="T2" y="T3"/>
                      </a:cxn>
                      <a:cxn ang="0">
                        <a:pos x="T4" y="T5"/>
                      </a:cxn>
                      <a:cxn ang="0">
                        <a:pos x="T6" y="T7"/>
                      </a:cxn>
                      <a:cxn ang="0">
                        <a:pos x="T8" y="T9"/>
                      </a:cxn>
                    </a:cxnLst>
                    <a:rect l="0" t="0" r="r" b="b"/>
                    <a:pathLst>
                      <a:path w="15" h="118">
                        <a:moveTo>
                          <a:pt x="0" y="8"/>
                        </a:moveTo>
                        <a:lnTo>
                          <a:pt x="15" y="0"/>
                        </a:lnTo>
                        <a:lnTo>
                          <a:pt x="15" y="108"/>
                        </a:lnTo>
                        <a:lnTo>
                          <a:pt x="0" y="118"/>
                        </a:lnTo>
                        <a:lnTo>
                          <a:pt x="0" y="8"/>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2" name="ïşlïďé">
                    <a:extLst>
                      <a:ext uri="{FF2B5EF4-FFF2-40B4-BE49-F238E27FC236}">
                        <a16:creationId xmlns:a16="http://schemas.microsoft.com/office/drawing/2014/main" id="{AD3441D5-2318-46AD-A654-B109D2C09C38}"/>
                      </a:ext>
                    </a:extLst>
                  </p:cNvPr>
                  <p:cNvSpPr/>
                  <p:nvPr/>
                </p:nvSpPr>
                <p:spPr bwMode="auto">
                  <a:xfrm>
                    <a:off x="4456113" y="4900613"/>
                    <a:ext cx="53975" cy="31750"/>
                  </a:xfrm>
                  <a:custGeom>
                    <a:avLst/>
                    <a:gdLst>
                      <a:gd name="T0" fmla="*/ 0 w 34"/>
                      <a:gd name="T1" fmla="*/ 8 h 20"/>
                      <a:gd name="T2" fmla="*/ 14 w 34"/>
                      <a:gd name="T3" fmla="*/ 0 h 20"/>
                      <a:gd name="T4" fmla="*/ 34 w 34"/>
                      <a:gd name="T5" fmla="*/ 12 h 20"/>
                      <a:gd name="T6" fmla="*/ 19 w 34"/>
                      <a:gd name="T7" fmla="*/ 20 h 20"/>
                      <a:gd name="T8" fmla="*/ 0 w 34"/>
                      <a:gd name="T9" fmla="*/ 8 h 20"/>
                    </a:gdLst>
                    <a:ahLst/>
                    <a:cxnLst>
                      <a:cxn ang="0">
                        <a:pos x="T0" y="T1"/>
                      </a:cxn>
                      <a:cxn ang="0">
                        <a:pos x="T2" y="T3"/>
                      </a:cxn>
                      <a:cxn ang="0">
                        <a:pos x="T4" y="T5"/>
                      </a:cxn>
                      <a:cxn ang="0">
                        <a:pos x="T6" y="T7"/>
                      </a:cxn>
                      <a:cxn ang="0">
                        <a:pos x="T8" y="T9"/>
                      </a:cxn>
                    </a:cxnLst>
                    <a:rect l="0" t="0" r="r" b="b"/>
                    <a:pathLst>
                      <a:path w="34" h="20">
                        <a:moveTo>
                          <a:pt x="0" y="8"/>
                        </a:moveTo>
                        <a:lnTo>
                          <a:pt x="14" y="0"/>
                        </a:lnTo>
                        <a:lnTo>
                          <a:pt x="34" y="12"/>
                        </a:lnTo>
                        <a:lnTo>
                          <a:pt x="19" y="20"/>
                        </a:lnTo>
                        <a:lnTo>
                          <a:pt x="0" y="8"/>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3" name="ïṩ1îḋé">
                    <a:extLst>
                      <a:ext uri="{FF2B5EF4-FFF2-40B4-BE49-F238E27FC236}">
                        <a16:creationId xmlns:a16="http://schemas.microsoft.com/office/drawing/2014/main" id="{FA29337D-7F40-4F1A-AC4A-A45F99579267}"/>
                      </a:ext>
                    </a:extLst>
                  </p:cNvPr>
                  <p:cNvSpPr/>
                  <p:nvPr/>
                </p:nvSpPr>
                <p:spPr bwMode="auto">
                  <a:xfrm>
                    <a:off x="4303713" y="4603751"/>
                    <a:ext cx="23813" cy="49213"/>
                  </a:xfrm>
                  <a:custGeom>
                    <a:avLst/>
                    <a:gdLst>
                      <a:gd name="T0" fmla="*/ 0 w 15"/>
                      <a:gd name="T1" fmla="*/ 9 h 31"/>
                      <a:gd name="T2" fmla="*/ 15 w 15"/>
                      <a:gd name="T3" fmla="*/ 0 h 31"/>
                      <a:gd name="T4" fmla="*/ 15 w 15"/>
                      <a:gd name="T5" fmla="*/ 23 h 31"/>
                      <a:gd name="T6" fmla="*/ 0 w 15"/>
                      <a:gd name="T7" fmla="*/ 31 h 31"/>
                      <a:gd name="T8" fmla="*/ 0 w 15"/>
                      <a:gd name="T9" fmla="*/ 9 h 31"/>
                    </a:gdLst>
                    <a:ahLst/>
                    <a:cxnLst>
                      <a:cxn ang="0">
                        <a:pos x="T0" y="T1"/>
                      </a:cxn>
                      <a:cxn ang="0">
                        <a:pos x="T2" y="T3"/>
                      </a:cxn>
                      <a:cxn ang="0">
                        <a:pos x="T4" y="T5"/>
                      </a:cxn>
                      <a:cxn ang="0">
                        <a:pos x="T6" y="T7"/>
                      </a:cxn>
                      <a:cxn ang="0">
                        <a:pos x="T8" y="T9"/>
                      </a:cxn>
                    </a:cxnLst>
                    <a:rect l="0" t="0" r="r" b="b"/>
                    <a:pathLst>
                      <a:path w="15" h="31">
                        <a:moveTo>
                          <a:pt x="0" y="9"/>
                        </a:moveTo>
                        <a:lnTo>
                          <a:pt x="15" y="0"/>
                        </a:lnTo>
                        <a:lnTo>
                          <a:pt x="15" y="23"/>
                        </a:lnTo>
                        <a:lnTo>
                          <a:pt x="0" y="31"/>
                        </a:lnTo>
                        <a:lnTo>
                          <a:pt x="0" y="9"/>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4" name="ïšḻîdê">
                    <a:extLst>
                      <a:ext uri="{FF2B5EF4-FFF2-40B4-BE49-F238E27FC236}">
                        <a16:creationId xmlns:a16="http://schemas.microsoft.com/office/drawing/2014/main" id="{EB285E36-3938-4E18-B18D-EC483122025E}"/>
                      </a:ext>
                    </a:extLst>
                  </p:cNvPr>
                  <p:cNvSpPr/>
                  <p:nvPr/>
                </p:nvSpPr>
                <p:spPr bwMode="auto">
                  <a:xfrm>
                    <a:off x="4090988" y="4481513"/>
                    <a:ext cx="419100" cy="241300"/>
                  </a:xfrm>
                  <a:custGeom>
                    <a:avLst/>
                    <a:gdLst>
                      <a:gd name="T0" fmla="*/ 149 w 264"/>
                      <a:gd name="T1" fmla="*/ 77 h 152"/>
                      <a:gd name="T2" fmla="*/ 131 w 264"/>
                      <a:gd name="T3" fmla="*/ 66 h 152"/>
                      <a:gd name="T4" fmla="*/ 16 w 264"/>
                      <a:gd name="T5" fmla="*/ 0 h 152"/>
                      <a:gd name="T6" fmla="*/ 0 w 264"/>
                      <a:gd name="T7" fmla="*/ 8 h 152"/>
                      <a:gd name="T8" fmla="*/ 115 w 264"/>
                      <a:gd name="T9" fmla="*/ 74 h 152"/>
                      <a:gd name="T10" fmla="*/ 134 w 264"/>
                      <a:gd name="T11" fmla="*/ 86 h 152"/>
                      <a:gd name="T12" fmla="*/ 249 w 264"/>
                      <a:gd name="T13" fmla="*/ 152 h 152"/>
                      <a:gd name="T14" fmla="*/ 264 w 264"/>
                      <a:gd name="T15" fmla="*/ 144 h 152"/>
                      <a:gd name="T16" fmla="*/ 149 w 264"/>
                      <a:gd name="T17" fmla="*/ 7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 h="152">
                        <a:moveTo>
                          <a:pt x="149" y="77"/>
                        </a:moveTo>
                        <a:lnTo>
                          <a:pt x="131" y="66"/>
                        </a:lnTo>
                        <a:lnTo>
                          <a:pt x="16" y="0"/>
                        </a:lnTo>
                        <a:lnTo>
                          <a:pt x="0" y="8"/>
                        </a:lnTo>
                        <a:lnTo>
                          <a:pt x="115" y="74"/>
                        </a:lnTo>
                        <a:lnTo>
                          <a:pt x="134" y="86"/>
                        </a:lnTo>
                        <a:lnTo>
                          <a:pt x="249" y="152"/>
                        </a:lnTo>
                        <a:lnTo>
                          <a:pt x="264" y="144"/>
                        </a:lnTo>
                        <a:lnTo>
                          <a:pt x="149" y="77"/>
                        </a:lnTo>
                        <a:close/>
                      </a:path>
                    </a:pathLst>
                  </a:custGeom>
                  <a:solidFill>
                    <a:srgbClr val="D7E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5" name="î$ľíḋè">
                    <a:extLst>
                      <a:ext uri="{FF2B5EF4-FFF2-40B4-BE49-F238E27FC236}">
                        <a16:creationId xmlns:a16="http://schemas.microsoft.com/office/drawing/2014/main" id="{DB4E10B6-48D8-4B47-A5F7-9FE04610A93A}"/>
                      </a:ext>
                    </a:extLst>
                  </p:cNvPr>
                  <p:cNvSpPr/>
                  <p:nvPr/>
                </p:nvSpPr>
                <p:spPr bwMode="auto">
                  <a:xfrm>
                    <a:off x="4090988" y="4494213"/>
                    <a:ext cx="395288" cy="682625"/>
                  </a:xfrm>
                  <a:custGeom>
                    <a:avLst/>
                    <a:gdLst>
                      <a:gd name="T0" fmla="*/ 134 w 249"/>
                      <a:gd name="T1" fmla="*/ 78 h 430"/>
                      <a:gd name="T2" fmla="*/ 115 w 249"/>
                      <a:gd name="T3" fmla="*/ 66 h 430"/>
                      <a:gd name="T4" fmla="*/ 0 w 249"/>
                      <a:gd name="T5" fmla="*/ 0 h 430"/>
                      <a:gd name="T6" fmla="*/ 0 w 249"/>
                      <a:gd name="T7" fmla="*/ 132 h 430"/>
                      <a:gd name="T8" fmla="*/ 0 w 249"/>
                      <a:gd name="T9" fmla="*/ 154 h 430"/>
                      <a:gd name="T10" fmla="*/ 0 w 249"/>
                      <a:gd name="T11" fmla="*/ 286 h 430"/>
                      <a:gd name="T12" fmla="*/ 115 w 249"/>
                      <a:gd name="T13" fmla="*/ 352 h 430"/>
                      <a:gd name="T14" fmla="*/ 133 w 249"/>
                      <a:gd name="T15" fmla="*/ 364 h 430"/>
                      <a:gd name="T16" fmla="*/ 248 w 249"/>
                      <a:gd name="T17" fmla="*/ 430 h 430"/>
                      <a:gd name="T18" fmla="*/ 249 w 249"/>
                      <a:gd name="T19" fmla="*/ 298 h 430"/>
                      <a:gd name="T20" fmla="*/ 249 w 249"/>
                      <a:gd name="T21" fmla="*/ 276 h 430"/>
                      <a:gd name="T22" fmla="*/ 249 w 249"/>
                      <a:gd name="T23" fmla="*/ 144 h 430"/>
                      <a:gd name="T24" fmla="*/ 134 w 249"/>
                      <a:gd name="T25" fmla="*/ 78 h 430"/>
                      <a:gd name="T26" fmla="*/ 115 w 249"/>
                      <a:gd name="T27" fmla="*/ 330 h 430"/>
                      <a:gd name="T28" fmla="*/ 20 w 249"/>
                      <a:gd name="T29" fmla="*/ 274 h 430"/>
                      <a:gd name="T30" fmla="*/ 20 w 249"/>
                      <a:gd name="T31" fmla="*/ 166 h 430"/>
                      <a:gd name="T32" fmla="*/ 115 w 249"/>
                      <a:gd name="T33" fmla="*/ 220 h 430"/>
                      <a:gd name="T34" fmla="*/ 115 w 249"/>
                      <a:gd name="T35" fmla="*/ 330 h 430"/>
                      <a:gd name="T36" fmla="*/ 115 w 249"/>
                      <a:gd name="T37" fmla="*/ 198 h 430"/>
                      <a:gd name="T38" fmla="*/ 20 w 249"/>
                      <a:gd name="T39" fmla="*/ 144 h 430"/>
                      <a:gd name="T40" fmla="*/ 20 w 249"/>
                      <a:gd name="T41" fmla="*/ 34 h 430"/>
                      <a:gd name="T42" fmla="*/ 115 w 249"/>
                      <a:gd name="T43" fmla="*/ 90 h 430"/>
                      <a:gd name="T44" fmla="*/ 115 w 249"/>
                      <a:gd name="T45" fmla="*/ 198 h 430"/>
                      <a:gd name="T46" fmla="*/ 228 w 249"/>
                      <a:gd name="T47" fmla="*/ 395 h 430"/>
                      <a:gd name="T48" fmla="*/ 133 w 249"/>
                      <a:gd name="T49" fmla="*/ 340 h 430"/>
                      <a:gd name="T50" fmla="*/ 134 w 249"/>
                      <a:gd name="T51" fmla="*/ 232 h 430"/>
                      <a:gd name="T52" fmla="*/ 230 w 249"/>
                      <a:gd name="T53" fmla="*/ 286 h 430"/>
                      <a:gd name="T54" fmla="*/ 228 w 249"/>
                      <a:gd name="T55" fmla="*/ 395 h 430"/>
                      <a:gd name="T56" fmla="*/ 134 w 249"/>
                      <a:gd name="T57" fmla="*/ 210 h 430"/>
                      <a:gd name="T58" fmla="*/ 134 w 249"/>
                      <a:gd name="T59" fmla="*/ 100 h 430"/>
                      <a:gd name="T60" fmla="*/ 230 w 249"/>
                      <a:gd name="T61" fmla="*/ 156 h 430"/>
                      <a:gd name="T62" fmla="*/ 230 w 249"/>
                      <a:gd name="T63" fmla="*/ 264 h 430"/>
                      <a:gd name="T64" fmla="*/ 134 w 249"/>
                      <a:gd name="T65" fmla="*/ 210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9" h="430">
                        <a:moveTo>
                          <a:pt x="134" y="78"/>
                        </a:moveTo>
                        <a:lnTo>
                          <a:pt x="115" y="66"/>
                        </a:lnTo>
                        <a:lnTo>
                          <a:pt x="0" y="0"/>
                        </a:lnTo>
                        <a:lnTo>
                          <a:pt x="0" y="132"/>
                        </a:lnTo>
                        <a:lnTo>
                          <a:pt x="0" y="154"/>
                        </a:lnTo>
                        <a:lnTo>
                          <a:pt x="0" y="286"/>
                        </a:lnTo>
                        <a:lnTo>
                          <a:pt x="115" y="352"/>
                        </a:lnTo>
                        <a:lnTo>
                          <a:pt x="133" y="364"/>
                        </a:lnTo>
                        <a:lnTo>
                          <a:pt x="248" y="430"/>
                        </a:lnTo>
                        <a:lnTo>
                          <a:pt x="249" y="298"/>
                        </a:lnTo>
                        <a:lnTo>
                          <a:pt x="249" y="276"/>
                        </a:lnTo>
                        <a:lnTo>
                          <a:pt x="249" y="144"/>
                        </a:lnTo>
                        <a:lnTo>
                          <a:pt x="134" y="78"/>
                        </a:lnTo>
                        <a:close/>
                        <a:moveTo>
                          <a:pt x="115" y="330"/>
                        </a:moveTo>
                        <a:lnTo>
                          <a:pt x="20" y="274"/>
                        </a:lnTo>
                        <a:lnTo>
                          <a:pt x="20" y="166"/>
                        </a:lnTo>
                        <a:lnTo>
                          <a:pt x="115" y="220"/>
                        </a:lnTo>
                        <a:lnTo>
                          <a:pt x="115" y="330"/>
                        </a:lnTo>
                        <a:close/>
                        <a:moveTo>
                          <a:pt x="115" y="198"/>
                        </a:moveTo>
                        <a:lnTo>
                          <a:pt x="20" y="144"/>
                        </a:lnTo>
                        <a:lnTo>
                          <a:pt x="20" y="34"/>
                        </a:lnTo>
                        <a:lnTo>
                          <a:pt x="115" y="90"/>
                        </a:lnTo>
                        <a:lnTo>
                          <a:pt x="115" y="198"/>
                        </a:lnTo>
                        <a:close/>
                        <a:moveTo>
                          <a:pt x="228" y="395"/>
                        </a:moveTo>
                        <a:lnTo>
                          <a:pt x="133" y="340"/>
                        </a:lnTo>
                        <a:lnTo>
                          <a:pt x="134" y="232"/>
                        </a:lnTo>
                        <a:lnTo>
                          <a:pt x="230" y="286"/>
                        </a:lnTo>
                        <a:lnTo>
                          <a:pt x="228" y="395"/>
                        </a:lnTo>
                        <a:close/>
                        <a:moveTo>
                          <a:pt x="134" y="210"/>
                        </a:moveTo>
                        <a:lnTo>
                          <a:pt x="134" y="100"/>
                        </a:lnTo>
                        <a:lnTo>
                          <a:pt x="230" y="156"/>
                        </a:lnTo>
                        <a:lnTo>
                          <a:pt x="230" y="264"/>
                        </a:lnTo>
                        <a:lnTo>
                          <a:pt x="134" y="210"/>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6" name="íṥ1idê">
                    <a:extLst>
                      <a:ext uri="{FF2B5EF4-FFF2-40B4-BE49-F238E27FC236}">
                        <a16:creationId xmlns:a16="http://schemas.microsoft.com/office/drawing/2014/main" id="{FFFE724F-A649-4407-8950-8DF2408E5F1A}"/>
                      </a:ext>
                    </a:extLst>
                  </p:cNvPr>
                  <p:cNvSpPr/>
                  <p:nvPr/>
                </p:nvSpPr>
                <p:spPr bwMode="auto">
                  <a:xfrm>
                    <a:off x="4484688" y="4710113"/>
                    <a:ext cx="25400" cy="466725"/>
                  </a:xfrm>
                  <a:custGeom>
                    <a:avLst/>
                    <a:gdLst>
                      <a:gd name="T0" fmla="*/ 1 w 16"/>
                      <a:gd name="T1" fmla="*/ 8 h 294"/>
                      <a:gd name="T2" fmla="*/ 1 w 16"/>
                      <a:gd name="T3" fmla="*/ 140 h 294"/>
                      <a:gd name="T4" fmla="*/ 1 w 16"/>
                      <a:gd name="T5" fmla="*/ 162 h 294"/>
                      <a:gd name="T6" fmla="*/ 0 w 16"/>
                      <a:gd name="T7" fmla="*/ 294 h 294"/>
                      <a:gd name="T8" fmla="*/ 16 w 16"/>
                      <a:gd name="T9" fmla="*/ 285 h 294"/>
                      <a:gd name="T10" fmla="*/ 16 w 16"/>
                      <a:gd name="T11" fmla="*/ 153 h 294"/>
                      <a:gd name="T12" fmla="*/ 16 w 16"/>
                      <a:gd name="T13" fmla="*/ 132 h 294"/>
                      <a:gd name="T14" fmla="*/ 16 w 16"/>
                      <a:gd name="T15" fmla="*/ 0 h 294"/>
                      <a:gd name="T16" fmla="*/ 1 w 16"/>
                      <a:gd name="T17" fmla="*/ 8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94">
                        <a:moveTo>
                          <a:pt x="1" y="8"/>
                        </a:moveTo>
                        <a:lnTo>
                          <a:pt x="1" y="140"/>
                        </a:lnTo>
                        <a:lnTo>
                          <a:pt x="1" y="162"/>
                        </a:lnTo>
                        <a:lnTo>
                          <a:pt x="0" y="294"/>
                        </a:lnTo>
                        <a:lnTo>
                          <a:pt x="16" y="285"/>
                        </a:lnTo>
                        <a:lnTo>
                          <a:pt x="16" y="153"/>
                        </a:lnTo>
                        <a:lnTo>
                          <a:pt x="16" y="132"/>
                        </a:lnTo>
                        <a:lnTo>
                          <a:pt x="16" y="0"/>
                        </a:lnTo>
                        <a:lnTo>
                          <a:pt x="1" y="8"/>
                        </a:lnTo>
                        <a:close/>
                      </a:path>
                    </a:pathLst>
                  </a:custGeom>
                  <a:solidFill>
                    <a:srgbClr val="9FBCF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7" name="î$1îḍè">
                    <a:extLst>
                      <a:ext uri="{FF2B5EF4-FFF2-40B4-BE49-F238E27FC236}">
                        <a16:creationId xmlns:a16="http://schemas.microsoft.com/office/drawing/2014/main" id="{297A294B-DBDA-46C2-BAE2-A714E1BDA6DD}"/>
                      </a:ext>
                    </a:extLst>
                  </p:cNvPr>
                  <p:cNvSpPr/>
                  <p:nvPr/>
                </p:nvSpPr>
                <p:spPr bwMode="auto">
                  <a:xfrm>
                    <a:off x="7124701" y="3529013"/>
                    <a:ext cx="1588" cy="1588"/>
                  </a:xfrm>
                  <a:prstGeom prst="rect">
                    <a:avLst/>
                  </a:prstGeom>
                  <a:solidFill>
                    <a:srgbClr val="48484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98" name="ísļïdê">
                    <a:extLst>
                      <a:ext uri="{FF2B5EF4-FFF2-40B4-BE49-F238E27FC236}">
                        <a16:creationId xmlns:a16="http://schemas.microsoft.com/office/drawing/2014/main" id="{8C7F304F-0182-4DD8-9DD3-3B4F4CD851F2}"/>
                      </a:ext>
                    </a:extLst>
                  </p:cNvPr>
                  <p:cNvSpPr/>
                  <p:nvPr/>
                </p:nvSpPr>
                <p:spPr bwMode="auto">
                  <a:xfrm>
                    <a:off x="7124701" y="35290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solidFill>
                    <a:srgbClr val="2D2D2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9" name="ïṧļíḑé">
                    <a:extLst>
                      <a:ext uri="{FF2B5EF4-FFF2-40B4-BE49-F238E27FC236}">
                        <a16:creationId xmlns:a16="http://schemas.microsoft.com/office/drawing/2014/main" id="{D36FD83D-D05F-4A02-9EE7-FBC0FD712554}"/>
                      </a:ext>
                    </a:extLst>
                  </p:cNvPr>
                  <p:cNvSpPr/>
                  <p:nvPr/>
                </p:nvSpPr>
                <p:spPr bwMode="auto">
                  <a:xfrm>
                    <a:off x="7942263" y="3700463"/>
                    <a:ext cx="762000" cy="1287463"/>
                  </a:xfrm>
                  <a:custGeom>
                    <a:avLst/>
                    <a:gdLst>
                      <a:gd name="T0" fmla="*/ 0 w 480"/>
                      <a:gd name="T1" fmla="*/ 811 h 811"/>
                      <a:gd name="T2" fmla="*/ 479 w 480"/>
                      <a:gd name="T3" fmla="*/ 533 h 811"/>
                      <a:gd name="T4" fmla="*/ 480 w 480"/>
                      <a:gd name="T5" fmla="*/ 0 h 811"/>
                      <a:gd name="T6" fmla="*/ 1 w 480"/>
                      <a:gd name="T7" fmla="*/ 279 h 811"/>
                      <a:gd name="T8" fmla="*/ 0 w 480"/>
                      <a:gd name="T9" fmla="*/ 811 h 811"/>
                    </a:gdLst>
                    <a:ahLst/>
                    <a:cxnLst>
                      <a:cxn ang="0">
                        <a:pos x="T0" y="T1"/>
                      </a:cxn>
                      <a:cxn ang="0">
                        <a:pos x="T2" y="T3"/>
                      </a:cxn>
                      <a:cxn ang="0">
                        <a:pos x="T4" y="T5"/>
                      </a:cxn>
                      <a:cxn ang="0">
                        <a:pos x="T6" y="T7"/>
                      </a:cxn>
                      <a:cxn ang="0">
                        <a:pos x="T8" y="T9"/>
                      </a:cxn>
                    </a:cxnLst>
                    <a:rect l="0" t="0" r="r" b="b"/>
                    <a:pathLst>
                      <a:path w="480" h="811">
                        <a:moveTo>
                          <a:pt x="0" y="811"/>
                        </a:moveTo>
                        <a:lnTo>
                          <a:pt x="479" y="533"/>
                        </a:lnTo>
                        <a:lnTo>
                          <a:pt x="480" y="0"/>
                        </a:lnTo>
                        <a:lnTo>
                          <a:pt x="1" y="279"/>
                        </a:lnTo>
                        <a:lnTo>
                          <a:pt x="0" y="811"/>
                        </a:lnTo>
                        <a:close/>
                      </a:path>
                    </a:pathLst>
                  </a:custGeom>
                  <a:solidFill>
                    <a:srgbClr val="A0BD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0" name="íşľíḍe">
                    <a:extLst>
                      <a:ext uri="{FF2B5EF4-FFF2-40B4-BE49-F238E27FC236}">
                        <a16:creationId xmlns:a16="http://schemas.microsoft.com/office/drawing/2014/main" id="{CD9B866F-233D-4FE0-8057-6B4F0330509E}"/>
                      </a:ext>
                    </a:extLst>
                  </p:cNvPr>
                  <p:cNvSpPr/>
                  <p:nvPr/>
                </p:nvSpPr>
                <p:spPr bwMode="auto">
                  <a:xfrm>
                    <a:off x="6823076" y="3059113"/>
                    <a:ext cx="1881188" cy="1084263"/>
                  </a:xfrm>
                  <a:custGeom>
                    <a:avLst/>
                    <a:gdLst>
                      <a:gd name="T0" fmla="*/ 706 w 1185"/>
                      <a:gd name="T1" fmla="*/ 683 h 683"/>
                      <a:gd name="T2" fmla="*/ 1185 w 1185"/>
                      <a:gd name="T3" fmla="*/ 404 h 683"/>
                      <a:gd name="T4" fmla="*/ 479 w 1185"/>
                      <a:gd name="T5" fmla="*/ 0 h 683"/>
                      <a:gd name="T6" fmla="*/ 0 w 1185"/>
                      <a:gd name="T7" fmla="*/ 278 h 683"/>
                      <a:gd name="T8" fmla="*/ 706 w 1185"/>
                      <a:gd name="T9" fmla="*/ 683 h 683"/>
                    </a:gdLst>
                    <a:ahLst/>
                    <a:cxnLst>
                      <a:cxn ang="0">
                        <a:pos x="T0" y="T1"/>
                      </a:cxn>
                      <a:cxn ang="0">
                        <a:pos x="T2" y="T3"/>
                      </a:cxn>
                      <a:cxn ang="0">
                        <a:pos x="T4" y="T5"/>
                      </a:cxn>
                      <a:cxn ang="0">
                        <a:pos x="T6" y="T7"/>
                      </a:cxn>
                      <a:cxn ang="0">
                        <a:pos x="T8" y="T9"/>
                      </a:cxn>
                    </a:cxnLst>
                    <a:rect l="0" t="0" r="r" b="b"/>
                    <a:pathLst>
                      <a:path w="1185" h="683">
                        <a:moveTo>
                          <a:pt x="706" y="683"/>
                        </a:moveTo>
                        <a:lnTo>
                          <a:pt x="1185" y="404"/>
                        </a:lnTo>
                        <a:lnTo>
                          <a:pt x="479" y="0"/>
                        </a:lnTo>
                        <a:lnTo>
                          <a:pt x="0" y="278"/>
                        </a:lnTo>
                        <a:lnTo>
                          <a:pt x="706" y="683"/>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1" name="íṩḷiḑè">
                    <a:extLst>
                      <a:ext uri="{FF2B5EF4-FFF2-40B4-BE49-F238E27FC236}">
                        <a16:creationId xmlns:a16="http://schemas.microsoft.com/office/drawing/2014/main" id="{FD09119A-CEA1-44D2-B023-23BF7C011388}"/>
                      </a:ext>
                    </a:extLst>
                  </p:cNvPr>
                  <p:cNvSpPr/>
                  <p:nvPr/>
                </p:nvSpPr>
                <p:spPr bwMode="auto">
                  <a:xfrm>
                    <a:off x="6821488" y="3500438"/>
                    <a:ext cx="1122363" cy="1487488"/>
                  </a:xfrm>
                  <a:custGeom>
                    <a:avLst/>
                    <a:gdLst>
                      <a:gd name="T0" fmla="*/ 1 w 707"/>
                      <a:gd name="T1" fmla="*/ 0 h 937"/>
                      <a:gd name="T2" fmla="*/ 0 w 707"/>
                      <a:gd name="T3" fmla="*/ 532 h 937"/>
                      <a:gd name="T4" fmla="*/ 706 w 707"/>
                      <a:gd name="T5" fmla="*/ 937 h 937"/>
                      <a:gd name="T6" fmla="*/ 707 w 707"/>
                      <a:gd name="T7" fmla="*/ 405 h 937"/>
                      <a:gd name="T8" fmla="*/ 1 w 707"/>
                      <a:gd name="T9" fmla="*/ 0 h 937"/>
                    </a:gdLst>
                    <a:ahLst/>
                    <a:cxnLst>
                      <a:cxn ang="0">
                        <a:pos x="T0" y="T1"/>
                      </a:cxn>
                      <a:cxn ang="0">
                        <a:pos x="T2" y="T3"/>
                      </a:cxn>
                      <a:cxn ang="0">
                        <a:pos x="T4" y="T5"/>
                      </a:cxn>
                      <a:cxn ang="0">
                        <a:pos x="T6" y="T7"/>
                      </a:cxn>
                      <a:cxn ang="0">
                        <a:pos x="T8" y="T9"/>
                      </a:cxn>
                    </a:cxnLst>
                    <a:rect l="0" t="0" r="r" b="b"/>
                    <a:pathLst>
                      <a:path w="707" h="937">
                        <a:moveTo>
                          <a:pt x="1" y="0"/>
                        </a:moveTo>
                        <a:lnTo>
                          <a:pt x="0" y="532"/>
                        </a:lnTo>
                        <a:lnTo>
                          <a:pt x="706" y="937"/>
                        </a:lnTo>
                        <a:lnTo>
                          <a:pt x="707" y="405"/>
                        </a:lnTo>
                        <a:lnTo>
                          <a:pt x="1" y="0"/>
                        </a:lnTo>
                        <a:close/>
                      </a:path>
                    </a:pathLst>
                  </a:custGeom>
                  <a:solidFill>
                    <a:srgbClr val="A0BD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2" name="îşľiďê">
                    <a:extLst>
                      <a:ext uri="{FF2B5EF4-FFF2-40B4-BE49-F238E27FC236}">
                        <a16:creationId xmlns:a16="http://schemas.microsoft.com/office/drawing/2014/main" id="{5452CB15-C67F-4608-A0CB-541841CBED8E}"/>
                      </a:ext>
                    </a:extLst>
                  </p:cNvPr>
                  <p:cNvSpPr/>
                  <p:nvPr/>
                </p:nvSpPr>
                <p:spPr bwMode="auto">
                  <a:xfrm>
                    <a:off x="6916738" y="3890963"/>
                    <a:ext cx="449263" cy="517525"/>
                  </a:xfrm>
                  <a:custGeom>
                    <a:avLst/>
                    <a:gdLst>
                      <a:gd name="T0" fmla="*/ 0 w 283"/>
                      <a:gd name="T1" fmla="*/ 326 h 326"/>
                      <a:gd name="T2" fmla="*/ 2 w 283"/>
                      <a:gd name="T3" fmla="*/ 0 h 326"/>
                      <a:gd name="T4" fmla="*/ 283 w 283"/>
                      <a:gd name="T5" fmla="*/ 162 h 326"/>
                      <a:gd name="T6" fmla="*/ 0 w 283"/>
                      <a:gd name="T7" fmla="*/ 326 h 326"/>
                    </a:gdLst>
                    <a:ahLst/>
                    <a:cxnLst>
                      <a:cxn ang="0">
                        <a:pos x="T0" y="T1"/>
                      </a:cxn>
                      <a:cxn ang="0">
                        <a:pos x="T2" y="T3"/>
                      </a:cxn>
                      <a:cxn ang="0">
                        <a:pos x="T4" y="T5"/>
                      </a:cxn>
                      <a:cxn ang="0">
                        <a:pos x="T6" y="T7"/>
                      </a:cxn>
                    </a:cxnLst>
                    <a:rect l="0" t="0" r="r" b="b"/>
                    <a:pathLst>
                      <a:path w="283" h="326">
                        <a:moveTo>
                          <a:pt x="0" y="326"/>
                        </a:moveTo>
                        <a:lnTo>
                          <a:pt x="2" y="0"/>
                        </a:lnTo>
                        <a:lnTo>
                          <a:pt x="283" y="162"/>
                        </a:lnTo>
                        <a:lnTo>
                          <a:pt x="0" y="326"/>
                        </a:lnTo>
                        <a:close/>
                      </a:path>
                    </a:pathLst>
                  </a:custGeom>
                  <a:solidFill>
                    <a:srgbClr val="6591F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3" name="ísľîḋê">
                    <a:extLst>
                      <a:ext uri="{FF2B5EF4-FFF2-40B4-BE49-F238E27FC236}">
                        <a16:creationId xmlns:a16="http://schemas.microsoft.com/office/drawing/2014/main" id="{A90730C2-DB9A-4979-8155-CD10DE8111BC}"/>
                      </a:ext>
                    </a:extLst>
                  </p:cNvPr>
                  <p:cNvSpPr/>
                  <p:nvPr/>
                </p:nvSpPr>
                <p:spPr bwMode="auto">
                  <a:xfrm>
                    <a:off x="6869113" y="3832226"/>
                    <a:ext cx="1003300" cy="1114425"/>
                  </a:xfrm>
                  <a:custGeom>
                    <a:avLst/>
                    <a:gdLst>
                      <a:gd name="T0" fmla="*/ 601 w 632"/>
                      <a:gd name="T1" fmla="*/ 380 h 702"/>
                      <a:gd name="T2" fmla="*/ 32 w 632"/>
                      <a:gd name="T3" fmla="*/ 52 h 702"/>
                      <a:gd name="T4" fmla="*/ 30 w 632"/>
                      <a:gd name="T5" fmla="*/ 359 h 702"/>
                      <a:gd name="T6" fmla="*/ 0 w 632"/>
                      <a:gd name="T7" fmla="*/ 341 h 702"/>
                      <a:gd name="T8" fmla="*/ 0 w 632"/>
                      <a:gd name="T9" fmla="*/ 0 h 702"/>
                      <a:gd name="T10" fmla="*/ 632 w 632"/>
                      <a:gd name="T11" fmla="*/ 364 h 702"/>
                      <a:gd name="T12" fmla="*/ 631 w 632"/>
                      <a:gd name="T13" fmla="*/ 702 h 702"/>
                      <a:gd name="T14" fmla="*/ 599 w 632"/>
                      <a:gd name="T15" fmla="*/ 685 h 702"/>
                      <a:gd name="T16" fmla="*/ 601 w 632"/>
                      <a:gd name="T17" fmla="*/ 38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2" h="702">
                        <a:moveTo>
                          <a:pt x="601" y="380"/>
                        </a:moveTo>
                        <a:lnTo>
                          <a:pt x="32" y="52"/>
                        </a:lnTo>
                        <a:lnTo>
                          <a:pt x="30" y="359"/>
                        </a:lnTo>
                        <a:lnTo>
                          <a:pt x="0" y="341"/>
                        </a:lnTo>
                        <a:lnTo>
                          <a:pt x="0" y="0"/>
                        </a:lnTo>
                        <a:lnTo>
                          <a:pt x="632" y="364"/>
                        </a:lnTo>
                        <a:lnTo>
                          <a:pt x="631" y="702"/>
                        </a:lnTo>
                        <a:lnTo>
                          <a:pt x="599" y="685"/>
                        </a:lnTo>
                        <a:lnTo>
                          <a:pt x="601" y="380"/>
                        </a:lnTo>
                        <a:close/>
                      </a:path>
                    </a:pathLst>
                  </a:custGeom>
                  <a:solidFill>
                    <a:srgbClr val="B3CA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4" name="íŝ1îḍè">
                    <a:extLst>
                      <a:ext uri="{FF2B5EF4-FFF2-40B4-BE49-F238E27FC236}">
                        <a16:creationId xmlns:a16="http://schemas.microsoft.com/office/drawing/2014/main" id="{973EFC7C-5CD6-43BA-8C8A-CAE3B8F6D021}"/>
                      </a:ext>
                    </a:extLst>
                  </p:cNvPr>
                  <p:cNvSpPr/>
                  <p:nvPr/>
                </p:nvSpPr>
                <p:spPr bwMode="auto">
                  <a:xfrm>
                    <a:off x="7227888" y="3336926"/>
                    <a:ext cx="1074738" cy="622300"/>
                  </a:xfrm>
                  <a:custGeom>
                    <a:avLst/>
                    <a:gdLst>
                      <a:gd name="T0" fmla="*/ 210 w 677"/>
                      <a:gd name="T1" fmla="*/ 0 h 392"/>
                      <a:gd name="T2" fmla="*/ 677 w 677"/>
                      <a:gd name="T3" fmla="*/ 272 h 392"/>
                      <a:gd name="T4" fmla="*/ 470 w 677"/>
                      <a:gd name="T5" fmla="*/ 392 h 392"/>
                      <a:gd name="T6" fmla="*/ 0 w 677"/>
                      <a:gd name="T7" fmla="*/ 121 h 392"/>
                      <a:gd name="T8" fmla="*/ 210 w 677"/>
                      <a:gd name="T9" fmla="*/ 0 h 392"/>
                    </a:gdLst>
                    <a:ahLst/>
                    <a:cxnLst>
                      <a:cxn ang="0">
                        <a:pos x="T0" y="T1"/>
                      </a:cxn>
                      <a:cxn ang="0">
                        <a:pos x="T2" y="T3"/>
                      </a:cxn>
                      <a:cxn ang="0">
                        <a:pos x="T4" y="T5"/>
                      </a:cxn>
                      <a:cxn ang="0">
                        <a:pos x="T6" y="T7"/>
                      </a:cxn>
                      <a:cxn ang="0">
                        <a:pos x="T8" y="T9"/>
                      </a:cxn>
                    </a:cxnLst>
                    <a:rect l="0" t="0" r="r" b="b"/>
                    <a:pathLst>
                      <a:path w="677" h="392">
                        <a:moveTo>
                          <a:pt x="210" y="0"/>
                        </a:moveTo>
                        <a:lnTo>
                          <a:pt x="677" y="272"/>
                        </a:lnTo>
                        <a:lnTo>
                          <a:pt x="470" y="392"/>
                        </a:lnTo>
                        <a:lnTo>
                          <a:pt x="0" y="121"/>
                        </a:lnTo>
                        <a:lnTo>
                          <a:pt x="210" y="0"/>
                        </a:lnTo>
                        <a:close/>
                      </a:path>
                    </a:pathLst>
                  </a:custGeom>
                  <a:solidFill>
                    <a:srgbClr val="D7E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5" name="ïṧḻíḑe">
                    <a:extLst>
                      <a:ext uri="{FF2B5EF4-FFF2-40B4-BE49-F238E27FC236}">
                        <a16:creationId xmlns:a16="http://schemas.microsoft.com/office/drawing/2014/main" id="{292746E0-F0A0-45E1-94CB-48E0E7921327}"/>
                      </a:ext>
                    </a:extLst>
                  </p:cNvPr>
                  <p:cNvSpPr/>
                  <p:nvPr/>
                </p:nvSpPr>
                <p:spPr bwMode="auto">
                  <a:xfrm>
                    <a:off x="7142163" y="3240088"/>
                    <a:ext cx="419100" cy="288925"/>
                  </a:xfrm>
                  <a:custGeom>
                    <a:avLst/>
                    <a:gdLst>
                      <a:gd name="T0" fmla="*/ 264 w 264"/>
                      <a:gd name="T1" fmla="*/ 0 h 182"/>
                      <a:gd name="T2" fmla="*/ 264 w 264"/>
                      <a:gd name="T3" fmla="*/ 61 h 182"/>
                      <a:gd name="T4" fmla="*/ 264 w 264"/>
                      <a:gd name="T5" fmla="*/ 61 h 182"/>
                      <a:gd name="T6" fmla="*/ 52 w 264"/>
                      <a:gd name="T7" fmla="*/ 182 h 182"/>
                      <a:gd name="T8" fmla="*/ 0 w 264"/>
                      <a:gd name="T9" fmla="*/ 152 h 182"/>
                      <a:gd name="T10" fmla="*/ 264 w 264"/>
                      <a:gd name="T11" fmla="*/ 0 h 182"/>
                    </a:gdLst>
                    <a:ahLst/>
                    <a:cxnLst>
                      <a:cxn ang="0">
                        <a:pos x="T0" y="T1"/>
                      </a:cxn>
                      <a:cxn ang="0">
                        <a:pos x="T2" y="T3"/>
                      </a:cxn>
                      <a:cxn ang="0">
                        <a:pos x="T4" y="T5"/>
                      </a:cxn>
                      <a:cxn ang="0">
                        <a:pos x="T6" y="T7"/>
                      </a:cxn>
                      <a:cxn ang="0">
                        <a:pos x="T8" y="T9"/>
                      </a:cxn>
                      <a:cxn ang="0">
                        <a:pos x="T10" y="T11"/>
                      </a:cxn>
                    </a:cxnLst>
                    <a:rect l="0" t="0" r="r" b="b"/>
                    <a:pathLst>
                      <a:path w="264" h="182">
                        <a:moveTo>
                          <a:pt x="264" y="0"/>
                        </a:moveTo>
                        <a:lnTo>
                          <a:pt x="264" y="61"/>
                        </a:lnTo>
                        <a:lnTo>
                          <a:pt x="264" y="61"/>
                        </a:lnTo>
                        <a:lnTo>
                          <a:pt x="52" y="182"/>
                        </a:lnTo>
                        <a:lnTo>
                          <a:pt x="0" y="152"/>
                        </a:lnTo>
                        <a:lnTo>
                          <a:pt x="264" y="0"/>
                        </a:lnTo>
                        <a:close/>
                      </a:path>
                    </a:pathLst>
                  </a:custGeom>
                  <a:solidFill>
                    <a:srgbClr val="9CC0F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6" name="îṩḻïḋe">
                    <a:extLst>
                      <a:ext uri="{FF2B5EF4-FFF2-40B4-BE49-F238E27FC236}">
                        <a16:creationId xmlns:a16="http://schemas.microsoft.com/office/drawing/2014/main" id="{645237A4-D3CB-4535-92BD-D6AB85C87F9F}"/>
                      </a:ext>
                    </a:extLst>
                  </p:cNvPr>
                  <p:cNvSpPr/>
                  <p:nvPr/>
                </p:nvSpPr>
                <p:spPr bwMode="auto">
                  <a:xfrm>
                    <a:off x="7561263" y="3240088"/>
                    <a:ext cx="825500" cy="525463"/>
                  </a:xfrm>
                  <a:custGeom>
                    <a:avLst/>
                    <a:gdLst>
                      <a:gd name="T0" fmla="*/ 0 w 520"/>
                      <a:gd name="T1" fmla="*/ 61 h 331"/>
                      <a:gd name="T2" fmla="*/ 0 w 520"/>
                      <a:gd name="T3" fmla="*/ 0 h 331"/>
                      <a:gd name="T4" fmla="*/ 520 w 520"/>
                      <a:gd name="T5" fmla="*/ 301 h 331"/>
                      <a:gd name="T6" fmla="*/ 467 w 520"/>
                      <a:gd name="T7" fmla="*/ 331 h 331"/>
                      <a:gd name="T8" fmla="*/ 0 w 520"/>
                      <a:gd name="T9" fmla="*/ 61 h 331"/>
                    </a:gdLst>
                    <a:ahLst/>
                    <a:cxnLst>
                      <a:cxn ang="0">
                        <a:pos x="T0" y="T1"/>
                      </a:cxn>
                      <a:cxn ang="0">
                        <a:pos x="T2" y="T3"/>
                      </a:cxn>
                      <a:cxn ang="0">
                        <a:pos x="T4" y="T5"/>
                      </a:cxn>
                      <a:cxn ang="0">
                        <a:pos x="T6" y="T7"/>
                      </a:cxn>
                      <a:cxn ang="0">
                        <a:pos x="T8" y="T9"/>
                      </a:cxn>
                    </a:cxnLst>
                    <a:rect l="0" t="0" r="r" b="b"/>
                    <a:pathLst>
                      <a:path w="520" h="331">
                        <a:moveTo>
                          <a:pt x="0" y="61"/>
                        </a:moveTo>
                        <a:lnTo>
                          <a:pt x="0" y="0"/>
                        </a:lnTo>
                        <a:lnTo>
                          <a:pt x="520" y="301"/>
                        </a:lnTo>
                        <a:lnTo>
                          <a:pt x="467" y="331"/>
                        </a:lnTo>
                        <a:lnTo>
                          <a:pt x="0" y="61"/>
                        </a:lnTo>
                        <a:close/>
                      </a:path>
                    </a:pathLst>
                  </a:custGeom>
                  <a:solidFill>
                    <a:srgbClr val="C2D5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7" name="îṡļiḋe">
                    <a:extLst>
                      <a:ext uri="{FF2B5EF4-FFF2-40B4-BE49-F238E27FC236}">
                        <a16:creationId xmlns:a16="http://schemas.microsoft.com/office/drawing/2014/main" id="{6EC78A4D-431D-440E-AFB2-367F1F9EDA83}"/>
                      </a:ext>
                    </a:extLst>
                  </p:cNvPr>
                  <p:cNvSpPr/>
                  <p:nvPr/>
                </p:nvSpPr>
                <p:spPr bwMode="auto">
                  <a:xfrm>
                    <a:off x="8148638" y="4198938"/>
                    <a:ext cx="396875" cy="682625"/>
                  </a:xfrm>
                  <a:custGeom>
                    <a:avLst/>
                    <a:gdLst>
                      <a:gd name="T0" fmla="*/ 0 w 250"/>
                      <a:gd name="T1" fmla="*/ 144 h 430"/>
                      <a:gd name="T2" fmla="*/ 0 w 250"/>
                      <a:gd name="T3" fmla="*/ 430 h 430"/>
                      <a:gd name="T4" fmla="*/ 250 w 250"/>
                      <a:gd name="T5" fmla="*/ 286 h 430"/>
                      <a:gd name="T6" fmla="*/ 249 w 250"/>
                      <a:gd name="T7" fmla="*/ 0 h 430"/>
                      <a:gd name="T8" fmla="*/ 0 w 250"/>
                      <a:gd name="T9" fmla="*/ 144 h 430"/>
                    </a:gdLst>
                    <a:ahLst/>
                    <a:cxnLst>
                      <a:cxn ang="0">
                        <a:pos x="T0" y="T1"/>
                      </a:cxn>
                      <a:cxn ang="0">
                        <a:pos x="T2" y="T3"/>
                      </a:cxn>
                      <a:cxn ang="0">
                        <a:pos x="T4" y="T5"/>
                      </a:cxn>
                      <a:cxn ang="0">
                        <a:pos x="T6" y="T7"/>
                      </a:cxn>
                      <a:cxn ang="0">
                        <a:pos x="T8" y="T9"/>
                      </a:cxn>
                    </a:cxnLst>
                    <a:rect l="0" t="0" r="r" b="b"/>
                    <a:pathLst>
                      <a:path w="250" h="430">
                        <a:moveTo>
                          <a:pt x="0" y="144"/>
                        </a:moveTo>
                        <a:lnTo>
                          <a:pt x="0" y="430"/>
                        </a:lnTo>
                        <a:lnTo>
                          <a:pt x="250" y="286"/>
                        </a:lnTo>
                        <a:lnTo>
                          <a:pt x="249" y="0"/>
                        </a:lnTo>
                        <a:lnTo>
                          <a:pt x="0" y="144"/>
                        </a:lnTo>
                        <a:close/>
                      </a:path>
                    </a:pathLst>
                  </a:custGeom>
                  <a:solidFill>
                    <a:srgbClr val="6692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8" name="íṧḷîďè">
                    <a:extLst>
                      <a:ext uri="{FF2B5EF4-FFF2-40B4-BE49-F238E27FC236}">
                        <a16:creationId xmlns:a16="http://schemas.microsoft.com/office/drawing/2014/main" id="{23221296-E5B1-41C6-9281-8C6847B517D9}"/>
                      </a:ext>
                    </a:extLst>
                  </p:cNvPr>
                  <p:cNvSpPr/>
                  <p:nvPr/>
                </p:nvSpPr>
                <p:spPr bwMode="auto">
                  <a:xfrm>
                    <a:off x="8350251" y="4627563"/>
                    <a:ext cx="174625" cy="101600"/>
                  </a:xfrm>
                  <a:custGeom>
                    <a:avLst/>
                    <a:gdLst>
                      <a:gd name="T0" fmla="*/ 110 w 110"/>
                      <a:gd name="T1" fmla="*/ 8 h 64"/>
                      <a:gd name="T2" fmla="*/ 95 w 110"/>
                      <a:gd name="T3" fmla="*/ 0 h 64"/>
                      <a:gd name="T4" fmla="*/ 0 w 110"/>
                      <a:gd name="T5" fmla="*/ 54 h 64"/>
                      <a:gd name="T6" fmla="*/ 16 w 110"/>
                      <a:gd name="T7" fmla="*/ 64 h 64"/>
                      <a:gd name="T8" fmla="*/ 110 w 110"/>
                      <a:gd name="T9" fmla="*/ 8 h 64"/>
                    </a:gdLst>
                    <a:ahLst/>
                    <a:cxnLst>
                      <a:cxn ang="0">
                        <a:pos x="T0" y="T1"/>
                      </a:cxn>
                      <a:cxn ang="0">
                        <a:pos x="T2" y="T3"/>
                      </a:cxn>
                      <a:cxn ang="0">
                        <a:pos x="T4" y="T5"/>
                      </a:cxn>
                      <a:cxn ang="0">
                        <a:pos x="T6" y="T7"/>
                      </a:cxn>
                      <a:cxn ang="0">
                        <a:pos x="T8" y="T9"/>
                      </a:cxn>
                    </a:cxnLst>
                    <a:rect l="0" t="0" r="r" b="b"/>
                    <a:pathLst>
                      <a:path w="110" h="64">
                        <a:moveTo>
                          <a:pt x="110" y="8"/>
                        </a:moveTo>
                        <a:lnTo>
                          <a:pt x="95" y="0"/>
                        </a:lnTo>
                        <a:lnTo>
                          <a:pt x="0" y="54"/>
                        </a:lnTo>
                        <a:lnTo>
                          <a:pt x="16" y="64"/>
                        </a:lnTo>
                        <a:lnTo>
                          <a:pt x="110" y="8"/>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9" name="işḷíďé">
                    <a:extLst>
                      <a:ext uri="{FF2B5EF4-FFF2-40B4-BE49-F238E27FC236}">
                        <a16:creationId xmlns:a16="http://schemas.microsoft.com/office/drawing/2014/main" id="{8436CEF0-F7D0-4036-80B7-4BE4101270A1}"/>
                      </a:ext>
                    </a:extLst>
                  </p:cNvPr>
                  <p:cNvSpPr/>
                  <p:nvPr/>
                </p:nvSpPr>
                <p:spPr bwMode="auto">
                  <a:xfrm>
                    <a:off x="8350251" y="4713288"/>
                    <a:ext cx="25400" cy="50800"/>
                  </a:xfrm>
                  <a:custGeom>
                    <a:avLst/>
                    <a:gdLst>
                      <a:gd name="T0" fmla="*/ 16 w 16"/>
                      <a:gd name="T1" fmla="*/ 10 h 32"/>
                      <a:gd name="T2" fmla="*/ 0 w 16"/>
                      <a:gd name="T3" fmla="*/ 0 h 32"/>
                      <a:gd name="T4" fmla="*/ 0 w 16"/>
                      <a:gd name="T5" fmla="*/ 24 h 32"/>
                      <a:gd name="T6" fmla="*/ 16 w 16"/>
                      <a:gd name="T7" fmla="*/ 32 h 32"/>
                      <a:gd name="T8" fmla="*/ 16 w 16"/>
                      <a:gd name="T9" fmla="*/ 10 h 32"/>
                    </a:gdLst>
                    <a:ahLst/>
                    <a:cxnLst>
                      <a:cxn ang="0">
                        <a:pos x="T0" y="T1"/>
                      </a:cxn>
                      <a:cxn ang="0">
                        <a:pos x="T2" y="T3"/>
                      </a:cxn>
                      <a:cxn ang="0">
                        <a:pos x="T4" y="T5"/>
                      </a:cxn>
                      <a:cxn ang="0">
                        <a:pos x="T6" y="T7"/>
                      </a:cxn>
                      <a:cxn ang="0">
                        <a:pos x="T8" y="T9"/>
                      </a:cxn>
                    </a:cxnLst>
                    <a:rect l="0" t="0" r="r" b="b"/>
                    <a:pathLst>
                      <a:path w="16" h="32">
                        <a:moveTo>
                          <a:pt x="16" y="10"/>
                        </a:moveTo>
                        <a:lnTo>
                          <a:pt x="0" y="0"/>
                        </a:lnTo>
                        <a:lnTo>
                          <a:pt x="0" y="24"/>
                        </a:lnTo>
                        <a:lnTo>
                          <a:pt x="16" y="32"/>
                        </a:lnTo>
                        <a:lnTo>
                          <a:pt x="16" y="1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0" name="iŝ1iḋê">
                    <a:extLst>
                      <a:ext uri="{FF2B5EF4-FFF2-40B4-BE49-F238E27FC236}">
                        <a16:creationId xmlns:a16="http://schemas.microsoft.com/office/drawing/2014/main" id="{04D4992E-2330-4B87-BA36-B19A00B098A9}"/>
                      </a:ext>
                    </a:extLst>
                  </p:cNvPr>
                  <p:cNvSpPr/>
                  <p:nvPr/>
                </p:nvSpPr>
                <p:spPr bwMode="auto">
                  <a:xfrm>
                    <a:off x="8501063" y="4435476"/>
                    <a:ext cx="55563" cy="33338"/>
                  </a:xfrm>
                  <a:custGeom>
                    <a:avLst/>
                    <a:gdLst>
                      <a:gd name="T0" fmla="*/ 35 w 35"/>
                      <a:gd name="T1" fmla="*/ 9 h 21"/>
                      <a:gd name="T2" fmla="*/ 20 w 35"/>
                      <a:gd name="T3" fmla="*/ 0 h 21"/>
                      <a:gd name="T4" fmla="*/ 0 w 35"/>
                      <a:gd name="T5" fmla="*/ 12 h 21"/>
                      <a:gd name="T6" fmla="*/ 15 w 35"/>
                      <a:gd name="T7" fmla="*/ 21 h 21"/>
                      <a:gd name="T8" fmla="*/ 35 w 35"/>
                      <a:gd name="T9" fmla="*/ 9 h 21"/>
                    </a:gdLst>
                    <a:ahLst/>
                    <a:cxnLst>
                      <a:cxn ang="0">
                        <a:pos x="T0" y="T1"/>
                      </a:cxn>
                      <a:cxn ang="0">
                        <a:pos x="T2" y="T3"/>
                      </a:cxn>
                      <a:cxn ang="0">
                        <a:pos x="T4" y="T5"/>
                      </a:cxn>
                      <a:cxn ang="0">
                        <a:pos x="T6" y="T7"/>
                      </a:cxn>
                      <a:cxn ang="0">
                        <a:pos x="T8" y="T9"/>
                      </a:cxn>
                    </a:cxnLst>
                    <a:rect l="0" t="0" r="r" b="b"/>
                    <a:pathLst>
                      <a:path w="35" h="21">
                        <a:moveTo>
                          <a:pt x="35" y="9"/>
                        </a:moveTo>
                        <a:lnTo>
                          <a:pt x="20" y="0"/>
                        </a:lnTo>
                        <a:lnTo>
                          <a:pt x="0" y="12"/>
                        </a:lnTo>
                        <a:lnTo>
                          <a:pt x="15" y="21"/>
                        </a:lnTo>
                        <a:lnTo>
                          <a:pt x="35" y="9"/>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1" name="ísľíḑé">
                    <a:extLst>
                      <a:ext uri="{FF2B5EF4-FFF2-40B4-BE49-F238E27FC236}">
                        <a16:creationId xmlns:a16="http://schemas.microsoft.com/office/drawing/2014/main" id="{540A1B00-0D7B-4E75-ACFB-FB30EF765E25}"/>
                      </a:ext>
                    </a:extLst>
                  </p:cNvPr>
                  <p:cNvSpPr/>
                  <p:nvPr/>
                </p:nvSpPr>
                <p:spPr bwMode="auto">
                  <a:xfrm>
                    <a:off x="8501063" y="4454526"/>
                    <a:ext cx="23813" cy="185738"/>
                  </a:xfrm>
                  <a:custGeom>
                    <a:avLst/>
                    <a:gdLst>
                      <a:gd name="T0" fmla="*/ 15 w 15"/>
                      <a:gd name="T1" fmla="*/ 9 h 117"/>
                      <a:gd name="T2" fmla="*/ 0 w 15"/>
                      <a:gd name="T3" fmla="*/ 0 h 117"/>
                      <a:gd name="T4" fmla="*/ 0 w 15"/>
                      <a:gd name="T5" fmla="*/ 109 h 117"/>
                      <a:gd name="T6" fmla="*/ 15 w 15"/>
                      <a:gd name="T7" fmla="*/ 117 h 117"/>
                      <a:gd name="T8" fmla="*/ 15 w 15"/>
                      <a:gd name="T9" fmla="*/ 9 h 117"/>
                    </a:gdLst>
                    <a:ahLst/>
                    <a:cxnLst>
                      <a:cxn ang="0">
                        <a:pos x="T0" y="T1"/>
                      </a:cxn>
                      <a:cxn ang="0">
                        <a:pos x="T2" y="T3"/>
                      </a:cxn>
                      <a:cxn ang="0">
                        <a:pos x="T4" y="T5"/>
                      </a:cxn>
                      <a:cxn ang="0">
                        <a:pos x="T6" y="T7"/>
                      </a:cxn>
                      <a:cxn ang="0">
                        <a:pos x="T8" y="T9"/>
                      </a:cxn>
                    </a:cxnLst>
                    <a:rect l="0" t="0" r="r" b="b"/>
                    <a:pathLst>
                      <a:path w="15" h="117">
                        <a:moveTo>
                          <a:pt x="15" y="9"/>
                        </a:moveTo>
                        <a:lnTo>
                          <a:pt x="0" y="0"/>
                        </a:lnTo>
                        <a:lnTo>
                          <a:pt x="0" y="109"/>
                        </a:lnTo>
                        <a:lnTo>
                          <a:pt x="15" y="117"/>
                        </a:lnTo>
                        <a:lnTo>
                          <a:pt x="15" y="9"/>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2" name="iṥḻíḓê">
                    <a:extLst>
                      <a:ext uri="{FF2B5EF4-FFF2-40B4-BE49-F238E27FC236}">
                        <a16:creationId xmlns:a16="http://schemas.microsoft.com/office/drawing/2014/main" id="{20809742-B710-4D56-833E-91ACDEBBF911}"/>
                      </a:ext>
                    </a:extLst>
                  </p:cNvPr>
                  <p:cNvSpPr/>
                  <p:nvPr/>
                </p:nvSpPr>
                <p:spPr bwMode="auto">
                  <a:xfrm>
                    <a:off x="8501063" y="4402138"/>
                    <a:ext cx="55563" cy="31750"/>
                  </a:xfrm>
                  <a:custGeom>
                    <a:avLst/>
                    <a:gdLst>
                      <a:gd name="T0" fmla="*/ 35 w 35"/>
                      <a:gd name="T1" fmla="*/ 8 h 20"/>
                      <a:gd name="T2" fmla="*/ 20 w 35"/>
                      <a:gd name="T3" fmla="*/ 0 h 20"/>
                      <a:gd name="T4" fmla="*/ 0 w 35"/>
                      <a:gd name="T5" fmla="*/ 11 h 20"/>
                      <a:gd name="T6" fmla="*/ 15 w 35"/>
                      <a:gd name="T7" fmla="*/ 20 h 20"/>
                      <a:gd name="T8" fmla="*/ 35 w 35"/>
                      <a:gd name="T9" fmla="*/ 8 h 20"/>
                    </a:gdLst>
                    <a:ahLst/>
                    <a:cxnLst>
                      <a:cxn ang="0">
                        <a:pos x="T0" y="T1"/>
                      </a:cxn>
                      <a:cxn ang="0">
                        <a:pos x="T2" y="T3"/>
                      </a:cxn>
                      <a:cxn ang="0">
                        <a:pos x="T4" y="T5"/>
                      </a:cxn>
                      <a:cxn ang="0">
                        <a:pos x="T6" y="T7"/>
                      </a:cxn>
                      <a:cxn ang="0">
                        <a:pos x="T8" y="T9"/>
                      </a:cxn>
                    </a:cxnLst>
                    <a:rect l="0" t="0" r="r" b="b"/>
                    <a:pathLst>
                      <a:path w="35" h="20">
                        <a:moveTo>
                          <a:pt x="35" y="8"/>
                        </a:moveTo>
                        <a:lnTo>
                          <a:pt x="20" y="0"/>
                        </a:lnTo>
                        <a:lnTo>
                          <a:pt x="0" y="11"/>
                        </a:lnTo>
                        <a:lnTo>
                          <a:pt x="15" y="20"/>
                        </a:lnTo>
                        <a:lnTo>
                          <a:pt x="35" y="8"/>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3" name="í$ļïdé">
                    <a:extLst>
                      <a:ext uri="{FF2B5EF4-FFF2-40B4-BE49-F238E27FC236}">
                        <a16:creationId xmlns:a16="http://schemas.microsoft.com/office/drawing/2014/main" id="{F27FCEBE-4A72-465F-9B24-3C9B5D2C2BE1}"/>
                      </a:ext>
                    </a:extLst>
                  </p:cNvPr>
                  <p:cNvSpPr/>
                  <p:nvPr/>
                </p:nvSpPr>
                <p:spPr bwMode="auto">
                  <a:xfrm>
                    <a:off x="8350251" y="4419601"/>
                    <a:ext cx="174625" cy="100013"/>
                  </a:xfrm>
                  <a:custGeom>
                    <a:avLst/>
                    <a:gdLst>
                      <a:gd name="T0" fmla="*/ 110 w 110"/>
                      <a:gd name="T1" fmla="*/ 9 h 63"/>
                      <a:gd name="T2" fmla="*/ 95 w 110"/>
                      <a:gd name="T3" fmla="*/ 0 h 63"/>
                      <a:gd name="T4" fmla="*/ 0 w 110"/>
                      <a:gd name="T5" fmla="*/ 55 h 63"/>
                      <a:gd name="T6" fmla="*/ 15 w 110"/>
                      <a:gd name="T7" fmla="*/ 63 h 63"/>
                      <a:gd name="T8" fmla="*/ 110 w 110"/>
                      <a:gd name="T9" fmla="*/ 9 h 63"/>
                    </a:gdLst>
                    <a:ahLst/>
                    <a:cxnLst>
                      <a:cxn ang="0">
                        <a:pos x="T0" y="T1"/>
                      </a:cxn>
                      <a:cxn ang="0">
                        <a:pos x="T2" y="T3"/>
                      </a:cxn>
                      <a:cxn ang="0">
                        <a:pos x="T4" y="T5"/>
                      </a:cxn>
                      <a:cxn ang="0">
                        <a:pos x="T6" y="T7"/>
                      </a:cxn>
                      <a:cxn ang="0">
                        <a:pos x="T8" y="T9"/>
                      </a:cxn>
                    </a:cxnLst>
                    <a:rect l="0" t="0" r="r" b="b"/>
                    <a:pathLst>
                      <a:path w="110" h="63">
                        <a:moveTo>
                          <a:pt x="110" y="9"/>
                        </a:moveTo>
                        <a:lnTo>
                          <a:pt x="95" y="0"/>
                        </a:lnTo>
                        <a:lnTo>
                          <a:pt x="0" y="55"/>
                        </a:lnTo>
                        <a:lnTo>
                          <a:pt x="15" y="63"/>
                        </a:lnTo>
                        <a:lnTo>
                          <a:pt x="110" y="9"/>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4" name="î$ḷîḋé">
                    <a:extLst>
                      <a:ext uri="{FF2B5EF4-FFF2-40B4-BE49-F238E27FC236}">
                        <a16:creationId xmlns:a16="http://schemas.microsoft.com/office/drawing/2014/main" id="{E998E8EE-361B-40CA-80FC-4A073262ABC7}"/>
                      </a:ext>
                    </a:extLst>
                  </p:cNvPr>
                  <p:cNvSpPr/>
                  <p:nvPr/>
                </p:nvSpPr>
                <p:spPr bwMode="auto">
                  <a:xfrm>
                    <a:off x="8350251" y="4506913"/>
                    <a:ext cx="23813" cy="47625"/>
                  </a:xfrm>
                  <a:custGeom>
                    <a:avLst/>
                    <a:gdLst>
                      <a:gd name="T0" fmla="*/ 15 w 15"/>
                      <a:gd name="T1" fmla="*/ 8 h 30"/>
                      <a:gd name="T2" fmla="*/ 0 w 15"/>
                      <a:gd name="T3" fmla="*/ 0 h 30"/>
                      <a:gd name="T4" fmla="*/ 0 w 15"/>
                      <a:gd name="T5" fmla="*/ 22 h 30"/>
                      <a:gd name="T6" fmla="*/ 15 w 15"/>
                      <a:gd name="T7" fmla="*/ 30 h 30"/>
                      <a:gd name="T8" fmla="*/ 15 w 15"/>
                      <a:gd name="T9" fmla="*/ 8 h 30"/>
                    </a:gdLst>
                    <a:ahLst/>
                    <a:cxnLst>
                      <a:cxn ang="0">
                        <a:pos x="T0" y="T1"/>
                      </a:cxn>
                      <a:cxn ang="0">
                        <a:pos x="T2" y="T3"/>
                      </a:cxn>
                      <a:cxn ang="0">
                        <a:pos x="T4" y="T5"/>
                      </a:cxn>
                      <a:cxn ang="0">
                        <a:pos x="T6" y="T7"/>
                      </a:cxn>
                      <a:cxn ang="0">
                        <a:pos x="T8" y="T9"/>
                      </a:cxn>
                    </a:cxnLst>
                    <a:rect l="0" t="0" r="r" b="b"/>
                    <a:pathLst>
                      <a:path w="15" h="30">
                        <a:moveTo>
                          <a:pt x="15" y="8"/>
                        </a:moveTo>
                        <a:lnTo>
                          <a:pt x="0" y="0"/>
                        </a:lnTo>
                        <a:lnTo>
                          <a:pt x="0" y="22"/>
                        </a:lnTo>
                        <a:lnTo>
                          <a:pt x="15" y="30"/>
                        </a:lnTo>
                        <a:lnTo>
                          <a:pt x="15" y="8"/>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5" name="ísļíďé">
                    <a:extLst>
                      <a:ext uri="{FF2B5EF4-FFF2-40B4-BE49-F238E27FC236}">
                        <a16:creationId xmlns:a16="http://schemas.microsoft.com/office/drawing/2014/main" id="{697936D7-11BB-428B-9C00-C0D22EBA07DE}"/>
                      </a:ext>
                    </a:extLst>
                  </p:cNvPr>
                  <p:cNvSpPr/>
                  <p:nvPr/>
                </p:nvSpPr>
                <p:spPr bwMode="auto">
                  <a:xfrm>
                    <a:off x="8501063" y="4246563"/>
                    <a:ext cx="23813" cy="187325"/>
                  </a:xfrm>
                  <a:custGeom>
                    <a:avLst/>
                    <a:gdLst>
                      <a:gd name="T0" fmla="*/ 15 w 15"/>
                      <a:gd name="T1" fmla="*/ 8 h 118"/>
                      <a:gd name="T2" fmla="*/ 0 w 15"/>
                      <a:gd name="T3" fmla="*/ 0 h 118"/>
                      <a:gd name="T4" fmla="*/ 0 w 15"/>
                      <a:gd name="T5" fmla="*/ 109 h 118"/>
                      <a:gd name="T6" fmla="*/ 15 w 15"/>
                      <a:gd name="T7" fmla="*/ 118 h 118"/>
                      <a:gd name="T8" fmla="*/ 15 w 15"/>
                      <a:gd name="T9" fmla="*/ 8 h 118"/>
                    </a:gdLst>
                    <a:ahLst/>
                    <a:cxnLst>
                      <a:cxn ang="0">
                        <a:pos x="T0" y="T1"/>
                      </a:cxn>
                      <a:cxn ang="0">
                        <a:pos x="T2" y="T3"/>
                      </a:cxn>
                      <a:cxn ang="0">
                        <a:pos x="T4" y="T5"/>
                      </a:cxn>
                      <a:cxn ang="0">
                        <a:pos x="T6" y="T7"/>
                      </a:cxn>
                      <a:cxn ang="0">
                        <a:pos x="T8" y="T9"/>
                      </a:cxn>
                    </a:cxnLst>
                    <a:rect l="0" t="0" r="r" b="b"/>
                    <a:pathLst>
                      <a:path w="15" h="118">
                        <a:moveTo>
                          <a:pt x="15" y="8"/>
                        </a:moveTo>
                        <a:lnTo>
                          <a:pt x="0" y="0"/>
                        </a:lnTo>
                        <a:lnTo>
                          <a:pt x="0" y="109"/>
                        </a:lnTo>
                        <a:lnTo>
                          <a:pt x="15" y="118"/>
                        </a:lnTo>
                        <a:lnTo>
                          <a:pt x="15" y="8"/>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6" name="ïṥ1ïḓe">
                    <a:extLst>
                      <a:ext uri="{FF2B5EF4-FFF2-40B4-BE49-F238E27FC236}">
                        <a16:creationId xmlns:a16="http://schemas.microsoft.com/office/drawing/2014/main" id="{5ECC767E-F261-4EF5-9682-18D3129BFE75}"/>
                      </a:ext>
                    </a:extLst>
                  </p:cNvPr>
                  <p:cNvSpPr/>
                  <p:nvPr/>
                </p:nvSpPr>
                <p:spPr bwMode="auto">
                  <a:xfrm>
                    <a:off x="8350251" y="4297363"/>
                    <a:ext cx="23813" cy="50800"/>
                  </a:xfrm>
                  <a:custGeom>
                    <a:avLst/>
                    <a:gdLst>
                      <a:gd name="T0" fmla="*/ 15 w 15"/>
                      <a:gd name="T1" fmla="*/ 8 h 32"/>
                      <a:gd name="T2" fmla="*/ 0 w 15"/>
                      <a:gd name="T3" fmla="*/ 0 h 32"/>
                      <a:gd name="T4" fmla="*/ 0 w 15"/>
                      <a:gd name="T5" fmla="*/ 22 h 32"/>
                      <a:gd name="T6" fmla="*/ 15 w 15"/>
                      <a:gd name="T7" fmla="*/ 32 h 32"/>
                      <a:gd name="T8" fmla="*/ 15 w 15"/>
                      <a:gd name="T9" fmla="*/ 8 h 32"/>
                    </a:gdLst>
                    <a:ahLst/>
                    <a:cxnLst>
                      <a:cxn ang="0">
                        <a:pos x="T0" y="T1"/>
                      </a:cxn>
                      <a:cxn ang="0">
                        <a:pos x="T2" y="T3"/>
                      </a:cxn>
                      <a:cxn ang="0">
                        <a:pos x="T4" y="T5"/>
                      </a:cxn>
                      <a:cxn ang="0">
                        <a:pos x="T6" y="T7"/>
                      </a:cxn>
                      <a:cxn ang="0">
                        <a:pos x="T8" y="T9"/>
                      </a:cxn>
                    </a:cxnLst>
                    <a:rect l="0" t="0" r="r" b="b"/>
                    <a:pathLst>
                      <a:path w="15" h="32">
                        <a:moveTo>
                          <a:pt x="15" y="8"/>
                        </a:moveTo>
                        <a:lnTo>
                          <a:pt x="0" y="0"/>
                        </a:lnTo>
                        <a:lnTo>
                          <a:pt x="0" y="22"/>
                        </a:lnTo>
                        <a:lnTo>
                          <a:pt x="15" y="32"/>
                        </a:lnTo>
                        <a:lnTo>
                          <a:pt x="15" y="8"/>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7" name="ïslíḍè">
                    <a:extLst>
                      <a:ext uri="{FF2B5EF4-FFF2-40B4-BE49-F238E27FC236}">
                        <a16:creationId xmlns:a16="http://schemas.microsoft.com/office/drawing/2014/main" id="{79B7A415-2E49-475F-AB65-8991CD527245}"/>
                      </a:ext>
                    </a:extLst>
                  </p:cNvPr>
                  <p:cNvSpPr/>
                  <p:nvPr/>
                </p:nvSpPr>
                <p:spPr bwMode="auto">
                  <a:xfrm>
                    <a:off x="8321676" y="4732338"/>
                    <a:ext cx="22225" cy="50800"/>
                  </a:xfrm>
                  <a:custGeom>
                    <a:avLst/>
                    <a:gdLst>
                      <a:gd name="T0" fmla="*/ 14 w 14"/>
                      <a:gd name="T1" fmla="*/ 8 h 32"/>
                      <a:gd name="T2" fmla="*/ 0 w 14"/>
                      <a:gd name="T3" fmla="*/ 0 h 32"/>
                      <a:gd name="T4" fmla="*/ 0 w 14"/>
                      <a:gd name="T5" fmla="*/ 23 h 32"/>
                      <a:gd name="T6" fmla="*/ 14 w 14"/>
                      <a:gd name="T7" fmla="*/ 32 h 32"/>
                      <a:gd name="T8" fmla="*/ 14 w 14"/>
                      <a:gd name="T9" fmla="*/ 8 h 32"/>
                    </a:gdLst>
                    <a:ahLst/>
                    <a:cxnLst>
                      <a:cxn ang="0">
                        <a:pos x="T0" y="T1"/>
                      </a:cxn>
                      <a:cxn ang="0">
                        <a:pos x="T2" y="T3"/>
                      </a:cxn>
                      <a:cxn ang="0">
                        <a:pos x="T4" y="T5"/>
                      </a:cxn>
                      <a:cxn ang="0">
                        <a:pos x="T6" y="T7"/>
                      </a:cxn>
                      <a:cxn ang="0">
                        <a:pos x="T8" y="T9"/>
                      </a:cxn>
                    </a:cxnLst>
                    <a:rect l="0" t="0" r="r" b="b"/>
                    <a:pathLst>
                      <a:path w="14" h="32">
                        <a:moveTo>
                          <a:pt x="14" y="8"/>
                        </a:moveTo>
                        <a:lnTo>
                          <a:pt x="0" y="0"/>
                        </a:lnTo>
                        <a:lnTo>
                          <a:pt x="0" y="23"/>
                        </a:lnTo>
                        <a:lnTo>
                          <a:pt x="14" y="32"/>
                        </a:lnTo>
                        <a:lnTo>
                          <a:pt x="14" y="8"/>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8" name="îṧ1ïdé">
                    <a:extLst>
                      <a:ext uri="{FF2B5EF4-FFF2-40B4-BE49-F238E27FC236}">
                        <a16:creationId xmlns:a16="http://schemas.microsoft.com/office/drawing/2014/main" id="{182F8FEE-5BB1-48F5-A63E-236B17D95285}"/>
                      </a:ext>
                    </a:extLst>
                  </p:cNvPr>
                  <p:cNvSpPr/>
                  <p:nvPr/>
                </p:nvSpPr>
                <p:spPr bwMode="auto">
                  <a:xfrm>
                    <a:off x="8170863" y="4732338"/>
                    <a:ext cx="173038" cy="101600"/>
                  </a:xfrm>
                  <a:custGeom>
                    <a:avLst/>
                    <a:gdLst>
                      <a:gd name="T0" fmla="*/ 109 w 109"/>
                      <a:gd name="T1" fmla="*/ 8 h 64"/>
                      <a:gd name="T2" fmla="*/ 95 w 109"/>
                      <a:gd name="T3" fmla="*/ 0 h 64"/>
                      <a:gd name="T4" fmla="*/ 0 w 109"/>
                      <a:gd name="T5" fmla="*/ 54 h 64"/>
                      <a:gd name="T6" fmla="*/ 14 w 109"/>
                      <a:gd name="T7" fmla="*/ 64 h 64"/>
                      <a:gd name="T8" fmla="*/ 109 w 109"/>
                      <a:gd name="T9" fmla="*/ 8 h 64"/>
                    </a:gdLst>
                    <a:ahLst/>
                    <a:cxnLst>
                      <a:cxn ang="0">
                        <a:pos x="T0" y="T1"/>
                      </a:cxn>
                      <a:cxn ang="0">
                        <a:pos x="T2" y="T3"/>
                      </a:cxn>
                      <a:cxn ang="0">
                        <a:pos x="T4" y="T5"/>
                      </a:cxn>
                      <a:cxn ang="0">
                        <a:pos x="T6" y="T7"/>
                      </a:cxn>
                      <a:cxn ang="0">
                        <a:pos x="T8" y="T9"/>
                      </a:cxn>
                    </a:cxnLst>
                    <a:rect l="0" t="0" r="r" b="b"/>
                    <a:pathLst>
                      <a:path w="109" h="64">
                        <a:moveTo>
                          <a:pt x="109" y="8"/>
                        </a:moveTo>
                        <a:lnTo>
                          <a:pt x="95" y="0"/>
                        </a:lnTo>
                        <a:lnTo>
                          <a:pt x="0" y="54"/>
                        </a:lnTo>
                        <a:lnTo>
                          <a:pt x="14" y="64"/>
                        </a:lnTo>
                        <a:lnTo>
                          <a:pt x="109" y="8"/>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9" name="i$ļíḑe">
                    <a:extLst>
                      <a:ext uri="{FF2B5EF4-FFF2-40B4-BE49-F238E27FC236}">
                        <a16:creationId xmlns:a16="http://schemas.microsoft.com/office/drawing/2014/main" id="{77B81358-E1B6-4325-ACDD-239110EBDEBC}"/>
                      </a:ext>
                    </a:extLst>
                  </p:cNvPr>
                  <p:cNvSpPr/>
                  <p:nvPr/>
                </p:nvSpPr>
                <p:spPr bwMode="auto">
                  <a:xfrm>
                    <a:off x="8321676" y="4559301"/>
                    <a:ext cx="22225" cy="185738"/>
                  </a:xfrm>
                  <a:custGeom>
                    <a:avLst/>
                    <a:gdLst>
                      <a:gd name="T0" fmla="*/ 14 w 14"/>
                      <a:gd name="T1" fmla="*/ 9 h 117"/>
                      <a:gd name="T2" fmla="*/ 0 w 14"/>
                      <a:gd name="T3" fmla="*/ 0 h 117"/>
                      <a:gd name="T4" fmla="*/ 0 w 14"/>
                      <a:gd name="T5" fmla="*/ 109 h 117"/>
                      <a:gd name="T6" fmla="*/ 14 w 14"/>
                      <a:gd name="T7" fmla="*/ 117 h 117"/>
                      <a:gd name="T8" fmla="*/ 14 w 14"/>
                      <a:gd name="T9" fmla="*/ 9 h 117"/>
                    </a:gdLst>
                    <a:ahLst/>
                    <a:cxnLst>
                      <a:cxn ang="0">
                        <a:pos x="T0" y="T1"/>
                      </a:cxn>
                      <a:cxn ang="0">
                        <a:pos x="T2" y="T3"/>
                      </a:cxn>
                      <a:cxn ang="0">
                        <a:pos x="T4" y="T5"/>
                      </a:cxn>
                      <a:cxn ang="0">
                        <a:pos x="T6" y="T7"/>
                      </a:cxn>
                      <a:cxn ang="0">
                        <a:pos x="T8" y="T9"/>
                      </a:cxn>
                    </a:cxnLst>
                    <a:rect l="0" t="0" r="r" b="b"/>
                    <a:pathLst>
                      <a:path w="14" h="117">
                        <a:moveTo>
                          <a:pt x="14" y="9"/>
                        </a:moveTo>
                        <a:lnTo>
                          <a:pt x="0" y="0"/>
                        </a:lnTo>
                        <a:lnTo>
                          <a:pt x="0" y="109"/>
                        </a:lnTo>
                        <a:lnTo>
                          <a:pt x="14" y="117"/>
                        </a:lnTo>
                        <a:lnTo>
                          <a:pt x="14" y="9"/>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0" name="išḻïďè">
                    <a:extLst>
                      <a:ext uri="{FF2B5EF4-FFF2-40B4-BE49-F238E27FC236}">
                        <a16:creationId xmlns:a16="http://schemas.microsoft.com/office/drawing/2014/main" id="{AE0753D5-AF10-4905-A23C-FEB87BCFF716}"/>
                      </a:ext>
                    </a:extLst>
                  </p:cNvPr>
                  <p:cNvSpPr/>
                  <p:nvPr/>
                </p:nvSpPr>
                <p:spPr bwMode="auto">
                  <a:xfrm>
                    <a:off x="8318501" y="4522788"/>
                    <a:ext cx="25400" cy="50800"/>
                  </a:xfrm>
                  <a:custGeom>
                    <a:avLst/>
                    <a:gdLst>
                      <a:gd name="T0" fmla="*/ 16 w 16"/>
                      <a:gd name="T1" fmla="*/ 10 h 32"/>
                      <a:gd name="T2" fmla="*/ 0 w 16"/>
                      <a:gd name="T3" fmla="*/ 0 h 32"/>
                      <a:gd name="T4" fmla="*/ 2 w 16"/>
                      <a:gd name="T5" fmla="*/ 23 h 32"/>
                      <a:gd name="T6" fmla="*/ 16 w 16"/>
                      <a:gd name="T7" fmla="*/ 32 h 32"/>
                      <a:gd name="T8" fmla="*/ 16 w 16"/>
                      <a:gd name="T9" fmla="*/ 10 h 32"/>
                    </a:gdLst>
                    <a:ahLst/>
                    <a:cxnLst>
                      <a:cxn ang="0">
                        <a:pos x="T0" y="T1"/>
                      </a:cxn>
                      <a:cxn ang="0">
                        <a:pos x="T2" y="T3"/>
                      </a:cxn>
                      <a:cxn ang="0">
                        <a:pos x="T4" y="T5"/>
                      </a:cxn>
                      <a:cxn ang="0">
                        <a:pos x="T6" y="T7"/>
                      </a:cxn>
                      <a:cxn ang="0">
                        <a:pos x="T8" y="T9"/>
                      </a:cxn>
                    </a:cxnLst>
                    <a:rect l="0" t="0" r="r" b="b"/>
                    <a:pathLst>
                      <a:path w="16" h="32">
                        <a:moveTo>
                          <a:pt x="16" y="10"/>
                        </a:moveTo>
                        <a:lnTo>
                          <a:pt x="0" y="0"/>
                        </a:lnTo>
                        <a:lnTo>
                          <a:pt x="2" y="23"/>
                        </a:lnTo>
                        <a:lnTo>
                          <a:pt x="16" y="32"/>
                        </a:lnTo>
                        <a:lnTo>
                          <a:pt x="16" y="1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1" name="ïšļíḍe">
                    <a:extLst>
                      <a:ext uri="{FF2B5EF4-FFF2-40B4-BE49-F238E27FC236}">
                        <a16:creationId xmlns:a16="http://schemas.microsoft.com/office/drawing/2014/main" id="{DC88BAB0-D584-4685-98DD-75C51ED0E474}"/>
                      </a:ext>
                    </a:extLst>
                  </p:cNvPr>
                  <p:cNvSpPr/>
                  <p:nvPr/>
                </p:nvSpPr>
                <p:spPr bwMode="auto">
                  <a:xfrm>
                    <a:off x="8170863" y="4522788"/>
                    <a:ext cx="173038" cy="101600"/>
                  </a:xfrm>
                  <a:custGeom>
                    <a:avLst/>
                    <a:gdLst>
                      <a:gd name="T0" fmla="*/ 109 w 109"/>
                      <a:gd name="T1" fmla="*/ 10 h 64"/>
                      <a:gd name="T2" fmla="*/ 93 w 109"/>
                      <a:gd name="T3" fmla="*/ 0 h 64"/>
                      <a:gd name="T4" fmla="*/ 0 w 109"/>
                      <a:gd name="T5" fmla="*/ 56 h 64"/>
                      <a:gd name="T6" fmla="*/ 14 w 109"/>
                      <a:gd name="T7" fmla="*/ 64 h 64"/>
                      <a:gd name="T8" fmla="*/ 109 w 109"/>
                      <a:gd name="T9" fmla="*/ 10 h 64"/>
                    </a:gdLst>
                    <a:ahLst/>
                    <a:cxnLst>
                      <a:cxn ang="0">
                        <a:pos x="T0" y="T1"/>
                      </a:cxn>
                      <a:cxn ang="0">
                        <a:pos x="T2" y="T3"/>
                      </a:cxn>
                      <a:cxn ang="0">
                        <a:pos x="T4" y="T5"/>
                      </a:cxn>
                      <a:cxn ang="0">
                        <a:pos x="T6" y="T7"/>
                      </a:cxn>
                      <a:cxn ang="0">
                        <a:pos x="T8" y="T9"/>
                      </a:cxn>
                    </a:cxnLst>
                    <a:rect l="0" t="0" r="r" b="b"/>
                    <a:pathLst>
                      <a:path w="109" h="64">
                        <a:moveTo>
                          <a:pt x="109" y="10"/>
                        </a:moveTo>
                        <a:lnTo>
                          <a:pt x="93" y="0"/>
                        </a:lnTo>
                        <a:lnTo>
                          <a:pt x="0" y="56"/>
                        </a:lnTo>
                        <a:lnTo>
                          <a:pt x="14" y="64"/>
                        </a:lnTo>
                        <a:lnTo>
                          <a:pt x="109" y="10"/>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2" name="îṥľíde">
                    <a:extLst>
                      <a:ext uri="{FF2B5EF4-FFF2-40B4-BE49-F238E27FC236}">
                        <a16:creationId xmlns:a16="http://schemas.microsoft.com/office/drawing/2014/main" id="{603D228F-B9EB-4E5E-8BBE-A60BEE98AD00}"/>
                      </a:ext>
                    </a:extLst>
                  </p:cNvPr>
                  <p:cNvSpPr/>
                  <p:nvPr/>
                </p:nvSpPr>
                <p:spPr bwMode="auto">
                  <a:xfrm>
                    <a:off x="8137526" y="4646613"/>
                    <a:ext cx="55563" cy="31750"/>
                  </a:xfrm>
                  <a:custGeom>
                    <a:avLst/>
                    <a:gdLst>
                      <a:gd name="T0" fmla="*/ 35 w 35"/>
                      <a:gd name="T1" fmla="*/ 8 h 20"/>
                      <a:gd name="T2" fmla="*/ 21 w 35"/>
                      <a:gd name="T3" fmla="*/ 0 h 20"/>
                      <a:gd name="T4" fmla="*/ 0 w 35"/>
                      <a:gd name="T5" fmla="*/ 11 h 20"/>
                      <a:gd name="T6" fmla="*/ 15 w 35"/>
                      <a:gd name="T7" fmla="*/ 20 h 20"/>
                      <a:gd name="T8" fmla="*/ 35 w 35"/>
                      <a:gd name="T9" fmla="*/ 8 h 20"/>
                    </a:gdLst>
                    <a:ahLst/>
                    <a:cxnLst>
                      <a:cxn ang="0">
                        <a:pos x="T0" y="T1"/>
                      </a:cxn>
                      <a:cxn ang="0">
                        <a:pos x="T2" y="T3"/>
                      </a:cxn>
                      <a:cxn ang="0">
                        <a:pos x="T4" y="T5"/>
                      </a:cxn>
                      <a:cxn ang="0">
                        <a:pos x="T6" y="T7"/>
                      </a:cxn>
                      <a:cxn ang="0">
                        <a:pos x="T8" y="T9"/>
                      </a:cxn>
                    </a:cxnLst>
                    <a:rect l="0" t="0" r="r" b="b"/>
                    <a:pathLst>
                      <a:path w="35" h="20">
                        <a:moveTo>
                          <a:pt x="35" y="8"/>
                        </a:moveTo>
                        <a:lnTo>
                          <a:pt x="21" y="0"/>
                        </a:lnTo>
                        <a:lnTo>
                          <a:pt x="0" y="11"/>
                        </a:lnTo>
                        <a:lnTo>
                          <a:pt x="15" y="20"/>
                        </a:lnTo>
                        <a:lnTo>
                          <a:pt x="35" y="8"/>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3" name="íṡḷídè">
                    <a:extLst>
                      <a:ext uri="{FF2B5EF4-FFF2-40B4-BE49-F238E27FC236}">
                        <a16:creationId xmlns:a16="http://schemas.microsoft.com/office/drawing/2014/main" id="{AE570C26-CB38-4B70-95C5-00D0560D4838}"/>
                      </a:ext>
                    </a:extLst>
                  </p:cNvPr>
                  <p:cNvSpPr/>
                  <p:nvPr/>
                </p:nvSpPr>
                <p:spPr bwMode="auto">
                  <a:xfrm>
                    <a:off x="8318501" y="4351338"/>
                    <a:ext cx="25400" cy="187325"/>
                  </a:xfrm>
                  <a:custGeom>
                    <a:avLst/>
                    <a:gdLst>
                      <a:gd name="T0" fmla="*/ 15 w 16"/>
                      <a:gd name="T1" fmla="*/ 8 h 118"/>
                      <a:gd name="T2" fmla="*/ 0 w 16"/>
                      <a:gd name="T3" fmla="*/ 0 h 118"/>
                      <a:gd name="T4" fmla="*/ 0 w 16"/>
                      <a:gd name="T5" fmla="*/ 108 h 118"/>
                      <a:gd name="T6" fmla="*/ 16 w 16"/>
                      <a:gd name="T7" fmla="*/ 118 h 118"/>
                      <a:gd name="T8" fmla="*/ 15 w 16"/>
                      <a:gd name="T9" fmla="*/ 8 h 118"/>
                    </a:gdLst>
                    <a:ahLst/>
                    <a:cxnLst>
                      <a:cxn ang="0">
                        <a:pos x="T0" y="T1"/>
                      </a:cxn>
                      <a:cxn ang="0">
                        <a:pos x="T2" y="T3"/>
                      </a:cxn>
                      <a:cxn ang="0">
                        <a:pos x="T4" y="T5"/>
                      </a:cxn>
                      <a:cxn ang="0">
                        <a:pos x="T6" y="T7"/>
                      </a:cxn>
                      <a:cxn ang="0">
                        <a:pos x="T8" y="T9"/>
                      </a:cxn>
                    </a:cxnLst>
                    <a:rect l="0" t="0" r="r" b="b"/>
                    <a:pathLst>
                      <a:path w="16" h="118">
                        <a:moveTo>
                          <a:pt x="15" y="8"/>
                        </a:moveTo>
                        <a:lnTo>
                          <a:pt x="0" y="0"/>
                        </a:lnTo>
                        <a:lnTo>
                          <a:pt x="0" y="108"/>
                        </a:lnTo>
                        <a:lnTo>
                          <a:pt x="16" y="118"/>
                        </a:lnTo>
                        <a:lnTo>
                          <a:pt x="15" y="8"/>
                        </a:lnTo>
                        <a:close/>
                      </a:path>
                    </a:pathLst>
                  </a:custGeom>
                  <a:solidFill>
                    <a:srgbClr val="A4BD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4" name="íṥḻïḋé">
                    <a:extLst>
                      <a:ext uri="{FF2B5EF4-FFF2-40B4-BE49-F238E27FC236}">
                        <a16:creationId xmlns:a16="http://schemas.microsoft.com/office/drawing/2014/main" id="{ED64ED03-DDA4-442F-8001-F339DE2998D7}"/>
                      </a:ext>
                    </a:extLst>
                  </p:cNvPr>
                  <p:cNvSpPr/>
                  <p:nvPr/>
                </p:nvSpPr>
                <p:spPr bwMode="auto">
                  <a:xfrm>
                    <a:off x="8137526" y="4611688"/>
                    <a:ext cx="55563" cy="31750"/>
                  </a:xfrm>
                  <a:custGeom>
                    <a:avLst/>
                    <a:gdLst>
                      <a:gd name="T0" fmla="*/ 35 w 35"/>
                      <a:gd name="T1" fmla="*/ 8 h 20"/>
                      <a:gd name="T2" fmla="*/ 21 w 35"/>
                      <a:gd name="T3" fmla="*/ 0 h 20"/>
                      <a:gd name="T4" fmla="*/ 0 w 35"/>
                      <a:gd name="T5" fmla="*/ 12 h 20"/>
                      <a:gd name="T6" fmla="*/ 15 w 35"/>
                      <a:gd name="T7" fmla="*/ 20 h 20"/>
                      <a:gd name="T8" fmla="*/ 35 w 35"/>
                      <a:gd name="T9" fmla="*/ 8 h 20"/>
                    </a:gdLst>
                    <a:ahLst/>
                    <a:cxnLst>
                      <a:cxn ang="0">
                        <a:pos x="T0" y="T1"/>
                      </a:cxn>
                      <a:cxn ang="0">
                        <a:pos x="T2" y="T3"/>
                      </a:cxn>
                      <a:cxn ang="0">
                        <a:pos x="T4" y="T5"/>
                      </a:cxn>
                      <a:cxn ang="0">
                        <a:pos x="T6" y="T7"/>
                      </a:cxn>
                      <a:cxn ang="0">
                        <a:pos x="T8" y="T9"/>
                      </a:cxn>
                    </a:cxnLst>
                    <a:rect l="0" t="0" r="r" b="b"/>
                    <a:pathLst>
                      <a:path w="35" h="20">
                        <a:moveTo>
                          <a:pt x="35" y="8"/>
                        </a:moveTo>
                        <a:lnTo>
                          <a:pt x="21" y="0"/>
                        </a:lnTo>
                        <a:lnTo>
                          <a:pt x="0" y="12"/>
                        </a:lnTo>
                        <a:lnTo>
                          <a:pt x="15" y="20"/>
                        </a:lnTo>
                        <a:lnTo>
                          <a:pt x="35" y="8"/>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5" name="ïṣ1iḓê">
                    <a:extLst>
                      <a:ext uri="{FF2B5EF4-FFF2-40B4-BE49-F238E27FC236}">
                        <a16:creationId xmlns:a16="http://schemas.microsoft.com/office/drawing/2014/main" id="{62340C7D-522C-46E6-8C3E-9461EA4C17A4}"/>
                      </a:ext>
                    </a:extLst>
                  </p:cNvPr>
                  <p:cNvSpPr/>
                  <p:nvPr/>
                </p:nvSpPr>
                <p:spPr bwMode="auto">
                  <a:xfrm>
                    <a:off x="8318501" y="4314826"/>
                    <a:ext cx="23813" cy="49213"/>
                  </a:xfrm>
                  <a:custGeom>
                    <a:avLst/>
                    <a:gdLst>
                      <a:gd name="T0" fmla="*/ 15 w 15"/>
                      <a:gd name="T1" fmla="*/ 9 h 31"/>
                      <a:gd name="T2" fmla="*/ 0 w 15"/>
                      <a:gd name="T3" fmla="*/ 0 h 31"/>
                      <a:gd name="T4" fmla="*/ 0 w 15"/>
                      <a:gd name="T5" fmla="*/ 23 h 31"/>
                      <a:gd name="T6" fmla="*/ 15 w 15"/>
                      <a:gd name="T7" fmla="*/ 31 h 31"/>
                      <a:gd name="T8" fmla="*/ 15 w 15"/>
                      <a:gd name="T9" fmla="*/ 9 h 31"/>
                    </a:gdLst>
                    <a:ahLst/>
                    <a:cxnLst>
                      <a:cxn ang="0">
                        <a:pos x="T0" y="T1"/>
                      </a:cxn>
                      <a:cxn ang="0">
                        <a:pos x="T2" y="T3"/>
                      </a:cxn>
                      <a:cxn ang="0">
                        <a:pos x="T4" y="T5"/>
                      </a:cxn>
                      <a:cxn ang="0">
                        <a:pos x="T6" y="T7"/>
                      </a:cxn>
                      <a:cxn ang="0">
                        <a:pos x="T8" y="T9"/>
                      </a:cxn>
                    </a:cxnLst>
                    <a:rect l="0" t="0" r="r" b="b"/>
                    <a:pathLst>
                      <a:path w="15" h="31">
                        <a:moveTo>
                          <a:pt x="15" y="9"/>
                        </a:moveTo>
                        <a:lnTo>
                          <a:pt x="0" y="0"/>
                        </a:lnTo>
                        <a:lnTo>
                          <a:pt x="0" y="23"/>
                        </a:lnTo>
                        <a:lnTo>
                          <a:pt x="15" y="31"/>
                        </a:lnTo>
                        <a:lnTo>
                          <a:pt x="15" y="9"/>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6" name="iş1ïḋé">
                    <a:extLst>
                      <a:ext uri="{FF2B5EF4-FFF2-40B4-BE49-F238E27FC236}">
                        <a16:creationId xmlns:a16="http://schemas.microsoft.com/office/drawing/2014/main" id="{50537A2F-73A8-4F6E-8669-01973B3F2D88}"/>
                      </a:ext>
                    </a:extLst>
                  </p:cNvPr>
                  <p:cNvSpPr/>
                  <p:nvPr/>
                </p:nvSpPr>
                <p:spPr bwMode="auto">
                  <a:xfrm>
                    <a:off x="8137526" y="4192588"/>
                    <a:ext cx="419100" cy="241300"/>
                  </a:xfrm>
                  <a:custGeom>
                    <a:avLst/>
                    <a:gdLst>
                      <a:gd name="T0" fmla="*/ 114 w 264"/>
                      <a:gd name="T1" fmla="*/ 77 h 152"/>
                      <a:gd name="T2" fmla="*/ 134 w 264"/>
                      <a:gd name="T3" fmla="*/ 66 h 152"/>
                      <a:gd name="T4" fmla="*/ 249 w 264"/>
                      <a:gd name="T5" fmla="*/ 0 h 152"/>
                      <a:gd name="T6" fmla="*/ 264 w 264"/>
                      <a:gd name="T7" fmla="*/ 8 h 152"/>
                      <a:gd name="T8" fmla="*/ 149 w 264"/>
                      <a:gd name="T9" fmla="*/ 74 h 152"/>
                      <a:gd name="T10" fmla="*/ 129 w 264"/>
                      <a:gd name="T11" fmla="*/ 86 h 152"/>
                      <a:gd name="T12" fmla="*/ 14 w 264"/>
                      <a:gd name="T13" fmla="*/ 152 h 152"/>
                      <a:gd name="T14" fmla="*/ 0 w 264"/>
                      <a:gd name="T15" fmla="*/ 144 h 152"/>
                      <a:gd name="T16" fmla="*/ 114 w 264"/>
                      <a:gd name="T17" fmla="*/ 7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 h="152">
                        <a:moveTo>
                          <a:pt x="114" y="77"/>
                        </a:moveTo>
                        <a:lnTo>
                          <a:pt x="134" y="66"/>
                        </a:lnTo>
                        <a:lnTo>
                          <a:pt x="249" y="0"/>
                        </a:lnTo>
                        <a:lnTo>
                          <a:pt x="264" y="8"/>
                        </a:lnTo>
                        <a:lnTo>
                          <a:pt x="149" y="74"/>
                        </a:lnTo>
                        <a:lnTo>
                          <a:pt x="129" y="86"/>
                        </a:lnTo>
                        <a:lnTo>
                          <a:pt x="14" y="152"/>
                        </a:lnTo>
                        <a:lnTo>
                          <a:pt x="0" y="144"/>
                        </a:lnTo>
                        <a:lnTo>
                          <a:pt x="114" y="77"/>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7" name="ïsľïdé">
                    <a:extLst>
                      <a:ext uri="{FF2B5EF4-FFF2-40B4-BE49-F238E27FC236}">
                        <a16:creationId xmlns:a16="http://schemas.microsoft.com/office/drawing/2014/main" id="{01298DE3-939C-4C08-AF71-A5D9E7B8E7EB}"/>
                      </a:ext>
                    </a:extLst>
                  </p:cNvPr>
                  <p:cNvSpPr/>
                  <p:nvPr/>
                </p:nvSpPr>
                <p:spPr bwMode="auto">
                  <a:xfrm>
                    <a:off x="8159751" y="4205288"/>
                    <a:ext cx="398463" cy="682625"/>
                  </a:xfrm>
                  <a:custGeom>
                    <a:avLst/>
                    <a:gdLst>
                      <a:gd name="T0" fmla="*/ 0 w 251"/>
                      <a:gd name="T1" fmla="*/ 144 h 430"/>
                      <a:gd name="T2" fmla="*/ 1 w 251"/>
                      <a:gd name="T3" fmla="*/ 276 h 430"/>
                      <a:gd name="T4" fmla="*/ 1 w 251"/>
                      <a:gd name="T5" fmla="*/ 298 h 430"/>
                      <a:gd name="T6" fmla="*/ 1 w 251"/>
                      <a:gd name="T7" fmla="*/ 430 h 430"/>
                      <a:gd name="T8" fmla="*/ 116 w 251"/>
                      <a:gd name="T9" fmla="*/ 364 h 430"/>
                      <a:gd name="T10" fmla="*/ 136 w 251"/>
                      <a:gd name="T11" fmla="*/ 352 h 430"/>
                      <a:gd name="T12" fmla="*/ 251 w 251"/>
                      <a:gd name="T13" fmla="*/ 286 h 430"/>
                      <a:gd name="T14" fmla="*/ 250 w 251"/>
                      <a:gd name="T15" fmla="*/ 154 h 430"/>
                      <a:gd name="T16" fmla="*/ 250 w 251"/>
                      <a:gd name="T17" fmla="*/ 132 h 430"/>
                      <a:gd name="T18" fmla="*/ 250 w 251"/>
                      <a:gd name="T19" fmla="*/ 0 h 430"/>
                      <a:gd name="T20" fmla="*/ 135 w 251"/>
                      <a:gd name="T21" fmla="*/ 66 h 430"/>
                      <a:gd name="T22" fmla="*/ 115 w 251"/>
                      <a:gd name="T23" fmla="*/ 78 h 430"/>
                      <a:gd name="T24" fmla="*/ 0 w 251"/>
                      <a:gd name="T25" fmla="*/ 144 h 430"/>
                      <a:gd name="T26" fmla="*/ 135 w 251"/>
                      <a:gd name="T27" fmla="*/ 220 h 430"/>
                      <a:gd name="T28" fmla="*/ 230 w 251"/>
                      <a:gd name="T29" fmla="*/ 166 h 430"/>
                      <a:gd name="T30" fmla="*/ 230 w 251"/>
                      <a:gd name="T31" fmla="*/ 274 h 430"/>
                      <a:gd name="T32" fmla="*/ 136 w 251"/>
                      <a:gd name="T33" fmla="*/ 330 h 430"/>
                      <a:gd name="T34" fmla="*/ 135 w 251"/>
                      <a:gd name="T35" fmla="*/ 220 h 430"/>
                      <a:gd name="T36" fmla="*/ 135 w 251"/>
                      <a:gd name="T37" fmla="*/ 90 h 430"/>
                      <a:gd name="T38" fmla="*/ 230 w 251"/>
                      <a:gd name="T39" fmla="*/ 34 h 430"/>
                      <a:gd name="T40" fmla="*/ 230 w 251"/>
                      <a:gd name="T41" fmla="*/ 144 h 430"/>
                      <a:gd name="T42" fmla="*/ 135 w 251"/>
                      <a:gd name="T43" fmla="*/ 198 h 430"/>
                      <a:gd name="T44" fmla="*/ 135 w 251"/>
                      <a:gd name="T45" fmla="*/ 90 h 430"/>
                      <a:gd name="T46" fmla="*/ 21 w 251"/>
                      <a:gd name="T47" fmla="*/ 286 h 430"/>
                      <a:gd name="T48" fmla="*/ 116 w 251"/>
                      <a:gd name="T49" fmla="*/ 232 h 430"/>
                      <a:gd name="T50" fmla="*/ 116 w 251"/>
                      <a:gd name="T51" fmla="*/ 340 h 430"/>
                      <a:gd name="T52" fmla="*/ 21 w 251"/>
                      <a:gd name="T53" fmla="*/ 396 h 430"/>
                      <a:gd name="T54" fmla="*/ 21 w 251"/>
                      <a:gd name="T55" fmla="*/ 286 h 430"/>
                      <a:gd name="T56" fmla="*/ 21 w 251"/>
                      <a:gd name="T57" fmla="*/ 264 h 430"/>
                      <a:gd name="T58" fmla="*/ 21 w 251"/>
                      <a:gd name="T59" fmla="*/ 156 h 430"/>
                      <a:gd name="T60" fmla="*/ 115 w 251"/>
                      <a:gd name="T61" fmla="*/ 100 h 430"/>
                      <a:gd name="T62" fmla="*/ 116 w 251"/>
                      <a:gd name="T63" fmla="*/ 210 h 430"/>
                      <a:gd name="T64" fmla="*/ 21 w 251"/>
                      <a:gd name="T65" fmla="*/ 26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1" h="430">
                        <a:moveTo>
                          <a:pt x="0" y="144"/>
                        </a:moveTo>
                        <a:lnTo>
                          <a:pt x="1" y="276"/>
                        </a:lnTo>
                        <a:lnTo>
                          <a:pt x="1" y="298"/>
                        </a:lnTo>
                        <a:lnTo>
                          <a:pt x="1" y="430"/>
                        </a:lnTo>
                        <a:lnTo>
                          <a:pt x="116" y="364"/>
                        </a:lnTo>
                        <a:lnTo>
                          <a:pt x="136" y="352"/>
                        </a:lnTo>
                        <a:lnTo>
                          <a:pt x="251" y="286"/>
                        </a:lnTo>
                        <a:lnTo>
                          <a:pt x="250" y="154"/>
                        </a:lnTo>
                        <a:lnTo>
                          <a:pt x="250" y="132"/>
                        </a:lnTo>
                        <a:lnTo>
                          <a:pt x="250" y="0"/>
                        </a:lnTo>
                        <a:lnTo>
                          <a:pt x="135" y="66"/>
                        </a:lnTo>
                        <a:lnTo>
                          <a:pt x="115" y="78"/>
                        </a:lnTo>
                        <a:lnTo>
                          <a:pt x="0" y="144"/>
                        </a:lnTo>
                        <a:close/>
                        <a:moveTo>
                          <a:pt x="135" y="220"/>
                        </a:moveTo>
                        <a:lnTo>
                          <a:pt x="230" y="166"/>
                        </a:lnTo>
                        <a:lnTo>
                          <a:pt x="230" y="274"/>
                        </a:lnTo>
                        <a:lnTo>
                          <a:pt x="136" y="330"/>
                        </a:lnTo>
                        <a:lnTo>
                          <a:pt x="135" y="220"/>
                        </a:lnTo>
                        <a:close/>
                        <a:moveTo>
                          <a:pt x="135" y="90"/>
                        </a:moveTo>
                        <a:lnTo>
                          <a:pt x="230" y="34"/>
                        </a:lnTo>
                        <a:lnTo>
                          <a:pt x="230" y="144"/>
                        </a:lnTo>
                        <a:lnTo>
                          <a:pt x="135" y="198"/>
                        </a:lnTo>
                        <a:lnTo>
                          <a:pt x="135" y="90"/>
                        </a:lnTo>
                        <a:close/>
                        <a:moveTo>
                          <a:pt x="21" y="286"/>
                        </a:moveTo>
                        <a:lnTo>
                          <a:pt x="116" y="232"/>
                        </a:lnTo>
                        <a:lnTo>
                          <a:pt x="116" y="340"/>
                        </a:lnTo>
                        <a:lnTo>
                          <a:pt x="21" y="396"/>
                        </a:lnTo>
                        <a:lnTo>
                          <a:pt x="21" y="286"/>
                        </a:lnTo>
                        <a:close/>
                        <a:moveTo>
                          <a:pt x="21" y="264"/>
                        </a:moveTo>
                        <a:lnTo>
                          <a:pt x="21" y="156"/>
                        </a:lnTo>
                        <a:lnTo>
                          <a:pt x="115" y="100"/>
                        </a:lnTo>
                        <a:lnTo>
                          <a:pt x="116" y="210"/>
                        </a:lnTo>
                        <a:lnTo>
                          <a:pt x="21" y="264"/>
                        </a:lnTo>
                        <a:close/>
                      </a:path>
                    </a:pathLst>
                  </a:custGeom>
                  <a:solidFill>
                    <a:srgbClr val="D5D5D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8" name="íṣ1îde">
                    <a:extLst>
                      <a:ext uri="{FF2B5EF4-FFF2-40B4-BE49-F238E27FC236}">
                        <a16:creationId xmlns:a16="http://schemas.microsoft.com/office/drawing/2014/main" id="{6E8F5AC9-6911-43E0-AEA4-A7EDAFBFC039}"/>
                      </a:ext>
                    </a:extLst>
                  </p:cNvPr>
                  <p:cNvSpPr/>
                  <p:nvPr/>
                </p:nvSpPr>
                <p:spPr bwMode="auto">
                  <a:xfrm>
                    <a:off x="8137526" y="4421188"/>
                    <a:ext cx="23813" cy="466725"/>
                  </a:xfrm>
                  <a:custGeom>
                    <a:avLst/>
                    <a:gdLst>
                      <a:gd name="T0" fmla="*/ 14 w 15"/>
                      <a:gd name="T1" fmla="*/ 8 h 294"/>
                      <a:gd name="T2" fmla="*/ 15 w 15"/>
                      <a:gd name="T3" fmla="*/ 140 h 294"/>
                      <a:gd name="T4" fmla="*/ 15 w 15"/>
                      <a:gd name="T5" fmla="*/ 162 h 294"/>
                      <a:gd name="T6" fmla="*/ 15 w 15"/>
                      <a:gd name="T7" fmla="*/ 294 h 294"/>
                      <a:gd name="T8" fmla="*/ 1 w 15"/>
                      <a:gd name="T9" fmla="*/ 285 h 294"/>
                      <a:gd name="T10" fmla="*/ 0 w 15"/>
                      <a:gd name="T11" fmla="*/ 153 h 294"/>
                      <a:gd name="T12" fmla="*/ 0 w 15"/>
                      <a:gd name="T13" fmla="*/ 132 h 294"/>
                      <a:gd name="T14" fmla="*/ 0 w 15"/>
                      <a:gd name="T15" fmla="*/ 0 h 294"/>
                      <a:gd name="T16" fmla="*/ 14 w 15"/>
                      <a:gd name="T17" fmla="*/ 8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94">
                        <a:moveTo>
                          <a:pt x="14" y="8"/>
                        </a:moveTo>
                        <a:lnTo>
                          <a:pt x="15" y="140"/>
                        </a:lnTo>
                        <a:lnTo>
                          <a:pt x="15" y="162"/>
                        </a:lnTo>
                        <a:lnTo>
                          <a:pt x="15" y="294"/>
                        </a:lnTo>
                        <a:lnTo>
                          <a:pt x="1" y="285"/>
                        </a:lnTo>
                        <a:lnTo>
                          <a:pt x="0" y="153"/>
                        </a:lnTo>
                        <a:lnTo>
                          <a:pt x="0" y="132"/>
                        </a:lnTo>
                        <a:lnTo>
                          <a:pt x="0" y="0"/>
                        </a:lnTo>
                        <a:lnTo>
                          <a:pt x="14" y="8"/>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9" name="iŝḷíḋè">
                    <a:extLst>
                      <a:ext uri="{FF2B5EF4-FFF2-40B4-BE49-F238E27FC236}">
                        <a16:creationId xmlns:a16="http://schemas.microsoft.com/office/drawing/2014/main" id="{465601A3-9309-4A0D-8ADD-B8866C41C88F}"/>
                      </a:ext>
                    </a:extLst>
                  </p:cNvPr>
                  <p:cNvSpPr/>
                  <p:nvPr/>
                </p:nvSpPr>
                <p:spPr bwMode="auto">
                  <a:xfrm>
                    <a:off x="3376613" y="4937126"/>
                    <a:ext cx="42863" cy="25400"/>
                  </a:xfrm>
                  <a:custGeom>
                    <a:avLst/>
                    <a:gdLst>
                      <a:gd name="T0" fmla="*/ 16 w 27"/>
                      <a:gd name="T1" fmla="*/ 16 h 16"/>
                      <a:gd name="T2" fmla="*/ 0 w 27"/>
                      <a:gd name="T3" fmla="*/ 7 h 16"/>
                      <a:gd name="T4" fmla="*/ 12 w 27"/>
                      <a:gd name="T5" fmla="*/ 0 h 16"/>
                      <a:gd name="T6" fmla="*/ 27 w 27"/>
                      <a:gd name="T7" fmla="*/ 10 h 16"/>
                      <a:gd name="T8" fmla="*/ 16 w 27"/>
                      <a:gd name="T9" fmla="*/ 16 h 16"/>
                    </a:gdLst>
                    <a:ahLst/>
                    <a:cxnLst>
                      <a:cxn ang="0">
                        <a:pos x="T0" y="T1"/>
                      </a:cxn>
                      <a:cxn ang="0">
                        <a:pos x="T2" y="T3"/>
                      </a:cxn>
                      <a:cxn ang="0">
                        <a:pos x="T4" y="T5"/>
                      </a:cxn>
                      <a:cxn ang="0">
                        <a:pos x="T6" y="T7"/>
                      </a:cxn>
                      <a:cxn ang="0">
                        <a:pos x="T8" y="T9"/>
                      </a:cxn>
                    </a:cxnLst>
                    <a:rect l="0" t="0" r="r" b="b"/>
                    <a:pathLst>
                      <a:path w="27" h="16">
                        <a:moveTo>
                          <a:pt x="16" y="16"/>
                        </a:moveTo>
                        <a:lnTo>
                          <a:pt x="0" y="7"/>
                        </a:lnTo>
                        <a:lnTo>
                          <a:pt x="12" y="0"/>
                        </a:lnTo>
                        <a:lnTo>
                          <a:pt x="27" y="10"/>
                        </a:lnTo>
                        <a:lnTo>
                          <a:pt x="16" y="16"/>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0" name="îsļïḍê">
                    <a:extLst>
                      <a:ext uri="{FF2B5EF4-FFF2-40B4-BE49-F238E27FC236}">
                        <a16:creationId xmlns:a16="http://schemas.microsoft.com/office/drawing/2014/main" id="{160DB66A-B6DF-46A0-8722-938E387D3AA4}"/>
                      </a:ext>
                    </a:extLst>
                  </p:cNvPr>
                  <p:cNvSpPr/>
                  <p:nvPr/>
                </p:nvSpPr>
                <p:spPr bwMode="auto">
                  <a:xfrm>
                    <a:off x="3379788" y="4940301"/>
                    <a:ext cx="22225" cy="123825"/>
                  </a:xfrm>
                  <a:custGeom>
                    <a:avLst/>
                    <a:gdLst>
                      <a:gd name="T0" fmla="*/ 14 w 14"/>
                      <a:gd name="T1" fmla="*/ 78 h 78"/>
                      <a:gd name="T2" fmla="*/ 0 w 14"/>
                      <a:gd name="T3" fmla="*/ 71 h 78"/>
                      <a:gd name="T4" fmla="*/ 0 w 14"/>
                      <a:gd name="T5" fmla="*/ 0 h 78"/>
                      <a:gd name="T6" fmla="*/ 14 w 14"/>
                      <a:gd name="T7" fmla="*/ 6 h 78"/>
                      <a:gd name="T8" fmla="*/ 14 w 14"/>
                      <a:gd name="T9" fmla="*/ 78 h 78"/>
                    </a:gdLst>
                    <a:ahLst/>
                    <a:cxnLst>
                      <a:cxn ang="0">
                        <a:pos x="T0" y="T1"/>
                      </a:cxn>
                      <a:cxn ang="0">
                        <a:pos x="T2" y="T3"/>
                      </a:cxn>
                      <a:cxn ang="0">
                        <a:pos x="T4" y="T5"/>
                      </a:cxn>
                      <a:cxn ang="0">
                        <a:pos x="T6" y="T7"/>
                      </a:cxn>
                      <a:cxn ang="0">
                        <a:pos x="T8" y="T9"/>
                      </a:cxn>
                    </a:cxnLst>
                    <a:rect l="0" t="0" r="r" b="b"/>
                    <a:pathLst>
                      <a:path w="14" h="78">
                        <a:moveTo>
                          <a:pt x="14" y="78"/>
                        </a:moveTo>
                        <a:lnTo>
                          <a:pt x="0" y="71"/>
                        </a:lnTo>
                        <a:lnTo>
                          <a:pt x="0" y="0"/>
                        </a:lnTo>
                        <a:lnTo>
                          <a:pt x="14" y="6"/>
                        </a:lnTo>
                        <a:lnTo>
                          <a:pt x="14" y="78"/>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1" name="iṣḷîḋe">
                    <a:extLst>
                      <a:ext uri="{FF2B5EF4-FFF2-40B4-BE49-F238E27FC236}">
                        <a16:creationId xmlns:a16="http://schemas.microsoft.com/office/drawing/2014/main" id="{BEB12A9F-1A22-4A5B-84DB-D5B5AD7DF0D4}"/>
                      </a:ext>
                    </a:extLst>
                  </p:cNvPr>
                  <p:cNvSpPr/>
                  <p:nvPr/>
                </p:nvSpPr>
                <p:spPr bwMode="auto">
                  <a:xfrm>
                    <a:off x="3402013" y="4941888"/>
                    <a:ext cx="14288" cy="122238"/>
                  </a:xfrm>
                  <a:custGeom>
                    <a:avLst/>
                    <a:gdLst>
                      <a:gd name="T0" fmla="*/ 9 w 9"/>
                      <a:gd name="T1" fmla="*/ 0 h 77"/>
                      <a:gd name="T2" fmla="*/ 9 w 9"/>
                      <a:gd name="T3" fmla="*/ 71 h 77"/>
                      <a:gd name="T4" fmla="*/ 0 w 9"/>
                      <a:gd name="T5" fmla="*/ 77 h 77"/>
                      <a:gd name="T6" fmla="*/ 0 w 9"/>
                      <a:gd name="T7" fmla="*/ 5 h 77"/>
                      <a:gd name="T8" fmla="*/ 9 w 9"/>
                      <a:gd name="T9" fmla="*/ 0 h 77"/>
                    </a:gdLst>
                    <a:ahLst/>
                    <a:cxnLst>
                      <a:cxn ang="0">
                        <a:pos x="T0" y="T1"/>
                      </a:cxn>
                      <a:cxn ang="0">
                        <a:pos x="T2" y="T3"/>
                      </a:cxn>
                      <a:cxn ang="0">
                        <a:pos x="T4" y="T5"/>
                      </a:cxn>
                      <a:cxn ang="0">
                        <a:pos x="T6" y="T7"/>
                      </a:cxn>
                      <a:cxn ang="0">
                        <a:pos x="T8" y="T9"/>
                      </a:cxn>
                    </a:cxnLst>
                    <a:rect l="0" t="0" r="r" b="b"/>
                    <a:pathLst>
                      <a:path w="9" h="77">
                        <a:moveTo>
                          <a:pt x="9" y="0"/>
                        </a:moveTo>
                        <a:lnTo>
                          <a:pt x="9" y="71"/>
                        </a:lnTo>
                        <a:lnTo>
                          <a:pt x="0" y="77"/>
                        </a:lnTo>
                        <a:lnTo>
                          <a:pt x="0" y="5"/>
                        </a:lnTo>
                        <a:lnTo>
                          <a:pt x="9"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2" name="ïṥ1iḍê">
                    <a:extLst>
                      <a:ext uri="{FF2B5EF4-FFF2-40B4-BE49-F238E27FC236}">
                        <a16:creationId xmlns:a16="http://schemas.microsoft.com/office/drawing/2014/main" id="{A6E8C8C9-CA45-47F0-838D-8685F67D65EA}"/>
                      </a:ext>
                    </a:extLst>
                  </p:cNvPr>
                  <p:cNvSpPr/>
                  <p:nvPr/>
                </p:nvSpPr>
                <p:spPr bwMode="auto">
                  <a:xfrm>
                    <a:off x="3290888" y="4768851"/>
                    <a:ext cx="111125" cy="214313"/>
                  </a:xfrm>
                  <a:custGeom>
                    <a:avLst/>
                    <a:gdLst>
                      <a:gd name="T0" fmla="*/ 70 w 70"/>
                      <a:gd name="T1" fmla="*/ 0 h 135"/>
                      <a:gd name="T2" fmla="*/ 70 w 70"/>
                      <a:gd name="T3" fmla="*/ 135 h 135"/>
                      <a:gd name="T4" fmla="*/ 0 w 70"/>
                      <a:gd name="T5" fmla="*/ 95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5"/>
                        </a:lnTo>
                        <a:lnTo>
                          <a:pt x="70" y="0"/>
                        </a:lnTo>
                        <a:close/>
                      </a:path>
                    </a:pathLst>
                  </a:custGeom>
                  <a:solidFill>
                    <a:srgbClr val="51DE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3" name="iṥľíḑé">
                    <a:extLst>
                      <a:ext uri="{FF2B5EF4-FFF2-40B4-BE49-F238E27FC236}">
                        <a16:creationId xmlns:a16="http://schemas.microsoft.com/office/drawing/2014/main" id="{2DD17E18-DE6E-48A9-91E4-5E3E0F78B2FC}"/>
                      </a:ext>
                    </a:extLst>
                  </p:cNvPr>
                  <p:cNvSpPr/>
                  <p:nvPr/>
                </p:nvSpPr>
                <p:spPr bwMode="auto">
                  <a:xfrm>
                    <a:off x="3402013" y="4768851"/>
                    <a:ext cx="111125" cy="214313"/>
                  </a:xfrm>
                  <a:custGeom>
                    <a:avLst/>
                    <a:gdLst>
                      <a:gd name="T0" fmla="*/ 0 w 70"/>
                      <a:gd name="T1" fmla="*/ 0 h 135"/>
                      <a:gd name="T2" fmla="*/ 0 w 70"/>
                      <a:gd name="T3" fmla="*/ 135 h 135"/>
                      <a:gd name="T4" fmla="*/ 70 w 70"/>
                      <a:gd name="T5" fmla="*/ 95 h 135"/>
                      <a:gd name="T6" fmla="*/ 0 w 70"/>
                      <a:gd name="T7" fmla="*/ 0 h 135"/>
                    </a:gdLst>
                    <a:ahLst/>
                    <a:cxnLst>
                      <a:cxn ang="0">
                        <a:pos x="T0" y="T1"/>
                      </a:cxn>
                      <a:cxn ang="0">
                        <a:pos x="T2" y="T3"/>
                      </a:cxn>
                      <a:cxn ang="0">
                        <a:pos x="T4" y="T5"/>
                      </a:cxn>
                      <a:cxn ang="0">
                        <a:pos x="T6" y="T7"/>
                      </a:cxn>
                    </a:cxnLst>
                    <a:rect l="0" t="0" r="r" b="b"/>
                    <a:pathLst>
                      <a:path w="70" h="135">
                        <a:moveTo>
                          <a:pt x="0" y="0"/>
                        </a:moveTo>
                        <a:lnTo>
                          <a:pt x="0" y="135"/>
                        </a:lnTo>
                        <a:lnTo>
                          <a:pt x="70" y="95"/>
                        </a:lnTo>
                        <a:lnTo>
                          <a:pt x="0" y="0"/>
                        </a:lnTo>
                        <a:close/>
                      </a:path>
                    </a:pathLst>
                  </a:custGeom>
                  <a:solidFill>
                    <a:srgbClr val="01683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4" name="îṡļïďe">
                    <a:extLst>
                      <a:ext uri="{FF2B5EF4-FFF2-40B4-BE49-F238E27FC236}">
                        <a16:creationId xmlns:a16="http://schemas.microsoft.com/office/drawing/2014/main" id="{07E837C3-E135-4404-BEA9-B336A2598655}"/>
                      </a:ext>
                    </a:extLst>
                  </p:cNvPr>
                  <p:cNvSpPr/>
                  <p:nvPr/>
                </p:nvSpPr>
                <p:spPr bwMode="auto">
                  <a:xfrm>
                    <a:off x="3321051" y="4857751"/>
                    <a:ext cx="80963" cy="65088"/>
                  </a:xfrm>
                  <a:custGeom>
                    <a:avLst/>
                    <a:gdLst>
                      <a:gd name="T0" fmla="*/ 0 w 51"/>
                      <a:gd name="T1" fmla="*/ 12 h 41"/>
                      <a:gd name="T2" fmla="*/ 51 w 51"/>
                      <a:gd name="T3" fmla="*/ 41 h 41"/>
                      <a:gd name="T4" fmla="*/ 51 w 51"/>
                      <a:gd name="T5" fmla="*/ 25 h 41"/>
                      <a:gd name="T6" fmla="*/ 8 w 51"/>
                      <a:gd name="T7" fmla="*/ 0 h 41"/>
                      <a:gd name="T8" fmla="*/ 0 w 51"/>
                      <a:gd name="T9" fmla="*/ 12 h 41"/>
                    </a:gdLst>
                    <a:ahLst/>
                    <a:cxnLst>
                      <a:cxn ang="0">
                        <a:pos x="T0" y="T1"/>
                      </a:cxn>
                      <a:cxn ang="0">
                        <a:pos x="T2" y="T3"/>
                      </a:cxn>
                      <a:cxn ang="0">
                        <a:pos x="T4" y="T5"/>
                      </a:cxn>
                      <a:cxn ang="0">
                        <a:pos x="T6" y="T7"/>
                      </a:cxn>
                      <a:cxn ang="0">
                        <a:pos x="T8" y="T9"/>
                      </a:cxn>
                    </a:cxnLst>
                    <a:rect l="0" t="0" r="r" b="b"/>
                    <a:pathLst>
                      <a:path w="51" h="41">
                        <a:moveTo>
                          <a:pt x="0" y="12"/>
                        </a:moveTo>
                        <a:lnTo>
                          <a:pt x="51" y="41"/>
                        </a:lnTo>
                        <a:lnTo>
                          <a:pt x="51" y="25"/>
                        </a:lnTo>
                        <a:lnTo>
                          <a:pt x="8" y="0"/>
                        </a:lnTo>
                        <a:lnTo>
                          <a:pt x="0" y="12"/>
                        </a:lnTo>
                        <a:close/>
                      </a:path>
                    </a:pathLst>
                  </a:custGeom>
                  <a:solidFill>
                    <a:srgbClr val="59D893"/>
                  </a:solidFill>
                  <a:ln>
                    <a:noFill/>
                  </a:ln>
                </p:spPr>
                <p:txBody>
                  <a:bodyPr anchor="ctr"/>
                  <a:lstStyle/>
                  <a:p>
                    <a:pPr algn="ctr"/>
                    <a:endParaRPr>
                      <a:cs typeface="+mn-ea"/>
                      <a:sym typeface="+mn-lt"/>
                    </a:endParaRPr>
                  </a:p>
                </p:txBody>
              </p:sp>
              <p:sp>
                <p:nvSpPr>
                  <p:cNvPr id="135" name="išļîḋe">
                    <a:extLst>
                      <a:ext uri="{FF2B5EF4-FFF2-40B4-BE49-F238E27FC236}">
                        <a16:creationId xmlns:a16="http://schemas.microsoft.com/office/drawing/2014/main" id="{6F1F830F-9CB3-4AFF-85E9-95E5B9FDEF56}"/>
                      </a:ext>
                    </a:extLst>
                  </p:cNvPr>
                  <p:cNvSpPr/>
                  <p:nvPr/>
                </p:nvSpPr>
                <p:spPr bwMode="auto">
                  <a:xfrm>
                    <a:off x="3402013" y="4768851"/>
                    <a:ext cx="111125" cy="214313"/>
                  </a:xfrm>
                  <a:custGeom>
                    <a:avLst/>
                    <a:gdLst>
                      <a:gd name="T0" fmla="*/ 0 w 70"/>
                      <a:gd name="T1" fmla="*/ 0 h 135"/>
                      <a:gd name="T2" fmla="*/ 0 w 70"/>
                      <a:gd name="T3" fmla="*/ 135 h 135"/>
                      <a:gd name="T4" fmla="*/ 70 w 70"/>
                      <a:gd name="T5" fmla="*/ 95 h 135"/>
                      <a:gd name="T6" fmla="*/ 0 w 70"/>
                      <a:gd name="T7" fmla="*/ 0 h 135"/>
                    </a:gdLst>
                    <a:ahLst/>
                    <a:cxnLst>
                      <a:cxn ang="0">
                        <a:pos x="T0" y="T1"/>
                      </a:cxn>
                      <a:cxn ang="0">
                        <a:pos x="T2" y="T3"/>
                      </a:cxn>
                      <a:cxn ang="0">
                        <a:pos x="T4" y="T5"/>
                      </a:cxn>
                      <a:cxn ang="0">
                        <a:pos x="T6" y="T7"/>
                      </a:cxn>
                    </a:cxnLst>
                    <a:rect l="0" t="0" r="r" b="b"/>
                    <a:pathLst>
                      <a:path w="70" h="135">
                        <a:moveTo>
                          <a:pt x="0" y="0"/>
                        </a:moveTo>
                        <a:lnTo>
                          <a:pt x="0" y="135"/>
                        </a:lnTo>
                        <a:lnTo>
                          <a:pt x="70" y="95"/>
                        </a:lnTo>
                        <a:lnTo>
                          <a:pt x="0" y="0"/>
                        </a:lnTo>
                        <a:close/>
                      </a:path>
                    </a:pathLst>
                  </a:custGeom>
                  <a:solidFill>
                    <a:srgbClr val="46C1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6" name="ïşḷîḓé">
                    <a:extLst>
                      <a:ext uri="{FF2B5EF4-FFF2-40B4-BE49-F238E27FC236}">
                        <a16:creationId xmlns:a16="http://schemas.microsoft.com/office/drawing/2014/main" id="{09289D1F-3C1E-43C0-86FF-1AF3ADE7264A}"/>
                      </a:ext>
                    </a:extLst>
                  </p:cNvPr>
                  <p:cNvSpPr/>
                  <p:nvPr/>
                </p:nvSpPr>
                <p:spPr bwMode="auto">
                  <a:xfrm>
                    <a:off x="3402013" y="4857751"/>
                    <a:ext cx="79375" cy="65088"/>
                  </a:xfrm>
                  <a:custGeom>
                    <a:avLst/>
                    <a:gdLst>
                      <a:gd name="T0" fmla="*/ 42 w 50"/>
                      <a:gd name="T1" fmla="*/ 0 h 41"/>
                      <a:gd name="T2" fmla="*/ 0 w 50"/>
                      <a:gd name="T3" fmla="*/ 25 h 41"/>
                      <a:gd name="T4" fmla="*/ 0 w 50"/>
                      <a:gd name="T5" fmla="*/ 41 h 41"/>
                      <a:gd name="T6" fmla="*/ 50 w 50"/>
                      <a:gd name="T7" fmla="*/ 12 h 41"/>
                      <a:gd name="T8" fmla="*/ 42 w 50"/>
                      <a:gd name="T9" fmla="*/ 0 h 41"/>
                    </a:gdLst>
                    <a:ahLst/>
                    <a:cxnLst>
                      <a:cxn ang="0">
                        <a:pos x="T0" y="T1"/>
                      </a:cxn>
                      <a:cxn ang="0">
                        <a:pos x="T2" y="T3"/>
                      </a:cxn>
                      <a:cxn ang="0">
                        <a:pos x="T4" y="T5"/>
                      </a:cxn>
                      <a:cxn ang="0">
                        <a:pos x="T6" y="T7"/>
                      </a:cxn>
                      <a:cxn ang="0">
                        <a:pos x="T8" y="T9"/>
                      </a:cxn>
                    </a:cxnLst>
                    <a:rect l="0" t="0" r="r" b="b"/>
                    <a:pathLst>
                      <a:path w="50" h="41">
                        <a:moveTo>
                          <a:pt x="42" y="0"/>
                        </a:moveTo>
                        <a:lnTo>
                          <a:pt x="0" y="25"/>
                        </a:lnTo>
                        <a:lnTo>
                          <a:pt x="0" y="41"/>
                        </a:lnTo>
                        <a:lnTo>
                          <a:pt x="50" y="12"/>
                        </a:lnTo>
                        <a:lnTo>
                          <a:pt x="42" y="0"/>
                        </a:lnTo>
                        <a:close/>
                      </a:path>
                    </a:pathLst>
                  </a:custGeom>
                  <a:solidFill>
                    <a:srgbClr val="309C5E"/>
                  </a:solidFill>
                  <a:ln>
                    <a:noFill/>
                  </a:ln>
                </p:spPr>
                <p:txBody>
                  <a:bodyPr anchor="ctr"/>
                  <a:lstStyle/>
                  <a:p>
                    <a:pPr algn="ctr"/>
                    <a:endParaRPr>
                      <a:cs typeface="+mn-ea"/>
                      <a:sym typeface="+mn-lt"/>
                    </a:endParaRPr>
                  </a:p>
                </p:txBody>
              </p:sp>
              <p:sp>
                <p:nvSpPr>
                  <p:cNvPr id="137" name="ïṧľïḑè">
                    <a:extLst>
                      <a:ext uri="{FF2B5EF4-FFF2-40B4-BE49-F238E27FC236}">
                        <a16:creationId xmlns:a16="http://schemas.microsoft.com/office/drawing/2014/main" id="{4B54BB84-E359-486E-972C-870907970A59}"/>
                      </a:ext>
                    </a:extLst>
                  </p:cNvPr>
                  <p:cNvSpPr/>
                  <p:nvPr/>
                </p:nvSpPr>
                <p:spPr bwMode="auto">
                  <a:xfrm>
                    <a:off x="3306763" y="4670426"/>
                    <a:ext cx="95250" cy="236538"/>
                  </a:xfrm>
                  <a:custGeom>
                    <a:avLst/>
                    <a:gdLst>
                      <a:gd name="T0" fmla="*/ 60 w 60"/>
                      <a:gd name="T1" fmla="*/ 0 h 149"/>
                      <a:gd name="T2" fmla="*/ 60 w 60"/>
                      <a:gd name="T3" fmla="*/ 149 h 149"/>
                      <a:gd name="T4" fmla="*/ 0 w 60"/>
                      <a:gd name="T5" fmla="*/ 114 h 149"/>
                      <a:gd name="T6" fmla="*/ 60 w 60"/>
                      <a:gd name="T7" fmla="*/ 0 h 149"/>
                    </a:gdLst>
                    <a:ahLst/>
                    <a:cxnLst>
                      <a:cxn ang="0">
                        <a:pos x="T0" y="T1"/>
                      </a:cxn>
                      <a:cxn ang="0">
                        <a:pos x="T2" y="T3"/>
                      </a:cxn>
                      <a:cxn ang="0">
                        <a:pos x="T4" y="T5"/>
                      </a:cxn>
                      <a:cxn ang="0">
                        <a:pos x="T6" y="T7"/>
                      </a:cxn>
                    </a:cxnLst>
                    <a:rect l="0" t="0" r="r" b="b"/>
                    <a:pathLst>
                      <a:path w="60" h="149">
                        <a:moveTo>
                          <a:pt x="60" y="0"/>
                        </a:moveTo>
                        <a:lnTo>
                          <a:pt x="60" y="149"/>
                        </a:lnTo>
                        <a:lnTo>
                          <a:pt x="0" y="114"/>
                        </a:lnTo>
                        <a:lnTo>
                          <a:pt x="60" y="0"/>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8" name="iSlïḋê">
                    <a:extLst>
                      <a:ext uri="{FF2B5EF4-FFF2-40B4-BE49-F238E27FC236}">
                        <a16:creationId xmlns:a16="http://schemas.microsoft.com/office/drawing/2014/main" id="{E64ABDE1-D51C-4F76-9CC5-7258B09BB527}"/>
                      </a:ext>
                    </a:extLst>
                  </p:cNvPr>
                  <p:cNvSpPr/>
                  <p:nvPr/>
                </p:nvSpPr>
                <p:spPr bwMode="auto">
                  <a:xfrm>
                    <a:off x="3402013" y="4670426"/>
                    <a:ext cx="93663" cy="236538"/>
                  </a:xfrm>
                  <a:custGeom>
                    <a:avLst/>
                    <a:gdLst>
                      <a:gd name="T0" fmla="*/ 0 w 59"/>
                      <a:gd name="T1" fmla="*/ 0 h 149"/>
                      <a:gd name="T2" fmla="*/ 0 w 59"/>
                      <a:gd name="T3" fmla="*/ 149 h 149"/>
                      <a:gd name="T4" fmla="*/ 59 w 59"/>
                      <a:gd name="T5" fmla="*/ 114 h 149"/>
                      <a:gd name="T6" fmla="*/ 0 w 59"/>
                      <a:gd name="T7" fmla="*/ 0 h 149"/>
                    </a:gdLst>
                    <a:ahLst/>
                    <a:cxnLst>
                      <a:cxn ang="0">
                        <a:pos x="T0" y="T1"/>
                      </a:cxn>
                      <a:cxn ang="0">
                        <a:pos x="T2" y="T3"/>
                      </a:cxn>
                      <a:cxn ang="0">
                        <a:pos x="T4" y="T5"/>
                      </a:cxn>
                      <a:cxn ang="0">
                        <a:pos x="T6" y="T7"/>
                      </a:cxn>
                    </a:cxnLst>
                    <a:rect l="0" t="0" r="r" b="b"/>
                    <a:pathLst>
                      <a:path w="59" h="149">
                        <a:moveTo>
                          <a:pt x="0" y="0"/>
                        </a:moveTo>
                        <a:lnTo>
                          <a:pt x="0" y="149"/>
                        </a:lnTo>
                        <a:lnTo>
                          <a:pt x="59" y="114"/>
                        </a:lnTo>
                        <a:lnTo>
                          <a:pt x="0"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9" name="i$ļiḋe">
                    <a:extLst>
                      <a:ext uri="{FF2B5EF4-FFF2-40B4-BE49-F238E27FC236}">
                        <a16:creationId xmlns:a16="http://schemas.microsoft.com/office/drawing/2014/main" id="{410DD5BF-E05F-4FB0-896A-F7100EC2517A}"/>
                      </a:ext>
                    </a:extLst>
                  </p:cNvPr>
                  <p:cNvSpPr/>
                  <p:nvPr/>
                </p:nvSpPr>
                <p:spPr bwMode="auto">
                  <a:xfrm>
                    <a:off x="3690938" y="5118101"/>
                    <a:ext cx="42863" cy="25400"/>
                  </a:xfrm>
                  <a:custGeom>
                    <a:avLst/>
                    <a:gdLst>
                      <a:gd name="T0" fmla="*/ 16 w 27"/>
                      <a:gd name="T1" fmla="*/ 16 h 16"/>
                      <a:gd name="T2" fmla="*/ 0 w 27"/>
                      <a:gd name="T3" fmla="*/ 6 h 16"/>
                      <a:gd name="T4" fmla="*/ 12 w 27"/>
                      <a:gd name="T5" fmla="*/ 0 h 16"/>
                      <a:gd name="T6" fmla="*/ 27 w 27"/>
                      <a:gd name="T7" fmla="*/ 9 h 16"/>
                      <a:gd name="T8" fmla="*/ 16 w 27"/>
                      <a:gd name="T9" fmla="*/ 16 h 16"/>
                    </a:gdLst>
                    <a:ahLst/>
                    <a:cxnLst>
                      <a:cxn ang="0">
                        <a:pos x="T0" y="T1"/>
                      </a:cxn>
                      <a:cxn ang="0">
                        <a:pos x="T2" y="T3"/>
                      </a:cxn>
                      <a:cxn ang="0">
                        <a:pos x="T4" y="T5"/>
                      </a:cxn>
                      <a:cxn ang="0">
                        <a:pos x="T6" y="T7"/>
                      </a:cxn>
                      <a:cxn ang="0">
                        <a:pos x="T8" y="T9"/>
                      </a:cxn>
                    </a:cxnLst>
                    <a:rect l="0" t="0" r="r" b="b"/>
                    <a:pathLst>
                      <a:path w="27" h="16">
                        <a:moveTo>
                          <a:pt x="16" y="16"/>
                        </a:moveTo>
                        <a:lnTo>
                          <a:pt x="0" y="6"/>
                        </a:lnTo>
                        <a:lnTo>
                          <a:pt x="12" y="0"/>
                        </a:lnTo>
                        <a:lnTo>
                          <a:pt x="27" y="9"/>
                        </a:lnTo>
                        <a:lnTo>
                          <a:pt x="16" y="16"/>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0" name="íṡḷîḍè">
                    <a:extLst>
                      <a:ext uri="{FF2B5EF4-FFF2-40B4-BE49-F238E27FC236}">
                        <a16:creationId xmlns:a16="http://schemas.microsoft.com/office/drawing/2014/main" id="{A35C516F-17AF-4D74-AD57-A0B4C5D6ADCF}"/>
                      </a:ext>
                    </a:extLst>
                  </p:cNvPr>
                  <p:cNvSpPr/>
                  <p:nvPr/>
                </p:nvSpPr>
                <p:spPr bwMode="auto">
                  <a:xfrm>
                    <a:off x="3694113" y="5118101"/>
                    <a:ext cx="22225" cy="125413"/>
                  </a:xfrm>
                  <a:custGeom>
                    <a:avLst/>
                    <a:gdLst>
                      <a:gd name="T0" fmla="*/ 14 w 14"/>
                      <a:gd name="T1" fmla="*/ 79 h 79"/>
                      <a:gd name="T2" fmla="*/ 0 w 14"/>
                      <a:gd name="T3" fmla="*/ 71 h 79"/>
                      <a:gd name="T4" fmla="*/ 0 w 14"/>
                      <a:gd name="T5" fmla="*/ 0 h 79"/>
                      <a:gd name="T6" fmla="*/ 14 w 14"/>
                      <a:gd name="T7" fmla="*/ 8 h 79"/>
                      <a:gd name="T8" fmla="*/ 14 w 14"/>
                      <a:gd name="T9" fmla="*/ 79 h 79"/>
                    </a:gdLst>
                    <a:ahLst/>
                    <a:cxnLst>
                      <a:cxn ang="0">
                        <a:pos x="T0" y="T1"/>
                      </a:cxn>
                      <a:cxn ang="0">
                        <a:pos x="T2" y="T3"/>
                      </a:cxn>
                      <a:cxn ang="0">
                        <a:pos x="T4" y="T5"/>
                      </a:cxn>
                      <a:cxn ang="0">
                        <a:pos x="T6" y="T7"/>
                      </a:cxn>
                      <a:cxn ang="0">
                        <a:pos x="T8" y="T9"/>
                      </a:cxn>
                    </a:cxnLst>
                    <a:rect l="0" t="0" r="r" b="b"/>
                    <a:pathLst>
                      <a:path w="14" h="79">
                        <a:moveTo>
                          <a:pt x="14" y="79"/>
                        </a:moveTo>
                        <a:lnTo>
                          <a:pt x="0" y="71"/>
                        </a:lnTo>
                        <a:lnTo>
                          <a:pt x="0" y="0"/>
                        </a:lnTo>
                        <a:lnTo>
                          <a:pt x="14" y="8"/>
                        </a:lnTo>
                        <a:lnTo>
                          <a:pt x="14" y="79"/>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1" name="í$lïḋè">
                    <a:extLst>
                      <a:ext uri="{FF2B5EF4-FFF2-40B4-BE49-F238E27FC236}">
                        <a16:creationId xmlns:a16="http://schemas.microsoft.com/office/drawing/2014/main" id="{9096CFEE-A46A-4FA1-9EB0-0AFC1A9AE3C0}"/>
                      </a:ext>
                    </a:extLst>
                  </p:cNvPr>
                  <p:cNvSpPr/>
                  <p:nvPr/>
                </p:nvSpPr>
                <p:spPr bwMode="auto">
                  <a:xfrm>
                    <a:off x="3716338" y="5121276"/>
                    <a:ext cx="14288" cy="122238"/>
                  </a:xfrm>
                  <a:custGeom>
                    <a:avLst/>
                    <a:gdLst>
                      <a:gd name="T0" fmla="*/ 9 w 9"/>
                      <a:gd name="T1" fmla="*/ 0 h 77"/>
                      <a:gd name="T2" fmla="*/ 9 w 9"/>
                      <a:gd name="T3" fmla="*/ 72 h 77"/>
                      <a:gd name="T4" fmla="*/ 0 w 9"/>
                      <a:gd name="T5" fmla="*/ 77 h 77"/>
                      <a:gd name="T6" fmla="*/ 0 w 9"/>
                      <a:gd name="T7" fmla="*/ 6 h 77"/>
                      <a:gd name="T8" fmla="*/ 9 w 9"/>
                      <a:gd name="T9" fmla="*/ 0 h 77"/>
                    </a:gdLst>
                    <a:ahLst/>
                    <a:cxnLst>
                      <a:cxn ang="0">
                        <a:pos x="T0" y="T1"/>
                      </a:cxn>
                      <a:cxn ang="0">
                        <a:pos x="T2" y="T3"/>
                      </a:cxn>
                      <a:cxn ang="0">
                        <a:pos x="T4" y="T5"/>
                      </a:cxn>
                      <a:cxn ang="0">
                        <a:pos x="T6" y="T7"/>
                      </a:cxn>
                      <a:cxn ang="0">
                        <a:pos x="T8" y="T9"/>
                      </a:cxn>
                    </a:cxnLst>
                    <a:rect l="0" t="0" r="r" b="b"/>
                    <a:pathLst>
                      <a:path w="9" h="77">
                        <a:moveTo>
                          <a:pt x="9" y="0"/>
                        </a:moveTo>
                        <a:lnTo>
                          <a:pt x="9" y="72"/>
                        </a:lnTo>
                        <a:lnTo>
                          <a:pt x="0" y="77"/>
                        </a:lnTo>
                        <a:lnTo>
                          <a:pt x="0" y="6"/>
                        </a:lnTo>
                        <a:lnTo>
                          <a:pt x="9"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2" name="iṥḷïḍê">
                    <a:extLst>
                      <a:ext uri="{FF2B5EF4-FFF2-40B4-BE49-F238E27FC236}">
                        <a16:creationId xmlns:a16="http://schemas.microsoft.com/office/drawing/2014/main" id="{1ECCAF24-B800-4F3E-90A4-E1D744364E91}"/>
                      </a:ext>
                    </a:extLst>
                  </p:cNvPr>
                  <p:cNvSpPr/>
                  <p:nvPr/>
                </p:nvSpPr>
                <p:spPr bwMode="auto">
                  <a:xfrm>
                    <a:off x="3605213" y="4946651"/>
                    <a:ext cx="111125" cy="215900"/>
                  </a:xfrm>
                  <a:custGeom>
                    <a:avLst/>
                    <a:gdLst>
                      <a:gd name="T0" fmla="*/ 70 w 70"/>
                      <a:gd name="T1" fmla="*/ 0 h 136"/>
                      <a:gd name="T2" fmla="*/ 70 w 70"/>
                      <a:gd name="T3" fmla="*/ 136 h 136"/>
                      <a:gd name="T4" fmla="*/ 0 w 70"/>
                      <a:gd name="T5" fmla="*/ 96 h 136"/>
                      <a:gd name="T6" fmla="*/ 70 w 70"/>
                      <a:gd name="T7" fmla="*/ 0 h 136"/>
                    </a:gdLst>
                    <a:ahLst/>
                    <a:cxnLst>
                      <a:cxn ang="0">
                        <a:pos x="T0" y="T1"/>
                      </a:cxn>
                      <a:cxn ang="0">
                        <a:pos x="T2" y="T3"/>
                      </a:cxn>
                      <a:cxn ang="0">
                        <a:pos x="T4" y="T5"/>
                      </a:cxn>
                      <a:cxn ang="0">
                        <a:pos x="T6" y="T7"/>
                      </a:cxn>
                    </a:cxnLst>
                    <a:rect l="0" t="0" r="r" b="b"/>
                    <a:pathLst>
                      <a:path w="70" h="136">
                        <a:moveTo>
                          <a:pt x="70" y="0"/>
                        </a:moveTo>
                        <a:lnTo>
                          <a:pt x="70" y="136"/>
                        </a:lnTo>
                        <a:lnTo>
                          <a:pt x="0" y="96"/>
                        </a:lnTo>
                        <a:lnTo>
                          <a:pt x="70" y="0"/>
                        </a:lnTo>
                        <a:close/>
                      </a:path>
                    </a:pathLst>
                  </a:custGeom>
                  <a:solidFill>
                    <a:srgbClr val="51DE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3" name="iŝḷiďê">
                    <a:extLst>
                      <a:ext uri="{FF2B5EF4-FFF2-40B4-BE49-F238E27FC236}">
                        <a16:creationId xmlns:a16="http://schemas.microsoft.com/office/drawing/2014/main" id="{AFDF1C2E-EC25-40C5-A5F7-0222DA98C99D}"/>
                      </a:ext>
                    </a:extLst>
                  </p:cNvPr>
                  <p:cNvSpPr/>
                  <p:nvPr/>
                </p:nvSpPr>
                <p:spPr bwMode="auto">
                  <a:xfrm>
                    <a:off x="3716338" y="4946651"/>
                    <a:ext cx="111125" cy="215900"/>
                  </a:xfrm>
                  <a:custGeom>
                    <a:avLst/>
                    <a:gdLst>
                      <a:gd name="T0" fmla="*/ 0 w 70"/>
                      <a:gd name="T1" fmla="*/ 0 h 136"/>
                      <a:gd name="T2" fmla="*/ 0 w 70"/>
                      <a:gd name="T3" fmla="*/ 136 h 136"/>
                      <a:gd name="T4" fmla="*/ 70 w 70"/>
                      <a:gd name="T5" fmla="*/ 96 h 136"/>
                      <a:gd name="T6" fmla="*/ 0 w 70"/>
                      <a:gd name="T7" fmla="*/ 0 h 136"/>
                    </a:gdLst>
                    <a:ahLst/>
                    <a:cxnLst>
                      <a:cxn ang="0">
                        <a:pos x="T0" y="T1"/>
                      </a:cxn>
                      <a:cxn ang="0">
                        <a:pos x="T2" y="T3"/>
                      </a:cxn>
                      <a:cxn ang="0">
                        <a:pos x="T4" y="T5"/>
                      </a:cxn>
                      <a:cxn ang="0">
                        <a:pos x="T6" y="T7"/>
                      </a:cxn>
                    </a:cxnLst>
                    <a:rect l="0" t="0" r="r" b="b"/>
                    <a:pathLst>
                      <a:path w="70" h="136">
                        <a:moveTo>
                          <a:pt x="0" y="0"/>
                        </a:moveTo>
                        <a:lnTo>
                          <a:pt x="0" y="136"/>
                        </a:lnTo>
                        <a:lnTo>
                          <a:pt x="70" y="96"/>
                        </a:lnTo>
                        <a:lnTo>
                          <a:pt x="0" y="0"/>
                        </a:lnTo>
                        <a:close/>
                      </a:path>
                    </a:pathLst>
                  </a:custGeom>
                  <a:solidFill>
                    <a:srgbClr val="01683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4" name="ï$ļïḑe">
                    <a:extLst>
                      <a:ext uri="{FF2B5EF4-FFF2-40B4-BE49-F238E27FC236}">
                        <a16:creationId xmlns:a16="http://schemas.microsoft.com/office/drawing/2014/main" id="{DAFA3E07-AC51-4FE6-A377-3631A4B6FFFD}"/>
                      </a:ext>
                    </a:extLst>
                  </p:cNvPr>
                  <p:cNvSpPr/>
                  <p:nvPr/>
                </p:nvSpPr>
                <p:spPr bwMode="auto">
                  <a:xfrm>
                    <a:off x="3635376" y="5038726"/>
                    <a:ext cx="80963" cy="65088"/>
                  </a:xfrm>
                  <a:custGeom>
                    <a:avLst/>
                    <a:gdLst>
                      <a:gd name="T0" fmla="*/ 0 w 51"/>
                      <a:gd name="T1" fmla="*/ 12 h 41"/>
                      <a:gd name="T2" fmla="*/ 51 w 51"/>
                      <a:gd name="T3" fmla="*/ 41 h 41"/>
                      <a:gd name="T4" fmla="*/ 51 w 51"/>
                      <a:gd name="T5" fmla="*/ 25 h 41"/>
                      <a:gd name="T6" fmla="*/ 8 w 51"/>
                      <a:gd name="T7" fmla="*/ 0 h 41"/>
                      <a:gd name="T8" fmla="*/ 0 w 51"/>
                      <a:gd name="T9" fmla="*/ 12 h 41"/>
                    </a:gdLst>
                    <a:ahLst/>
                    <a:cxnLst>
                      <a:cxn ang="0">
                        <a:pos x="T0" y="T1"/>
                      </a:cxn>
                      <a:cxn ang="0">
                        <a:pos x="T2" y="T3"/>
                      </a:cxn>
                      <a:cxn ang="0">
                        <a:pos x="T4" y="T5"/>
                      </a:cxn>
                      <a:cxn ang="0">
                        <a:pos x="T6" y="T7"/>
                      </a:cxn>
                      <a:cxn ang="0">
                        <a:pos x="T8" y="T9"/>
                      </a:cxn>
                    </a:cxnLst>
                    <a:rect l="0" t="0" r="r" b="b"/>
                    <a:pathLst>
                      <a:path w="51" h="41">
                        <a:moveTo>
                          <a:pt x="0" y="12"/>
                        </a:moveTo>
                        <a:lnTo>
                          <a:pt x="51" y="41"/>
                        </a:lnTo>
                        <a:lnTo>
                          <a:pt x="51" y="25"/>
                        </a:lnTo>
                        <a:lnTo>
                          <a:pt x="8" y="0"/>
                        </a:lnTo>
                        <a:lnTo>
                          <a:pt x="0" y="12"/>
                        </a:lnTo>
                        <a:close/>
                      </a:path>
                    </a:pathLst>
                  </a:custGeom>
                  <a:solidFill>
                    <a:srgbClr val="59D893"/>
                  </a:solidFill>
                  <a:ln>
                    <a:noFill/>
                  </a:ln>
                </p:spPr>
                <p:txBody>
                  <a:bodyPr anchor="ctr"/>
                  <a:lstStyle/>
                  <a:p>
                    <a:pPr algn="ctr"/>
                    <a:endParaRPr>
                      <a:cs typeface="+mn-ea"/>
                      <a:sym typeface="+mn-lt"/>
                    </a:endParaRPr>
                  </a:p>
                </p:txBody>
              </p:sp>
              <p:sp>
                <p:nvSpPr>
                  <p:cNvPr id="145" name="îşḷîḋè">
                    <a:extLst>
                      <a:ext uri="{FF2B5EF4-FFF2-40B4-BE49-F238E27FC236}">
                        <a16:creationId xmlns:a16="http://schemas.microsoft.com/office/drawing/2014/main" id="{02D97C4E-5526-4941-AFA0-058C57097EE9}"/>
                      </a:ext>
                    </a:extLst>
                  </p:cNvPr>
                  <p:cNvSpPr/>
                  <p:nvPr/>
                </p:nvSpPr>
                <p:spPr bwMode="auto">
                  <a:xfrm>
                    <a:off x="3716338" y="4946651"/>
                    <a:ext cx="111125" cy="215900"/>
                  </a:xfrm>
                  <a:custGeom>
                    <a:avLst/>
                    <a:gdLst>
                      <a:gd name="T0" fmla="*/ 0 w 70"/>
                      <a:gd name="T1" fmla="*/ 0 h 136"/>
                      <a:gd name="T2" fmla="*/ 0 w 70"/>
                      <a:gd name="T3" fmla="*/ 136 h 136"/>
                      <a:gd name="T4" fmla="*/ 70 w 70"/>
                      <a:gd name="T5" fmla="*/ 96 h 136"/>
                      <a:gd name="T6" fmla="*/ 0 w 70"/>
                      <a:gd name="T7" fmla="*/ 0 h 136"/>
                    </a:gdLst>
                    <a:ahLst/>
                    <a:cxnLst>
                      <a:cxn ang="0">
                        <a:pos x="T0" y="T1"/>
                      </a:cxn>
                      <a:cxn ang="0">
                        <a:pos x="T2" y="T3"/>
                      </a:cxn>
                      <a:cxn ang="0">
                        <a:pos x="T4" y="T5"/>
                      </a:cxn>
                      <a:cxn ang="0">
                        <a:pos x="T6" y="T7"/>
                      </a:cxn>
                    </a:cxnLst>
                    <a:rect l="0" t="0" r="r" b="b"/>
                    <a:pathLst>
                      <a:path w="70" h="136">
                        <a:moveTo>
                          <a:pt x="0" y="0"/>
                        </a:moveTo>
                        <a:lnTo>
                          <a:pt x="0" y="136"/>
                        </a:lnTo>
                        <a:lnTo>
                          <a:pt x="70" y="96"/>
                        </a:lnTo>
                        <a:lnTo>
                          <a:pt x="0" y="0"/>
                        </a:lnTo>
                        <a:close/>
                      </a:path>
                    </a:pathLst>
                  </a:custGeom>
                  <a:solidFill>
                    <a:srgbClr val="46C1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6" name="ï$liḍè">
                    <a:extLst>
                      <a:ext uri="{FF2B5EF4-FFF2-40B4-BE49-F238E27FC236}">
                        <a16:creationId xmlns:a16="http://schemas.microsoft.com/office/drawing/2014/main" id="{CB42DAC8-29D6-4488-A255-FC08F2A1A029}"/>
                      </a:ext>
                    </a:extLst>
                  </p:cNvPr>
                  <p:cNvSpPr/>
                  <p:nvPr/>
                </p:nvSpPr>
                <p:spPr bwMode="auto">
                  <a:xfrm>
                    <a:off x="3716338" y="5038726"/>
                    <a:ext cx="79375" cy="65088"/>
                  </a:xfrm>
                  <a:custGeom>
                    <a:avLst/>
                    <a:gdLst>
                      <a:gd name="T0" fmla="*/ 42 w 50"/>
                      <a:gd name="T1" fmla="*/ 0 h 41"/>
                      <a:gd name="T2" fmla="*/ 0 w 50"/>
                      <a:gd name="T3" fmla="*/ 25 h 41"/>
                      <a:gd name="T4" fmla="*/ 0 w 50"/>
                      <a:gd name="T5" fmla="*/ 41 h 41"/>
                      <a:gd name="T6" fmla="*/ 50 w 50"/>
                      <a:gd name="T7" fmla="*/ 12 h 41"/>
                      <a:gd name="T8" fmla="*/ 42 w 50"/>
                      <a:gd name="T9" fmla="*/ 0 h 41"/>
                    </a:gdLst>
                    <a:ahLst/>
                    <a:cxnLst>
                      <a:cxn ang="0">
                        <a:pos x="T0" y="T1"/>
                      </a:cxn>
                      <a:cxn ang="0">
                        <a:pos x="T2" y="T3"/>
                      </a:cxn>
                      <a:cxn ang="0">
                        <a:pos x="T4" y="T5"/>
                      </a:cxn>
                      <a:cxn ang="0">
                        <a:pos x="T6" y="T7"/>
                      </a:cxn>
                      <a:cxn ang="0">
                        <a:pos x="T8" y="T9"/>
                      </a:cxn>
                    </a:cxnLst>
                    <a:rect l="0" t="0" r="r" b="b"/>
                    <a:pathLst>
                      <a:path w="50" h="41">
                        <a:moveTo>
                          <a:pt x="42" y="0"/>
                        </a:moveTo>
                        <a:lnTo>
                          <a:pt x="0" y="25"/>
                        </a:lnTo>
                        <a:lnTo>
                          <a:pt x="0" y="41"/>
                        </a:lnTo>
                        <a:lnTo>
                          <a:pt x="50" y="12"/>
                        </a:lnTo>
                        <a:lnTo>
                          <a:pt x="42" y="0"/>
                        </a:lnTo>
                        <a:close/>
                      </a:path>
                    </a:pathLst>
                  </a:custGeom>
                  <a:solidFill>
                    <a:srgbClr val="309C5E"/>
                  </a:solidFill>
                  <a:ln>
                    <a:noFill/>
                  </a:ln>
                </p:spPr>
                <p:txBody>
                  <a:bodyPr anchor="ctr"/>
                  <a:lstStyle/>
                  <a:p>
                    <a:pPr algn="ctr"/>
                    <a:endParaRPr>
                      <a:cs typeface="+mn-ea"/>
                      <a:sym typeface="+mn-lt"/>
                    </a:endParaRPr>
                  </a:p>
                </p:txBody>
              </p:sp>
              <p:sp>
                <p:nvSpPr>
                  <p:cNvPr id="147" name="iSḷïḓé">
                    <a:extLst>
                      <a:ext uri="{FF2B5EF4-FFF2-40B4-BE49-F238E27FC236}">
                        <a16:creationId xmlns:a16="http://schemas.microsoft.com/office/drawing/2014/main" id="{674C5CC4-B5DF-41DB-96C1-1E9FF720F342}"/>
                      </a:ext>
                    </a:extLst>
                  </p:cNvPr>
                  <p:cNvSpPr/>
                  <p:nvPr/>
                </p:nvSpPr>
                <p:spPr bwMode="auto">
                  <a:xfrm>
                    <a:off x="3621088" y="4849813"/>
                    <a:ext cx="95250" cy="236538"/>
                  </a:xfrm>
                  <a:custGeom>
                    <a:avLst/>
                    <a:gdLst>
                      <a:gd name="T0" fmla="*/ 60 w 60"/>
                      <a:gd name="T1" fmla="*/ 0 h 149"/>
                      <a:gd name="T2" fmla="*/ 60 w 60"/>
                      <a:gd name="T3" fmla="*/ 149 h 149"/>
                      <a:gd name="T4" fmla="*/ 0 w 60"/>
                      <a:gd name="T5" fmla="*/ 115 h 149"/>
                      <a:gd name="T6" fmla="*/ 60 w 60"/>
                      <a:gd name="T7" fmla="*/ 0 h 149"/>
                    </a:gdLst>
                    <a:ahLst/>
                    <a:cxnLst>
                      <a:cxn ang="0">
                        <a:pos x="T0" y="T1"/>
                      </a:cxn>
                      <a:cxn ang="0">
                        <a:pos x="T2" y="T3"/>
                      </a:cxn>
                      <a:cxn ang="0">
                        <a:pos x="T4" y="T5"/>
                      </a:cxn>
                      <a:cxn ang="0">
                        <a:pos x="T6" y="T7"/>
                      </a:cxn>
                    </a:cxnLst>
                    <a:rect l="0" t="0" r="r" b="b"/>
                    <a:pathLst>
                      <a:path w="60" h="149">
                        <a:moveTo>
                          <a:pt x="60" y="0"/>
                        </a:moveTo>
                        <a:lnTo>
                          <a:pt x="60" y="149"/>
                        </a:lnTo>
                        <a:lnTo>
                          <a:pt x="0" y="115"/>
                        </a:lnTo>
                        <a:lnTo>
                          <a:pt x="60" y="0"/>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8" name="ïśḷïḓé">
                    <a:extLst>
                      <a:ext uri="{FF2B5EF4-FFF2-40B4-BE49-F238E27FC236}">
                        <a16:creationId xmlns:a16="http://schemas.microsoft.com/office/drawing/2014/main" id="{8383EA96-5733-401B-AD3B-7A12E7E67BED}"/>
                      </a:ext>
                    </a:extLst>
                  </p:cNvPr>
                  <p:cNvSpPr/>
                  <p:nvPr/>
                </p:nvSpPr>
                <p:spPr bwMode="auto">
                  <a:xfrm>
                    <a:off x="3716338" y="4849813"/>
                    <a:ext cx="93663" cy="236538"/>
                  </a:xfrm>
                  <a:custGeom>
                    <a:avLst/>
                    <a:gdLst>
                      <a:gd name="T0" fmla="*/ 0 w 59"/>
                      <a:gd name="T1" fmla="*/ 0 h 149"/>
                      <a:gd name="T2" fmla="*/ 0 w 59"/>
                      <a:gd name="T3" fmla="*/ 149 h 149"/>
                      <a:gd name="T4" fmla="*/ 59 w 59"/>
                      <a:gd name="T5" fmla="*/ 115 h 149"/>
                      <a:gd name="T6" fmla="*/ 0 w 59"/>
                      <a:gd name="T7" fmla="*/ 0 h 149"/>
                    </a:gdLst>
                    <a:ahLst/>
                    <a:cxnLst>
                      <a:cxn ang="0">
                        <a:pos x="T0" y="T1"/>
                      </a:cxn>
                      <a:cxn ang="0">
                        <a:pos x="T2" y="T3"/>
                      </a:cxn>
                      <a:cxn ang="0">
                        <a:pos x="T4" y="T5"/>
                      </a:cxn>
                      <a:cxn ang="0">
                        <a:pos x="T6" y="T7"/>
                      </a:cxn>
                    </a:cxnLst>
                    <a:rect l="0" t="0" r="r" b="b"/>
                    <a:pathLst>
                      <a:path w="59" h="149">
                        <a:moveTo>
                          <a:pt x="0" y="0"/>
                        </a:moveTo>
                        <a:lnTo>
                          <a:pt x="0" y="149"/>
                        </a:lnTo>
                        <a:lnTo>
                          <a:pt x="59" y="115"/>
                        </a:lnTo>
                        <a:lnTo>
                          <a:pt x="0"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9" name="í$ľïďè">
                    <a:extLst>
                      <a:ext uri="{FF2B5EF4-FFF2-40B4-BE49-F238E27FC236}">
                        <a16:creationId xmlns:a16="http://schemas.microsoft.com/office/drawing/2014/main" id="{A1B1F6E4-B0B8-4358-BEBB-4272E9328F64}"/>
                      </a:ext>
                    </a:extLst>
                  </p:cNvPr>
                  <p:cNvSpPr/>
                  <p:nvPr/>
                </p:nvSpPr>
                <p:spPr bwMode="auto">
                  <a:xfrm>
                    <a:off x="4005263" y="5297488"/>
                    <a:ext cx="42863" cy="25400"/>
                  </a:xfrm>
                  <a:custGeom>
                    <a:avLst/>
                    <a:gdLst>
                      <a:gd name="T0" fmla="*/ 16 w 27"/>
                      <a:gd name="T1" fmla="*/ 16 h 16"/>
                      <a:gd name="T2" fmla="*/ 0 w 27"/>
                      <a:gd name="T3" fmla="*/ 7 h 16"/>
                      <a:gd name="T4" fmla="*/ 12 w 27"/>
                      <a:gd name="T5" fmla="*/ 0 h 16"/>
                      <a:gd name="T6" fmla="*/ 27 w 27"/>
                      <a:gd name="T7" fmla="*/ 9 h 16"/>
                      <a:gd name="T8" fmla="*/ 16 w 27"/>
                      <a:gd name="T9" fmla="*/ 16 h 16"/>
                    </a:gdLst>
                    <a:ahLst/>
                    <a:cxnLst>
                      <a:cxn ang="0">
                        <a:pos x="T0" y="T1"/>
                      </a:cxn>
                      <a:cxn ang="0">
                        <a:pos x="T2" y="T3"/>
                      </a:cxn>
                      <a:cxn ang="0">
                        <a:pos x="T4" y="T5"/>
                      </a:cxn>
                      <a:cxn ang="0">
                        <a:pos x="T6" y="T7"/>
                      </a:cxn>
                      <a:cxn ang="0">
                        <a:pos x="T8" y="T9"/>
                      </a:cxn>
                    </a:cxnLst>
                    <a:rect l="0" t="0" r="r" b="b"/>
                    <a:pathLst>
                      <a:path w="27" h="16">
                        <a:moveTo>
                          <a:pt x="16" y="16"/>
                        </a:moveTo>
                        <a:lnTo>
                          <a:pt x="0" y="7"/>
                        </a:lnTo>
                        <a:lnTo>
                          <a:pt x="12" y="0"/>
                        </a:lnTo>
                        <a:lnTo>
                          <a:pt x="27" y="9"/>
                        </a:lnTo>
                        <a:lnTo>
                          <a:pt x="16" y="16"/>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0" name="îṣļiḍè">
                    <a:extLst>
                      <a:ext uri="{FF2B5EF4-FFF2-40B4-BE49-F238E27FC236}">
                        <a16:creationId xmlns:a16="http://schemas.microsoft.com/office/drawing/2014/main" id="{B04CA479-EF07-468D-BA39-74E83D2F17AB}"/>
                      </a:ext>
                    </a:extLst>
                  </p:cNvPr>
                  <p:cNvSpPr/>
                  <p:nvPr/>
                </p:nvSpPr>
                <p:spPr bwMode="auto">
                  <a:xfrm>
                    <a:off x="4008438" y="5297488"/>
                    <a:ext cx="22225" cy="125413"/>
                  </a:xfrm>
                  <a:custGeom>
                    <a:avLst/>
                    <a:gdLst>
                      <a:gd name="T0" fmla="*/ 14 w 14"/>
                      <a:gd name="T1" fmla="*/ 79 h 79"/>
                      <a:gd name="T2" fmla="*/ 0 w 14"/>
                      <a:gd name="T3" fmla="*/ 71 h 79"/>
                      <a:gd name="T4" fmla="*/ 0 w 14"/>
                      <a:gd name="T5" fmla="*/ 0 h 79"/>
                      <a:gd name="T6" fmla="*/ 14 w 14"/>
                      <a:gd name="T7" fmla="*/ 8 h 79"/>
                      <a:gd name="T8" fmla="*/ 14 w 14"/>
                      <a:gd name="T9" fmla="*/ 79 h 79"/>
                    </a:gdLst>
                    <a:ahLst/>
                    <a:cxnLst>
                      <a:cxn ang="0">
                        <a:pos x="T0" y="T1"/>
                      </a:cxn>
                      <a:cxn ang="0">
                        <a:pos x="T2" y="T3"/>
                      </a:cxn>
                      <a:cxn ang="0">
                        <a:pos x="T4" y="T5"/>
                      </a:cxn>
                      <a:cxn ang="0">
                        <a:pos x="T6" y="T7"/>
                      </a:cxn>
                      <a:cxn ang="0">
                        <a:pos x="T8" y="T9"/>
                      </a:cxn>
                    </a:cxnLst>
                    <a:rect l="0" t="0" r="r" b="b"/>
                    <a:pathLst>
                      <a:path w="14" h="79">
                        <a:moveTo>
                          <a:pt x="14" y="79"/>
                        </a:moveTo>
                        <a:lnTo>
                          <a:pt x="0" y="71"/>
                        </a:lnTo>
                        <a:lnTo>
                          <a:pt x="0" y="0"/>
                        </a:lnTo>
                        <a:lnTo>
                          <a:pt x="14" y="8"/>
                        </a:lnTo>
                        <a:lnTo>
                          <a:pt x="14" y="79"/>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1" name="ïṥlíde">
                    <a:extLst>
                      <a:ext uri="{FF2B5EF4-FFF2-40B4-BE49-F238E27FC236}">
                        <a16:creationId xmlns:a16="http://schemas.microsoft.com/office/drawing/2014/main" id="{735A0D2C-DFD2-4C2F-B325-625D9ADA4F2E}"/>
                      </a:ext>
                    </a:extLst>
                  </p:cNvPr>
                  <p:cNvSpPr/>
                  <p:nvPr/>
                </p:nvSpPr>
                <p:spPr bwMode="auto">
                  <a:xfrm>
                    <a:off x="4030663" y="5300663"/>
                    <a:ext cx="14288" cy="122238"/>
                  </a:xfrm>
                  <a:custGeom>
                    <a:avLst/>
                    <a:gdLst>
                      <a:gd name="T0" fmla="*/ 9 w 9"/>
                      <a:gd name="T1" fmla="*/ 0 h 77"/>
                      <a:gd name="T2" fmla="*/ 9 w 9"/>
                      <a:gd name="T3" fmla="*/ 72 h 77"/>
                      <a:gd name="T4" fmla="*/ 0 w 9"/>
                      <a:gd name="T5" fmla="*/ 77 h 77"/>
                      <a:gd name="T6" fmla="*/ 0 w 9"/>
                      <a:gd name="T7" fmla="*/ 6 h 77"/>
                      <a:gd name="T8" fmla="*/ 9 w 9"/>
                      <a:gd name="T9" fmla="*/ 0 h 77"/>
                    </a:gdLst>
                    <a:ahLst/>
                    <a:cxnLst>
                      <a:cxn ang="0">
                        <a:pos x="T0" y="T1"/>
                      </a:cxn>
                      <a:cxn ang="0">
                        <a:pos x="T2" y="T3"/>
                      </a:cxn>
                      <a:cxn ang="0">
                        <a:pos x="T4" y="T5"/>
                      </a:cxn>
                      <a:cxn ang="0">
                        <a:pos x="T6" y="T7"/>
                      </a:cxn>
                      <a:cxn ang="0">
                        <a:pos x="T8" y="T9"/>
                      </a:cxn>
                    </a:cxnLst>
                    <a:rect l="0" t="0" r="r" b="b"/>
                    <a:pathLst>
                      <a:path w="9" h="77">
                        <a:moveTo>
                          <a:pt x="9" y="0"/>
                        </a:moveTo>
                        <a:lnTo>
                          <a:pt x="9" y="72"/>
                        </a:lnTo>
                        <a:lnTo>
                          <a:pt x="0" y="77"/>
                        </a:lnTo>
                        <a:lnTo>
                          <a:pt x="0" y="6"/>
                        </a:lnTo>
                        <a:lnTo>
                          <a:pt x="9"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2" name="íslíďê">
                    <a:extLst>
                      <a:ext uri="{FF2B5EF4-FFF2-40B4-BE49-F238E27FC236}">
                        <a16:creationId xmlns:a16="http://schemas.microsoft.com/office/drawing/2014/main" id="{8A172450-E9A2-4515-9D0B-292C2B47C3AF}"/>
                      </a:ext>
                    </a:extLst>
                  </p:cNvPr>
                  <p:cNvSpPr/>
                  <p:nvPr/>
                </p:nvSpPr>
                <p:spPr bwMode="auto">
                  <a:xfrm>
                    <a:off x="3919538" y="5126038"/>
                    <a:ext cx="111125" cy="215900"/>
                  </a:xfrm>
                  <a:custGeom>
                    <a:avLst/>
                    <a:gdLst>
                      <a:gd name="T0" fmla="*/ 70 w 70"/>
                      <a:gd name="T1" fmla="*/ 0 h 136"/>
                      <a:gd name="T2" fmla="*/ 70 w 70"/>
                      <a:gd name="T3" fmla="*/ 136 h 136"/>
                      <a:gd name="T4" fmla="*/ 0 w 70"/>
                      <a:gd name="T5" fmla="*/ 96 h 136"/>
                      <a:gd name="T6" fmla="*/ 70 w 70"/>
                      <a:gd name="T7" fmla="*/ 0 h 136"/>
                    </a:gdLst>
                    <a:ahLst/>
                    <a:cxnLst>
                      <a:cxn ang="0">
                        <a:pos x="T0" y="T1"/>
                      </a:cxn>
                      <a:cxn ang="0">
                        <a:pos x="T2" y="T3"/>
                      </a:cxn>
                      <a:cxn ang="0">
                        <a:pos x="T4" y="T5"/>
                      </a:cxn>
                      <a:cxn ang="0">
                        <a:pos x="T6" y="T7"/>
                      </a:cxn>
                    </a:cxnLst>
                    <a:rect l="0" t="0" r="r" b="b"/>
                    <a:pathLst>
                      <a:path w="70" h="136">
                        <a:moveTo>
                          <a:pt x="70" y="0"/>
                        </a:moveTo>
                        <a:lnTo>
                          <a:pt x="70" y="136"/>
                        </a:lnTo>
                        <a:lnTo>
                          <a:pt x="0" y="96"/>
                        </a:lnTo>
                        <a:lnTo>
                          <a:pt x="70" y="0"/>
                        </a:lnTo>
                        <a:close/>
                      </a:path>
                    </a:pathLst>
                  </a:custGeom>
                  <a:solidFill>
                    <a:srgbClr val="51DE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3" name="işľïďè">
                    <a:extLst>
                      <a:ext uri="{FF2B5EF4-FFF2-40B4-BE49-F238E27FC236}">
                        <a16:creationId xmlns:a16="http://schemas.microsoft.com/office/drawing/2014/main" id="{1B386928-8ED8-4EAB-AE9F-D6C4AA7CB3B9}"/>
                      </a:ext>
                    </a:extLst>
                  </p:cNvPr>
                  <p:cNvSpPr/>
                  <p:nvPr/>
                </p:nvSpPr>
                <p:spPr bwMode="auto">
                  <a:xfrm>
                    <a:off x="4030663" y="5126038"/>
                    <a:ext cx="111125" cy="215900"/>
                  </a:xfrm>
                  <a:custGeom>
                    <a:avLst/>
                    <a:gdLst>
                      <a:gd name="T0" fmla="*/ 0 w 70"/>
                      <a:gd name="T1" fmla="*/ 0 h 136"/>
                      <a:gd name="T2" fmla="*/ 0 w 70"/>
                      <a:gd name="T3" fmla="*/ 136 h 136"/>
                      <a:gd name="T4" fmla="*/ 70 w 70"/>
                      <a:gd name="T5" fmla="*/ 96 h 136"/>
                      <a:gd name="T6" fmla="*/ 0 w 70"/>
                      <a:gd name="T7" fmla="*/ 0 h 136"/>
                    </a:gdLst>
                    <a:ahLst/>
                    <a:cxnLst>
                      <a:cxn ang="0">
                        <a:pos x="T0" y="T1"/>
                      </a:cxn>
                      <a:cxn ang="0">
                        <a:pos x="T2" y="T3"/>
                      </a:cxn>
                      <a:cxn ang="0">
                        <a:pos x="T4" y="T5"/>
                      </a:cxn>
                      <a:cxn ang="0">
                        <a:pos x="T6" y="T7"/>
                      </a:cxn>
                    </a:cxnLst>
                    <a:rect l="0" t="0" r="r" b="b"/>
                    <a:pathLst>
                      <a:path w="70" h="136">
                        <a:moveTo>
                          <a:pt x="0" y="0"/>
                        </a:moveTo>
                        <a:lnTo>
                          <a:pt x="0" y="136"/>
                        </a:lnTo>
                        <a:lnTo>
                          <a:pt x="70" y="96"/>
                        </a:lnTo>
                        <a:lnTo>
                          <a:pt x="0" y="0"/>
                        </a:lnTo>
                        <a:close/>
                      </a:path>
                    </a:pathLst>
                  </a:custGeom>
                  <a:solidFill>
                    <a:srgbClr val="01683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4" name="íŝ1iḋe">
                    <a:extLst>
                      <a:ext uri="{FF2B5EF4-FFF2-40B4-BE49-F238E27FC236}">
                        <a16:creationId xmlns:a16="http://schemas.microsoft.com/office/drawing/2014/main" id="{2A70D4FF-9E5A-4FF8-AAAE-C7021AA880ED}"/>
                      </a:ext>
                    </a:extLst>
                  </p:cNvPr>
                  <p:cNvSpPr/>
                  <p:nvPr/>
                </p:nvSpPr>
                <p:spPr bwMode="auto">
                  <a:xfrm>
                    <a:off x="3949701" y="5218113"/>
                    <a:ext cx="80963" cy="63500"/>
                  </a:xfrm>
                  <a:custGeom>
                    <a:avLst/>
                    <a:gdLst>
                      <a:gd name="T0" fmla="*/ 0 w 51"/>
                      <a:gd name="T1" fmla="*/ 11 h 40"/>
                      <a:gd name="T2" fmla="*/ 51 w 51"/>
                      <a:gd name="T3" fmla="*/ 40 h 40"/>
                      <a:gd name="T4" fmla="*/ 51 w 51"/>
                      <a:gd name="T5" fmla="*/ 24 h 40"/>
                      <a:gd name="T6" fmla="*/ 8 w 51"/>
                      <a:gd name="T7" fmla="*/ 0 h 40"/>
                      <a:gd name="T8" fmla="*/ 0 w 51"/>
                      <a:gd name="T9" fmla="*/ 11 h 40"/>
                    </a:gdLst>
                    <a:ahLst/>
                    <a:cxnLst>
                      <a:cxn ang="0">
                        <a:pos x="T0" y="T1"/>
                      </a:cxn>
                      <a:cxn ang="0">
                        <a:pos x="T2" y="T3"/>
                      </a:cxn>
                      <a:cxn ang="0">
                        <a:pos x="T4" y="T5"/>
                      </a:cxn>
                      <a:cxn ang="0">
                        <a:pos x="T6" y="T7"/>
                      </a:cxn>
                      <a:cxn ang="0">
                        <a:pos x="T8" y="T9"/>
                      </a:cxn>
                    </a:cxnLst>
                    <a:rect l="0" t="0" r="r" b="b"/>
                    <a:pathLst>
                      <a:path w="51" h="40">
                        <a:moveTo>
                          <a:pt x="0" y="11"/>
                        </a:moveTo>
                        <a:lnTo>
                          <a:pt x="51" y="40"/>
                        </a:lnTo>
                        <a:lnTo>
                          <a:pt x="51" y="24"/>
                        </a:lnTo>
                        <a:lnTo>
                          <a:pt x="8" y="0"/>
                        </a:lnTo>
                        <a:lnTo>
                          <a:pt x="0" y="11"/>
                        </a:lnTo>
                        <a:close/>
                      </a:path>
                    </a:pathLst>
                  </a:custGeom>
                  <a:solidFill>
                    <a:srgbClr val="59D893"/>
                  </a:solidFill>
                  <a:ln>
                    <a:noFill/>
                  </a:ln>
                </p:spPr>
                <p:txBody>
                  <a:bodyPr anchor="ctr"/>
                  <a:lstStyle/>
                  <a:p>
                    <a:pPr algn="ctr"/>
                    <a:endParaRPr>
                      <a:cs typeface="+mn-ea"/>
                      <a:sym typeface="+mn-lt"/>
                    </a:endParaRPr>
                  </a:p>
                </p:txBody>
              </p:sp>
              <p:sp>
                <p:nvSpPr>
                  <p:cNvPr id="155" name="ïšliḍê">
                    <a:extLst>
                      <a:ext uri="{FF2B5EF4-FFF2-40B4-BE49-F238E27FC236}">
                        <a16:creationId xmlns:a16="http://schemas.microsoft.com/office/drawing/2014/main" id="{09F4334F-CD74-4C82-8186-402128308821}"/>
                      </a:ext>
                    </a:extLst>
                  </p:cNvPr>
                  <p:cNvSpPr/>
                  <p:nvPr/>
                </p:nvSpPr>
                <p:spPr bwMode="auto">
                  <a:xfrm>
                    <a:off x="4030663" y="5126038"/>
                    <a:ext cx="111125" cy="215900"/>
                  </a:xfrm>
                  <a:custGeom>
                    <a:avLst/>
                    <a:gdLst>
                      <a:gd name="T0" fmla="*/ 0 w 70"/>
                      <a:gd name="T1" fmla="*/ 0 h 136"/>
                      <a:gd name="T2" fmla="*/ 0 w 70"/>
                      <a:gd name="T3" fmla="*/ 136 h 136"/>
                      <a:gd name="T4" fmla="*/ 70 w 70"/>
                      <a:gd name="T5" fmla="*/ 96 h 136"/>
                      <a:gd name="T6" fmla="*/ 0 w 70"/>
                      <a:gd name="T7" fmla="*/ 0 h 136"/>
                    </a:gdLst>
                    <a:ahLst/>
                    <a:cxnLst>
                      <a:cxn ang="0">
                        <a:pos x="T0" y="T1"/>
                      </a:cxn>
                      <a:cxn ang="0">
                        <a:pos x="T2" y="T3"/>
                      </a:cxn>
                      <a:cxn ang="0">
                        <a:pos x="T4" y="T5"/>
                      </a:cxn>
                      <a:cxn ang="0">
                        <a:pos x="T6" y="T7"/>
                      </a:cxn>
                    </a:cxnLst>
                    <a:rect l="0" t="0" r="r" b="b"/>
                    <a:pathLst>
                      <a:path w="70" h="136">
                        <a:moveTo>
                          <a:pt x="0" y="0"/>
                        </a:moveTo>
                        <a:lnTo>
                          <a:pt x="0" y="136"/>
                        </a:lnTo>
                        <a:lnTo>
                          <a:pt x="70" y="96"/>
                        </a:lnTo>
                        <a:lnTo>
                          <a:pt x="0" y="0"/>
                        </a:lnTo>
                        <a:close/>
                      </a:path>
                    </a:pathLst>
                  </a:custGeom>
                  <a:solidFill>
                    <a:srgbClr val="46C1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6" name="îSļíde">
                    <a:extLst>
                      <a:ext uri="{FF2B5EF4-FFF2-40B4-BE49-F238E27FC236}">
                        <a16:creationId xmlns:a16="http://schemas.microsoft.com/office/drawing/2014/main" id="{CE3FB792-4AFC-4529-ACE6-B9788D63E972}"/>
                      </a:ext>
                    </a:extLst>
                  </p:cNvPr>
                  <p:cNvSpPr/>
                  <p:nvPr/>
                </p:nvSpPr>
                <p:spPr bwMode="auto">
                  <a:xfrm>
                    <a:off x="4030663" y="5218113"/>
                    <a:ext cx="79375" cy="63500"/>
                  </a:xfrm>
                  <a:custGeom>
                    <a:avLst/>
                    <a:gdLst>
                      <a:gd name="T0" fmla="*/ 42 w 50"/>
                      <a:gd name="T1" fmla="*/ 0 h 40"/>
                      <a:gd name="T2" fmla="*/ 0 w 50"/>
                      <a:gd name="T3" fmla="*/ 24 h 40"/>
                      <a:gd name="T4" fmla="*/ 0 w 50"/>
                      <a:gd name="T5" fmla="*/ 40 h 40"/>
                      <a:gd name="T6" fmla="*/ 50 w 50"/>
                      <a:gd name="T7" fmla="*/ 11 h 40"/>
                      <a:gd name="T8" fmla="*/ 42 w 50"/>
                      <a:gd name="T9" fmla="*/ 0 h 40"/>
                    </a:gdLst>
                    <a:ahLst/>
                    <a:cxnLst>
                      <a:cxn ang="0">
                        <a:pos x="T0" y="T1"/>
                      </a:cxn>
                      <a:cxn ang="0">
                        <a:pos x="T2" y="T3"/>
                      </a:cxn>
                      <a:cxn ang="0">
                        <a:pos x="T4" y="T5"/>
                      </a:cxn>
                      <a:cxn ang="0">
                        <a:pos x="T6" y="T7"/>
                      </a:cxn>
                      <a:cxn ang="0">
                        <a:pos x="T8" y="T9"/>
                      </a:cxn>
                    </a:cxnLst>
                    <a:rect l="0" t="0" r="r" b="b"/>
                    <a:pathLst>
                      <a:path w="50" h="40">
                        <a:moveTo>
                          <a:pt x="42" y="0"/>
                        </a:moveTo>
                        <a:lnTo>
                          <a:pt x="0" y="24"/>
                        </a:lnTo>
                        <a:lnTo>
                          <a:pt x="0" y="40"/>
                        </a:lnTo>
                        <a:lnTo>
                          <a:pt x="50" y="11"/>
                        </a:lnTo>
                        <a:lnTo>
                          <a:pt x="42" y="0"/>
                        </a:lnTo>
                        <a:close/>
                      </a:path>
                    </a:pathLst>
                  </a:custGeom>
                  <a:solidFill>
                    <a:srgbClr val="309C5E"/>
                  </a:solidFill>
                  <a:ln>
                    <a:noFill/>
                  </a:ln>
                </p:spPr>
                <p:txBody>
                  <a:bodyPr anchor="ctr"/>
                  <a:lstStyle/>
                  <a:p>
                    <a:pPr algn="ctr"/>
                    <a:endParaRPr>
                      <a:cs typeface="+mn-ea"/>
                      <a:sym typeface="+mn-lt"/>
                    </a:endParaRPr>
                  </a:p>
                </p:txBody>
              </p:sp>
              <p:sp>
                <p:nvSpPr>
                  <p:cNvPr id="157" name="íṥlîḋé">
                    <a:extLst>
                      <a:ext uri="{FF2B5EF4-FFF2-40B4-BE49-F238E27FC236}">
                        <a16:creationId xmlns:a16="http://schemas.microsoft.com/office/drawing/2014/main" id="{D31BED7E-23A2-4576-B33D-2F7DB968AC7F}"/>
                      </a:ext>
                    </a:extLst>
                  </p:cNvPr>
                  <p:cNvSpPr/>
                  <p:nvPr/>
                </p:nvSpPr>
                <p:spPr bwMode="auto">
                  <a:xfrm>
                    <a:off x="3935413" y="5029201"/>
                    <a:ext cx="95250" cy="236538"/>
                  </a:xfrm>
                  <a:custGeom>
                    <a:avLst/>
                    <a:gdLst>
                      <a:gd name="T0" fmla="*/ 60 w 60"/>
                      <a:gd name="T1" fmla="*/ 0 h 149"/>
                      <a:gd name="T2" fmla="*/ 60 w 60"/>
                      <a:gd name="T3" fmla="*/ 149 h 149"/>
                      <a:gd name="T4" fmla="*/ 0 w 60"/>
                      <a:gd name="T5" fmla="*/ 114 h 149"/>
                      <a:gd name="T6" fmla="*/ 60 w 60"/>
                      <a:gd name="T7" fmla="*/ 0 h 149"/>
                    </a:gdLst>
                    <a:ahLst/>
                    <a:cxnLst>
                      <a:cxn ang="0">
                        <a:pos x="T0" y="T1"/>
                      </a:cxn>
                      <a:cxn ang="0">
                        <a:pos x="T2" y="T3"/>
                      </a:cxn>
                      <a:cxn ang="0">
                        <a:pos x="T4" y="T5"/>
                      </a:cxn>
                      <a:cxn ang="0">
                        <a:pos x="T6" y="T7"/>
                      </a:cxn>
                    </a:cxnLst>
                    <a:rect l="0" t="0" r="r" b="b"/>
                    <a:pathLst>
                      <a:path w="60" h="149">
                        <a:moveTo>
                          <a:pt x="60" y="0"/>
                        </a:moveTo>
                        <a:lnTo>
                          <a:pt x="60" y="149"/>
                        </a:lnTo>
                        <a:lnTo>
                          <a:pt x="0" y="114"/>
                        </a:lnTo>
                        <a:lnTo>
                          <a:pt x="60" y="0"/>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8" name="íSlîďe">
                    <a:extLst>
                      <a:ext uri="{FF2B5EF4-FFF2-40B4-BE49-F238E27FC236}">
                        <a16:creationId xmlns:a16="http://schemas.microsoft.com/office/drawing/2014/main" id="{FE19EFF5-6DA7-4392-8283-055614F12F61}"/>
                      </a:ext>
                    </a:extLst>
                  </p:cNvPr>
                  <p:cNvSpPr/>
                  <p:nvPr/>
                </p:nvSpPr>
                <p:spPr bwMode="auto">
                  <a:xfrm>
                    <a:off x="4030663" y="5029201"/>
                    <a:ext cx="95250" cy="236538"/>
                  </a:xfrm>
                  <a:custGeom>
                    <a:avLst/>
                    <a:gdLst>
                      <a:gd name="T0" fmla="*/ 0 w 60"/>
                      <a:gd name="T1" fmla="*/ 0 h 149"/>
                      <a:gd name="T2" fmla="*/ 0 w 60"/>
                      <a:gd name="T3" fmla="*/ 149 h 149"/>
                      <a:gd name="T4" fmla="*/ 60 w 60"/>
                      <a:gd name="T5" fmla="*/ 114 h 149"/>
                      <a:gd name="T6" fmla="*/ 0 w 60"/>
                      <a:gd name="T7" fmla="*/ 0 h 149"/>
                    </a:gdLst>
                    <a:ahLst/>
                    <a:cxnLst>
                      <a:cxn ang="0">
                        <a:pos x="T0" y="T1"/>
                      </a:cxn>
                      <a:cxn ang="0">
                        <a:pos x="T2" y="T3"/>
                      </a:cxn>
                      <a:cxn ang="0">
                        <a:pos x="T4" y="T5"/>
                      </a:cxn>
                      <a:cxn ang="0">
                        <a:pos x="T6" y="T7"/>
                      </a:cxn>
                    </a:cxnLst>
                    <a:rect l="0" t="0" r="r" b="b"/>
                    <a:pathLst>
                      <a:path w="60" h="149">
                        <a:moveTo>
                          <a:pt x="0" y="0"/>
                        </a:moveTo>
                        <a:lnTo>
                          <a:pt x="0" y="149"/>
                        </a:lnTo>
                        <a:lnTo>
                          <a:pt x="60" y="114"/>
                        </a:lnTo>
                        <a:lnTo>
                          <a:pt x="0"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9" name="ïŝḷíďê">
                    <a:extLst>
                      <a:ext uri="{FF2B5EF4-FFF2-40B4-BE49-F238E27FC236}">
                        <a16:creationId xmlns:a16="http://schemas.microsoft.com/office/drawing/2014/main" id="{BF5A3884-EB64-41FA-95A0-DD2C30229F95}"/>
                      </a:ext>
                    </a:extLst>
                  </p:cNvPr>
                  <p:cNvSpPr/>
                  <p:nvPr/>
                </p:nvSpPr>
                <p:spPr bwMode="auto">
                  <a:xfrm>
                    <a:off x="4319588" y="5475288"/>
                    <a:ext cx="42863" cy="25400"/>
                  </a:xfrm>
                  <a:custGeom>
                    <a:avLst/>
                    <a:gdLst>
                      <a:gd name="T0" fmla="*/ 16 w 27"/>
                      <a:gd name="T1" fmla="*/ 16 h 16"/>
                      <a:gd name="T2" fmla="*/ 0 w 27"/>
                      <a:gd name="T3" fmla="*/ 8 h 16"/>
                      <a:gd name="T4" fmla="*/ 12 w 27"/>
                      <a:gd name="T5" fmla="*/ 0 h 16"/>
                      <a:gd name="T6" fmla="*/ 27 w 27"/>
                      <a:gd name="T7" fmla="*/ 9 h 16"/>
                      <a:gd name="T8" fmla="*/ 16 w 27"/>
                      <a:gd name="T9" fmla="*/ 16 h 16"/>
                    </a:gdLst>
                    <a:ahLst/>
                    <a:cxnLst>
                      <a:cxn ang="0">
                        <a:pos x="T0" y="T1"/>
                      </a:cxn>
                      <a:cxn ang="0">
                        <a:pos x="T2" y="T3"/>
                      </a:cxn>
                      <a:cxn ang="0">
                        <a:pos x="T4" y="T5"/>
                      </a:cxn>
                      <a:cxn ang="0">
                        <a:pos x="T6" y="T7"/>
                      </a:cxn>
                      <a:cxn ang="0">
                        <a:pos x="T8" y="T9"/>
                      </a:cxn>
                    </a:cxnLst>
                    <a:rect l="0" t="0" r="r" b="b"/>
                    <a:pathLst>
                      <a:path w="27" h="16">
                        <a:moveTo>
                          <a:pt x="16" y="16"/>
                        </a:moveTo>
                        <a:lnTo>
                          <a:pt x="0" y="8"/>
                        </a:lnTo>
                        <a:lnTo>
                          <a:pt x="12" y="0"/>
                        </a:lnTo>
                        <a:lnTo>
                          <a:pt x="27" y="9"/>
                        </a:lnTo>
                        <a:lnTo>
                          <a:pt x="16" y="16"/>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0" name="iŝliḑe">
                    <a:extLst>
                      <a:ext uri="{FF2B5EF4-FFF2-40B4-BE49-F238E27FC236}">
                        <a16:creationId xmlns:a16="http://schemas.microsoft.com/office/drawing/2014/main" id="{70AFDBEC-B6E9-4BAB-9928-94041BE604FA}"/>
                      </a:ext>
                    </a:extLst>
                  </p:cNvPr>
                  <p:cNvSpPr/>
                  <p:nvPr/>
                </p:nvSpPr>
                <p:spPr bwMode="auto">
                  <a:xfrm>
                    <a:off x="4322763" y="5478463"/>
                    <a:ext cx="22225" cy="125413"/>
                  </a:xfrm>
                  <a:custGeom>
                    <a:avLst/>
                    <a:gdLst>
                      <a:gd name="T0" fmla="*/ 14 w 14"/>
                      <a:gd name="T1" fmla="*/ 79 h 79"/>
                      <a:gd name="T2" fmla="*/ 0 w 14"/>
                      <a:gd name="T3" fmla="*/ 71 h 79"/>
                      <a:gd name="T4" fmla="*/ 0 w 14"/>
                      <a:gd name="T5" fmla="*/ 0 h 79"/>
                      <a:gd name="T6" fmla="*/ 14 w 14"/>
                      <a:gd name="T7" fmla="*/ 6 h 79"/>
                      <a:gd name="T8" fmla="*/ 14 w 14"/>
                      <a:gd name="T9" fmla="*/ 79 h 79"/>
                    </a:gdLst>
                    <a:ahLst/>
                    <a:cxnLst>
                      <a:cxn ang="0">
                        <a:pos x="T0" y="T1"/>
                      </a:cxn>
                      <a:cxn ang="0">
                        <a:pos x="T2" y="T3"/>
                      </a:cxn>
                      <a:cxn ang="0">
                        <a:pos x="T4" y="T5"/>
                      </a:cxn>
                      <a:cxn ang="0">
                        <a:pos x="T6" y="T7"/>
                      </a:cxn>
                      <a:cxn ang="0">
                        <a:pos x="T8" y="T9"/>
                      </a:cxn>
                    </a:cxnLst>
                    <a:rect l="0" t="0" r="r" b="b"/>
                    <a:pathLst>
                      <a:path w="14" h="79">
                        <a:moveTo>
                          <a:pt x="14" y="79"/>
                        </a:moveTo>
                        <a:lnTo>
                          <a:pt x="0" y="71"/>
                        </a:lnTo>
                        <a:lnTo>
                          <a:pt x="0" y="0"/>
                        </a:lnTo>
                        <a:lnTo>
                          <a:pt x="14" y="6"/>
                        </a:lnTo>
                        <a:lnTo>
                          <a:pt x="14" y="79"/>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1" name="ïṩḷíḑê">
                    <a:extLst>
                      <a:ext uri="{FF2B5EF4-FFF2-40B4-BE49-F238E27FC236}">
                        <a16:creationId xmlns:a16="http://schemas.microsoft.com/office/drawing/2014/main" id="{502FD058-E364-4762-B8C2-0461836A4514}"/>
                      </a:ext>
                    </a:extLst>
                  </p:cNvPr>
                  <p:cNvSpPr/>
                  <p:nvPr/>
                </p:nvSpPr>
                <p:spPr bwMode="auto">
                  <a:xfrm>
                    <a:off x="4344988" y="5480051"/>
                    <a:ext cx="14288" cy="123825"/>
                  </a:xfrm>
                  <a:custGeom>
                    <a:avLst/>
                    <a:gdLst>
                      <a:gd name="T0" fmla="*/ 9 w 9"/>
                      <a:gd name="T1" fmla="*/ 0 h 78"/>
                      <a:gd name="T2" fmla="*/ 9 w 9"/>
                      <a:gd name="T3" fmla="*/ 71 h 78"/>
                      <a:gd name="T4" fmla="*/ 0 w 9"/>
                      <a:gd name="T5" fmla="*/ 78 h 78"/>
                      <a:gd name="T6" fmla="*/ 0 w 9"/>
                      <a:gd name="T7" fmla="*/ 5 h 78"/>
                      <a:gd name="T8" fmla="*/ 9 w 9"/>
                      <a:gd name="T9" fmla="*/ 0 h 78"/>
                    </a:gdLst>
                    <a:ahLst/>
                    <a:cxnLst>
                      <a:cxn ang="0">
                        <a:pos x="T0" y="T1"/>
                      </a:cxn>
                      <a:cxn ang="0">
                        <a:pos x="T2" y="T3"/>
                      </a:cxn>
                      <a:cxn ang="0">
                        <a:pos x="T4" y="T5"/>
                      </a:cxn>
                      <a:cxn ang="0">
                        <a:pos x="T6" y="T7"/>
                      </a:cxn>
                      <a:cxn ang="0">
                        <a:pos x="T8" y="T9"/>
                      </a:cxn>
                    </a:cxnLst>
                    <a:rect l="0" t="0" r="r" b="b"/>
                    <a:pathLst>
                      <a:path w="9" h="78">
                        <a:moveTo>
                          <a:pt x="9" y="0"/>
                        </a:moveTo>
                        <a:lnTo>
                          <a:pt x="9" y="71"/>
                        </a:lnTo>
                        <a:lnTo>
                          <a:pt x="0" y="78"/>
                        </a:lnTo>
                        <a:lnTo>
                          <a:pt x="0" y="5"/>
                        </a:lnTo>
                        <a:lnTo>
                          <a:pt x="9"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2" name="íṣḻiḍè">
                    <a:extLst>
                      <a:ext uri="{FF2B5EF4-FFF2-40B4-BE49-F238E27FC236}">
                        <a16:creationId xmlns:a16="http://schemas.microsoft.com/office/drawing/2014/main" id="{1536222A-1CD6-4568-9A12-1BDA8B2EEE6E}"/>
                      </a:ext>
                    </a:extLst>
                  </p:cNvPr>
                  <p:cNvSpPr/>
                  <p:nvPr/>
                </p:nvSpPr>
                <p:spPr bwMode="auto">
                  <a:xfrm>
                    <a:off x="4235451" y="5305426"/>
                    <a:ext cx="109538" cy="215900"/>
                  </a:xfrm>
                  <a:custGeom>
                    <a:avLst/>
                    <a:gdLst>
                      <a:gd name="T0" fmla="*/ 69 w 69"/>
                      <a:gd name="T1" fmla="*/ 0 h 136"/>
                      <a:gd name="T2" fmla="*/ 69 w 69"/>
                      <a:gd name="T3" fmla="*/ 136 h 136"/>
                      <a:gd name="T4" fmla="*/ 0 w 69"/>
                      <a:gd name="T5" fmla="*/ 95 h 136"/>
                      <a:gd name="T6" fmla="*/ 69 w 69"/>
                      <a:gd name="T7" fmla="*/ 0 h 136"/>
                    </a:gdLst>
                    <a:ahLst/>
                    <a:cxnLst>
                      <a:cxn ang="0">
                        <a:pos x="T0" y="T1"/>
                      </a:cxn>
                      <a:cxn ang="0">
                        <a:pos x="T2" y="T3"/>
                      </a:cxn>
                      <a:cxn ang="0">
                        <a:pos x="T4" y="T5"/>
                      </a:cxn>
                      <a:cxn ang="0">
                        <a:pos x="T6" y="T7"/>
                      </a:cxn>
                    </a:cxnLst>
                    <a:rect l="0" t="0" r="r" b="b"/>
                    <a:pathLst>
                      <a:path w="69" h="136">
                        <a:moveTo>
                          <a:pt x="69" y="0"/>
                        </a:moveTo>
                        <a:lnTo>
                          <a:pt x="69" y="136"/>
                        </a:lnTo>
                        <a:lnTo>
                          <a:pt x="0" y="95"/>
                        </a:lnTo>
                        <a:lnTo>
                          <a:pt x="69" y="0"/>
                        </a:lnTo>
                        <a:close/>
                      </a:path>
                    </a:pathLst>
                  </a:custGeom>
                  <a:solidFill>
                    <a:srgbClr val="51DE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3" name="iŝľíḑè">
                    <a:extLst>
                      <a:ext uri="{FF2B5EF4-FFF2-40B4-BE49-F238E27FC236}">
                        <a16:creationId xmlns:a16="http://schemas.microsoft.com/office/drawing/2014/main" id="{8D062DC8-755A-4715-9566-297F8CD3001D}"/>
                      </a:ext>
                    </a:extLst>
                  </p:cNvPr>
                  <p:cNvSpPr/>
                  <p:nvPr/>
                </p:nvSpPr>
                <p:spPr bwMode="auto">
                  <a:xfrm>
                    <a:off x="4344988" y="5305426"/>
                    <a:ext cx="111125" cy="215900"/>
                  </a:xfrm>
                  <a:custGeom>
                    <a:avLst/>
                    <a:gdLst>
                      <a:gd name="T0" fmla="*/ 0 w 70"/>
                      <a:gd name="T1" fmla="*/ 0 h 136"/>
                      <a:gd name="T2" fmla="*/ 0 w 70"/>
                      <a:gd name="T3" fmla="*/ 136 h 136"/>
                      <a:gd name="T4" fmla="*/ 70 w 70"/>
                      <a:gd name="T5" fmla="*/ 95 h 136"/>
                      <a:gd name="T6" fmla="*/ 0 w 70"/>
                      <a:gd name="T7" fmla="*/ 0 h 136"/>
                    </a:gdLst>
                    <a:ahLst/>
                    <a:cxnLst>
                      <a:cxn ang="0">
                        <a:pos x="T0" y="T1"/>
                      </a:cxn>
                      <a:cxn ang="0">
                        <a:pos x="T2" y="T3"/>
                      </a:cxn>
                      <a:cxn ang="0">
                        <a:pos x="T4" y="T5"/>
                      </a:cxn>
                      <a:cxn ang="0">
                        <a:pos x="T6" y="T7"/>
                      </a:cxn>
                    </a:cxnLst>
                    <a:rect l="0" t="0" r="r" b="b"/>
                    <a:pathLst>
                      <a:path w="70" h="136">
                        <a:moveTo>
                          <a:pt x="0" y="0"/>
                        </a:moveTo>
                        <a:lnTo>
                          <a:pt x="0" y="136"/>
                        </a:lnTo>
                        <a:lnTo>
                          <a:pt x="70" y="95"/>
                        </a:lnTo>
                        <a:lnTo>
                          <a:pt x="0" y="0"/>
                        </a:lnTo>
                        <a:close/>
                      </a:path>
                    </a:pathLst>
                  </a:custGeom>
                  <a:solidFill>
                    <a:srgbClr val="01683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4" name="ïśḻíḋé">
                    <a:extLst>
                      <a:ext uri="{FF2B5EF4-FFF2-40B4-BE49-F238E27FC236}">
                        <a16:creationId xmlns:a16="http://schemas.microsoft.com/office/drawing/2014/main" id="{C792B3CE-C184-4A0C-8C50-A870DF262FEC}"/>
                      </a:ext>
                    </a:extLst>
                  </p:cNvPr>
                  <p:cNvSpPr/>
                  <p:nvPr/>
                </p:nvSpPr>
                <p:spPr bwMode="auto">
                  <a:xfrm>
                    <a:off x="4264026" y="5395913"/>
                    <a:ext cx="80963" cy="65088"/>
                  </a:xfrm>
                  <a:custGeom>
                    <a:avLst/>
                    <a:gdLst>
                      <a:gd name="T0" fmla="*/ 0 w 51"/>
                      <a:gd name="T1" fmla="*/ 12 h 41"/>
                      <a:gd name="T2" fmla="*/ 51 w 51"/>
                      <a:gd name="T3" fmla="*/ 41 h 41"/>
                      <a:gd name="T4" fmla="*/ 51 w 51"/>
                      <a:gd name="T5" fmla="*/ 25 h 41"/>
                      <a:gd name="T6" fmla="*/ 10 w 51"/>
                      <a:gd name="T7" fmla="*/ 0 h 41"/>
                      <a:gd name="T8" fmla="*/ 0 w 51"/>
                      <a:gd name="T9" fmla="*/ 12 h 41"/>
                    </a:gdLst>
                    <a:ahLst/>
                    <a:cxnLst>
                      <a:cxn ang="0">
                        <a:pos x="T0" y="T1"/>
                      </a:cxn>
                      <a:cxn ang="0">
                        <a:pos x="T2" y="T3"/>
                      </a:cxn>
                      <a:cxn ang="0">
                        <a:pos x="T4" y="T5"/>
                      </a:cxn>
                      <a:cxn ang="0">
                        <a:pos x="T6" y="T7"/>
                      </a:cxn>
                      <a:cxn ang="0">
                        <a:pos x="T8" y="T9"/>
                      </a:cxn>
                    </a:cxnLst>
                    <a:rect l="0" t="0" r="r" b="b"/>
                    <a:pathLst>
                      <a:path w="51" h="41">
                        <a:moveTo>
                          <a:pt x="0" y="12"/>
                        </a:moveTo>
                        <a:lnTo>
                          <a:pt x="51" y="41"/>
                        </a:lnTo>
                        <a:lnTo>
                          <a:pt x="51" y="25"/>
                        </a:lnTo>
                        <a:lnTo>
                          <a:pt x="10" y="0"/>
                        </a:lnTo>
                        <a:lnTo>
                          <a:pt x="0" y="12"/>
                        </a:lnTo>
                        <a:close/>
                      </a:path>
                    </a:pathLst>
                  </a:custGeom>
                  <a:solidFill>
                    <a:srgbClr val="59D893"/>
                  </a:solidFill>
                  <a:ln>
                    <a:noFill/>
                  </a:ln>
                </p:spPr>
                <p:txBody>
                  <a:bodyPr anchor="ctr"/>
                  <a:lstStyle/>
                  <a:p>
                    <a:pPr algn="ctr"/>
                    <a:endParaRPr>
                      <a:cs typeface="+mn-ea"/>
                      <a:sym typeface="+mn-lt"/>
                    </a:endParaRPr>
                  </a:p>
                </p:txBody>
              </p:sp>
              <p:sp>
                <p:nvSpPr>
                  <p:cNvPr id="165" name="iṡ1îḋè">
                    <a:extLst>
                      <a:ext uri="{FF2B5EF4-FFF2-40B4-BE49-F238E27FC236}">
                        <a16:creationId xmlns:a16="http://schemas.microsoft.com/office/drawing/2014/main" id="{31019325-5323-4762-8510-956E00073745}"/>
                      </a:ext>
                    </a:extLst>
                  </p:cNvPr>
                  <p:cNvSpPr/>
                  <p:nvPr/>
                </p:nvSpPr>
                <p:spPr bwMode="auto">
                  <a:xfrm>
                    <a:off x="4344988" y="5305426"/>
                    <a:ext cx="111125" cy="215900"/>
                  </a:xfrm>
                  <a:custGeom>
                    <a:avLst/>
                    <a:gdLst>
                      <a:gd name="T0" fmla="*/ 0 w 70"/>
                      <a:gd name="T1" fmla="*/ 0 h 136"/>
                      <a:gd name="T2" fmla="*/ 0 w 70"/>
                      <a:gd name="T3" fmla="*/ 136 h 136"/>
                      <a:gd name="T4" fmla="*/ 70 w 70"/>
                      <a:gd name="T5" fmla="*/ 95 h 136"/>
                      <a:gd name="T6" fmla="*/ 0 w 70"/>
                      <a:gd name="T7" fmla="*/ 0 h 136"/>
                    </a:gdLst>
                    <a:ahLst/>
                    <a:cxnLst>
                      <a:cxn ang="0">
                        <a:pos x="T0" y="T1"/>
                      </a:cxn>
                      <a:cxn ang="0">
                        <a:pos x="T2" y="T3"/>
                      </a:cxn>
                      <a:cxn ang="0">
                        <a:pos x="T4" y="T5"/>
                      </a:cxn>
                      <a:cxn ang="0">
                        <a:pos x="T6" y="T7"/>
                      </a:cxn>
                    </a:cxnLst>
                    <a:rect l="0" t="0" r="r" b="b"/>
                    <a:pathLst>
                      <a:path w="70" h="136">
                        <a:moveTo>
                          <a:pt x="0" y="0"/>
                        </a:moveTo>
                        <a:lnTo>
                          <a:pt x="0" y="136"/>
                        </a:lnTo>
                        <a:lnTo>
                          <a:pt x="70" y="95"/>
                        </a:lnTo>
                        <a:lnTo>
                          <a:pt x="0" y="0"/>
                        </a:lnTo>
                        <a:close/>
                      </a:path>
                    </a:pathLst>
                  </a:custGeom>
                  <a:solidFill>
                    <a:srgbClr val="46C1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6" name="iṡḻïḑê">
                    <a:extLst>
                      <a:ext uri="{FF2B5EF4-FFF2-40B4-BE49-F238E27FC236}">
                        <a16:creationId xmlns:a16="http://schemas.microsoft.com/office/drawing/2014/main" id="{D69EB785-B4C3-4A88-992C-14F78DBFB996}"/>
                      </a:ext>
                    </a:extLst>
                  </p:cNvPr>
                  <p:cNvSpPr/>
                  <p:nvPr/>
                </p:nvSpPr>
                <p:spPr bwMode="auto">
                  <a:xfrm>
                    <a:off x="4344988" y="5395913"/>
                    <a:ext cx="80963" cy="65088"/>
                  </a:xfrm>
                  <a:custGeom>
                    <a:avLst/>
                    <a:gdLst>
                      <a:gd name="T0" fmla="*/ 42 w 51"/>
                      <a:gd name="T1" fmla="*/ 0 h 41"/>
                      <a:gd name="T2" fmla="*/ 0 w 51"/>
                      <a:gd name="T3" fmla="*/ 25 h 41"/>
                      <a:gd name="T4" fmla="*/ 0 w 51"/>
                      <a:gd name="T5" fmla="*/ 41 h 41"/>
                      <a:gd name="T6" fmla="*/ 51 w 51"/>
                      <a:gd name="T7" fmla="*/ 12 h 41"/>
                      <a:gd name="T8" fmla="*/ 42 w 51"/>
                      <a:gd name="T9" fmla="*/ 0 h 41"/>
                    </a:gdLst>
                    <a:ahLst/>
                    <a:cxnLst>
                      <a:cxn ang="0">
                        <a:pos x="T0" y="T1"/>
                      </a:cxn>
                      <a:cxn ang="0">
                        <a:pos x="T2" y="T3"/>
                      </a:cxn>
                      <a:cxn ang="0">
                        <a:pos x="T4" y="T5"/>
                      </a:cxn>
                      <a:cxn ang="0">
                        <a:pos x="T6" y="T7"/>
                      </a:cxn>
                      <a:cxn ang="0">
                        <a:pos x="T8" y="T9"/>
                      </a:cxn>
                    </a:cxnLst>
                    <a:rect l="0" t="0" r="r" b="b"/>
                    <a:pathLst>
                      <a:path w="51" h="41">
                        <a:moveTo>
                          <a:pt x="42" y="0"/>
                        </a:moveTo>
                        <a:lnTo>
                          <a:pt x="0" y="25"/>
                        </a:lnTo>
                        <a:lnTo>
                          <a:pt x="0" y="41"/>
                        </a:lnTo>
                        <a:lnTo>
                          <a:pt x="51" y="12"/>
                        </a:lnTo>
                        <a:lnTo>
                          <a:pt x="42" y="0"/>
                        </a:lnTo>
                        <a:close/>
                      </a:path>
                    </a:pathLst>
                  </a:custGeom>
                  <a:solidFill>
                    <a:srgbClr val="309C5E"/>
                  </a:solidFill>
                  <a:ln>
                    <a:noFill/>
                  </a:ln>
                </p:spPr>
                <p:txBody>
                  <a:bodyPr anchor="ctr"/>
                  <a:lstStyle/>
                  <a:p>
                    <a:pPr algn="ctr"/>
                    <a:endParaRPr>
                      <a:cs typeface="+mn-ea"/>
                      <a:sym typeface="+mn-lt"/>
                    </a:endParaRPr>
                  </a:p>
                </p:txBody>
              </p:sp>
              <p:sp>
                <p:nvSpPr>
                  <p:cNvPr id="167" name="ïsľíḋe">
                    <a:extLst>
                      <a:ext uri="{FF2B5EF4-FFF2-40B4-BE49-F238E27FC236}">
                        <a16:creationId xmlns:a16="http://schemas.microsoft.com/office/drawing/2014/main" id="{7211965C-4F62-4E28-B3B9-07E2C9EFA2CF}"/>
                      </a:ext>
                    </a:extLst>
                  </p:cNvPr>
                  <p:cNvSpPr/>
                  <p:nvPr/>
                </p:nvSpPr>
                <p:spPr bwMode="auto">
                  <a:xfrm>
                    <a:off x="4249738" y="5208588"/>
                    <a:ext cx="95250" cy="234950"/>
                  </a:xfrm>
                  <a:custGeom>
                    <a:avLst/>
                    <a:gdLst>
                      <a:gd name="T0" fmla="*/ 60 w 60"/>
                      <a:gd name="T1" fmla="*/ 0 h 148"/>
                      <a:gd name="T2" fmla="*/ 60 w 60"/>
                      <a:gd name="T3" fmla="*/ 148 h 148"/>
                      <a:gd name="T4" fmla="*/ 0 w 60"/>
                      <a:gd name="T5" fmla="*/ 114 h 148"/>
                      <a:gd name="T6" fmla="*/ 60 w 60"/>
                      <a:gd name="T7" fmla="*/ 0 h 148"/>
                    </a:gdLst>
                    <a:ahLst/>
                    <a:cxnLst>
                      <a:cxn ang="0">
                        <a:pos x="T0" y="T1"/>
                      </a:cxn>
                      <a:cxn ang="0">
                        <a:pos x="T2" y="T3"/>
                      </a:cxn>
                      <a:cxn ang="0">
                        <a:pos x="T4" y="T5"/>
                      </a:cxn>
                      <a:cxn ang="0">
                        <a:pos x="T6" y="T7"/>
                      </a:cxn>
                    </a:cxnLst>
                    <a:rect l="0" t="0" r="r" b="b"/>
                    <a:pathLst>
                      <a:path w="60" h="148">
                        <a:moveTo>
                          <a:pt x="60" y="0"/>
                        </a:moveTo>
                        <a:lnTo>
                          <a:pt x="60" y="148"/>
                        </a:lnTo>
                        <a:lnTo>
                          <a:pt x="0" y="114"/>
                        </a:lnTo>
                        <a:lnTo>
                          <a:pt x="60" y="0"/>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8" name="iṣlíḋe">
                    <a:extLst>
                      <a:ext uri="{FF2B5EF4-FFF2-40B4-BE49-F238E27FC236}">
                        <a16:creationId xmlns:a16="http://schemas.microsoft.com/office/drawing/2014/main" id="{18562D93-384F-4888-A8C7-2F899F3EA7F1}"/>
                      </a:ext>
                    </a:extLst>
                  </p:cNvPr>
                  <p:cNvSpPr/>
                  <p:nvPr/>
                </p:nvSpPr>
                <p:spPr bwMode="auto">
                  <a:xfrm>
                    <a:off x="4344988" y="5208588"/>
                    <a:ext cx="95250" cy="234950"/>
                  </a:xfrm>
                  <a:custGeom>
                    <a:avLst/>
                    <a:gdLst>
                      <a:gd name="T0" fmla="*/ 0 w 60"/>
                      <a:gd name="T1" fmla="*/ 0 h 148"/>
                      <a:gd name="T2" fmla="*/ 0 w 60"/>
                      <a:gd name="T3" fmla="*/ 148 h 148"/>
                      <a:gd name="T4" fmla="*/ 60 w 60"/>
                      <a:gd name="T5" fmla="*/ 114 h 148"/>
                      <a:gd name="T6" fmla="*/ 0 w 60"/>
                      <a:gd name="T7" fmla="*/ 0 h 148"/>
                    </a:gdLst>
                    <a:ahLst/>
                    <a:cxnLst>
                      <a:cxn ang="0">
                        <a:pos x="T0" y="T1"/>
                      </a:cxn>
                      <a:cxn ang="0">
                        <a:pos x="T2" y="T3"/>
                      </a:cxn>
                      <a:cxn ang="0">
                        <a:pos x="T4" y="T5"/>
                      </a:cxn>
                      <a:cxn ang="0">
                        <a:pos x="T6" y="T7"/>
                      </a:cxn>
                    </a:cxnLst>
                    <a:rect l="0" t="0" r="r" b="b"/>
                    <a:pathLst>
                      <a:path w="60" h="148">
                        <a:moveTo>
                          <a:pt x="0" y="0"/>
                        </a:moveTo>
                        <a:lnTo>
                          <a:pt x="0" y="148"/>
                        </a:lnTo>
                        <a:lnTo>
                          <a:pt x="60" y="114"/>
                        </a:lnTo>
                        <a:lnTo>
                          <a:pt x="0"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9" name="íṧ1ïḋe">
                    <a:extLst>
                      <a:ext uri="{FF2B5EF4-FFF2-40B4-BE49-F238E27FC236}">
                        <a16:creationId xmlns:a16="http://schemas.microsoft.com/office/drawing/2014/main" id="{1C6A3193-F2C8-488D-9C2A-674545547632}"/>
                      </a:ext>
                    </a:extLst>
                  </p:cNvPr>
                  <p:cNvSpPr/>
                  <p:nvPr/>
                </p:nvSpPr>
                <p:spPr bwMode="auto">
                  <a:xfrm>
                    <a:off x="4633913" y="5656263"/>
                    <a:ext cx="42863" cy="23813"/>
                  </a:xfrm>
                  <a:custGeom>
                    <a:avLst/>
                    <a:gdLst>
                      <a:gd name="T0" fmla="*/ 16 w 27"/>
                      <a:gd name="T1" fmla="*/ 15 h 15"/>
                      <a:gd name="T2" fmla="*/ 0 w 27"/>
                      <a:gd name="T3" fmla="*/ 6 h 15"/>
                      <a:gd name="T4" fmla="*/ 12 w 27"/>
                      <a:gd name="T5" fmla="*/ 0 h 15"/>
                      <a:gd name="T6" fmla="*/ 27 w 27"/>
                      <a:gd name="T7" fmla="*/ 9 h 15"/>
                      <a:gd name="T8" fmla="*/ 16 w 27"/>
                      <a:gd name="T9" fmla="*/ 15 h 15"/>
                    </a:gdLst>
                    <a:ahLst/>
                    <a:cxnLst>
                      <a:cxn ang="0">
                        <a:pos x="T0" y="T1"/>
                      </a:cxn>
                      <a:cxn ang="0">
                        <a:pos x="T2" y="T3"/>
                      </a:cxn>
                      <a:cxn ang="0">
                        <a:pos x="T4" y="T5"/>
                      </a:cxn>
                      <a:cxn ang="0">
                        <a:pos x="T6" y="T7"/>
                      </a:cxn>
                      <a:cxn ang="0">
                        <a:pos x="T8" y="T9"/>
                      </a:cxn>
                    </a:cxnLst>
                    <a:rect l="0" t="0" r="r" b="b"/>
                    <a:pathLst>
                      <a:path w="27" h="15">
                        <a:moveTo>
                          <a:pt x="16" y="15"/>
                        </a:moveTo>
                        <a:lnTo>
                          <a:pt x="0" y="6"/>
                        </a:lnTo>
                        <a:lnTo>
                          <a:pt x="12" y="0"/>
                        </a:lnTo>
                        <a:lnTo>
                          <a:pt x="27" y="9"/>
                        </a:lnTo>
                        <a:lnTo>
                          <a:pt x="16" y="15"/>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0" name="íŝlide">
                    <a:extLst>
                      <a:ext uri="{FF2B5EF4-FFF2-40B4-BE49-F238E27FC236}">
                        <a16:creationId xmlns:a16="http://schemas.microsoft.com/office/drawing/2014/main" id="{7A39DF71-225A-40A3-ACA3-015FCB0B5C85}"/>
                      </a:ext>
                    </a:extLst>
                  </p:cNvPr>
                  <p:cNvSpPr/>
                  <p:nvPr/>
                </p:nvSpPr>
                <p:spPr bwMode="auto">
                  <a:xfrm>
                    <a:off x="4637088" y="5656263"/>
                    <a:ext cx="22225" cy="125413"/>
                  </a:xfrm>
                  <a:custGeom>
                    <a:avLst/>
                    <a:gdLst>
                      <a:gd name="T0" fmla="*/ 14 w 14"/>
                      <a:gd name="T1" fmla="*/ 79 h 79"/>
                      <a:gd name="T2" fmla="*/ 0 w 14"/>
                      <a:gd name="T3" fmla="*/ 72 h 79"/>
                      <a:gd name="T4" fmla="*/ 0 w 14"/>
                      <a:gd name="T5" fmla="*/ 0 h 79"/>
                      <a:gd name="T6" fmla="*/ 14 w 14"/>
                      <a:gd name="T7" fmla="*/ 8 h 79"/>
                      <a:gd name="T8" fmla="*/ 14 w 14"/>
                      <a:gd name="T9" fmla="*/ 79 h 79"/>
                    </a:gdLst>
                    <a:ahLst/>
                    <a:cxnLst>
                      <a:cxn ang="0">
                        <a:pos x="T0" y="T1"/>
                      </a:cxn>
                      <a:cxn ang="0">
                        <a:pos x="T2" y="T3"/>
                      </a:cxn>
                      <a:cxn ang="0">
                        <a:pos x="T4" y="T5"/>
                      </a:cxn>
                      <a:cxn ang="0">
                        <a:pos x="T6" y="T7"/>
                      </a:cxn>
                      <a:cxn ang="0">
                        <a:pos x="T8" y="T9"/>
                      </a:cxn>
                    </a:cxnLst>
                    <a:rect l="0" t="0" r="r" b="b"/>
                    <a:pathLst>
                      <a:path w="14" h="79">
                        <a:moveTo>
                          <a:pt x="14" y="79"/>
                        </a:moveTo>
                        <a:lnTo>
                          <a:pt x="0" y="72"/>
                        </a:lnTo>
                        <a:lnTo>
                          <a:pt x="0" y="0"/>
                        </a:lnTo>
                        <a:lnTo>
                          <a:pt x="14" y="8"/>
                        </a:lnTo>
                        <a:lnTo>
                          <a:pt x="14" y="79"/>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1" name="îṣľîḋe">
                    <a:extLst>
                      <a:ext uri="{FF2B5EF4-FFF2-40B4-BE49-F238E27FC236}">
                        <a16:creationId xmlns:a16="http://schemas.microsoft.com/office/drawing/2014/main" id="{D300232A-12AD-4B51-9EDB-AC5CFCFFB5F6}"/>
                      </a:ext>
                    </a:extLst>
                  </p:cNvPr>
                  <p:cNvSpPr/>
                  <p:nvPr/>
                </p:nvSpPr>
                <p:spPr bwMode="auto">
                  <a:xfrm>
                    <a:off x="4659313" y="5659438"/>
                    <a:ext cx="14288" cy="122238"/>
                  </a:xfrm>
                  <a:custGeom>
                    <a:avLst/>
                    <a:gdLst>
                      <a:gd name="T0" fmla="*/ 9 w 9"/>
                      <a:gd name="T1" fmla="*/ 0 h 77"/>
                      <a:gd name="T2" fmla="*/ 9 w 9"/>
                      <a:gd name="T3" fmla="*/ 71 h 77"/>
                      <a:gd name="T4" fmla="*/ 0 w 9"/>
                      <a:gd name="T5" fmla="*/ 77 h 77"/>
                      <a:gd name="T6" fmla="*/ 0 w 9"/>
                      <a:gd name="T7" fmla="*/ 6 h 77"/>
                      <a:gd name="T8" fmla="*/ 9 w 9"/>
                      <a:gd name="T9" fmla="*/ 0 h 77"/>
                    </a:gdLst>
                    <a:ahLst/>
                    <a:cxnLst>
                      <a:cxn ang="0">
                        <a:pos x="T0" y="T1"/>
                      </a:cxn>
                      <a:cxn ang="0">
                        <a:pos x="T2" y="T3"/>
                      </a:cxn>
                      <a:cxn ang="0">
                        <a:pos x="T4" y="T5"/>
                      </a:cxn>
                      <a:cxn ang="0">
                        <a:pos x="T6" y="T7"/>
                      </a:cxn>
                      <a:cxn ang="0">
                        <a:pos x="T8" y="T9"/>
                      </a:cxn>
                    </a:cxnLst>
                    <a:rect l="0" t="0" r="r" b="b"/>
                    <a:pathLst>
                      <a:path w="9" h="77">
                        <a:moveTo>
                          <a:pt x="9" y="0"/>
                        </a:moveTo>
                        <a:lnTo>
                          <a:pt x="9" y="71"/>
                        </a:lnTo>
                        <a:lnTo>
                          <a:pt x="0" y="77"/>
                        </a:lnTo>
                        <a:lnTo>
                          <a:pt x="0" y="6"/>
                        </a:lnTo>
                        <a:lnTo>
                          <a:pt x="9"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2" name="ís1îḑé">
                    <a:extLst>
                      <a:ext uri="{FF2B5EF4-FFF2-40B4-BE49-F238E27FC236}">
                        <a16:creationId xmlns:a16="http://schemas.microsoft.com/office/drawing/2014/main" id="{B318FC49-2D2A-44C7-A6A8-0B936B3C2D72}"/>
                      </a:ext>
                    </a:extLst>
                  </p:cNvPr>
                  <p:cNvSpPr/>
                  <p:nvPr/>
                </p:nvSpPr>
                <p:spPr bwMode="auto">
                  <a:xfrm>
                    <a:off x="4549776" y="5484813"/>
                    <a:ext cx="109538" cy="217488"/>
                  </a:xfrm>
                  <a:custGeom>
                    <a:avLst/>
                    <a:gdLst>
                      <a:gd name="T0" fmla="*/ 69 w 69"/>
                      <a:gd name="T1" fmla="*/ 0 h 137"/>
                      <a:gd name="T2" fmla="*/ 69 w 69"/>
                      <a:gd name="T3" fmla="*/ 137 h 137"/>
                      <a:gd name="T4" fmla="*/ 0 w 69"/>
                      <a:gd name="T5" fmla="*/ 96 h 137"/>
                      <a:gd name="T6" fmla="*/ 69 w 69"/>
                      <a:gd name="T7" fmla="*/ 0 h 137"/>
                    </a:gdLst>
                    <a:ahLst/>
                    <a:cxnLst>
                      <a:cxn ang="0">
                        <a:pos x="T0" y="T1"/>
                      </a:cxn>
                      <a:cxn ang="0">
                        <a:pos x="T2" y="T3"/>
                      </a:cxn>
                      <a:cxn ang="0">
                        <a:pos x="T4" y="T5"/>
                      </a:cxn>
                      <a:cxn ang="0">
                        <a:pos x="T6" y="T7"/>
                      </a:cxn>
                    </a:cxnLst>
                    <a:rect l="0" t="0" r="r" b="b"/>
                    <a:pathLst>
                      <a:path w="69" h="137">
                        <a:moveTo>
                          <a:pt x="69" y="0"/>
                        </a:moveTo>
                        <a:lnTo>
                          <a:pt x="69" y="137"/>
                        </a:lnTo>
                        <a:lnTo>
                          <a:pt x="0" y="96"/>
                        </a:lnTo>
                        <a:lnTo>
                          <a:pt x="69" y="0"/>
                        </a:lnTo>
                        <a:close/>
                      </a:path>
                    </a:pathLst>
                  </a:custGeom>
                  <a:solidFill>
                    <a:srgbClr val="51DE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3" name="ïś1îḋé">
                    <a:extLst>
                      <a:ext uri="{FF2B5EF4-FFF2-40B4-BE49-F238E27FC236}">
                        <a16:creationId xmlns:a16="http://schemas.microsoft.com/office/drawing/2014/main" id="{2BEE460F-DFBF-4E42-9E52-D07DD38EC6DA}"/>
                      </a:ext>
                    </a:extLst>
                  </p:cNvPr>
                  <p:cNvSpPr/>
                  <p:nvPr/>
                </p:nvSpPr>
                <p:spPr bwMode="auto">
                  <a:xfrm>
                    <a:off x="4659313" y="5484813"/>
                    <a:ext cx="109538" cy="217488"/>
                  </a:xfrm>
                  <a:custGeom>
                    <a:avLst/>
                    <a:gdLst>
                      <a:gd name="T0" fmla="*/ 0 w 69"/>
                      <a:gd name="T1" fmla="*/ 0 h 137"/>
                      <a:gd name="T2" fmla="*/ 0 w 69"/>
                      <a:gd name="T3" fmla="*/ 137 h 137"/>
                      <a:gd name="T4" fmla="*/ 69 w 69"/>
                      <a:gd name="T5" fmla="*/ 96 h 137"/>
                      <a:gd name="T6" fmla="*/ 0 w 69"/>
                      <a:gd name="T7" fmla="*/ 0 h 137"/>
                    </a:gdLst>
                    <a:ahLst/>
                    <a:cxnLst>
                      <a:cxn ang="0">
                        <a:pos x="T0" y="T1"/>
                      </a:cxn>
                      <a:cxn ang="0">
                        <a:pos x="T2" y="T3"/>
                      </a:cxn>
                      <a:cxn ang="0">
                        <a:pos x="T4" y="T5"/>
                      </a:cxn>
                      <a:cxn ang="0">
                        <a:pos x="T6" y="T7"/>
                      </a:cxn>
                    </a:cxnLst>
                    <a:rect l="0" t="0" r="r" b="b"/>
                    <a:pathLst>
                      <a:path w="69" h="137">
                        <a:moveTo>
                          <a:pt x="0" y="0"/>
                        </a:moveTo>
                        <a:lnTo>
                          <a:pt x="0" y="137"/>
                        </a:lnTo>
                        <a:lnTo>
                          <a:pt x="69" y="96"/>
                        </a:lnTo>
                        <a:lnTo>
                          <a:pt x="0" y="0"/>
                        </a:lnTo>
                        <a:close/>
                      </a:path>
                    </a:pathLst>
                  </a:custGeom>
                  <a:solidFill>
                    <a:srgbClr val="01683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4" name="íš1ïḍè">
                    <a:extLst>
                      <a:ext uri="{FF2B5EF4-FFF2-40B4-BE49-F238E27FC236}">
                        <a16:creationId xmlns:a16="http://schemas.microsoft.com/office/drawing/2014/main" id="{A5E27B30-94C0-4C21-9430-68AEC664C155}"/>
                      </a:ext>
                    </a:extLst>
                  </p:cNvPr>
                  <p:cNvSpPr/>
                  <p:nvPr/>
                </p:nvSpPr>
                <p:spPr bwMode="auto">
                  <a:xfrm>
                    <a:off x="4578351" y="5576888"/>
                    <a:ext cx="80963" cy="63500"/>
                  </a:xfrm>
                  <a:custGeom>
                    <a:avLst/>
                    <a:gdLst>
                      <a:gd name="T0" fmla="*/ 0 w 51"/>
                      <a:gd name="T1" fmla="*/ 11 h 40"/>
                      <a:gd name="T2" fmla="*/ 51 w 51"/>
                      <a:gd name="T3" fmla="*/ 40 h 40"/>
                      <a:gd name="T4" fmla="*/ 51 w 51"/>
                      <a:gd name="T5" fmla="*/ 25 h 40"/>
                      <a:gd name="T6" fmla="*/ 10 w 51"/>
                      <a:gd name="T7" fmla="*/ 0 h 40"/>
                      <a:gd name="T8" fmla="*/ 0 w 51"/>
                      <a:gd name="T9" fmla="*/ 11 h 40"/>
                    </a:gdLst>
                    <a:ahLst/>
                    <a:cxnLst>
                      <a:cxn ang="0">
                        <a:pos x="T0" y="T1"/>
                      </a:cxn>
                      <a:cxn ang="0">
                        <a:pos x="T2" y="T3"/>
                      </a:cxn>
                      <a:cxn ang="0">
                        <a:pos x="T4" y="T5"/>
                      </a:cxn>
                      <a:cxn ang="0">
                        <a:pos x="T6" y="T7"/>
                      </a:cxn>
                      <a:cxn ang="0">
                        <a:pos x="T8" y="T9"/>
                      </a:cxn>
                    </a:cxnLst>
                    <a:rect l="0" t="0" r="r" b="b"/>
                    <a:pathLst>
                      <a:path w="51" h="40">
                        <a:moveTo>
                          <a:pt x="0" y="11"/>
                        </a:moveTo>
                        <a:lnTo>
                          <a:pt x="51" y="40"/>
                        </a:lnTo>
                        <a:lnTo>
                          <a:pt x="51" y="25"/>
                        </a:lnTo>
                        <a:lnTo>
                          <a:pt x="10" y="0"/>
                        </a:lnTo>
                        <a:lnTo>
                          <a:pt x="0" y="11"/>
                        </a:lnTo>
                        <a:close/>
                      </a:path>
                    </a:pathLst>
                  </a:custGeom>
                  <a:solidFill>
                    <a:srgbClr val="59D893"/>
                  </a:solidFill>
                  <a:ln>
                    <a:noFill/>
                  </a:ln>
                </p:spPr>
                <p:txBody>
                  <a:bodyPr anchor="ctr"/>
                  <a:lstStyle/>
                  <a:p>
                    <a:pPr algn="ctr"/>
                    <a:endParaRPr>
                      <a:cs typeface="+mn-ea"/>
                      <a:sym typeface="+mn-lt"/>
                    </a:endParaRPr>
                  </a:p>
                </p:txBody>
              </p:sp>
              <p:sp>
                <p:nvSpPr>
                  <p:cNvPr id="175" name="is1îḓê">
                    <a:extLst>
                      <a:ext uri="{FF2B5EF4-FFF2-40B4-BE49-F238E27FC236}">
                        <a16:creationId xmlns:a16="http://schemas.microsoft.com/office/drawing/2014/main" id="{8920F867-5DBE-412E-BD03-E02DD5A8328C}"/>
                      </a:ext>
                    </a:extLst>
                  </p:cNvPr>
                  <p:cNvSpPr/>
                  <p:nvPr/>
                </p:nvSpPr>
                <p:spPr bwMode="auto">
                  <a:xfrm>
                    <a:off x="4659313" y="5484813"/>
                    <a:ext cx="109538" cy="217488"/>
                  </a:xfrm>
                  <a:custGeom>
                    <a:avLst/>
                    <a:gdLst>
                      <a:gd name="T0" fmla="*/ 0 w 69"/>
                      <a:gd name="T1" fmla="*/ 0 h 137"/>
                      <a:gd name="T2" fmla="*/ 0 w 69"/>
                      <a:gd name="T3" fmla="*/ 137 h 137"/>
                      <a:gd name="T4" fmla="*/ 69 w 69"/>
                      <a:gd name="T5" fmla="*/ 96 h 137"/>
                      <a:gd name="T6" fmla="*/ 0 w 69"/>
                      <a:gd name="T7" fmla="*/ 0 h 137"/>
                    </a:gdLst>
                    <a:ahLst/>
                    <a:cxnLst>
                      <a:cxn ang="0">
                        <a:pos x="T0" y="T1"/>
                      </a:cxn>
                      <a:cxn ang="0">
                        <a:pos x="T2" y="T3"/>
                      </a:cxn>
                      <a:cxn ang="0">
                        <a:pos x="T4" y="T5"/>
                      </a:cxn>
                      <a:cxn ang="0">
                        <a:pos x="T6" y="T7"/>
                      </a:cxn>
                    </a:cxnLst>
                    <a:rect l="0" t="0" r="r" b="b"/>
                    <a:pathLst>
                      <a:path w="69" h="137">
                        <a:moveTo>
                          <a:pt x="0" y="0"/>
                        </a:moveTo>
                        <a:lnTo>
                          <a:pt x="0" y="137"/>
                        </a:lnTo>
                        <a:lnTo>
                          <a:pt x="69" y="96"/>
                        </a:lnTo>
                        <a:lnTo>
                          <a:pt x="0" y="0"/>
                        </a:lnTo>
                        <a:close/>
                      </a:path>
                    </a:pathLst>
                  </a:custGeom>
                  <a:solidFill>
                    <a:srgbClr val="46C1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6" name="îš1iḓé">
                    <a:extLst>
                      <a:ext uri="{FF2B5EF4-FFF2-40B4-BE49-F238E27FC236}">
                        <a16:creationId xmlns:a16="http://schemas.microsoft.com/office/drawing/2014/main" id="{947E1C56-075B-4634-9611-CFA6E84C6B9A}"/>
                      </a:ext>
                    </a:extLst>
                  </p:cNvPr>
                  <p:cNvSpPr/>
                  <p:nvPr/>
                </p:nvSpPr>
                <p:spPr bwMode="auto">
                  <a:xfrm>
                    <a:off x="4659313" y="5576888"/>
                    <a:ext cx="80963" cy="63500"/>
                  </a:xfrm>
                  <a:custGeom>
                    <a:avLst/>
                    <a:gdLst>
                      <a:gd name="T0" fmla="*/ 42 w 51"/>
                      <a:gd name="T1" fmla="*/ 0 h 40"/>
                      <a:gd name="T2" fmla="*/ 0 w 51"/>
                      <a:gd name="T3" fmla="*/ 25 h 40"/>
                      <a:gd name="T4" fmla="*/ 0 w 51"/>
                      <a:gd name="T5" fmla="*/ 40 h 40"/>
                      <a:gd name="T6" fmla="*/ 51 w 51"/>
                      <a:gd name="T7" fmla="*/ 11 h 40"/>
                      <a:gd name="T8" fmla="*/ 42 w 51"/>
                      <a:gd name="T9" fmla="*/ 0 h 40"/>
                    </a:gdLst>
                    <a:ahLst/>
                    <a:cxnLst>
                      <a:cxn ang="0">
                        <a:pos x="T0" y="T1"/>
                      </a:cxn>
                      <a:cxn ang="0">
                        <a:pos x="T2" y="T3"/>
                      </a:cxn>
                      <a:cxn ang="0">
                        <a:pos x="T4" y="T5"/>
                      </a:cxn>
                      <a:cxn ang="0">
                        <a:pos x="T6" y="T7"/>
                      </a:cxn>
                      <a:cxn ang="0">
                        <a:pos x="T8" y="T9"/>
                      </a:cxn>
                    </a:cxnLst>
                    <a:rect l="0" t="0" r="r" b="b"/>
                    <a:pathLst>
                      <a:path w="51" h="40">
                        <a:moveTo>
                          <a:pt x="42" y="0"/>
                        </a:moveTo>
                        <a:lnTo>
                          <a:pt x="0" y="25"/>
                        </a:lnTo>
                        <a:lnTo>
                          <a:pt x="0" y="40"/>
                        </a:lnTo>
                        <a:lnTo>
                          <a:pt x="51" y="11"/>
                        </a:lnTo>
                        <a:lnTo>
                          <a:pt x="42" y="0"/>
                        </a:lnTo>
                        <a:close/>
                      </a:path>
                    </a:pathLst>
                  </a:custGeom>
                  <a:solidFill>
                    <a:srgbClr val="309C5E"/>
                  </a:solidFill>
                  <a:ln>
                    <a:noFill/>
                  </a:ln>
                </p:spPr>
                <p:txBody>
                  <a:bodyPr anchor="ctr"/>
                  <a:lstStyle/>
                  <a:p>
                    <a:pPr algn="ctr"/>
                    <a:endParaRPr>
                      <a:cs typeface="+mn-ea"/>
                      <a:sym typeface="+mn-lt"/>
                    </a:endParaRPr>
                  </a:p>
                </p:txBody>
              </p:sp>
              <p:sp>
                <p:nvSpPr>
                  <p:cNvPr id="177" name="ïṡľiďe">
                    <a:extLst>
                      <a:ext uri="{FF2B5EF4-FFF2-40B4-BE49-F238E27FC236}">
                        <a16:creationId xmlns:a16="http://schemas.microsoft.com/office/drawing/2014/main" id="{7822D5AE-4AB1-4059-8383-20DC5A43003C}"/>
                      </a:ext>
                    </a:extLst>
                  </p:cNvPr>
                  <p:cNvSpPr/>
                  <p:nvPr/>
                </p:nvSpPr>
                <p:spPr bwMode="auto">
                  <a:xfrm>
                    <a:off x="4564063" y="5387976"/>
                    <a:ext cx="95250" cy="236538"/>
                  </a:xfrm>
                  <a:custGeom>
                    <a:avLst/>
                    <a:gdLst>
                      <a:gd name="T0" fmla="*/ 60 w 60"/>
                      <a:gd name="T1" fmla="*/ 0 h 149"/>
                      <a:gd name="T2" fmla="*/ 60 w 60"/>
                      <a:gd name="T3" fmla="*/ 149 h 149"/>
                      <a:gd name="T4" fmla="*/ 0 w 60"/>
                      <a:gd name="T5" fmla="*/ 115 h 149"/>
                      <a:gd name="T6" fmla="*/ 60 w 60"/>
                      <a:gd name="T7" fmla="*/ 0 h 149"/>
                    </a:gdLst>
                    <a:ahLst/>
                    <a:cxnLst>
                      <a:cxn ang="0">
                        <a:pos x="T0" y="T1"/>
                      </a:cxn>
                      <a:cxn ang="0">
                        <a:pos x="T2" y="T3"/>
                      </a:cxn>
                      <a:cxn ang="0">
                        <a:pos x="T4" y="T5"/>
                      </a:cxn>
                      <a:cxn ang="0">
                        <a:pos x="T6" y="T7"/>
                      </a:cxn>
                    </a:cxnLst>
                    <a:rect l="0" t="0" r="r" b="b"/>
                    <a:pathLst>
                      <a:path w="60" h="149">
                        <a:moveTo>
                          <a:pt x="60" y="0"/>
                        </a:moveTo>
                        <a:lnTo>
                          <a:pt x="60" y="149"/>
                        </a:lnTo>
                        <a:lnTo>
                          <a:pt x="0" y="115"/>
                        </a:lnTo>
                        <a:lnTo>
                          <a:pt x="60" y="0"/>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8" name="išlîďe">
                    <a:extLst>
                      <a:ext uri="{FF2B5EF4-FFF2-40B4-BE49-F238E27FC236}">
                        <a16:creationId xmlns:a16="http://schemas.microsoft.com/office/drawing/2014/main" id="{5BC5B964-A27F-43B3-BF01-C9DF666E8C22}"/>
                      </a:ext>
                    </a:extLst>
                  </p:cNvPr>
                  <p:cNvSpPr/>
                  <p:nvPr/>
                </p:nvSpPr>
                <p:spPr bwMode="auto">
                  <a:xfrm>
                    <a:off x="4659313" y="5387976"/>
                    <a:ext cx="95250" cy="236538"/>
                  </a:xfrm>
                  <a:custGeom>
                    <a:avLst/>
                    <a:gdLst>
                      <a:gd name="T0" fmla="*/ 0 w 60"/>
                      <a:gd name="T1" fmla="*/ 0 h 149"/>
                      <a:gd name="T2" fmla="*/ 0 w 60"/>
                      <a:gd name="T3" fmla="*/ 149 h 149"/>
                      <a:gd name="T4" fmla="*/ 60 w 60"/>
                      <a:gd name="T5" fmla="*/ 115 h 149"/>
                      <a:gd name="T6" fmla="*/ 0 w 60"/>
                      <a:gd name="T7" fmla="*/ 0 h 149"/>
                    </a:gdLst>
                    <a:ahLst/>
                    <a:cxnLst>
                      <a:cxn ang="0">
                        <a:pos x="T0" y="T1"/>
                      </a:cxn>
                      <a:cxn ang="0">
                        <a:pos x="T2" y="T3"/>
                      </a:cxn>
                      <a:cxn ang="0">
                        <a:pos x="T4" y="T5"/>
                      </a:cxn>
                      <a:cxn ang="0">
                        <a:pos x="T6" y="T7"/>
                      </a:cxn>
                    </a:cxnLst>
                    <a:rect l="0" t="0" r="r" b="b"/>
                    <a:pathLst>
                      <a:path w="60" h="149">
                        <a:moveTo>
                          <a:pt x="0" y="0"/>
                        </a:moveTo>
                        <a:lnTo>
                          <a:pt x="0" y="149"/>
                        </a:lnTo>
                        <a:lnTo>
                          <a:pt x="60" y="115"/>
                        </a:lnTo>
                        <a:lnTo>
                          <a:pt x="0"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9" name="iṥļîḑè">
                    <a:extLst>
                      <a:ext uri="{FF2B5EF4-FFF2-40B4-BE49-F238E27FC236}">
                        <a16:creationId xmlns:a16="http://schemas.microsoft.com/office/drawing/2014/main" id="{DC209937-3B88-4D0E-B39A-A896C37F477D}"/>
                      </a:ext>
                    </a:extLst>
                  </p:cNvPr>
                  <p:cNvSpPr/>
                  <p:nvPr/>
                </p:nvSpPr>
                <p:spPr bwMode="auto">
                  <a:xfrm>
                    <a:off x="6713538" y="4587876"/>
                    <a:ext cx="57150" cy="33338"/>
                  </a:xfrm>
                  <a:custGeom>
                    <a:avLst/>
                    <a:gdLst>
                      <a:gd name="T0" fmla="*/ 21 w 36"/>
                      <a:gd name="T1" fmla="*/ 21 h 21"/>
                      <a:gd name="T2" fmla="*/ 0 w 36"/>
                      <a:gd name="T3" fmla="*/ 10 h 21"/>
                      <a:gd name="T4" fmla="*/ 16 w 36"/>
                      <a:gd name="T5" fmla="*/ 0 h 21"/>
                      <a:gd name="T6" fmla="*/ 36 w 36"/>
                      <a:gd name="T7" fmla="*/ 12 h 21"/>
                      <a:gd name="T8" fmla="*/ 21 w 36"/>
                      <a:gd name="T9" fmla="*/ 21 h 21"/>
                    </a:gdLst>
                    <a:ahLst/>
                    <a:cxnLst>
                      <a:cxn ang="0">
                        <a:pos x="T0" y="T1"/>
                      </a:cxn>
                      <a:cxn ang="0">
                        <a:pos x="T2" y="T3"/>
                      </a:cxn>
                      <a:cxn ang="0">
                        <a:pos x="T4" y="T5"/>
                      </a:cxn>
                      <a:cxn ang="0">
                        <a:pos x="T6" y="T7"/>
                      </a:cxn>
                      <a:cxn ang="0">
                        <a:pos x="T8" y="T9"/>
                      </a:cxn>
                    </a:cxnLst>
                    <a:rect l="0" t="0" r="r" b="b"/>
                    <a:pathLst>
                      <a:path w="36" h="21">
                        <a:moveTo>
                          <a:pt x="21" y="21"/>
                        </a:moveTo>
                        <a:lnTo>
                          <a:pt x="0" y="10"/>
                        </a:lnTo>
                        <a:lnTo>
                          <a:pt x="16" y="0"/>
                        </a:lnTo>
                        <a:lnTo>
                          <a:pt x="36" y="12"/>
                        </a:lnTo>
                        <a:lnTo>
                          <a:pt x="21" y="21"/>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0" name="iŝliḑe">
                    <a:extLst>
                      <a:ext uri="{FF2B5EF4-FFF2-40B4-BE49-F238E27FC236}">
                        <a16:creationId xmlns:a16="http://schemas.microsoft.com/office/drawing/2014/main" id="{3780B9CB-5389-44CE-8224-01C56FC79B31}"/>
                      </a:ext>
                    </a:extLst>
                  </p:cNvPr>
                  <p:cNvSpPr/>
                  <p:nvPr/>
                </p:nvSpPr>
                <p:spPr bwMode="auto">
                  <a:xfrm>
                    <a:off x="6719888" y="4587876"/>
                    <a:ext cx="26988" cy="163513"/>
                  </a:xfrm>
                  <a:custGeom>
                    <a:avLst/>
                    <a:gdLst>
                      <a:gd name="T0" fmla="*/ 17 w 17"/>
                      <a:gd name="T1" fmla="*/ 103 h 103"/>
                      <a:gd name="T2" fmla="*/ 0 w 17"/>
                      <a:gd name="T3" fmla="*/ 93 h 103"/>
                      <a:gd name="T4" fmla="*/ 0 w 17"/>
                      <a:gd name="T5" fmla="*/ 0 h 103"/>
                      <a:gd name="T6" fmla="*/ 16 w 17"/>
                      <a:gd name="T7" fmla="*/ 11 h 103"/>
                      <a:gd name="T8" fmla="*/ 17 w 17"/>
                      <a:gd name="T9" fmla="*/ 103 h 103"/>
                    </a:gdLst>
                    <a:ahLst/>
                    <a:cxnLst>
                      <a:cxn ang="0">
                        <a:pos x="T0" y="T1"/>
                      </a:cxn>
                      <a:cxn ang="0">
                        <a:pos x="T2" y="T3"/>
                      </a:cxn>
                      <a:cxn ang="0">
                        <a:pos x="T4" y="T5"/>
                      </a:cxn>
                      <a:cxn ang="0">
                        <a:pos x="T6" y="T7"/>
                      </a:cxn>
                      <a:cxn ang="0">
                        <a:pos x="T8" y="T9"/>
                      </a:cxn>
                    </a:cxnLst>
                    <a:rect l="0" t="0" r="r" b="b"/>
                    <a:pathLst>
                      <a:path w="17" h="103">
                        <a:moveTo>
                          <a:pt x="17" y="103"/>
                        </a:moveTo>
                        <a:lnTo>
                          <a:pt x="0" y="93"/>
                        </a:lnTo>
                        <a:lnTo>
                          <a:pt x="0" y="0"/>
                        </a:lnTo>
                        <a:lnTo>
                          <a:pt x="16" y="11"/>
                        </a:lnTo>
                        <a:lnTo>
                          <a:pt x="17" y="103"/>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1" name="iŝľiďé">
                    <a:extLst>
                      <a:ext uri="{FF2B5EF4-FFF2-40B4-BE49-F238E27FC236}">
                        <a16:creationId xmlns:a16="http://schemas.microsoft.com/office/drawing/2014/main" id="{1382C4B4-1019-4C2D-B768-F41F2609D033}"/>
                      </a:ext>
                    </a:extLst>
                  </p:cNvPr>
                  <p:cNvSpPr/>
                  <p:nvPr/>
                </p:nvSpPr>
                <p:spPr bwMode="auto">
                  <a:xfrm>
                    <a:off x="6745288" y="4592638"/>
                    <a:ext cx="20638" cy="158750"/>
                  </a:xfrm>
                  <a:custGeom>
                    <a:avLst/>
                    <a:gdLst>
                      <a:gd name="T0" fmla="*/ 13 w 13"/>
                      <a:gd name="T1" fmla="*/ 0 h 100"/>
                      <a:gd name="T2" fmla="*/ 13 w 13"/>
                      <a:gd name="T3" fmla="*/ 92 h 100"/>
                      <a:gd name="T4" fmla="*/ 1 w 13"/>
                      <a:gd name="T5" fmla="*/ 100 h 100"/>
                      <a:gd name="T6" fmla="*/ 0 w 13"/>
                      <a:gd name="T7" fmla="*/ 8 h 100"/>
                      <a:gd name="T8" fmla="*/ 13 w 13"/>
                      <a:gd name="T9" fmla="*/ 0 h 100"/>
                    </a:gdLst>
                    <a:ahLst/>
                    <a:cxnLst>
                      <a:cxn ang="0">
                        <a:pos x="T0" y="T1"/>
                      </a:cxn>
                      <a:cxn ang="0">
                        <a:pos x="T2" y="T3"/>
                      </a:cxn>
                      <a:cxn ang="0">
                        <a:pos x="T4" y="T5"/>
                      </a:cxn>
                      <a:cxn ang="0">
                        <a:pos x="T6" y="T7"/>
                      </a:cxn>
                      <a:cxn ang="0">
                        <a:pos x="T8" y="T9"/>
                      </a:cxn>
                    </a:cxnLst>
                    <a:rect l="0" t="0" r="r" b="b"/>
                    <a:pathLst>
                      <a:path w="13" h="100">
                        <a:moveTo>
                          <a:pt x="13" y="0"/>
                        </a:moveTo>
                        <a:lnTo>
                          <a:pt x="13" y="92"/>
                        </a:lnTo>
                        <a:lnTo>
                          <a:pt x="1" y="100"/>
                        </a:lnTo>
                        <a:lnTo>
                          <a:pt x="0" y="8"/>
                        </a:lnTo>
                        <a:lnTo>
                          <a:pt x="13"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2" name="îṣļíďê">
                    <a:extLst>
                      <a:ext uri="{FF2B5EF4-FFF2-40B4-BE49-F238E27FC236}">
                        <a16:creationId xmlns:a16="http://schemas.microsoft.com/office/drawing/2014/main" id="{D026EAF3-7CB4-4F28-8819-B43181632155}"/>
                      </a:ext>
                    </a:extLst>
                  </p:cNvPr>
                  <p:cNvSpPr/>
                  <p:nvPr/>
                </p:nvSpPr>
                <p:spPr bwMode="auto">
                  <a:xfrm>
                    <a:off x="6605588" y="4368801"/>
                    <a:ext cx="141288" cy="277813"/>
                  </a:xfrm>
                  <a:custGeom>
                    <a:avLst/>
                    <a:gdLst>
                      <a:gd name="T0" fmla="*/ 89 w 89"/>
                      <a:gd name="T1" fmla="*/ 0 h 175"/>
                      <a:gd name="T2" fmla="*/ 89 w 89"/>
                      <a:gd name="T3" fmla="*/ 175 h 175"/>
                      <a:gd name="T4" fmla="*/ 0 w 89"/>
                      <a:gd name="T5" fmla="*/ 122 h 175"/>
                      <a:gd name="T6" fmla="*/ 89 w 89"/>
                      <a:gd name="T7" fmla="*/ 0 h 175"/>
                    </a:gdLst>
                    <a:ahLst/>
                    <a:cxnLst>
                      <a:cxn ang="0">
                        <a:pos x="T0" y="T1"/>
                      </a:cxn>
                      <a:cxn ang="0">
                        <a:pos x="T2" y="T3"/>
                      </a:cxn>
                      <a:cxn ang="0">
                        <a:pos x="T4" y="T5"/>
                      </a:cxn>
                      <a:cxn ang="0">
                        <a:pos x="T6" y="T7"/>
                      </a:cxn>
                    </a:cxnLst>
                    <a:rect l="0" t="0" r="r" b="b"/>
                    <a:pathLst>
                      <a:path w="89" h="175">
                        <a:moveTo>
                          <a:pt x="89" y="0"/>
                        </a:moveTo>
                        <a:lnTo>
                          <a:pt x="89" y="175"/>
                        </a:lnTo>
                        <a:lnTo>
                          <a:pt x="0" y="122"/>
                        </a:lnTo>
                        <a:lnTo>
                          <a:pt x="89" y="0"/>
                        </a:lnTo>
                        <a:close/>
                      </a:path>
                    </a:pathLst>
                  </a:custGeom>
                  <a:solidFill>
                    <a:srgbClr val="51DE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3" name="iṡḻïďé">
                    <a:extLst>
                      <a:ext uri="{FF2B5EF4-FFF2-40B4-BE49-F238E27FC236}">
                        <a16:creationId xmlns:a16="http://schemas.microsoft.com/office/drawing/2014/main" id="{F0F7EC58-A448-4B91-8DCA-E073ABA27355}"/>
                      </a:ext>
                    </a:extLst>
                  </p:cNvPr>
                  <p:cNvSpPr/>
                  <p:nvPr/>
                </p:nvSpPr>
                <p:spPr bwMode="auto">
                  <a:xfrm>
                    <a:off x="6746876" y="4368801"/>
                    <a:ext cx="142875" cy="277813"/>
                  </a:xfrm>
                  <a:custGeom>
                    <a:avLst/>
                    <a:gdLst>
                      <a:gd name="T0" fmla="*/ 0 w 90"/>
                      <a:gd name="T1" fmla="*/ 0 h 175"/>
                      <a:gd name="T2" fmla="*/ 0 w 90"/>
                      <a:gd name="T3" fmla="*/ 175 h 175"/>
                      <a:gd name="T4" fmla="*/ 90 w 90"/>
                      <a:gd name="T5" fmla="*/ 122 h 175"/>
                      <a:gd name="T6" fmla="*/ 0 w 90"/>
                      <a:gd name="T7" fmla="*/ 0 h 175"/>
                    </a:gdLst>
                    <a:ahLst/>
                    <a:cxnLst>
                      <a:cxn ang="0">
                        <a:pos x="T0" y="T1"/>
                      </a:cxn>
                      <a:cxn ang="0">
                        <a:pos x="T2" y="T3"/>
                      </a:cxn>
                      <a:cxn ang="0">
                        <a:pos x="T4" y="T5"/>
                      </a:cxn>
                      <a:cxn ang="0">
                        <a:pos x="T6" y="T7"/>
                      </a:cxn>
                    </a:cxnLst>
                    <a:rect l="0" t="0" r="r" b="b"/>
                    <a:pathLst>
                      <a:path w="90" h="175">
                        <a:moveTo>
                          <a:pt x="0" y="0"/>
                        </a:moveTo>
                        <a:lnTo>
                          <a:pt x="0" y="175"/>
                        </a:lnTo>
                        <a:lnTo>
                          <a:pt x="90" y="122"/>
                        </a:lnTo>
                        <a:lnTo>
                          <a:pt x="0" y="0"/>
                        </a:lnTo>
                        <a:close/>
                      </a:path>
                    </a:pathLst>
                  </a:custGeom>
                  <a:solidFill>
                    <a:srgbClr val="01683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4" name="iṥ1iḑe">
                    <a:extLst>
                      <a:ext uri="{FF2B5EF4-FFF2-40B4-BE49-F238E27FC236}">
                        <a16:creationId xmlns:a16="http://schemas.microsoft.com/office/drawing/2014/main" id="{47471328-2DED-4CAD-9FAD-1BD4EA36247A}"/>
                      </a:ext>
                    </a:extLst>
                  </p:cNvPr>
                  <p:cNvSpPr/>
                  <p:nvPr/>
                </p:nvSpPr>
                <p:spPr bwMode="auto">
                  <a:xfrm>
                    <a:off x="6645276" y="4486276"/>
                    <a:ext cx="101600" cy="82550"/>
                  </a:xfrm>
                  <a:custGeom>
                    <a:avLst/>
                    <a:gdLst>
                      <a:gd name="T0" fmla="*/ 0 w 64"/>
                      <a:gd name="T1" fmla="*/ 14 h 52"/>
                      <a:gd name="T2" fmla="*/ 64 w 64"/>
                      <a:gd name="T3" fmla="*/ 52 h 52"/>
                      <a:gd name="T4" fmla="*/ 64 w 64"/>
                      <a:gd name="T5" fmla="*/ 31 h 52"/>
                      <a:gd name="T6" fmla="*/ 10 w 64"/>
                      <a:gd name="T7" fmla="*/ 0 h 52"/>
                      <a:gd name="T8" fmla="*/ 0 w 64"/>
                      <a:gd name="T9" fmla="*/ 14 h 52"/>
                    </a:gdLst>
                    <a:ahLst/>
                    <a:cxnLst>
                      <a:cxn ang="0">
                        <a:pos x="T0" y="T1"/>
                      </a:cxn>
                      <a:cxn ang="0">
                        <a:pos x="T2" y="T3"/>
                      </a:cxn>
                      <a:cxn ang="0">
                        <a:pos x="T4" y="T5"/>
                      </a:cxn>
                      <a:cxn ang="0">
                        <a:pos x="T6" y="T7"/>
                      </a:cxn>
                      <a:cxn ang="0">
                        <a:pos x="T8" y="T9"/>
                      </a:cxn>
                    </a:cxnLst>
                    <a:rect l="0" t="0" r="r" b="b"/>
                    <a:pathLst>
                      <a:path w="64" h="52">
                        <a:moveTo>
                          <a:pt x="0" y="14"/>
                        </a:moveTo>
                        <a:lnTo>
                          <a:pt x="64" y="52"/>
                        </a:lnTo>
                        <a:lnTo>
                          <a:pt x="64" y="31"/>
                        </a:lnTo>
                        <a:lnTo>
                          <a:pt x="10" y="0"/>
                        </a:lnTo>
                        <a:lnTo>
                          <a:pt x="0" y="14"/>
                        </a:lnTo>
                        <a:close/>
                      </a:path>
                    </a:pathLst>
                  </a:custGeom>
                  <a:solidFill>
                    <a:srgbClr val="59D89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5" name="íşľîḋe">
                    <a:extLst>
                      <a:ext uri="{FF2B5EF4-FFF2-40B4-BE49-F238E27FC236}">
                        <a16:creationId xmlns:a16="http://schemas.microsoft.com/office/drawing/2014/main" id="{68521922-4B80-4239-B481-3B26FF8F9CFB}"/>
                      </a:ext>
                    </a:extLst>
                  </p:cNvPr>
                  <p:cNvSpPr/>
                  <p:nvPr/>
                </p:nvSpPr>
                <p:spPr bwMode="auto">
                  <a:xfrm>
                    <a:off x="6746876" y="4368801"/>
                    <a:ext cx="142875" cy="277813"/>
                  </a:xfrm>
                  <a:custGeom>
                    <a:avLst/>
                    <a:gdLst>
                      <a:gd name="T0" fmla="*/ 0 w 90"/>
                      <a:gd name="T1" fmla="*/ 0 h 175"/>
                      <a:gd name="T2" fmla="*/ 0 w 90"/>
                      <a:gd name="T3" fmla="*/ 175 h 175"/>
                      <a:gd name="T4" fmla="*/ 90 w 90"/>
                      <a:gd name="T5" fmla="*/ 122 h 175"/>
                      <a:gd name="T6" fmla="*/ 0 w 90"/>
                      <a:gd name="T7" fmla="*/ 0 h 175"/>
                    </a:gdLst>
                    <a:ahLst/>
                    <a:cxnLst>
                      <a:cxn ang="0">
                        <a:pos x="T0" y="T1"/>
                      </a:cxn>
                      <a:cxn ang="0">
                        <a:pos x="T2" y="T3"/>
                      </a:cxn>
                      <a:cxn ang="0">
                        <a:pos x="T4" y="T5"/>
                      </a:cxn>
                      <a:cxn ang="0">
                        <a:pos x="T6" y="T7"/>
                      </a:cxn>
                    </a:cxnLst>
                    <a:rect l="0" t="0" r="r" b="b"/>
                    <a:pathLst>
                      <a:path w="90" h="175">
                        <a:moveTo>
                          <a:pt x="0" y="0"/>
                        </a:moveTo>
                        <a:lnTo>
                          <a:pt x="0" y="175"/>
                        </a:lnTo>
                        <a:lnTo>
                          <a:pt x="90" y="122"/>
                        </a:lnTo>
                        <a:lnTo>
                          <a:pt x="0" y="0"/>
                        </a:lnTo>
                        <a:close/>
                      </a:path>
                    </a:pathLst>
                  </a:custGeom>
                  <a:solidFill>
                    <a:srgbClr val="46C1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6" name="íṧḻíde">
                    <a:extLst>
                      <a:ext uri="{FF2B5EF4-FFF2-40B4-BE49-F238E27FC236}">
                        <a16:creationId xmlns:a16="http://schemas.microsoft.com/office/drawing/2014/main" id="{D1E911EA-B10E-4369-8EFB-13E120A15EA6}"/>
                      </a:ext>
                    </a:extLst>
                  </p:cNvPr>
                  <p:cNvSpPr/>
                  <p:nvPr/>
                </p:nvSpPr>
                <p:spPr bwMode="auto">
                  <a:xfrm>
                    <a:off x="6746876" y="4486276"/>
                    <a:ext cx="103188" cy="82550"/>
                  </a:xfrm>
                  <a:custGeom>
                    <a:avLst/>
                    <a:gdLst>
                      <a:gd name="T0" fmla="*/ 55 w 65"/>
                      <a:gd name="T1" fmla="*/ 0 h 52"/>
                      <a:gd name="T2" fmla="*/ 0 w 65"/>
                      <a:gd name="T3" fmla="*/ 31 h 52"/>
                      <a:gd name="T4" fmla="*/ 0 w 65"/>
                      <a:gd name="T5" fmla="*/ 52 h 52"/>
                      <a:gd name="T6" fmla="*/ 65 w 65"/>
                      <a:gd name="T7" fmla="*/ 14 h 52"/>
                      <a:gd name="T8" fmla="*/ 55 w 65"/>
                      <a:gd name="T9" fmla="*/ 0 h 52"/>
                    </a:gdLst>
                    <a:ahLst/>
                    <a:cxnLst>
                      <a:cxn ang="0">
                        <a:pos x="T0" y="T1"/>
                      </a:cxn>
                      <a:cxn ang="0">
                        <a:pos x="T2" y="T3"/>
                      </a:cxn>
                      <a:cxn ang="0">
                        <a:pos x="T4" y="T5"/>
                      </a:cxn>
                      <a:cxn ang="0">
                        <a:pos x="T6" y="T7"/>
                      </a:cxn>
                      <a:cxn ang="0">
                        <a:pos x="T8" y="T9"/>
                      </a:cxn>
                    </a:cxnLst>
                    <a:rect l="0" t="0" r="r" b="b"/>
                    <a:pathLst>
                      <a:path w="65" h="52">
                        <a:moveTo>
                          <a:pt x="55" y="0"/>
                        </a:moveTo>
                        <a:lnTo>
                          <a:pt x="0" y="31"/>
                        </a:lnTo>
                        <a:lnTo>
                          <a:pt x="0" y="52"/>
                        </a:lnTo>
                        <a:lnTo>
                          <a:pt x="65" y="14"/>
                        </a:lnTo>
                        <a:lnTo>
                          <a:pt x="55" y="0"/>
                        </a:lnTo>
                        <a:close/>
                      </a:path>
                    </a:pathLst>
                  </a:custGeom>
                  <a:solidFill>
                    <a:srgbClr val="309C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7" name="îšḻîdè">
                    <a:extLst>
                      <a:ext uri="{FF2B5EF4-FFF2-40B4-BE49-F238E27FC236}">
                        <a16:creationId xmlns:a16="http://schemas.microsoft.com/office/drawing/2014/main" id="{89C66579-3FA9-4D05-9999-14DA27D929F5}"/>
                      </a:ext>
                    </a:extLst>
                  </p:cNvPr>
                  <p:cNvSpPr/>
                  <p:nvPr/>
                </p:nvSpPr>
                <p:spPr bwMode="auto">
                  <a:xfrm>
                    <a:off x="6626226" y="4243388"/>
                    <a:ext cx="120650" cy="304800"/>
                  </a:xfrm>
                  <a:custGeom>
                    <a:avLst/>
                    <a:gdLst>
                      <a:gd name="T0" fmla="*/ 76 w 76"/>
                      <a:gd name="T1" fmla="*/ 0 h 192"/>
                      <a:gd name="T2" fmla="*/ 76 w 76"/>
                      <a:gd name="T3" fmla="*/ 192 h 192"/>
                      <a:gd name="T4" fmla="*/ 0 w 76"/>
                      <a:gd name="T5" fmla="*/ 147 h 192"/>
                      <a:gd name="T6" fmla="*/ 76 w 76"/>
                      <a:gd name="T7" fmla="*/ 0 h 192"/>
                    </a:gdLst>
                    <a:ahLst/>
                    <a:cxnLst>
                      <a:cxn ang="0">
                        <a:pos x="T0" y="T1"/>
                      </a:cxn>
                      <a:cxn ang="0">
                        <a:pos x="T2" y="T3"/>
                      </a:cxn>
                      <a:cxn ang="0">
                        <a:pos x="T4" y="T5"/>
                      </a:cxn>
                      <a:cxn ang="0">
                        <a:pos x="T6" y="T7"/>
                      </a:cxn>
                    </a:cxnLst>
                    <a:rect l="0" t="0" r="r" b="b"/>
                    <a:pathLst>
                      <a:path w="76" h="192">
                        <a:moveTo>
                          <a:pt x="76" y="0"/>
                        </a:moveTo>
                        <a:lnTo>
                          <a:pt x="76" y="192"/>
                        </a:lnTo>
                        <a:lnTo>
                          <a:pt x="0" y="147"/>
                        </a:lnTo>
                        <a:lnTo>
                          <a:pt x="76" y="0"/>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8" name="îṣļîḑe">
                    <a:extLst>
                      <a:ext uri="{FF2B5EF4-FFF2-40B4-BE49-F238E27FC236}">
                        <a16:creationId xmlns:a16="http://schemas.microsoft.com/office/drawing/2014/main" id="{DA018325-130C-48D3-AFE0-9E90784D3B04}"/>
                      </a:ext>
                    </a:extLst>
                  </p:cNvPr>
                  <p:cNvSpPr/>
                  <p:nvPr/>
                </p:nvSpPr>
                <p:spPr bwMode="auto">
                  <a:xfrm>
                    <a:off x="6746876" y="4243388"/>
                    <a:ext cx="122238" cy="304800"/>
                  </a:xfrm>
                  <a:custGeom>
                    <a:avLst/>
                    <a:gdLst>
                      <a:gd name="T0" fmla="*/ 0 w 77"/>
                      <a:gd name="T1" fmla="*/ 0 h 192"/>
                      <a:gd name="T2" fmla="*/ 0 w 77"/>
                      <a:gd name="T3" fmla="*/ 192 h 192"/>
                      <a:gd name="T4" fmla="*/ 77 w 77"/>
                      <a:gd name="T5" fmla="*/ 147 h 192"/>
                      <a:gd name="T6" fmla="*/ 0 w 77"/>
                      <a:gd name="T7" fmla="*/ 0 h 192"/>
                    </a:gdLst>
                    <a:ahLst/>
                    <a:cxnLst>
                      <a:cxn ang="0">
                        <a:pos x="T0" y="T1"/>
                      </a:cxn>
                      <a:cxn ang="0">
                        <a:pos x="T2" y="T3"/>
                      </a:cxn>
                      <a:cxn ang="0">
                        <a:pos x="T4" y="T5"/>
                      </a:cxn>
                      <a:cxn ang="0">
                        <a:pos x="T6" y="T7"/>
                      </a:cxn>
                    </a:cxnLst>
                    <a:rect l="0" t="0" r="r" b="b"/>
                    <a:pathLst>
                      <a:path w="77" h="192">
                        <a:moveTo>
                          <a:pt x="0" y="0"/>
                        </a:moveTo>
                        <a:lnTo>
                          <a:pt x="0" y="192"/>
                        </a:lnTo>
                        <a:lnTo>
                          <a:pt x="77" y="147"/>
                        </a:lnTo>
                        <a:lnTo>
                          <a:pt x="0"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9" name="íSḷîďê">
                    <a:extLst>
                      <a:ext uri="{FF2B5EF4-FFF2-40B4-BE49-F238E27FC236}">
                        <a16:creationId xmlns:a16="http://schemas.microsoft.com/office/drawing/2014/main" id="{11942B3A-6C57-4DB4-8140-7A4C7322F49A}"/>
                      </a:ext>
                    </a:extLst>
                  </p:cNvPr>
                  <p:cNvSpPr/>
                  <p:nvPr/>
                </p:nvSpPr>
                <p:spPr bwMode="auto">
                  <a:xfrm>
                    <a:off x="7470776" y="5024438"/>
                    <a:ext cx="55563" cy="33338"/>
                  </a:xfrm>
                  <a:custGeom>
                    <a:avLst/>
                    <a:gdLst>
                      <a:gd name="T0" fmla="*/ 21 w 35"/>
                      <a:gd name="T1" fmla="*/ 21 h 21"/>
                      <a:gd name="T2" fmla="*/ 0 w 35"/>
                      <a:gd name="T3" fmla="*/ 9 h 21"/>
                      <a:gd name="T4" fmla="*/ 16 w 35"/>
                      <a:gd name="T5" fmla="*/ 0 h 21"/>
                      <a:gd name="T6" fmla="*/ 35 w 35"/>
                      <a:gd name="T7" fmla="*/ 11 h 21"/>
                      <a:gd name="T8" fmla="*/ 21 w 35"/>
                      <a:gd name="T9" fmla="*/ 21 h 21"/>
                    </a:gdLst>
                    <a:ahLst/>
                    <a:cxnLst>
                      <a:cxn ang="0">
                        <a:pos x="T0" y="T1"/>
                      </a:cxn>
                      <a:cxn ang="0">
                        <a:pos x="T2" y="T3"/>
                      </a:cxn>
                      <a:cxn ang="0">
                        <a:pos x="T4" y="T5"/>
                      </a:cxn>
                      <a:cxn ang="0">
                        <a:pos x="T6" y="T7"/>
                      </a:cxn>
                      <a:cxn ang="0">
                        <a:pos x="T8" y="T9"/>
                      </a:cxn>
                    </a:cxnLst>
                    <a:rect l="0" t="0" r="r" b="b"/>
                    <a:pathLst>
                      <a:path w="35" h="21">
                        <a:moveTo>
                          <a:pt x="21" y="21"/>
                        </a:moveTo>
                        <a:lnTo>
                          <a:pt x="0" y="9"/>
                        </a:lnTo>
                        <a:lnTo>
                          <a:pt x="16" y="0"/>
                        </a:lnTo>
                        <a:lnTo>
                          <a:pt x="35" y="11"/>
                        </a:lnTo>
                        <a:lnTo>
                          <a:pt x="21" y="21"/>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0" name="ïS1iḓe">
                    <a:extLst>
                      <a:ext uri="{FF2B5EF4-FFF2-40B4-BE49-F238E27FC236}">
                        <a16:creationId xmlns:a16="http://schemas.microsoft.com/office/drawing/2014/main" id="{90434B69-F8E2-48CD-BFB3-6E63860B2DE9}"/>
                      </a:ext>
                    </a:extLst>
                  </p:cNvPr>
                  <p:cNvSpPr/>
                  <p:nvPr/>
                </p:nvSpPr>
                <p:spPr bwMode="auto">
                  <a:xfrm>
                    <a:off x="7477126" y="5026026"/>
                    <a:ext cx="26988" cy="160338"/>
                  </a:xfrm>
                  <a:custGeom>
                    <a:avLst/>
                    <a:gdLst>
                      <a:gd name="T0" fmla="*/ 17 w 17"/>
                      <a:gd name="T1" fmla="*/ 101 h 101"/>
                      <a:gd name="T2" fmla="*/ 0 w 17"/>
                      <a:gd name="T3" fmla="*/ 91 h 101"/>
                      <a:gd name="T4" fmla="*/ 0 w 17"/>
                      <a:gd name="T5" fmla="*/ 0 h 101"/>
                      <a:gd name="T6" fmla="*/ 16 w 17"/>
                      <a:gd name="T7" fmla="*/ 9 h 101"/>
                      <a:gd name="T8" fmla="*/ 17 w 17"/>
                      <a:gd name="T9" fmla="*/ 101 h 101"/>
                    </a:gdLst>
                    <a:ahLst/>
                    <a:cxnLst>
                      <a:cxn ang="0">
                        <a:pos x="T0" y="T1"/>
                      </a:cxn>
                      <a:cxn ang="0">
                        <a:pos x="T2" y="T3"/>
                      </a:cxn>
                      <a:cxn ang="0">
                        <a:pos x="T4" y="T5"/>
                      </a:cxn>
                      <a:cxn ang="0">
                        <a:pos x="T6" y="T7"/>
                      </a:cxn>
                      <a:cxn ang="0">
                        <a:pos x="T8" y="T9"/>
                      </a:cxn>
                    </a:cxnLst>
                    <a:rect l="0" t="0" r="r" b="b"/>
                    <a:pathLst>
                      <a:path w="17" h="101">
                        <a:moveTo>
                          <a:pt x="17" y="101"/>
                        </a:moveTo>
                        <a:lnTo>
                          <a:pt x="0" y="91"/>
                        </a:lnTo>
                        <a:lnTo>
                          <a:pt x="0" y="0"/>
                        </a:lnTo>
                        <a:lnTo>
                          <a:pt x="16" y="9"/>
                        </a:lnTo>
                        <a:lnTo>
                          <a:pt x="17" y="101"/>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1" name="iṧľíde">
                    <a:extLst>
                      <a:ext uri="{FF2B5EF4-FFF2-40B4-BE49-F238E27FC236}">
                        <a16:creationId xmlns:a16="http://schemas.microsoft.com/office/drawing/2014/main" id="{97AF8BF6-6B92-4CDE-8FCE-2BB395F08F9C}"/>
                      </a:ext>
                    </a:extLst>
                  </p:cNvPr>
                  <p:cNvSpPr/>
                  <p:nvPr/>
                </p:nvSpPr>
                <p:spPr bwMode="auto">
                  <a:xfrm>
                    <a:off x="7502526" y="5027613"/>
                    <a:ext cx="20638" cy="158750"/>
                  </a:xfrm>
                  <a:custGeom>
                    <a:avLst/>
                    <a:gdLst>
                      <a:gd name="T0" fmla="*/ 13 w 13"/>
                      <a:gd name="T1" fmla="*/ 0 h 100"/>
                      <a:gd name="T2" fmla="*/ 13 w 13"/>
                      <a:gd name="T3" fmla="*/ 92 h 100"/>
                      <a:gd name="T4" fmla="*/ 1 w 13"/>
                      <a:gd name="T5" fmla="*/ 100 h 100"/>
                      <a:gd name="T6" fmla="*/ 0 w 13"/>
                      <a:gd name="T7" fmla="*/ 8 h 100"/>
                      <a:gd name="T8" fmla="*/ 13 w 13"/>
                      <a:gd name="T9" fmla="*/ 0 h 100"/>
                    </a:gdLst>
                    <a:ahLst/>
                    <a:cxnLst>
                      <a:cxn ang="0">
                        <a:pos x="T0" y="T1"/>
                      </a:cxn>
                      <a:cxn ang="0">
                        <a:pos x="T2" y="T3"/>
                      </a:cxn>
                      <a:cxn ang="0">
                        <a:pos x="T4" y="T5"/>
                      </a:cxn>
                      <a:cxn ang="0">
                        <a:pos x="T6" y="T7"/>
                      </a:cxn>
                      <a:cxn ang="0">
                        <a:pos x="T8" y="T9"/>
                      </a:cxn>
                    </a:cxnLst>
                    <a:rect l="0" t="0" r="r" b="b"/>
                    <a:pathLst>
                      <a:path w="13" h="100">
                        <a:moveTo>
                          <a:pt x="13" y="0"/>
                        </a:moveTo>
                        <a:lnTo>
                          <a:pt x="13" y="92"/>
                        </a:lnTo>
                        <a:lnTo>
                          <a:pt x="1" y="100"/>
                        </a:lnTo>
                        <a:lnTo>
                          <a:pt x="0" y="8"/>
                        </a:lnTo>
                        <a:lnTo>
                          <a:pt x="13"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2" name="ïṧlïḋe">
                    <a:extLst>
                      <a:ext uri="{FF2B5EF4-FFF2-40B4-BE49-F238E27FC236}">
                        <a16:creationId xmlns:a16="http://schemas.microsoft.com/office/drawing/2014/main" id="{DCE66EBA-F729-4CF4-B616-721B06B165F9}"/>
                      </a:ext>
                    </a:extLst>
                  </p:cNvPr>
                  <p:cNvSpPr/>
                  <p:nvPr/>
                </p:nvSpPr>
                <p:spPr bwMode="auto">
                  <a:xfrm>
                    <a:off x="7361238" y="4803776"/>
                    <a:ext cx="142875" cy="277813"/>
                  </a:xfrm>
                  <a:custGeom>
                    <a:avLst/>
                    <a:gdLst>
                      <a:gd name="T0" fmla="*/ 90 w 90"/>
                      <a:gd name="T1" fmla="*/ 0 h 175"/>
                      <a:gd name="T2" fmla="*/ 90 w 90"/>
                      <a:gd name="T3" fmla="*/ 175 h 175"/>
                      <a:gd name="T4" fmla="*/ 0 w 90"/>
                      <a:gd name="T5" fmla="*/ 124 h 175"/>
                      <a:gd name="T6" fmla="*/ 90 w 90"/>
                      <a:gd name="T7" fmla="*/ 0 h 175"/>
                    </a:gdLst>
                    <a:ahLst/>
                    <a:cxnLst>
                      <a:cxn ang="0">
                        <a:pos x="T0" y="T1"/>
                      </a:cxn>
                      <a:cxn ang="0">
                        <a:pos x="T2" y="T3"/>
                      </a:cxn>
                      <a:cxn ang="0">
                        <a:pos x="T4" y="T5"/>
                      </a:cxn>
                      <a:cxn ang="0">
                        <a:pos x="T6" y="T7"/>
                      </a:cxn>
                    </a:cxnLst>
                    <a:rect l="0" t="0" r="r" b="b"/>
                    <a:pathLst>
                      <a:path w="90" h="175">
                        <a:moveTo>
                          <a:pt x="90" y="0"/>
                        </a:moveTo>
                        <a:lnTo>
                          <a:pt x="90" y="175"/>
                        </a:lnTo>
                        <a:lnTo>
                          <a:pt x="0" y="124"/>
                        </a:lnTo>
                        <a:lnTo>
                          <a:pt x="90" y="0"/>
                        </a:lnTo>
                        <a:close/>
                      </a:path>
                    </a:pathLst>
                  </a:custGeom>
                  <a:solidFill>
                    <a:srgbClr val="51DE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3" name="îṥļïḑê">
                    <a:extLst>
                      <a:ext uri="{FF2B5EF4-FFF2-40B4-BE49-F238E27FC236}">
                        <a16:creationId xmlns:a16="http://schemas.microsoft.com/office/drawing/2014/main" id="{2719A929-32C3-4889-8636-6AF942B102E9}"/>
                      </a:ext>
                    </a:extLst>
                  </p:cNvPr>
                  <p:cNvSpPr/>
                  <p:nvPr/>
                </p:nvSpPr>
                <p:spPr bwMode="auto">
                  <a:xfrm>
                    <a:off x="7504113" y="4803776"/>
                    <a:ext cx="142875" cy="277813"/>
                  </a:xfrm>
                  <a:custGeom>
                    <a:avLst/>
                    <a:gdLst>
                      <a:gd name="T0" fmla="*/ 0 w 90"/>
                      <a:gd name="T1" fmla="*/ 0 h 175"/>
                      <a:gd name="T2" fmla="*/ 0 w 90"/>
                      <a:gd name="T3" fmla="*/ 175 h 175"/>
                      <a:gd name="T4" fmla="*/ 90 w 90"/>
                      <a:gd name="T5" fmla="*/ 124 h 175"/>
                      <a:gd name="T6" fmla="*/ 0 w 90"/>
                      <a:gd name="T7" fmla="*/ 0 h 175"/>
                    </a:gdLst>
                    <a:ahLst/>
                    <a:cxnLst>
                      <a:cxn ang="0">
                        <a:pos x="T0" y="T1"/>
                      </a:cxn>
                      <a:cxn ang="0">
                        <a:pos x="T2" y="T3"/>
                      </a:cxn>
                      <a:cxn ang="0">
                        <a:pos x="T4" y="T5"/>
                      </a:cxn>
                      <a:cxn ang="0">
                        <a:pos x="T6" y="T7"/>
                      </a:cxn>
                    </a:cxnLst>
                    <a:rect l="0" t="0" r="r" b="b"/>
                    <a:pathLst>
                      <a:path w="90" h="175">
                        <a:moveTo>
                          <a:pt x="0" y="0"/>
                        </a:moveTo>
                        <a:lnTo>
                          <a:pt x="0" y="175"/>
                        </a:lnTo>
                        <a:lnTo>
                          <a:pt x="90" y="124"/>
                        </a:lnTo>
                        <a:lnTo>
                          <a:pt x="0" y="0"/>
                        </a:lnTo>
                        <a:close/>
                      </a:path>
                    </a:pathLst>
                  </a:custGeom>
                  <a:solidFill>
                    <a:srgbClr val="01683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4" name="îŝľiḍe">
                    <a:extLst>
                      <a:ext uri="{FF2B5EF4-FFF2-40B4-BE49-F238E27FC236}">
                        <a16:creationId xmlns:a16="http://schemas.microsoft.com/office/drawing/2014/main" id="{602596A0-BF22-4E9E-940A-9A71CC8A16C8}"/>
                      </a:ext>
                    </a:extLst>
                  </p:cNvPr>
                  <p:cNvSpPr/>
                  <p:nvPr/>
                </p:nvSpPr>
                <p:spPr bwMode="auto">
                  <a:xfrm>
                    <a:off x="7400926" y="4921251"/>
                    <a:ext cx="103188" cy="84138"/>
                  </a:xfrm>
                  <a:custGeom>
                    <a:avLst/>
                    <a:gdLst>
                      <a:gd name="T0" fmla="*/ 0 w 65"/>
                      <a:gd name="T1" fmla="*/ 14 h 53"/>
                      <a:gd name="T2" fmla="*/ 65 w 65"/>
                      <a:gd name="T3" fmla="*/ 53 h 53"/>
                      <a:gd name="T4" fmla="*/ 65 w 65"/>
                      <a:gd name="T5" fmla="*/ 32 h 53"/>
                      <a:gd name="T6" fmla="*/ 11 w 65"/>
                      <a:gd name="T7" fmla="*/ 0 h 53"/>
                      <a:gd name="T8" fmla="*/ 0 w 65"/>
                      <a:gd name="T9" fmla="*/ 14 h 53"/>
                    </a:gdLst>
                    <a:ahLst/>
                    <a:cxnLst>
                      <a:cxn ang="0">
                        <a:pos x="T0" y="T1"/>
                      </a:cxn>
                      <a:cxn ang="0">
                        <a:pos x="T2" y="T3"/>
                      </a:cxn>
                      <a:cxn ang="0">
                        <a:pos x="T4" y="T5"/>
                      </a:cxn>
                      <a:cxn ang="0">
                        <a:pos x="T6" y="T7"/>
                      </a:cxn>
                      <a:cxn ang="0">
                        <a:pos x="T8" y="T9"/>
                      </a:cxn>
                    </a:cxnLst>
                    <a:rect l="0" t="0" r="r" b="b"/>
                    <a:pathLst>
                      <a:path w="65" h="53">
                        <a:moveTo>
                          <a:pt x="0" y="14"/>
                        </a:moveTo>
                        <a:lnTo>
                          <a:pt x="65" y="53"/>
                        </a:lnTo>
                        <a:lnTo>
                          <a:pt x="65" y="32"/>
                        </a:lnTo>
                        <a:lnTo>
                          <a:pt x="11" y="0"/>
                        </a:lnTo>
                        <a:lnTo>
                          <a:pt x="0" y="14"/>
                        </a:lnTo>
                        <a:close/>
                      </a:path>
                    </a:pathLst>
                  </a:custGeom>
                  <a:solidFill>
                    <a:srgbClr val="59D89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5" name="íṣḻïḍe">
                    <a:extLst>
                      <a:ext uri="{FF2B5EF4-FFF2-40B4-BE49-F238E27FC236}">
                        <a16:creationId xmlns:a16="http://schemas.microsoft.com/office/drawing/2014/main" id="{5944A98E-09F7-451B-ACBA-F584F62E64E2}"/>
                      </a:ext>
                    </a:extLst>
                  </p:cNvPr>
                  <p:cNvSpPr/>
                  <p:nvPr/>
                </p:nvSpPr>
                <p:spPr bwMode="auto">
                  <a:xfrm>
                    <a:off x="7504113" y="4803776"/>
                    <a:ext cx="142875" cy="277813"/>
                  </a:xfrm>
                  <a:custGeom>
                    <a:avLst/>
                    <a:gdLst>
                      <a:gd name="T0" fmla="*/ 0 w 90"/>
                      <a:gd name="T1" fmla="*/ 0 h 175"/>
                      <a:gd name="T2" fmla="*/ 0 w 90"/>
                      <a:gd name="T3" fmla="*/ 175 h 175"/>
                      <a:gd name="T4" fmla="*/ 90 w 90"/>
                      <a:gd name="T5" fmla="*/ 124 h 175"/>
                      <a:gd name="T6" fmla="*/ 0 w 90"/>
                      <a:gd name="T7" fmla="*/ 0 h 175"/>
                    </a:gdLst>
                    <a:ahLst/>
                    <a:cxnLst>
                      <a:cxn ang="0">
                        <a:pos x="T0" y="T1"/>
                      </a:cxn>
                      <a:cxn ang="0">
                        <a:pos x="T2" y="T3"/>
                      </a:cxn>
                      <a:cxn ang="0">
                        <a:pos x="T4" y="T5"/>
                      </a:cxn>
                      <a:cxn ang="0">
                        <a:pos x="T6" y="T7"/>
                      </a:cxn>
                    </a:cxnLst>
                    <a:rect l="0" t="0" r="r" b="b"/>
                    <a:pathLst>
                      <a:path w="90" h="175">
                        <a:moveTo>
                          <a:pt x="0" y="0"/>
                        </a:moveTo>
                        <a:lnTo>
                          <a:pt x="0" y="175"/>
                        </a:lnTo>
                        <a:lnTo>
                          <a:pt x="90" y="124"/>
                        </a:lnTo>
                        <a:lnTo>
                          <a:pt x="0" y="0"/>
                        </a:lnTo>
                        <a:close/>
                      </a:path>
                    </a:pathLst>
                  </a:custGeom>
                  <a:solidFill>
                    <a:srgbClr val="46C1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6" name="iṩ1ïḍè">
                    <a:extLst>
                      <a:ext uri="{FF2B5EF4-FFF2-40B4-BE49-F238E27FC236}">
                        <a16:creationId xmlns:a16="http://schemas.microsoft.com/office/drawing/2014/main" id="{7D13C9FA-2844-4316-8C96-C4AE91DA5BF7}"/>
                      </a:ext>
                    </a:extLst>
                  </p:cNvPr>
                  <p:cNvSpPr/>
                  <p:nvPr/>
                </p:nvSpPr>
                <p:spPr bwMode="auto">
                  <a:xfrm>
                    <a:off x="7504113" y="4921251"/>
                    <a:ext cx="103188" cy="84138"/>
                  </a:xfrm>
                  <a:custGeom>
                    <a:avLst/>
                    <a:gdLst>
                      <a:gd name="T0" fmla="*/ 54 w 65"/>
                      <a:gd name="T1" fmla="*/ 0 h 53"/>
                      <a:gd name="T2" fmla="*/ 0 w 65"/>
                      <a:gd name="T3" fmla="*/ 32 h 53"/>
                      <a:gd name="T4" fmla="*/ 0 w 65"/>
                      <a:gd name="T5" fmla="*/ 53 h 53"/>
                      <a:gd name="T6" fmla="*/ 65 w 65"/>
                      <a:gd name="T7" fmla="*/ 14 h 53"/>
                      <a:gd name="T8" fmla="*/ 54 w 65"/>
                      <a:gd name="T9" fmla="*/ 0 h 53"/>
                    </a:gdLst>
                    <a:ahLst/>
                    <a:cxnLst>
                      <a:cxn ang="0">
                        <a:pos x="T0" y="T1"/>
                      </a:cxn>
                      <a:cxn ang="0">
                        <a:pos x="T2" y="T3"/>
                      </a:cxn>
                      <a:cxn ang="0">
                        <a:pos x="T4" y="T5"/>
                      </a:cxn>
                      <a:cxn ang="0">
                        <a:pos x="T6" y="T7"/>
                      </a:cxn>
                      <a:cxn ang="0">
                        <a:pos x="T8" y="T9"/>
                      </a:cxn>
                    </a:cxnLst>
                    <a:rect l="0" t="0" r="r" b="b"/>
                    <a:pathLst>
                      <a:path w="65" h="53">
                        <a:moveTo>
                          <a:pt x="54" y="0"/>
                        </a:moveTo>
                        <a:lnTo>
                          <a:pt x="0" y="32"/>
                        </a:lnTo>
                        <a:lnTo>
                          <a:pt x="0" y="53"/>
                        </a:lnTo>
                        <a:lnTo>
                          <a:pt x="65" y="14"/>
                        </a:lnTo>
                        <a:lnTo>
                          <a:pt x="54" y="0"/>
                        </a:lnTo>
                        <a:close/>
                      </a:path>
                    </a:pathLst>
                  </a:custGeom>
                  <a:solidFill>
                    <a:srgbClr val="309C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7" name="ïSļíḓé">
                    <a:extLst>
                      <a:ext uri="{FF2B5EF4-FFF2-40B4-BE49-F238E27FC236}">
                        <a16:creationId xmlns:a16="http://schemas.microsoft.com/office/drawing/2014/main" id="{D22DAB89-D572-4198-BB5D-A52A35480E1F}"/>
                      </a:ext>
                    </a:extLst>
                  </p:cNvPr>
                  <p:cNvSpPr/>
                  <p:nvPr/>
                </p:nvSpPr>
                <p:spPr bwMode="auto">
                  <a:xfrm>
                    <a:off x="7381876" y="4678363"/>
                    <a:ext cx="122238" cy="304800"/>
                  </a:xfrm>
                  <a:custGeom>
                    <a:avLst/>
                    <a:gdLst>
                      <a:gd name="T0" fmla="*/ 77 w 77"/>
                      <a:gd name="T1" fmla="*/ 0 h 192"/>
                      <a:gd name="T2" fmla="*/ 77 w 77"/>
                      <a:gd name="T3" fmla="*/ 192 h 192"/>
                      <a:gd name="T4" fmla="*/ 0 w 77"/>
                      <a:gd name="T5" fmla="*/ 148 h 192"/>
                      <a:gd name="T6" fmla="*/ 77 w 77"/>
                      <a:gd name="T7" fmla="*/ 0 h 192"/>
                    </a:gdLst>
                    <a:ahLst/>
                    <a:cxnLst>
                      <a:cxn ang="0">
                        <a:pos x="T0" y="T1"/>
                      </a:cxn>
                      <a:cxn ang="0">
                        <a:pos x="T2" y="T3"/>
                      </a:cxn>
                      <a:cxn ang="0">
                        <a:pos x="T4" y="T5"/>
                      </a:cxn>
                      <a:cxn ang="0">
                        <a:pos x="T6" y="T7"/>
                      </a:cxn>
                    </a:cxnLst>
                    <a:rect l="0" t="0" r="r" b="b"/>
                    <a:pathLst>
                      <a:path w="77" h="192">
                        <a:moveTo>
                          <a:pt x="77" y="0"/>
                        </a:moveTo>
                        <a:lnTo>
                          <a:pt x="77" y="192"/>
                        </a:lnTo>
                        <a:lnTo>
                          <a:pt x="0" y="148"/>
                        </a:lnTo>
                        <a:lnTo>
                          <a:pt x="77" y="0"/>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8" name="ïṥḷîdè">
                    <a:extLst>
                      <a:ext uri="{FF2B5EF4-FFF2-40B4-BE49-F238E27FC236}">
                        <a16:creationId xmlns:a16="http://schemas.microsoft.com/office/drawing/2014/main" id="{9A1D93AE-1EE8-464C-983F-0CDB30DBDC5E}"/>
                      </a:ext>
                    </a:extLst>
                  </p:cNvPr>
                  <p:cNvSpPr/>
                  <p:nvPr/>
                </p:nvSpPr>
                <p:spPr bwMode="auto">
                  <a:xfrm>
                    <a:off x="7504113" y="4678363"/>
                    <a:ext cx="120650" cy="304800"/>
                  </a:xfrm>
                  <a:custGeom>
                    <a:avLst/>
                    <a:gdLst>
                      <a:gd name="T0" fmla="*/ 0 w 76"/>
                      <a:gd name="T1" fmla="*/ 0 h 192"/>
                      <a:gd name="T2" fmla="*/ 0 w 76"/>
                      <a:gd name="T3" fmla="*/ 192 h 192"/>
                      <a:gd name="T4" fmla="*/ 76 w 76"/>
                      <a:gd name="T5" fmla="*/ 148 h 192"/>
                      <a:gd name="T6" fmla="*/ 0 w 76"/>
                      <a:gd name="T7" fmla="*/ 0 h 192"/>
                    </a:gdLst>
                    <a:ahLst/>
                    <a:cxnLst>
                      <a:cxn ang="0">
                        <a:pos x="T0" y="T1"/>
                      </a:cxn>
                      <a:cxn ang="0">
                        <a:pos x="T2" y="T3"/>
                      </a:cxn>
                      <a:cxn ang="0">
                        <a:pos x="T4" y="T5"/>
                      </a:cxn>
                      <a:cxn ang="0">
                        <a:pos x="T6" y="T7"/>
                      </a:cxn>
                    </a:cxnLst>
                    <a:rect l="0" t="0" r="r" b="b"/>
                    <a:pathLst>
                      <a:path w="76" h="192">
                        <a:moveTo>
                          <a:pt x="0" y="0"/>
                        </a:moveTo>
                        <a:lnTo>
                          <a:pt x="0" y="192"/>
                        </a:lnTo>
                        <a:lnTo>
                          <a:pt x="76" y="148"/>
                        </a:lnTo>
                        <a:lnTo>
                          <a:pt x="0"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9" name="ísļiḑe">
                    <a:extLst>
                      <a:ext uri="{FF2B5EF4-FFF2-40B4-BE49-F238E27FC236}">
                        <a16:creationId xmlns:a16="http://schemas.microsoft.com/office/drawing/2014/main" id="{113E3D85-2B18-47A6-A6E5-080E7D8D4FB9}"/>
                      </a:ext>
                    </a:extLst>
                  </p:cNvPr>
                  <p:cNvSpPr/>
                  <p:nvPr/>
                </p:nvSpPr>
                <p:spPr bwMode="auto">
                  <a:xfrm>
                    <a:off x="4319588" y="1871663"/>
                    <a:ext cx="25400" cy="7938"/>
                  </a:xfrm>
                  <a:custGeom>
                    <a:avLst/>
                    <a:gdLst>
                      <a:gd name="T0" fmla="*/ 12 w 12"/>
                      <a:gd name="T1" fmla="*/ 3 h 4"/>
                      <a:gd name="T2" fmla="*/ 10 w 12"/>
                      <a:gd name="T3" fmla="*/ 2 h 4"/>
                      <a:gd name="T4" fmla="*/ 0 w 12"/>
                      <a:gd name="T5" fmla="*/ 3 h 4"/>
                      <a:gd name="T6" fmla="*/ 2 w 12"/>
                      <a:gd name="T7" fmla="*/ 4 h 4"/>
                      <a:gd name="T8" fmla="*/ 12 w 12"/>
                      <a:gd name="T9" fmla="*/ 3 h 4"/>
                    </a:gdLst>
                    <a:ahLst/>
                    <a:cxnLst>
                      <a:cxn ang="0">
                        <a:pos x="T0" y="T1"/>
                      </a:cxn>
                      <a:cxn ang="0">
                        <a:pos x="T2" y="T3"/>
                      </a:cxn>
                      <a:cxn ang="0">
                        <a:pos x="T4" y="T5"/>
                      </a:cxn>
                      <a:cxn ang="0">
                        <a:pos x="T6" y="T7"/>
                      </a:cxn>
                      <a:cxn ang="0">
                        <a:pos x="T8" y="T9"/>
                      </a:cxn>
                    </a:cxnLst>
                    <a:rect l="0" t="0" r="r" b="b"/>
                    <a:pathLst>
                      <a:path w="12" h="4">
                        <a:moveTo>
                          <a:pt x="12" y="3"/>
                        </a:moveTo>
                        <a:cubicBezTo>
                          <a:pt x="10" y="2"/>
                          <a:pt x="10" y="2"/>
                          <a:pt x="10" y="2"/>
                        </a:cubicBezTo>
                        <a:cubicBezTo>
                          <a:pt x="7" y="0"/>
                          <a:pt x="4" y="0"/>
                          <a:pt x="0" y="3"/>
                        </a:cubicBezTo>
                        <a:cubicBezTo>
                          <a:pt x="2" y="4"/>
                          <a:pt x="2" y="4"/>
                          <a:pt x="2" y="4"/>
                        </a:cubicBezTo>
                        <a:cubicBezTo>
                          <a:pt x="6" y="2"/>
                          <a:pt x="10" y="2"/>
                          <a:pt x="12" y="3"/>
                        </a:cubicBez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0" name="îSľídè">
                    <a:extLst>
                      <a:ext uri="{FF2B5EF4-FFF2-40B4-BE49-F238E27FC236}">
                        <a16:creationId xmlns:a16="http://schemas.microsoft.com/office/drawing/2014/main" id="{FC4113E9-5652-4B96-A586-99ED3B8C2119}"/>
                      </a:ext>
                    </a:extLst>
                  </p:cNvPr>
                  <p:cNvSpPr/>
                  <p:nvPr/>
                </p:nvSpPr>
                <p:spPr bwMode="auto">
                  <a:xfrm>
                    <a:off x="4335463" y="1874838"/>
                    <a:ext cx="9525" cy="3175"/>
                  </a:xfrm>
                  <a:custGeom>
                    <a:avLst/>
                    <a:gdLst>
                      <a:gd name="T0" fmla="*/ 4 w 4"/>
                      <a:gd name="T1" fmla="*/ 2 h 2"/>
                      <a:gd name="T2" fmla="*/ 2 w 4"/>
                      <a:gd name="T3" fmla="*/ 1 h 2"/>
                      <a:gd name="T4" fmla="*/ 0 w 4"/>
                      <a:gd name="T5" fmla="*/ 0 h 2"/>
                      <a:gd name="T6" fmla="*/ 3 w 4"/>
                      <a:gd name="T7" fmla="*/ 2 h 2"/>
                      <a:gd name="T8" fmla="*/ 4 w 4"/>
                      <a:gd name="T9" fmla="*/ 2 h 2"/>
                    </a:gdLst>
                    <a:ahLst/>
                    <a:cxnLst>
                      <a:cxn ang="0">
                        <a:pos x="T0" y="T1"/>
                      </a:cxn>
                      <a:cxn ang="0">
                        <a:pos x="T2" y="T3"/>
                      </a:cxn>
                      <a:cxn ang="0">
                        <a:pos x="T4" y="T5"/>
                      </a:cxn>
                      <a:cxn ang="0">
                        <a:pos x="T6" y="T7"/>
                      </a:cxn>
                      <a:cxn ang="0">
                        <a:pos x="T8" y="T9"/>
                      </a:cxn>
                    </a:cxnLst>
                    <a:rect l="0" t="0" r="r" b="b"/>
                    <a:pathLst>
                      <a:path w="4" h="2">
                        <a:moveTo>
                          <a:pt x="4" y="2"/>
                        </a:moveTo>
                        <a:cubicBezTo>
                          <a:pt x="2" y="1"/>
                          <a:pt x="2" y="1"/>
                          <a:pt x="2" y="1"/>
                        </a:cubicBezTo>
                        <a:cubicBezTo>
                          <a:pt x="1" y="0"/>
                          <a:pt x="1" y="0"/>
                          <a:pt x="0" y="0"/>
                        </a:cubicBezTo>
                        <a:cubicBezTo>
                          <a:pt x="3" y="2"/>
                          <a:pt x="3" y="2"/>
                          <a:pt x="3" y="2"/>
                        </a:cubicBezTo>
                        <a:cubicBezTo>
                          <a:pt x="4" y="2"/>
                          <a:pt x="4" y="2"/>
                          <a:pt x="4"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1" name="iSľiḓê">
                    <a:extLst>
                      <a:ext uri="{FF2B5EF4-FFF2-40B4-BE49-F238E27FC236}">
                        <a16:creationId xmlns:a16="http://schemas.microsoft.com/office/drawing/2014/main" id="{69A4E299-B04F-4ACC-AE4C-F6157AF07DB3}"/>
                      </a:ext>
                    </a:extLst>
                  </p:cNvPr>
                  <p:cNvSpPr/>
                  <p:nvPr/>
                </p:nvSpPr>
                <p:spPr bwMode="auto">
                  <a:xfrm>
                    <a:off x="4335463" y="1874838"/>
                    <a:ext cx="6350" cy="3175"/>
                  </a:xfrm>
                  <a:custGeom>
                    <a:avLst/>
                    <a:gdLst>
                      <a:gd name="T0" fmla="*/ 3 w 3"/>
                      <a:gd name="T1" fmla="*/ 2 h 2"/>
                      <a:gd name="T2" fmla="*/ 0 w 3"/>
                      <a:gd name="T3" fmla="*/ 0 h 2"/>
                      <a:gd name="T4" fmla="*/ 0 w 3"/>
                      <a:gd name="T5" fmla="*/ 0 h 2"/>
                      <a:gd name="T6" fmla="*/ 2 w 3"/>
                      <a:gd name="T7" fmla="*/ 1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0" y="0"/>
                          <a:pt x="0" y="0"/>
                          <a:pt x="0" y="0"/>
                        </a:cubicBezTo>
                        <a:cubicBezTo>
                          <a:pt x="0" y="0"/>
                          <a:pt x="0" y="0"/>
                          <a:pt x="0" y="0"/>
                        </a:cubicBezTo>
                        <a:cubicBezTo>
                          <a:pt x="2" y="1"/>
                          <a:pt x="2" y="1"/>
                          <a:pt x="2" y="1"/>
                        </a:cubicBezTo>
                        <a:cubicBezTo>
                          <a:pt x="3" y="1"/>
                          <a:pt x="3" y="2"/>
                          <a:pt x="3"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2" name="iŝ1iďè">
                    <a:extLst>
                      <a:ext uri="{FF2B5EF4-FFF2-40B4-BE49-F238E27FC236}">
                        <a16:creationId xmlns:a16="http://schemas.microsoft.com/office/drawing/2014/main" id="{D864F3C2-C563-4284-A795-73EF60460931}"/>
                      </a:ext>
                    </a:extLst>
                  </p:cNvPr>
                  <p:cNvSpPr/>
                  <p:nvPr/>
                </p:nvSpPr>
                <p:spPr bwMode="auto">
                  <a:xfrm>
                    <a:off x="4333876" y="1874838"/>
                    <a:ext cx="6350" cy="1588"/>
                  </a:xfrm>
                  <a:custGeom>
                    <a:avLst/>
                    <a:gdLst>
                      <a:gd name="T0" fmla="*/ 3 w 3"/>
                      <a:gd name="T1" fmla="*/ 1 h 1"/>
                      <a:gd name="T2" fmla="*/ 1 w 3"/>
                      <a:gd name="T3" fmla="*/ 0 h 1"/>
                      <a:gd name="T4" fmla="*/ 0 w 3"/>
                      <a:gd name="T5" fmla="*/ 0 h 1"/>
                      <a:gd name="T6" fmla="*/ 2 w 3"/>
                      <a:gd name="T7" fmla="*/ 1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1" y="0"/>
                          <a:pt x="1" y="0"/>
                          <a:pt x="1" y="0"/>
                        </a:cubicBezTo>
                        <a:cubicBezTo>
                          <a:pt x="0" y="0"/>
                          <a:pt x="0" y="0"/>
                          <a:pt x="0" y="0"/>
                        </a:cubicBezTo>
                        <a:cubicBezTo>
                          <a:pt x="2" y="1"/>
                          <a:pt x="2" y="1"/>
                          <a:pt x="2" y="1"/>
                        </a:cubicBezTo>
                        <a:cubicBezTo>
                          <a:pt x="3" y="1"/>
                          <a:pt x="3" y="1"/>
                          <a:pt x="3"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3" name="í$ḻîḋê">
                    <a:extLst>
                      <a:ext uri="{FF2B5EF4-FFF2-40B4-BE49-F238E27FC236}">
                        <a16:creationId xmlns:a16="http://schemas.microsoft.com/office/drawing/2014/main" id="{04961DDA-E770-43C2-88C0-94CCD0F8C99D}"/>
                      </a:ext>
                    </a:extLst>
                  </p:cNvPr>
                  <p:cNvSpPr/>
                  <p:nvPr/>
                </p:nvSpPr>
                <p:spPr bwMode="auto">
                  <a:xfrm>
                    <a:off x="4332288" y="1874838"/>
                    <a:ext cx="6350" cy="1588"/>
                  </a:xfrm>
                  <a:custGeom>
                    <a:avLst/>
                    <a:gdLst>
                      <a:gd name="T0" fmla="*/ 3 w 3"/>
                      <a:gd name="T1" fmla="*/ 1 h 1"/>
                      <a:gd name="T2" fmla="*/ 1 w 3"/>
                      <a:gd name="T3" fmla="*/ 0 h 1"/>
                      <a:gd name="T4" fmla="*/ 0 w 3"/>
                      <a:gd name="T5" fmla="*/ 0 h 1"/>
                      <a:gd name="T6" fmla="*/ 3 w 3"/>
                      <a:gd name="T7" fmla="*/ 1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1" y="0"/>
                          <a:pt x="1" y="0"/>
                          <a:pt x="1" y="0"/>
                        </a:cubicBezTo>
                        <a:cubicBezTo>
                          <a:pt x="0" y="0"/>
                          <a:pt x="0" y="0"/>
                          <a:pt x="0" y="0"/>
                        </a:cubicBezTo>
                        <a:cubicBezTo>
                          <a:pt x="3" y="1"/>
                          <a:pt x="3" y="1"/>
                          <a:pt x="3" y="1"/>
                        </a:cubicBezTo>
                        <a:cubicBezTo>
                          <a:pt x="3" y="1"/>
                          <a:pt x="3" y="1"/>
                          <a:pt x="3"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4" name="íṣļîḑè">
                    <a:extLst>
                      <a:ext uri="{FF2B5EF4-FFF2-40B4-BE49-F238E27FC236}">
                        <a16:creationId xmlns:a16="http://schemas.microsoft.com/office/drawing/2014/main" id="{23E6A01B-4EE5-41BC-A778-865E9E2EAEC1}"/>
                      </a:ext>
                    </a:extLst>
                  </p:cNvPr>
                  <p:cNvSpPr/>
                  <p:nvPr/>
                </p:nvSpPr>
                <p:spPr bwMode="auto">
                  <a:xfrm>
                    <a:off x="4329113" y="1874838"/>
                    <a:ext cx="9525" cy="1588"/>
                  </a:xfrm>
                  <a:custGeom>
                    <a:avLst/>
                    <a:gdLst>
                      <a:gd name="T0" fmla="*/ 4 w 4"/>
                      <a:gd name="T1" fmla="*/ 1 h 1"/>
                      <a:gd name="T2" fmla="*/ 1 w 4"/>
                      <a:gd name="T3" fmla="*/ 0 h 1"/>
                      <a:gd name="T4" fmla="*/ 0 w 4"/>
                      <a:gd name="T5" fmla="*/ 0 h 1"/>
                      <a:gd name="T6" fmla="*/ 3 w 4"/>
                      <a:gd name="T7" fmla="*/ 1 h 1"/>
                      <a:gd name="T8" fmla="*/ 4 w 4"/>
                      <a:gd name="T9" fmla="*/ 1 h 1"/>
                    </a:gdLst>
                    <a:ahLst/>
                    <a:cxnLst>
                      <a:cxn ang="0">
                        <a:pos x="T0" y="T1"/>
                      </a:cxn>
                      <a:cxn ang="0">
                        <a:pos x="T2" y="T3"/>
                      </a:cxn>
                      <a:cxn ang="0">
                        <a:pos x="T4" y="T5"/>
                      </a:cxn>
                      <a:cxn ang="0">
                        <a:pos x="T6" y="T7"/>
                      </a:cxn>
                      <a:cxn ang="0">
                        <a:pos x="T8" y="T9"/>
                      </a:cxn>
                    </a:cxnLst>
                    <a:rect l="0" t="0" r="r" b="b"/>
                    <a:pathLst>
                      <a:path w="4" h="1">
                        <a:moveTo>
                          <a:pt x="4" y="1"/>
                        </a:moveTo>
                        <a:cubicBezTo>
                          <a:pt x="1" y="0"/>
                          <a:pt x="1" y="0"/>
                          <a:pt x="1" y="0"/>
                        </a:cubicBezTo>
                        <a:cubicBezTo>
                          <a:pt x="1" y="0"/>
                          <a:pt x="1" y="0"/>
                          <a:pt x="0" y="0"/>
                        </a:cubicBezTo>
                        <a:cubicBezTo>
                          <a:pt x="3" y="1"/>
                          <a:pt x="3" y="1"/>
                          <a:pt x="3" y="1"/>
                        </a:cubicBezTo>
                        <a:cubicBezTo>
                          <a:pt x="3" y="1"/>
                          <a:pt x="4" y="1"/>
                          <a:pt x="4"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5" name="îṧḻïḋè">
                    <a:extLst>
                      <a:ext uri="{FF2B5EF4-FFF2-40B4-BE49-F238E27FC236}">
                        <a16:creationId xmlns:a16="http://schemas.microsoft.com/office/drawing/2014/main" id="{7F65210F-998B-4E01-89EC-46063DCF336E}"/>
                      </a:ext>
                    </a:extLst>
                  </p:cNvPr>
                  <p:cNvSpPr/>
                  <p:nvPr/>
                </p:nvSpPr>
                <p:spPr bwMode="auto">
                  <a:xfrm>
                    <a:off x="4329113" y="1874838"/>
                    <a:ext cx="6350" cy="1588"/>
                  </a:xfrm>
                  <a:custGeom>
                    <a:avLst/>
                    <a:gdLst>
                      <a:gd name="T0" fmla="*/ 3 w 3"/>
                      <a:gd name="T1" fmla="*/ 1 h 1"/>
                      <a:gd name="T2" fmla="*/ 0 w 3"/>
                      <a:gd name="T3" fmla="*/ 0 h 1"/>
                      <a:gd name="T4" fmla="*/ 0 w 3"/>
                      <a:gd name="T5" fmla="*/ 0 h 1"/>
                      <a:gd name="T6" fmla="*/ 2 w 3"/>
                      <a:gd name="T7" fmla="*/ 1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0" y="0"/>
                          <a:pt x="0" y="0"/>
                          <a:pt x="0" y="0"/>
                        </a:cubicBezTo>
                        <a:cubicBezTo>
                          <a:pt x="0" y="0"/>
                          <a:pt x="0" y="0"/>
                          <a:pt x="0" y="0"/>
                        </a:cubicBezTo>
                        <a:cubicBezTo>
                          <a:pt x="2" y="1"/>
                          <a:pt x="2" y="1"/>
                          <a:pt x="2" y="1"/>
                        </a:cubicBezTo>
                        <a:cubicBezTo>
                          <a:pt x="3" y="1"/>
                          <a:pt x="3" y="1"/>
                          <a:pt x="3"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6" name="ïṩḻiḋê">
                    <a:extLst>
                      <a:ext uri="{FF2B5EF4-FFF2-40B4-BE49-F238E27FC236}">
                        <a16:creationId xmlns:a16="http://schemas.microsoft.com/office/drawing/2014/main" id="{735584DA-46C2-4DCF-94FC-5428A5E0E09C}"/>
                      </a:ext>
                    </a:extLst>
                  </p:cNvPr>
                  <p:cNvSpPr/>
                  <p:nvPr/>
                </p:nvSpPr>
                <p:spPr bwMode="auto">
                  <a:xfrm>
                    <a:off x="4327526" y="1874838"/>
                    <a:ext cx="6350" cy="1588"/>
                  </a:xfrm>
                  <a:custGeom>
                    <a:avLst/>
                    <a:gdLst>
                      <a:gd name="T0" fmla="*/ 3 w 3"/>
                      <a:gd name="T1" fmla="*/ 1 h 1"/>
                      <a:gd name="T2" fmla="*/ 1 w 3"/>
                      <a:gd name="T3" fmla="*/ 0 h 1"/>
                      <a:gd name="T4" fmla="*/ 0 w 3"/>
                      <a:gd name="T5" fmla="*/ 0 h 1"/>
                      <a:gd name="T6" fmla="*/ 3 w 3"/>
                      <a:gd name="T7" fmla="*/ 1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1" y="0"/>
                          <a:pt x="1" y="0"/>
                          <a:pt x="1" y="0"/>
                        </a:cubicBezTo>
                        <a:cubicBezTo>
                          <a:pt x="0" y="0"/>
                          <a:pt x="0" y="0"/>
                          <a:pt x="0" y="0"/>
                        </a:cubicBezTo>
                        <a:cubicBezTo>
                          <a:pt x="3" y="1"/>
                          <a:pt x="3" y="1"/>
                          <a:pt x="3" y="1"/>
                        </a:cubicBezTo>
                        <a:cubicBezTo>
                          <a:pt x="3" y="1"/>
                          <a:pt x="3" y="1"/>
                          <a:pt x="3"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7" name="íŝḷiḑè">
                    <a:extLst>
                      <a:ext uri="{FF2B5EF4-FFF2-40B4-BE49-F238E27FC236}">
                        <a16:creationId xmlns:a16="http://schemas.microsoft.com/office/drawing/2014/main" id="{AD7D54E6-F9BE-4E18-B511-ABDFC6469F57}"/>
                      </a:ext>
                    </a:extLst>
                  </p:cNvPr>
                  <p:cNvSpPr/>
                  <p:nvPr/>
                </p:nvSpPr>
                <p:spPr bwMode="auto">
                  <a:xfrm>
                    <a:off x="4325938" y="1874838"/>
                    <a:ext cx="7938" cy="3175"/>
                  </a:xfrm>
                  <a:custGeom>
                    <a:avLst/>
                    <a:gdLst>
                      <a:gd name="T0" fmla="*/ 4 w 4"/>
                      <a:gd name="T1" fmla="*/ 1 h 2"/>
                      <a:gd name="T2" fmla="*/ 1 w 4"/>
                      <a:gd name="T3" fmla="*/ 0 h 2"/>
                      <a:gd name="T4" fmla="*/ 0 w 4"/>
                      <a:gd name="T5" fmla="*/ 0 h 2"/>
                      <a:gd name="T6" fmla="*/ 3 w 4"/>
                      <a:gd name="T7" fmla="*/ 2 h 2"/>
                      <a:gd name="T8" fmla="*/ 4 w 4"/>
                      <a:gd name="T9" fmla="*/ 1 h 2"/>
                    </a:gdLst>
                    <a:ahLst/>
                    <a:cxnLst>
                      <a:cxn ang="0">
                        <a:pos x="T0" y="T1"/>
                      </a:cxn>
                      <a:cxn ang="0">
                        <a:pos x="T2" y="T3"/>
                      </a:cxn>
                      <a:cxn ang="0">
                        <a:pos x="T4" y="T5"/>
                      </a:cxn>
                      <a:cxn ang="0">
                        <a:pos x="T6" y="T7"/>
                      </a:cxn>
                      <a:cxn ang="0">
                        <a:pos x="T8" y="T9"/>
                      </a:cxn>
                    </a:cxnLst>
                    <a:rect l="0" t="0" r="r" b="b"/>
                    <a:pathLst>
                      <a:path w="4" h="2">
                        <a:moveTo>
                          <a:pt x="4" y="1"/>
                        </a:moveTo>
                        <a:cubicBezTo>
                          <a:pt x="1" y="0"/>
                          <a:pt x="1" y="0"/>
                          <a:pt x="1" y="0"/>
                        </a:cubicBezTo>
                        <a:cubicBezTo>
                          <a:pt x="1" y="0"/>
                          <a:pt x="1" y="0"/>
                          <a:pt x="0" y="0"/>
                        </a:cubicBezTo>
                        <a:cubicBezTo>
                          <a:pt x="3" y="2"/>
                          <a:pt x="3" y="2"/>
                          <a:pt x="3" y="2"/>
                        </a:cubicBezTo>
                        <a:cubicBezTo>
                          <a:pt x="3" y="2"/>
                          <a:pt x="4" y="1"/>
                          <a:pt x="4"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8" name="i$1iďè">
                    <a:extLst>
                      <a:ext uri="{FF2B5EF4-FFF2-40B4-BE49-F238E27FC236}">
                        <a16:creationId xmlns:a16="http://schemas.microsoft.com/office/drawing/2014/main" id="{196558A7-25EF-4829-BFEB-4A2E028B7A12}"/>
                      </a:ext>
                    </a:extLst>
                  </p:cNvPr>
                  <p:cNvSpPr/>
                  <p:nvPr/>
                </p:nvSpPr>
                <p:spPr bwMode="auto">
                  <a:xfrm>
                    <a:off x="4325938" y="1874838"/>
                    <a:ext cx="6350" cy="3175"/>
                  </a:xfrm>
                  <a:custGeom>
                    <a:avLst/>
                    <a:gdLst>
                      <a:gd name="T0" fmla="*/ 3 w 3"/>
                      <a:gd name="T1" fmla="*/ 2 h 2"/>
                      <a:gd name="T2" fmla="*/ 0 w 3"/>
                      <a:gd name="T3" fmla="*/ 0 h 2"/>
                      <a:gd name="T4" fmla="*/ 0 w 3"/>
                      <a:gd name="T5" fmla="*/ 0 h 2"/>
                      <a:gd name="T6" fmla="*/ 3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0" y="0"/>
                          <a:pt x="0" y="0"/>
                          <a:pt x="0" y="0"/>
                        </a:cubicBezTo>
                        <a:cubicBezTo>
                          <a:pt x="0" y="0"/>
                          <a:pt x="0" y="0"/>
                          <a:pt x="0" y="0"/>
                        </a:cubicBezTo>
                        <a:cubicBezTo>
                          <a:pt x="3" y="2"/>
                          <a:pt x="3" y="2"/>
                          <a:pt x="3" y="2"/>
                        </a:cubicBezTo>
                        <a:cubicBezTo>
                          <a:pt x="3" y="2"/>
                          <a:pt x="3" y="2"/>
                          <a:pt x="3"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9" name="išḷîdé">
                    <a:extLst>
                      <a:ext uri="{FF2B5EF4-FFF2-40B4-BE49-F238E27FC236}">
                        <a16:creationId xmlns:a16="http://schemas.microsoft.com/office/drawing/2014/main" id="{2EB7CD31-7097-49DA-9A70-CB12FDA2B561}"/>
                      </a:ext>
                    </a:extLst>
                  </p:cNvPr>
                  <p:cNvSpPr/>
                  <p:nvPr/>
                </p:nvSpPr>
                <p:spPr bwMode="auto">
                  <a:xfrm>
                    <a:off x="4322763" y="1874838"/>
                    <a:ext cx="9525" cy="3175"/>
                  </a:xfrm>
                  <a:custGeom>
                    <a:avLst/>
                    <a:gdLst>
                      <a:gd name="T0" fmla="*/ 4 w 4"/>
                      <a:gd name="T1" fmla="*/ 2 h 2"/>
                      <a:gd name="T2" fmla="*/ 1 w 4"/>
                      <a:gd name="T3" fmla="*/ 0 h 2"/>
                      <a:gd name="T4" fmla="*/ 0 w 4"/>
                      <a:gd name="T5" fmla="*/ 0 h 2"/>
                      <a:gd name="T6" fmla="*/ 3 w 4"/>
                      <a:gd name="T7" fmla="*/ 2 h 2"/>
                      <a:gd name="T8" fmla="*/ 4 w 4"/>
                      <a:gd name="T9" fmla="*/ 2 h 2"/>
                    </a:gdLst>
                    <a:ahLst/>
                    <a:cxnLst>
                      <a:cxn ang="0">
                        <a:pos x="T0" y="T1"/>
                      </a:cxn>
                      <a:cxn ang="0">
                        <a:pos x="T2" y="T3"/>
                      </a:cxn>
                      <a:cxn ang="0">
                        <a:pos x="T4" y="T5"/>
                      </a:cxn>
                      <a:cxn ang="0">
                        <a:pos x="T6" y="T7"/>
                      </a:cxn>
                      <a:cxn ang="0">
                        <a:pos x="T8" y="T9"/>
                      </a:cxn>
                    </a:cxnLst>
                    <a:rect l="0" t="0" r="r" b="b"/>
                    <a:pathLst>
                      <a:path w="4" h="2">
                        <a:moveTo>
                          <a:pt x="4" y="2"/>
                        </a:moveTo>
                        <a:cubicBezTo>
                          <a:pt x="1" y="0"/>
                          <a:pt x="1" y="0"/>
                          <a:pt x="1" y="0"/>
                        </a:cubicBezTo>
                        <a:cubicBezTo>
                          <a:pt x="1" y="0"/>
                          <a:pt x="1" y="0"/>
                          <a:pt x="0" y="0"/>
                        </a:cubicBezTo>
                        <a:cubicBezTo>
                          <a:pt x="3" y="2"/>
                          <a:pt x="3" y="2"/>
                          <a:pt x="3" y="2"/>
                        </a:cubicBezTo>
                        <a:cubicBezTo>
                          <a:pt x="3" y="2"/>
                          <a:pt x="4" y="2"/>
                          <a:pt x="4"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0" name="ïṥľiḑê">
                    <a:extLst>
                      <a:ext uri="{FF2B5EF4-FFF2-40B4-BE49-F238E27FC236}">
                        <a16:creationId xmlns:a16="http://schemas.microsoft.com/office/drawing/2014/main" id="{8BC14266-52B5-42A8-A9D2-E4E465B085F1}"/>
                      </a:ext>
                    </a:extLst>
                  </p:cNvPr>
                  <p:cNvSpPr/>
                  <p:nvPr/>
                </p:nvSpPr>
                <p:spPr bwMode="auto">
                  <a:xfrm>
                    <a:off x="4322763" y="1874838"/>
                    <a:ext cx="6350" cy="3175"/>
                  </a:xfrm>
                  <a:custGeom>
                    <a:avLst/>
                    <a:gdLst>
                      <a:gd name="T0" fmla="*/ 3 w 3"/>
                      <a:gd name="T1" fmla="*/ 2 h 2"/>
                      <a:gd name="T2" fmla="*/ 0 w 3"/>
                      <a:gd name="T3" fmla="*/ 0 h 2"/>
                      <a:gd name="T4" fmla="*/ 0 w 3"/>
                      <a:gd name="T5" fmla="*/ 0 h 2"/>
                      <a:gd name="T6" fmla="*/ 3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0" y="0"/>
                          <a:pt x="0" y="0"/>
                          <a:pt x="0" y="0"/>
                        </a:cubicBezTo>
                        <a:cubicBezTo>
                          <a:pt x="0" y="0"/>
                          <a:pt x="0" y="0"/>
                          <a:pt x="0" y="0"/>
                        </a:cubicBezTo>
                        <a:cubicBezTo>
                          <a:pt x="3" y="2"/>
                          <a:pt x="3" y="2"/>
                          <a:pt x="3" y="2"/>
                        </a:cubicBezTo>
                        <a:cubicBezTo>
                          <a:pt x="3" y="2"/>
                          <a:pt x="3" y="2"/>
                          <a:pt x="3"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1" name="ïSľîḍè">
                    <a:extLst>
                      <a:ext uri="{FF2B5EF4-FFF2-40B4-BE49-F238E27FC236}">
                        <a16:creationId xmlns:a16="http://schemas.microsoft.com/office/drawing/2014/main" id="{0F20D552-410E-4660-9E0D-75C8A8960297}"/>
                      </a:ext>
                    </a:extLst>
                  </p:cNvPr>
                  <p:cNvSpPr/>
                  <p:nvPr/>
                </p:nvSpPr>
                <p:spPr bwMode="auto">
                  <a:xfrm>
                    <a:off x="4321176" y="1874838"/>
                    <a:ext cx="7938" cy="3175"/>
                  </a:xfrm>
                  <a:custGeom>
                    <a:avLst/>
                    <a:gdLst>
                      <a:gd name="T0" fmla="*/ 4 w 4"/>
                      <a:gd name="T1" fmla="*/ 2 h 2"/>
                      <a:gd name="T2" fmla="*/ 1 w 4"/>
                      <a:gd name="T3" fmla="*/ 0 h 2"/>
                      <a:gd name="T4" fmla="*/ 0 w 4"/>
                      <a:gd name="T5" fmla="*/ 1 h 2"/>
                      <a:gd name="T6" fmla="*/ 3 w 4"/>
                      <a:gd name="T7" fmla="*/ 2 h 2"/>
                      <a:gd name="T8" fmla="*/ 4 w 4"/>
                      <a:gd name="T9" fmla="*/ 2 h 2"/>
                    </a:gdLst>
                    <a:ahLst/>
                    <a:cxnLst>
                      <a:cxn ang="0">
                        <a:pos x="T0" y="T1"/>
                      </a:cxn>
                      <a:cxn ang="0">
                        <a:pos x="T2" y="T3"/>
                      </a:cxn>
                      <a:cxn ang="0">
                        <a:pos x="T4" y="T5"/>
                      </a:cxn>
                      <a:cxn ang="0">
                        <a:pos x="T6" y="T7"/>
                      </a:cxn>
                      <a:cxn ang="0">
                        <a:pos x="T8" y="T9"/>
                      </a:cxn>
                    </a:cxnLst>
                    <a:rect l="0" t="0" r="r" b="b"/>
                    <a:pathLst>
                      <a:path w="4" h="2">
                        <a:moveTo>
                          <a:pt x="4" y="2"/>
                        </a:moveTo>
                        <a:cubicBezTo>
                          <a:pt x="1" y="0"/>
                          <a:pt x="1" y="0"/>
                          <a:pt x="1" y="0"/>
                        </a:cubicBezTo>
                        <a:cubicBezTo>
                          <a:pt x="1" y="1"/>
                          <a:pt x="0" y="1"/>
                          <a:pt x="0" y="1"/>
                        </a:cubicBezTo>
                        <a:cubicBezTo>
                          <a:pt x="3" y="2"/>
                          <a:pt x="3" y="2"/>
                          <a:pt x="3" y="2"/>
                        </a:cubicBezTo>
                        <a:cubicBezTo>
                          <a:pt x="3" y="2"/>
                          <a:pt x="3" y="2"/>
                          <a:pt x="4"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2" name="î$ḻiḍé">
                    <a:extLst>
                      <a:ext uri="{FF2B5EF4-FFF2-40B4-BE49-F238E27FC236}">
                        <a16:creationId xmlns:a16="http://schemas.microsoft.com/office/drawing/2014/main" id="{C9C9E8B2-0C05-4D6D-9DFC-34441CC05C15}"/>
                      </a:ext>
                    </a:extLst>
                  </p:cNvPr>
                  <p:cNvSpPr/>
                  <p:nvPr/>
                </p:nvSpPr>
                <p:spPr bwMode="auto">
                  <a:xfrm>
                    <a:off x="4321176" y="1876426"/>
                    <a:ext cx="6350" cy="3175"/>
                  </a:xfrm>
                  <a:custGeom>
                    <a:avLst/>
                    <a:gdLst>
                      <a:gd name="T0" fmla="*/ 3 w 3"/>
                      <a:gd name="T1" fmla="*/ 1 h 2"/>
                      <a:gd name="T2" fmla="*/ 0 w 3"/>
                      <a:gd name="T3" fmla="*/ 0 h 2"/>
                      <a:gd name="T4" fmla="*/ 0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0" y="0"/>
                          <a:pt x="0" y="0"/>
                          <a:pt x="0" y="0"/>
                        </a:cubicBezTo>
                        <a:cubicBezTo>
                          <a:pt x="0" y="0"/>
                          <a:pt x="0" y="0"/>
                          <a:pt x="0" y="0"/>
                        </a:cubicBezTo>
                        <a:cubicBezTo>
                          <a:pt x="2" y="2"/>
                          <a:pt x="2" y="2"/>
                          <a:pt x="2" y="2"/>
                        </a:cubicBezTo>
                        <a:cubicBezTo>
                          <a:pt x="3" y="2"/>
                          <a:pt x="3" y="1"/>
                          <a:pt x="3"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3" name="ïśḻiḍè">
                    <a:extLst>
                      <a:ext uri="{FF2B5EF4-FFF2-40B4-BE49-F238E27FC236}">
                        <a16:creationId xmlns:a16="http://schemas.microsoft.com/office/drawing/2014/main" id="{4E9DC1D9-65A2-408B-AF32-2EC3E667BBD1}"/>
                      </a:ext>
                    </a:extLst>
                  </p:cNvPr>
                  <p:cNvSpPr/>
                  <p:nvPr/>
                </p:nvSpPr>
                <p:spPr bwMode="auto">
                  <a:xfrm>
                    <a:off x="4319588" y="1876426"/>
                    <a:ext cx="6350" cy="3175"/>
                  </a:xfrm>
                  <a:custGeom>
                    <a:avLst/>
                    <a:gdLst>
                      <a:gd name="T0" fmla="*/ 3 w 3"/>
                      <a:gd name="T1" fmla="*/ 2 h 2"/>
                      <a:gd name="T2" fmla="*/ 1 w 3"/>
                      <a:gd name="T3" fmla="*/ 0 h 2"/>
                      <a:gd name="T4" fmla="*/ 0 w 3"/>
                      <a:gd name="T5" fmla="*/ 0 h 2"/>
                      <a:gd name="T6" fmla="*/ 3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1" y="0"/>
                          <a:pt x="1" y="0"/>
                          <a:pt x="1" y="0"/>
                        </a:cubicBezTo>
                        <a:cubicBezTo>
                          <a:pt x="0" y="0"/>
                          <a:pt x="0" y="0"/>
                          <a:pt x="0" y="0"/>
                        </a:cubicBezTo>
                        <a:cubicBezTo>
                          <a:pt x="3" y="2"/>
                          <a:pt x="3" y="2"/>
                          <a:pt x="3" y="2"/>
                        </a:cubicBezTo>
                        <a:cubicBezTo>
                          <a:pt x="3" y="2"/>
                          <a:pt x="3" y="2"/>
                          <a:pt x="3"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4" name="iṥḻíḓè">
                    <a:extLst>
                      <a:ext uri="{FF2B5EF4-FFF2-40B4-BE49-F238E27FC236}">
                        <a16:creationId xmlns:a16="http://schemas.microsoft.com/office/drawing/2014/main" id="{E3941567-12BA-40F0-8C9E-BCE7DE144222}"/>
                      </a:ext>
                    </a:extLst>
                  </p:cNvPr>
                  <p:cNvSpPr/>
                  <p:nvPr/>
                </p:nvSpPr>
                <p:spPr bwMode="auto">
                  <a:xfrm>
                    <a:off x="4319588" y="1876426"/>
                    <a:ext cx="6350" cy="3175"/>
                  </a:xfrm>
                  <a:custGeom>
                    <a:avLst/>
                    <a:gdLst>
                      <a:gd name="T0" fmla="*/ 3 w 3"/>
                      <a:gd name="T1" fmla="*/ 2 h 2"/>
                      <a:gd name="T2" fmla="*/ 0 w 3"/>
                      <a:gd name="T3" fmla="*/ 0 h 2"/>
                      <a:gd name="T4" fmla="*/ 0 w 3"/>
                      <a:gd name="T5" fmla="*/ 1 h 2"/>
                      <a:gd name="T6" fmla="*/ 2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0" y="0"/>
                          <a:pt x="0" y="0"/>
                          <a:pt x="0" y="0"/>
                        </a:cubicBezTo>
                        <a:cubicBezTo>
                          <a:pt x="0" y="0"/>
                          <a:pt x="0" y="0"/>
                          <a:pt x="0" y="1"/>
                        </a:cubicBezTo>
                        <a:cubicBezTo>
                          <a:pt x="2" y="2"/>
                          <a:pt x="2" y="2"/>
                          <a:pt x="2" y="2"/>
                        </a:cubicBezTo>
                        <a:cubicBezTo>
                          <a:pt x="3" y="2"/>
                          <a:pt x="3" y="2"/>
                          <a:pt x="3"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5" name="î$ľíḋé">
                    <a:extLst>
                      <a:ext uri="{FF2B5EF4-FFF2-40B4-BE49-F238E27FC236}">
                        <a16:creationId xmlns:a16="http://schemas.microsoft.com/office/drawing/2014/main" id="{5DE262E5-4C00-467E-976A-50603A9EFE22}"/>
                      </a:ext>
                    </a:extLst>
                  </p:cNvPr>
                  <p:cNvSpPr/>
                  <p:nvPr/>
                </p:nvSpPr>
                <p:spPr bwMode="auto">
                  <a:xfrm>
                    <a:off x="5645151" y="5402263"/>
                    <a:ext cx="242888" cy="288925"/>
                  </a:xfrm>
                  <a:custGeom>
                    <a:avLst/>
                    <a:gdLst>
                      <a:gd name="T0" fmla="*/ 0 w 153"/>
                      <a:gd name="T1" fmla="*/ 182 h 182"/>
                      <a:gd name="T2" fmla="*/ 153 w 153"/>
                      <a:gd name="T3" fmla="*/ 92 h 182"/>
                      <a:gd name="T4" fmla="*/ 153 w 153"/>
                      <a:gd name="T5" fmla="*/ 0 h 182"/>
                      <a:gd name="T6" fmla="*/ 0 w 153"/>
                      <a:gd name="T7" fmla="*/ 88 h 182"/>
                      <a:gd name="T8" fmla="*/ 0 w 153"/>
                      <a:gd name="T9" fmla="*/ 182 h 182"/>
                    </a:gdLst>
                    <a:ahLst/>
                    <a:cxnLst>
                      <a:cxn ang="0">
                        <a:pos x="T0" y="T1"/>
                      </a:cxn>
                      <a:cxn ang="0">
                        <a:pos x="T2" y="T3"/>
                      </a:cxn>
                      <a:cxn ang="0">
                        <a:pos x="T4" y="T5"/>
                      </a:cxn>
                      <a:cxn ang="0">
                        <a:pos x="T6" y="T7"/>
                      </a:cxn>
                      <a:cxn ang="0">
                        <a:pos x="T8" y="T9"/>
                      </a:cxn>
                    </a:cxnLst>
                    <a:rect l="0" t="0" r="r" b="b"/>
                    <a:pathLst>
                      <a:path w="153" h="182">
                        <a:moveTo>
                          <a:pt x="0" y="182"/>
                        </a:moveTo>
                        <a:lnTo>
                          <a:pt x="153" y="92"/>
                        </a:lnTo>
                        <a:lnTo>
                          <a:pt x="153" y="0"/>
                        </a:lnTo>
                        <a:lnTo>
                          <a:pt x="0" y="88"/>
                        </a:lnTo>
                        <a:lnTo>
                          <a:pt x="0" y="182"/>
                        </a:lnTo>
                        <a:close/>
                      </a:path>
                    </a:pathLst>
                  </a:custGeom>
                  <a:solidFill>
                    <a:srgbClr val="EB2E2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6" name="íś1ïdé">
                    <a:extLst>
                      <a:ext uri="{FF2B5EF4-FFF2-40B4-BE49-F238E27FC236}">
                        <a16:creationId xmlns:a16="http://schemas.microsoft.com/office/drawing/2014/main" id="{BEA92376-546A-42CC-96EA-F100D4B1C0F4}"/>
                      </a:ext>
                    </a:extLst>
                  </p:cNvPr>
                  <p:cNvSpPr/>
                  <p:nvPr/>
                </p:nvSpPr>
                <p:spPr bwMode="auto">
                  <a:xfrm>
                    <a:off x="5119688" y="5099051"/>
                    <a:ext cx="768350" cy="442913"/>
                  </a:xfrm>
                  <a:custGeom>
                    <a:avLst/>
                    <a:gdLst>
                      <a:gd name="T0" fmla="*/ 331 w 484"/>
                      <a:gd name="T1" fmla="*/ 279 h 279"/>
                      <a:gd name="T2" fmla="*/ 484 w 484"/>
                      <a:gd name="T3" fmla="*/ 191 h 279"/>
                      <a:gd name="T4" fmla="*/ 153 w 484"/>
                      <a:gd name="T5" fmla="*/ 0 h 279"/>
                      <a:gd name="T6" fmla="*/ 0 w 484"/>
                      <a:gd name="T7" fmla="*/ 88 h 279"/>
                      <a:gd name="T8" fmla="*/ 331 w 484"/>
                      <a:gd name="T9" fmla="*/ 279 h 279"/>
                    </a:gdLst>
                    <a:ahLst/>
                    <a:cxnLst>
                      <a:cxn ang="0">
                        <a:pos x="T0" y="T1"/>
                      </a:cxn>
                      <a:cxn ang="0">
                        <a:pos x="T2" y="T3"/>
                      </a:cxn>
                      <a:cxn ang="0">
                        <a:pos x="T4" y="T5"/>
                      </a:cxn>
                      <a:cxn ang="0">
                        <a:pos x="T6" y="T7"/>
                      </a:cxn>
                      <a:cxn ang="0">
                        <a:pos x="T8" y="T9"/>
                      </a:cxn>
                    </a:cxnLst>
                    <a:rect l="0" t="0" r="r" b="b"/>
                    <a:pathLst>
                      <a:path w="484" h="279">
                        <a:moveTo>
                          <a:pt x="331" y="279"/>
                        </a:moveTo>
                        <a:lnTo>
                          <a:pt x="484" y="191"/>
                        </a:lnTo>
                        <a:lnTo>
                          <a:pt x="153" y="0"/>
                        </a:lnTo>
                        <a:lnTo>
                          <a:pt x="0" y="88"/>
                        </a:lnTo>
                        <a:lnTo>
                          <a:pt x="331" y="279"/>
                        </a:lnTo>
                        <a:close/>
                      </a:path>
                    </a:pathLst>
                  </a:custGeom>
                  <a:solidFill>
                    <a:srgbClr val="FF838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7" name="iṥḷîḍé">
                    <a:extLst>
                      <a:ext uri="{FF2B5EF4-FFF2-40B4-BE49-F238E27FC236}">
                        <a16:creationId xmlns:a16="http://schemas.microsoft.com/office/drawing/2014/main" id="{B0DAE8CA-76AF-4081-B2FF-4527CAB9420A}"/>
                      </a:ext>
                    </a:extLst>
                  </p:cNvPr>
                  <p:cNvSpPr/>
                  <p:nvPr/>
                </p:nvSpPr>
                <p:spPr bwMode="auto">
                  <a:xfrm>
                    <a:off x="5176838" y="5159376"/>
                    <a:ext cx="276225" cy="273050"/>
                  </a:xfrm>
                  <a:custGeom>
                    <a:avLst/>
                    <a:gdLst>
                      <a:gd name="T0" fmla="*/ 143 w 174"/>
                      <a:gd name="T1" fmla="*/ 63 h 172"/>
                      <a:gd name="T2" fmla="*/ 31 w 174"/>
                      <a:gd name="T3" fmla="*/ 0 h 172"/>
                      <a:gd name="T4" fmla="*/ 0 w 174"/>
                      <a:gd name="T5" fmla="*/ 71 h 172"/>
                      <a:gd name="T6" fmla="*/ 174 w 174"/>
                      <a:gd name="T7" fmla="*/ 172 h 172"/>
                      <a:gd name="T8" fmla="*/ 143 w 174"/>
                      <a:gd name="T9" fmla="*/ 63 h 172"/>
                    </a:gdLst>
                    <a:ahLst/>
                    <a:cxnLst>
                      <a:cxn ang="0">
                        <a:pos x="T0" y="T1"/>
                      </a:cxn>
                      <a:cxn ang="0">
                        <a:pos x="T2" y="T3"/>
                      </a:cxn>
                      <a:cxn ang="0">
                        <a:pos x="T4" y="T5"/>
                      </a:cxn>
                      <a:cxn ang="0">
                        <a:pos x="T6" y="T7"/>
                      </a:cxn>
                      <a:cxn ang="0">
                        <a:pos x="T8" y="T9"/>
                      </a:cxn>
                    </a:cxnLst>
                    <a:rect l="0" t="0" r="r" b="b"/>
                    <a:pathLst>
                      <a:path w="174" h="172">
                        <a:moveTo>
                          <a:pt x="143" y="63"/>
                        </a:moveTo>
                        <a:lnTo>
                          <a:pt x="31" y="0"/>
                        </a:lnTo>
                        <a:lnTo>
                          <a:pt x="0" y="71"/>
                        </a:lnTo>
                        <a:lnTo>
                          <a:pt x="174" y="172"/>
                        </a:lnTo>
                        <a:lnTo>
                          <a:pt x="143" y="63"/>
                        </a:lnTo>
                        <a:close/>
                      </a:path>
                    </a:pathLst>
                  </a:custGeom>
                  <a:solidFill>
                    <a:srgbClr val="EFF8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8" name="îşļíḑê">
                    <a:extLst>
                      <a:ext uri="{FF2B5EF4-FFF2-40B4-BE49-F238E27FC236}">
                        <a16:creationId xmlns:a16="http://schemas.microsoft.com/office/drawing/2014/main" id="{325BFD15-ECE3-45AC-8596-019407345694}"/>
                      </a:ext>
                    </a:extLst>
                  </p:cNvPr>
                  <p:cNvSpPr/>
                  <p:nvPr/>
                </p:nvSpPr>
                <p:spPr bwMode="auto">
                  <a:xfrm>
                    <a:off x="5226051" y="5029201"/>
                    <a:ext cx="406400" cy="230188"/>
                  </a:xfrm>
                  <a:custGeom>
                    <a:avLst/>
                    <a:gdLst>
                      <a:gd name="T0" fmla="*/ 256 w 256"/>
                      <a:gd name="T1" fmla="*/ 64 h 145"/>
                      <a:gd name="T2" fmla="*/ 144 w 256"/>
                      <a:gd name="T3" fmla="*/ 0 h 145"/>
                      <a:gd name="T4" fmla="*/ 0 w 256"/>
                      <a:gd name="T5" fmla="*/ 82 h 145"/>
                      <a:gd name="T6" fmla="*/ 112 w 256"/>
                      <a:gd name="T7" fmla="*/ 145 h 145"/>
                      <a:gd name="T8" fmla="*/ 256 w 256"/>
                      <a:gd name="T9" fmla="*/ 64 h 145"/>
                    </a:gdLst>
                    <a:ahLst/>
                    <a:cxnLst>
                      <a:cxn ang="0">
                        <a:pos x="T0" y="T1"/>
                      </a:cxn>
                      <a:cxn ang="0">
                        <a:pos x="T2" y="T3"/>
                      </a:cxn>
                      <a:cxn ang="0">
                        <a:pos x="T4" y="T5"/>
                      </a:cxn>
                      <a:cxn ang="0">
                        <a:pos x="T6" y="T7"/>
                      </a:cxn>
                      <a:cxn ang="0">
                        <a:pos x="T8" y="T9"/>
                      </a:cxn>
                    </a:cxnLst>
                    <a:rect l="0" t="0" r="r" b="b"/>
                    <a:pathLst>
                      <a:path w="256" h="145">
                        <a:moveTo>
                          <a:pt x="256" y="64"/>
                        </a:moveTo>
                        <a:lnTo>
                          <a:pt x="144" y="0"/>
                        </a:lnTo>
                        <a:lnTo>
                          <a:pt x="0" y="82"/>
                        </a:lnTo>
                        <a:lnTo>
                          <a:pt x="112" y="145"/>
                        </a:lnTo>
                        <a:lnTo>
                          <a:pt x="256"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9" name="îšliďe">
                    <a:extLst>
                      <a:ext uri="{FF2B5EF4-FFF2-40B4-BE49-F238E27FC236}">
                        <a16:creationId xmlns:a16="http://schemas.microsoft.com/office/drawing/2014/main" id="{1A10A19A-0175-4D13-83B1-DB0D7D7DBA91}"/>
                      </a:ext>
                    </a:extLst>
                  </p:cNvPr>
                  <p:cNvSpPr/>
                  <p:nvPr/>
                </p:nvSpPr>
                <p:spPr bwMode="auto">
                  <a:xfrm>
                    <a:off x="5403851" y="5130801"/>
                    <a:ext cx="292100" cy="301625"/>
                  </a:xfrm>
                  <a:custGeom>
                    <a:avLst/>
                    <a:gdLst>
                      <a:gd name="T0" fmla="*/ 0 w 184"/>
                      <a:gd name="T1" fmla="*/ 83 h 190"/>
                      <a:gd name="T2" fmla="*/ 31 w 184"/>
                      <a:gd name="T3" fmla="*/ 190 h 190"/>
                      <a:gd name="T4" fmla="*/ 184 w 184"/>
                      <a:gd name="T5" fmla="*/ 101 h 190"/>
                      <a:gd name="T6" fmla="*/ 144 w 184"/>
                      <a:gd name="T7" fmla="*/ 0 h 190"/>
                      <a:gd name="T8" fmla="*/ 0 w 184"/>
                      <a:gd name="T9" fmla="*/ 83 h 190"/>
                    </a:gdLst>
                    <a:ahLst/>
                    <a:cxnLst>
                      <a:cxn ang="0">
                        <a:pos x="T0" y="T1"/>
                      </a:cxn>
                      <a:cxn ang="0">
                        <a:pos x="T2" y="T3"/>
                      </a:cxn>
                      <a:cxn ang="0">
                        <a:pos x="T4" y="T5"/>
                      </a:cxn>
                      <a:cxn ang="0">
                        <a:pos x="T6" y="T7"/>
                      </a:cxn>
                      <a:cxn ang="0">
                        <a:pos x="T8" y="T9"/>
                      </a:cxn>
                    </a:cxnLst>
                    <a:rect l="0" t="0" r="r" b="b"/>
                    <a:pathLst>
                      <a:path w="184" h="190">
                        <a:moveTo>
                          <a:pt x="0" y="83"/>
                        </a:moveTo>
                        <a:lnTo>
                          <a:pt x="31" y="190"/>
                        </a:lnTo>
                        <a:lnTo>
                          <a:pt x="184" y="101"/>
                        </a:lnTo>
                        <a:lnTo>
                          <a:pt x="144" y="0"/>
                        </a:lnTo>
                        <a:lnTo>
                          <a:pt x="0" y="83"/>
                        </a:lnTo>
                        <a:close/>
                      </a:path>
                    </a:pathLst>
                  </a:custGeom>
                  <a:solidFill>
                    <a:srgbClr val="EAE9F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0" name="iṩlide">
                    <a:extLst>
                      <a:ext uri="{FF2B5EF4-FFF2-40B4-BE49-F238E27FC236}">
                        <a16:creationId xmlns:a16="http://schemas.microsoft.com/office/drawing/2014/main" id="{2DC49575-2B10-4023-91A7-A5231A41A132}"/>
                      </a:ext>
                    </a:extLst>
                  </p:cNvPr>
                  <p:cNvSpPr/>
                  <p:nvPr/>
                </p:nvSpPr>
                <p:spPr bwMode="auto">
                  <a:xfrm>
                    <a:off x="5434013" y="5162551"/>
                    <a:ext cx="231775" cy="239713"/>
                  </a:xfrm>
                  <a:custGeom>
                    <a:avLst/>
                    <a:gdLst>
                      <a:gd name="T0" fmla="*/ 0 w 146"/>
                      <a:gd name="T1" fmla="*/ 64 h 151"/>
                      <a:gd name="T2" fmla="*/ 24 w 146"/>
                      <a:gd name="T3" fmla="*/ 151 h 151"/>
                      <a:gd name="T4" fmla="*/ 146 w 146"/>
                      <a:gd name="T5" fmla="*/ 80 h 151"/>
                      <a:gd name="T6" fmla="*/ 115 w 146"/>
                      <a:gd name="T7" fmla="*/ 0 h 151"/>
                      <a:gd name="T8" fmla="*/ 0 w 146"/>
                      <a:gd name="T9" fmla="*/ 64 h 151"/>
                    </a:gdLst>
                    <a:ahLst/>
                    <a:cxnLst>
                      <a:cxn ang="0">
                        <a:pos x="T0" y="T1"/>
                      </a:cxn>
                      <a:cxn ang="0">
                        <a:pos x="T2" y="T3"/>
                      </a:cxn>
                      <a:cxn ang="0">
                        <a:pos x="T4" y="T5"/>
                      </a:cxn>
                      <a:cxn ang="0">
                        <a:pos x="T6" y="T7"/>
                      </a:cxn>
                      <a:cxn ang="0">
                        <a:pos x="T8" y="T9"/>
                      </a:cxn>
                    </a:cxnLst>
                    <a:rect l="0" t="0" r="r" b="b"/>
                    <a:pathLst>
                      <a:path w="146" h="151">
                        <a:moveTo>
                          <a:pt x="0" y="64"/>
                        </a:moveTo>
                        <a:lnTo>
                          <a:pt x="24" y="151"/>
                        </a:lnTo>
                        <a:lnTo>
                          <a:pt x="146" y="80"/>
                        </a:lnTo>
                        <a:lnTo>
                          <a:pt x="115" y="0"/>
                        </a:lnTo>
                        <a:lnTo>
                          <a:pt x="0" y="64"/>
                        </a:lnTo>
                        <a:close/>
                      </a:path>
                    </a:pathLst>
                  </a:custGeom>
                  <a:solidFill>
                    <a:srgbClr val="6791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1" name="i$ḻíďe">
                    <a:extLst>
                      <a:ext uri="{FF2B5EF4-FFF2-40B4-BE49-F238E27FC236}">
                        <a16:creationId xmlns:a16="http://schemas.microsoft.com/office/drawing/2014/main" id="{6B5A90DE-0162-40CC-9BA7-4E8477211B12}"/>
                      </a:ext>
                    </a:extLst>
                  </p:cNvPr>
                  <p:cNvSpPr/>
                  <p:nvPr/>
                </p:nvSpPr>
                <p:spPr bwMode="auto">
                  <a:xfrm>
                    <a:off x="5205413" y="5186363"/>
                    <a:ext cx="220663" cy="217488"/>
                  </a:xfrm>
                  <a:custGeom>
                    <a:avLst/>
                    <a:gdLst>
                      <a:gd name="T0" fmla="*/ 114 w 139"/>
                      <a:gd name="T1" fmla="*/ 52 h 137"/>
                      <a:gd name="T2" fmla="*/ 25 w 139"/>
                      <a:gd name="T3" fmla="*/ 0 h 137"/>
                      <a:gd name="T4" fmla="*/ 0 w 139"/>
                      <a:gd name="T5" fmla="*/ 57 h 137"/>
                      <a:gd name="T6" fmla="*/ 139 w 139"/>
                      <a:gd name="T7" fmla="*/ 137 h 137"/>
                      <a:gd name="T8" fmla="*/ 114 w 139"/>
                      <a:gd name="T9" fmla="*/ 52 h 137"/>
                    </a:gdLst>
                    <a:ahLst/>
                    <a:cxnLst>
                      <a:cxn ang="0">
                        <a:pos x="T0" y="T1"/>
                      </a:cxn>
                      <a:cxn ang="0">
                        <a:pos x="T2" y="T3"/>
                      </a:cxn>
                      <a:cxn ang="0">
                        <a:pos x="T4" y="T5"/>
                      </a:cxn>
                      <a:cxn ang="0">
                        <a:pos x="T6" y="T7"/>
                      </a:cxn>
                      <a:cxn ang="0">
                        <a:pos x="T8" y="T9"/>
                      </a:cxn>
                    </a:cxnLst>
                    <a:rect l="0" t="0" r="r" b="b"/>
                    <a:pathLst>
                      <a:path w="139" h="137">
                        <a:moveTo>
                          <a:pt x="114" y="52"/>
                        </a:moveTo>
                        <a:lnTo>
                          <a:pt x="25" y="0"/>
                        </a:lnTo>
                        <a:lnTo>
                          <a:pt x="0" y="57"/>
                        </a:lnTo>
                        <a:lnTo>
                          <a:pt x="139" y="137"/>
                        </a:lnTo>
                        <a:lnTo>
                          <a:pt x="114" y="52"/>
                        </a:lnTo>
                        <a:close/>
                      </a:path>
                    </a:pathLst>
                  </a:custGeom>
                  <a:solidFill>
                    <a:srgbClr val="C5D7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2" name="íslídê">
                    <a:extLst>
                      <a:ext uri="{FF2B5EF4-FFF2-40B4-BE49-F238E27FC236}">
                        <a16:creationId xmlns:a16="http://schemas.microsoft.com/office/drawing/2014/main" id="{8A5D6D58-98EA-490A-9BC4-750DF173EB46}"/>
                      </a:ext>
                    </a:extLst>
                  </p:cNvPr>
                  <p:cNvSpPr/>
                  <p:nvPr/>
                </p:nvSpPr>
                <p:spPr bwMode="auto">
                  <a:xfrm>
                    <a:off x="5205413" y="5186363"/>
                    <a:ext cx="220663" cy="217488"/>
                  </a:xfrm>
                  <a:custGeom>
                    <a:avLst/>
                    <a:gdLst>
                      <a:gd name="T0" fmla="*/ 0 w 139"/>
                      <a:gd name="T1" fmla="*/ 57 h 137"/>
                      <a:gd name="T2" fmla="*/ 25 w 139"/>
                      <a:gd name="T3" fmla="*/ 0 h 137"/>
                      <a:gd name="T4" fmla="*/ 28 w 139"/>
                      <a:gd name="T5" fmla="*/ 2 h 137"/>
                      <a:gd name="T6" fmla="*/ 4 w 139"/>
                      <a:gd name="T7" fmla="*/ 56 h 137"/>
                      <a:gd name="T8" fmla="*/ 137 w 139"/>
                      <a:gd name="T9" fmla="*/ 132 h 137"/>
                      <a:gd name="T10" fmla="*/ 139 w 139"/>
                      <a:gd name="T11" fmla="*/ 137 h 137"/>
                      <a:gd name="T12" fmla="*/ 0 w 139"/>
                      <a:gd name="T13" fmla="*/ 57 h 137"/>
                    </a:gdLst>
                    <a:ahLst/>
                    <a:cxnLst>
                      <a:cxn ang="0">
                        <a:pos x="T0" y="T1"/>
                      </a:cxn>
                      <a:cxn ang="0">
                        <a:pos x="T2" y="T3"/>
                      </a:cxn>
                      <a:cxn ang="0">
                        <a:pos x="T4" y="T5"/>
                      </a:cxn>
                      <a:cxn ang="0">
                        <a:pos x="T6" y="T7"/>
                      </a:cxn>
                      <a:cxn ang="0">
                        <a:pos x="T8" y="T9"/>
                      </a:cxn>
                      <a:cxn ang="0">
                        <a:pos x="T10" y="T11"/>
                      </a:cxn>
                      <a:cxn ang="0">
                        <a:pos x="T12" y="T13"/>
                      </a:cxn>
                    </a:cxnLst>
                    <a:rect l="0" t="0" r="r" b="b"/>
                    <a:pathLst>
                      <a:path w="139" h="137">
                        <a:moveTo>
                          <a:pt x="0" y="57"/>
                        </a:moveTo>
                        <a:lnTo>
                          <a:pt x="25" y="0"/>
                        </a:lnTo>
                        <a:lnTo>
                          <a:pt x="28" y="2"/>
                        </a:lnTo>
                        <a:lnTo>
                          <a:pt x="4" y="56"/>
                        </a:lnTo>
                        <a:lnTo>
                          <a:pt x="137" y="132"/>
                        </a:lnTo>
                        <a:lnTo>
                          <a:pt x="139" y="137"/>
                        </a:lnTo>
                        <a:lnTo>
                          <a:pt x="0" y="57"/>
                        </a:lnTo>
                        <a:close/>
                      </a:path>
                    </a:pathLst>
                  </a:custGeom>
                  <a:solidFill>
                    <a:srgbClr val="DEE1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3" name="îṥ1iďê">
                    <a:extLst>
                      <a:ext uri="{FF2B5EF4-FFF2-40B4-BE49-F238E27FC236}">
                        <a16:creationId xmlns:a16="http://schemas.microsoft.com/office/drawing/2014/main" id="{B0F23DBE-DCEA-4FCC-AAE9-FE8B436AEE40}"/>
                      </a:ext>
                    </a:extLst>
                  </p:cNvPr>
                  <p:cNvSpPr/>
                  <p:nvPr/>
                </p:nvSpPr>
                <p:spPr bwMode="auto">
                  <a:xfrm>
                    <a:off x="5305426" y="5335589"/>
                    <a:ext cx="11113" cy="12700"/>
                  </a:xfrm>
                  <a:custGeom>
                    <a:avLst/>
                    <a:gdLst>
                      <a:gd name="T0" fmla="*/ 7 w 7"/>
                      <a:gd name="T1" fmla="*/ 4 h 8"/>
                      <a:gd name="T2" fmla="*/ 7 w 7"/>
                      <a:gd name="T3" fmla="*/ 4 h 8"/>
                      <a:gd name="T4" fmla="*/ 0 w 7"/>
                      <a:gd name="T5" fmla="*/ 8 h 8"/>
                      <a:gd name="T6" fmla="*/ 0 w 7"/>
                      <a:gd name="T7" fmla="*/ 0 h 8"/>
                      <a:gd name="T8" fmla="*/ 7 w 7"/>
                      <a:gd name="T9" fmla="*/ 4 h 8"/>
                    </a:gdLst>
                    <a:ahLst/>
                    <a:cxnLst>
                      <a:cxn ang="0">
                        <a:pos x="T0" y="T1"/>
                      </a:cxn>
                      <a:cxn ang="0">
                        <a:pos x="T2" y="T3"/>
                      </a:cxn>
                      <a:cxn ang="0">
                        <a:pos x="T4" y="T5"/>
                      </a:cxn>
                      <a:cxn ang="0">
                        <a:pos x="T6" y="T7"/>
                      </a:cxn>
                      <a:cxn ang="0">
                        <a:pos x="T8" y="T9"/>
                      </a:cxn>
                    </a:cxnLst>
                    <a:rect l="0" t="0" r="r" b="b"/>
                    <a:pathLst>
                      <a:path w="7" h="8">
                        <a:moveTo>
                          <a:pt x="7" y="4"/>
                        </a:moveTo>
                        <a:lnTo>
                          <a:pt x="7" y="4"/>
                        </a:lnTo>
                        <a:lnTo>
                          <a:pt x="0" y="8"/>
                        </a:lnTo>
                        <a:lnTo>
                          <a:pt x="0" y="0"/>
                        </a:lnTo>
                        <a:lnTo>
                          <a:pt x="7" y="4"/>
                        </a:lnTo>
                        <a:close/>
                      </a:path>
                    </a:pathLst>
                  </a:custGeom>
                  <a:solidFill>
                    <a:srgbClr val="F1FC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4" name="ïśļîḓè">
                    <a:extLst>
                      <a:ext uri="{FF2B5EF4-FFF2-40B4-BE49-F238E27FC236}">
                        <a16:creationId xmlns:a16="http://schemas.microsoft.com/office/drawing/2014/main" id="{94DACF73-351D-4AE5-AFC8-9DECEC735F7E}"/>
                      </a:ext>
                    </a:extLst>
                  </p:cNvPr>
                  <p:cNvSpPr/>
                  <p:nvPr/>
                </p:nvSpPr>
                <p:spPr bwMode="auto">
                  <a:xfrm>
                    <a:off x="5305426" y="5222876"/>
                    <a:ext cx="11113" cy="119063"/>
                  </a:xfrm>
                  <a:custGeom>
                    <a:avLst/>
                    <a:gdLst>
                      <a:gd name="T0" fmla="*/ 0 w 7"/>
                      <a:gd name="T1" fmla="*/ 0 h 75"/>
                      <a:gd name="T2" fmla="*/ 7 w 7"/>
                      <a:gd name="T3" fmla="*/ 2 h 75"/>
                      <a:gd name="T4" fmla="*/ 7 w 7"/>
                      <a:gd name="T5" fmla="*/ 75 h 75"/>
                      <a:gd name="T6" fmla="*/ 0 w 7"/>
                      <a:gd name="T7" fmla="*/ 71 h 75"/>
                      <a:gd name="T8" fmla="*/ 0 w 7"/>
                      <a:gd name="T9" fmla="*/ 0 h 75"/>
                    </a:gdLst>
                    <a:ahLst/>
                    <a:cxnLst>
                      <a:cxn ang="0">
                        <a:pos x="T0" y="T1"/>
                      </a:cxn>
                      <a:cxn ang="0">
                        <a:pos x="T2" y="T3"/>
                      </a:cxn>
                      <a:cxn ang="0">
                        <a:pos x="T4" y="T5"/>
                      </a:cxn>
                      <a:cxn ang="0">
                        <a:pos x="T6" y="T7"/>
                      </a:cxn>
                      <a:cxn ang="0">
                        <a:pos x="T8" y="T9"/>
                      </a:cxn>
                    </a:cxnLst>
                    <a:rect l="0" t="0" r="r" b="b"/>
                    <a:pathLst>
                      <a:path w="7" h="75">
                        <a:moveTo>
                          <a:pt x="0" y="0"/>
                        </a:moveTo>
                        <a:lnTo>
                          <a:pt x="7" y="2"/>
                        </a:lnTo>
                        <a:lnTo>
                          <a:pt x="7" y="75"/>
                        </a:lnTo>
                        <a:lnTo>
                          <a:pt x="0" y="71"/>
                        </a:lnTo>
                        <a:lnTo>
                          <a:pt x="0" y="0"/>
                        </a:lnTo>
                        <a:close/>
                      </a:path>
                    </a:pathLst>
                  </a:custGeom>
                  <a:solidFill>
                    <a:srgbClr val="F1FC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5" name="ísľïḓé">
                    <a:extLst>
                      <a:ext uri="{FF2B5EF4-FFF2-40B4-BE49-F238E27FC236}">
                        <a16:creationId xmlns:a16="http://schemas.microsoft.com/office/drawing/2014/main" id="{EC80963C-C5CB-4C2B-B745-80D6F468E31C}"/>
                      </a:ext>
                    </a:extLst>
                  </p:cNvPr>
                  <p:cNvSpPr/>
                  <p:nvPr/>
                </p:nvSpPr>
                <p:spPr bwMode="auto">
                  <a:xfrm>
                    <a:off x="5295901" y="5329239"/>
                    <a:ext cx="9525" cy="19050"/>
                  </a:xfrm>
                  <a:custGeom>
                    <a:avLst/>
                    <a:gdLst>
                      <a:gd name="T0" fmla="*/ 6 w 6"/>
                      <a:gd name="T1" fmla="*/ 4 h 12"/>
                      <a:gd name="T2" fmla="*/ 6 w 6"/>
                      <a:gd name="T3" fmla="*/ 12 h 12"/>
                      <a:gd name="T4" fmla="*/ 0 w 6"/>
                      <a:gd name="T5" fmla="*/ 8 h 12"/>
                      <a:gd name="T6" fmla="*/ 0 w 6"/>
                      <a:gd name="T7" fmla="*/ 0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lnTo>
                          <a:pt x="6" y="12"/>
                        </a:lnTo>
                        <a:lnTo>
                          <a:pt x="0" y="8"/>
                        </a:lnTo>
                        <a:lnTo>
                          <a:pt x="0" y="0"/>
                        </a:lnTo>
                        <a:lnTo>
                          <a:pt x="6" y="4"/>
                        </a:lnTo>
                        <a:close/>
                      </a:path>
                    </a:pathLst>
                  </a:custGeom>
                  <a:solidFill>
                    <a:srgbClr val="F1FC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6" name="íSľîḑè">
                    <a:extLst>
                      <a:ext uri="{FF2B5EF4-FFF2-40B4-BE49-F238E27FC236}">
                        <a16:creationId xmlns:a16="http://schemas.microsoft.com/office/drawing/2014/main" id="{5F8AE547-3157-4073-AB98-F88C40543B79}"/>
                      </a:ext>
                    </a:extLst>
                  </p:cNvPr>
                  <p:cNvSpPr/>
                  <p:nvPr/>
                </p:nvSpPr>
                <p:spPr bwMode="auto">
                  <a:xfrm>
                    <a:off x="5295901" y="5216526"/>
                    <a:ext cx="9525" cy="119063"/>
                  </a:xfrm>
                  <a:custGeom>
                    <a:avLst/>
                    <a:gdLst>
                      <a:gd name="T0" fmla="*/ 6 w 6"/>
                      <a:gd name="T1" fmla="*/ 75 h 75"/>
                      <a:gd name="T2" fmla="*/ 0 w 6"/>
                      <a:gd name="T3" fmla="*/ 71 h 75"/>
                      <a:gd name="T4" fmla="*/ 0 w 6"/>
                      <a:gd name="T5" fmla="*/ 0 h 75"/>
                      <a:gd name="T6" fmla="*/ 6 w 6"/>
                      <a:gd name="T7" fmla="*/ 4 h 75"/>
                      <a:gd name="T8" fmla="*/ 6 w 6"/>
                      <a:gd name="T9" fmla="*/ 75 h 75"/>
                    </a:gdLst>
                    <a:ahLst/>
                    <a:cxnLst>
                      <a:cxn ang="0">
                        <a:pos x="T0" y="T1"/>
                      </a:cxn>
                      <a:cxn ang="0">
                        <a:pos x="T2" y="T3"/>
                      </a:cxn>
                      <a:cxn ang="0">
                        <a:pos x="T4" y="T5"/>
                      </a:cxn>
                      <a:cxn ang="0">
                        <a:pos x="T6" y="T7"/>
                      </a:cxn>
                      <a:cxn ang="0">
                        <a:pos x="T8" y="T9"/>
                      </a:cxn>
                    </a:cxnLst>
                    <a:rect l="0" t="0" r="r" b="b"/>
                    <a:pathLst>
                      <a:path w="6" h="75">
                        <a:moveTo>
                          <a:pt x="6" y="75"/>
                        </a:moveTo>
                        <a:lnTo>
                          <a:pt x="0" y="71"/>
                        </a:lnTo>
                        <a:lnTo>
                          <a:pt x="0" y="0"/>
                        </a:lnTo>
                        <a:lnTo>
                          <a:pt x="6" y="4"/>
                        </a:lnTo>
                        <a:lnTo>
                          <a:pt x="6" y="75"/>
                        </a:lnTo>
                        <a:close/>
                      </a:path>
                    </a:pathLst>
                  </a:custGeom>
                  <a:solidFill>
                    <a:srgbClr val="F1FC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7" name="ïś1íḓé">
                    <a:extLst>
                      <a:ext uri="{FF2B5EF4-FFF2-40B4-BE49-F238E27FC236}">
                        <a16:creationId xmlns:a16="http://schemas.microsoft.com/office/drawing/2014/main" id="{FB72F547-ADAD-4C36-BABE-CC55A19585F9}"/>
                      </a:ext>
                    </a:extLst>
                  </p:cNvPr>
                  <p:cNvSpPr/>
                  <p:nvPr/>
                </p:nvSpPr>
                <p:spPr bwMode="auto">
                  <a:xfrm>
                    <a:off x="5722938" y="5557839"/>
                    <a:ext cx="1588" cy="41275"/>
                  </a:xfrm>
                  <a:custGeom>
                    <a:avLst/>
                    <a:gdLst>
                      <a:gd name="T0" fmla="*/ 1 w 1"/>
                      <a:gd name="T1" fmla="*/ 1 h 26"/>
                      <a:gd name="T2" fmla="*/ 0 w 1"/>
                      <a:gd name="T3" fmla="*/ 0 h 26"/>
                      <a:gd name="T4" fmla="*/ 0 w 1"/>
                      <a:gd name="T5" fmla="*/ 25 h 26"/>
                      <a:gd name="T6" fmla="*/ 1 w 1"/>
                      <a:gd name="T7" fmla="*/ 26 h 26"/>
                      <a:gd name="T8" fmla="*/ 1 w 1"/>
                      <a:gd name="T9" fmla="*/ 1 h 26"/>
                    </a:gdLst>
                    <a:ahLst/>
                    <a:cxnLst>
                      <a:cxn ang="0">
                        <a:pos x="T0" y="T1"/>
                      </a:cxn>
                      <a:cxn ang="0">
                        <a:pos x="T2" y="T3"/>
                      </a:cxn>
                      <a:cxn ang="0">
                        <a:pos x="T4" y="T5"/>
                      </a:cxn>
                      <a:cxn ang="0">
                        <a:pos x="T6" y="T7"/>
                      </a:cxn>
                      <a:cxn ang="0">
                        <a:pos x="T8" y="T9"/>
                      </a:cxn>
                    </a:cxnLst>
                    <a:rect l="0" t="0" r="r" b="b"/>
                    <a:pathLst>
                      <a:path w="1" h="26">
                        <a:moveTo>
                          <a:pt x="1" y="1"/>
                        </a:moveTo>
                        <a:lnTo>
                          <a:pt x="0" y="0"/>
                        </a:lnTo>
                        <a:lnTo>
                          <a:pt x="0" y="25"/>
                        </a:lnTo>
                        <a:lnTo>
                          <a:pt x="1" y="26"/>
                        </a:lnTo>
                        <a:lnTo>
                          <a:pt x="1" y="1"/>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8" name="îsḻíḑè">
                    <a:extLst>
                      <a:ext uri="{FF2B5EF4-FFF2-40B4-BE49-F238E27FC236}">
                        <a16:creationId xmlns:a16="http://schemas.microsoft.com/office/drawing/2014/main" id="{13C61822-5388-4856-B5DC-E965E2F791F7}"/>
                      </a:ext>
                    </a:extLst>
                  </p:cNvPr>
                  <p:cNvSpPr/>
                  <p:nvPr/>
                </p:nvSpPr>
                <p:spPr bwMode="auto">
                  <a:xfrm>
                    <a:off x="5722938" y="5500689"/>
                    <a:ext cx="103188" cy="58738"/>
                  </a:xfrm>
                  <a:custGeom>
                    <a:avLst/>
                    <a:gdLst>
                      <a:gd name="T0" fmla="*/ 65 w 65"/>
                      <a:gd name="T1" fmla="*/ 1 h 37"/>
                      <a:gd name="T2" fmla="*/ 63 w 65"/>
                      <a:gd name="T3" fmla="*/ 0 h 37"/>
                      <a:gd name="T4" fmla="*/ 0 w 65"/>
                      <a:gd name="T5" fmla="*/ 36 h 37"/>
                      <a:gd name="T6" fmla="*/ 1 w 65"/>
                      <a:gd name="T7" fmla="*/ 37 h 37"/>
                      <a:gd name="T8" fmla="*/ 65 w 65"/>
                      <a:gd name="T9" fmla="*/ 1 h 37"/>
                    </a:gdLst>
                    <a:ahLst/>
                    <a:cxnLst>
                      <a:cxn ang="0">
                        <a:pos x="T0" y="T1"/>
                      </a:cxn>
                      <a:cxn ang="0">
                        <a:pos x="T2" y="T3"/>
                      </a:cxn>
                      <a:cxn ang="0">
                        <a:pos x="T4" y="T5"/>
                      </a:cxn>
                      <a:cxn ang="0">
                        <a:pos x="T6" y="T7"/>
                      </a:cxn>
                      <a:cxn ang="0">
                        <a:pos x="T8" y="T9"/>
                      </a:cxn>
                    </a:cxnLst>
                    <a:rect l="0" t="0" r="r" b="b"/>
                    <a:pathLst>
                      <a:path w="65" h="37">
                        <a:moveTo>
                          <a:pt x="65" y="1"/>
                        </a:moveTo>
                        <a:lnTo>
                          <a:pt x="63" y="0"/>
                        </a:lnTo>
                        <a:lnTo>
                          <a:pt x="0" y="36"/>
                        </a:lnTo>
                        <a:lnTo>
                          <a:pt x="1" y="37"/>
                        </a:lnTo>
                        <a:lnTo>
                          <a:pt x="65" y="1"/>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9" name="išļídê">
                    <a:extLst>
                      <a:ext uri="{FF2B5EF4-FFF2-40B4-BE49-F238E27FC236}">
                        <a16:creationId xmlns:a16="http://schemas.microsoft.com/office/drawing/2014/main" id="{6C44C57B-D578-4FB0-A353-8158B8BF9792}"/>
                      </a:ext>
                    </a:extLst>
                  </p:cNvPr>
                  <p:cNvSpPr/>
                  <p:nvPr/>
                </p:nvSpPr>
                <p:spPr bwMode="auto">
                  <a:xfrm>
                    <a:off x="5724526" y="5502276"/>
                    <a:ext cx="101600" cy="96838"/>
                  </a:xfrm>
                  <a:custGeom>
                    <a:avLst/>
                    <a:gdLst>
                      <a:gd name="T0" fmla="*/ 0 w 64"/>
                      <a:gd name="T1" fmla="*/ 36 h 61"/>
                      <a:gd name="T2" fmla="*/ 0 w 64"/>
                      <a:gd name="T3" fmla="*/ 61 h 61"/>
                      <a:gd name="T4" fmla="*/ 64 w 64"/>
                      <a:gd name="T5" fmla="*/ 24 h 61"/>
                      <a:gd name="T6" fmla="*/ 64 w 64"/>
                      <a:gd name="T7" fmla="*/ 0 h 61"/>
                      <a:gd name="T8" fmla="*/ 0 w 64"/>
                      <a:gd name="T9" fmla="*/ 36 h 61"/>
                    </a:gdLst>
                    <a:ahLst/>
                    <a:cxnLst>
                      <a:cxn ang="0">
                        <a:pos x="T0" y="T1"/>
                      </a:cxn>
                      <a:cxn ang="0">
                        <a:pos x="T2" y="T3"/>
                      </a:cxn>
                      <a:cxn ang="0">
                        <a:pos x="T4" y="T5"/>
                      </a:cxn>
                      <a:cxn ang="0">
                        <a:pos x="T6" y="T7"/>
                      </a:cxn>
                      <a:cxn ang="0">
                        <a:pos x="T8" y="T9"/>
                      </a:cxn>
                    </a:cxnLst>
                    <a:rect l="0" t="0" r="r" b="b"/>
                    <a:pathLst>
                      <a:path w="64" h="61">
                        <a:moveTo>
                          <a:pt x="0" y="36"/>
                        </a:moveTo>
                        <a:lnTo>
                          <a:pt x="0" y="61"/>
                        </a:lnTo>
                        <a:lnTo>
                          <a:pt x="64" y="24"/>
                        </a:lnTo>
                        <a:lnTo>
                          <a:pt x="64" y="0"/>
                        </a:lnTo>
                        <a:lnTo>
                          <a:pt x="0" y="36"/>
                        </a:lnTo>
                        <a:close/>
                      </a:path>
                    </a:pathLst>
                  </a:custGeom>
                  <a:solidFill>
                    <a:srgbClr val="E6E6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0" name="îṥľîḓê">
                    <a:extLst>
                      <a:ext uri="{FF2B5EF4-FFF2-40B4-BE49-F238E27FC236}">
                        <a16:creationId xmlns:a16="http://schemas.microsoft.com/office/drawing/2014/main" id="{AB3396C7-8761-45D0-8967-1279154682F0}"/>
                      </a:ext>
                    </a:extLst>
                  </p:cNvPr>
                  <p:cNvSpPr/>
                  <p:nvPr/>
                </p:nvSpPr>
                <p:spPr bwMode="auto">
                  <a:xfrm>
                    <a:off x="5688013" y="5576889"/>
                    <a:ext cx="14288" cy="3175"/>
                  </a:xfrm>
                  <a:custGeom>
                    <a:avLst/>
                    <a:gdLst>
                      <a:gd name="T0" fmla="*/ 7 w 7"/>
                      <a:gd name="T1" fmla="*/ 1 h 2"/>
                      <a:gd name="T2" fmla="*/ 6 w 7"/>
                      <a:gd name="T3" fmla="*/ 0 h 2"/>
                      <a:gd name="T4" fmla="*/ 0 w 7"/>
                      <a:gd name="T5" fmla="*/ 1 h 2"/>
                      <a:gd name="T6" fmla="*/ 2 w 7"/>
                      <a:gd name="T7" fmla="*/ 2 h 2"/>
                      <a:gd name="T8" fmla="*/ 7 w 7"/>
                      <a:gd name="T9" fmla="*/ 1 h 2"/>
                    </a:gdLst>
                    <a:ahLst/>
                    <a:cxnLst>
                      <a:cxn ang="0">
                        <a:pos x="T0" y="T1"/>
                      </a:cxn>
                      <a:cxn ang="0">
                        <a:pos x="T2" y="T3"/>
                      </a:cxn>
                      <a:cxn ang="0">
                        <a:pos x="T4" y="T5"/>
                      </a:cxn>
                      <a:cxn ang="0">
                        <a:pos x="T6" y="T7"/>
                      </a:cxn>
                      <a:cxn ang="0">
                        <a:pos x="T8" y="T9"/>
                      </a:cxn>
                    </a:cxnLst>
                    <a:rect l="0" t="0" r="r" b="b"/>
                    <a:pathLst>
                      <a:path w="7" h="2">
                        <a:moveTo>
                          <a:pt x="7" y="1"/>
                        </a:moveTo>
                        <a:cubicBezTo>
                          <a:pt x="6" y="0"/>
                          <a:pt x="6" y="0"/>
                          <a:pt x="6" y="0"/>
                        </a:cubicBezTo>
                        <a:cubicBezTo>
                          <a:pt x="4" y="0"/>
                          <a:pt x="2" y="0"/>
                          <a:pt x="0" y="1"/>
                        </a:cubicBezTo>
                        <a:cubicBezTo>
                          <a:pt x="2" y="2"/>
                          <a:pt x="2" y="2"/>
                          <a:pt x="2" y="2"/>
                        </a:cubicBezTo>
                        <a:cubicBezTo>
                          <a:pt x="4" y="1"/>
                          <a:pt x="6" y="0"/>
                          <a:pt x="7" y="1"/>
                        </a:cubicBez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1" name="îṩlîdê">
                    <a:extLst>
                      <a:ext uri="{FF2B5EF4-FFF2-40B4-BE49-F238E27FC236}">
                        <a16:creationId xmlns:a16="http://schemas.microsoft.com/office/drawing/2014/main" id="{B9903AA8-7773-4023-9F0F-46CE2339A155}"/>
                      </a:ext>
                    </a:extLst>
                  </p:cNvPr>
                  <p:cNvSpPr/>
                  <p:nvPr/>
                </p:nvSpPr>
                <p:spPr bwMode="auto">
                  <a:xfrm>
                    <a:off x="5697538" y="5576889"/>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2" name="îşḻïḍé">
                    <a:extLst>
                      <a:ext uri="{FF2B5EF4-FFF2-40B4-BE49-F238E27FC236}">
                        <a16:creationId xmlns:a16="http://schemas.microsoft.com/office/drawing/2014/main" id="{B2CF1E47-88D9-4070-A37D-648EBC85682E}"/>
                      </a:ext>
                    </a:extLst>
                  </p:cNvPr>
                  <p:cNvSpPr/>
                  <p:nvPr/>
                </p:nvSpPr>
                <p:spPr bwMode="auto">
                  <a:xfrm>
                    <a:off x="5695951" y="5576889"/>
                    <a:ext cx="6350" cy="1588"/>
                  </a:xfrm>
                  <a:custGeom>
                    <a:avLst/>
                    <a:gdLst>
                      <a:gd name="T0" fmla="*/ 3 w 3"/>
                      <a:gd name="T1" fmla="*/ 1 h 1"/>
                      <a:gd name="T2" fmla="*/ 1 w 3"/>
                      <a:gd name="T3" fmla="*/ 0 h 1"/>
                      <a:gd name="T4" fmla="*/ 0 w 3"/>
                      <a:gd name="T5" fmla="*/ 0 h 1"/>
                      <a:gd name="T6" fmla="*/ 2 w 3"/>
                      <a:gd name="T7" fmla="*/ 1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1" y="0"/>
                          <a:pt x="1" y="0"/>
                          <a:pt x="1" y="0"/>
                        </a:cubicBezTo>
                        <a:cubicBezTo>
                          <a:pt x="1" y="0"/>
                          <a:pt x="1" y="0"/>
                          <a:pt x="0" y="0"/>
                        </a:cubicBezTo>
                        <a:cubicBezTo>
                          <a:pt x="2" y="1"/>
                          <a:pt x="2" y="1"/>
                          <a:pt x="2" y="1"/>
                        </a:cubicBezTo>
                        <a:cubicBezTo>
                          <a:pt x="2" y="1"/>
                          <a:pt x="2" y="1"/>
                          <a:pt x="3"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3" name="ïṩľiďé">
                    <a:extLst>
                      <a:ext uri="{FF2B5EF4-FFF2-40B4-BE49-F238E27FC236}">
                        <a16:creationId xmlns:a16="http://schemas.microsoft.com/office/drawing/2014/main" id="{61E7AE5E-546C-4759-84CE-0DB06C7B6B92}"/>
                      </a:ext>
                    </a:extLst>
                  </p:cNvPr>
                  <p:cNvSpPr/>
                  <p:nvPr/>
                </p:nvSpPr>
                <p:spPr bwMode="auto">
                  <a:xfrm>
                    <a:off x="5695951" y="5576889"/>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4" name="î$ļiďê">
                    <a:extLst>
                      <a:ext uri="{FF2B5EF4-FFF2-40B4-BE49-F238E27FC236}">
                        <a16:creationId xmlns:a16="http://schemas.microsoft.com/office/drawing/2014/main" id="{3BE78C5C-492D-4C3C-95E0-0DED6F5EEB21}"/>
                      </a:ext>
                    </a:extLst>
                  </p:cNvPr>
                  <p:cNvSpPr/>
                  <p:nvPr/>
                </p:nvSpPr>
                <p:spPr bwMode="auto">
                  <a:xfrm>
                    <a:off x="5695951" y="5576889"/>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5" name="išḻíde">
                    <a:extLst>
                      <a:ext uri="{FF2B5EF4-FFF2-40B4-BE49-F238E27FC236}">
                        <a16:creationId xmlns:a16="http://schemas.microsoft.com/office/drawing/2014/main" id="{A57CE8B2-6C19-4486-9B40-FF2DA2FF6D58}"/>
                      </a:ext>
                    </a:extLst>
                  </p:cNvPr>
                  <p:cNvSpPr/>
                  <p:nvPr/>
                </p:nvSpPr>
                <p:spPr bwMode="auto">
                  <a:xfrm>
                    <a:off x="5694363" y="5576889"/>
                    <a:ext cx="3175"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6" name="ï$ľíḓè">
                    <a:extLst>
                      <a:ext uri="{FF2B5EF4-FFF2-40B4-BE49-F238E27FC236}">
                        <a16:creationId xmlns:a16="http://schemas.microsoft.com/office/drawing/2014/main" id="{535C19FC-FA3D-43F2-90AC-5CCF96D60926}"/>
                      </a:ext>
                    </a:extLst>
                  </p:cNvPr>
                  <p:cNvSpPr/>
                  <p:nvPr/>
                </p:nvSpPr>
                <p:spPr bwMode="auto">
                  <a:xfrm>
                    <a:off x="5694363" y="5576889"/>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7" name="íS1ïḓé">
                    <a:extLst>
                      <a:ext uri="{FF2B5EF4-FFF2-40B4-BE49-F238E27FC236}">
                        <a16:creationId xmlns:a16="http://schemas.microsoft.com/office/drawing/2014/main" id="{9360F083-249F-4FC8-BBA1-5E5F0494DDFC}"/>
                      </a:ext>
                    </a:extLst>
                  </p:cNvPr>
                  <p:cNvSpPr/>
                  <p:nvPr/>
                </p:nvSpPr>
                <p:spPr bwMode="auto">
                  <a:xfrm>
                    <a:off x="5691188" y="5576889"/>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1"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8" name="íśľïḑé">
                    <a:extLst>
                      <a:ext uri="{FF2B5EF4-FFF2-40B4-BE49-F238E27FC236}">
                        <a16:creationId xmlns:a16="http://schemas.microsoft.com/office/drawing/2014/main" id="{715EAE7F-1EB2-4CA4-A9F2-A84C0B8DF2F8}"/>
                      </a:ext>
                    </a:extLst>
                  </p:cNvPr>
                  <p:cNvSpPr/>
                  <p:nvPr/>
                </p:nvSpPr>
                <p:spPr bwMode="auto">
                  <a:xfrm>
                    <a:off x="5691188" y="5576889"/>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9" name="íṥļîdé">
                    <a:extLst>
                      <a:ext uri="{FF2B5EF4-FFF2-40B4-BE49-F238E27FC236}">
                        <a16:creationId xmlns:a16="http://schemas.microsoft.com/office/drawing/2014/main" id="{9523666C-83B8-44C6-998F-39D9237B947E}"/>
                      </a:ext>
                    </a:extLst>
                  </p:cNvPr>
                  <p:cNvSpPr/>
                  <p:nvPr/>
                </p:nvSpPr>
                <p:spPr bwMode="auto">
                  <a:xfrm>
                    <a:off x="5691188" y="5576889"/>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0" name="íṣļíḑe">
                    <a:extLst>
                      <a:ext uri="{FF2B5EF4-FFF2-40B4-BE49-F238E27FC236}">
                        <a16:creationId xmlns:a16="http://schemas.microsoft.com/office/drawing/2014/main" id="{1F5553FD-3B0B-4055-8A12-05802887F349}"/>
                      </a:ext>
                    </a:extLst>
                  </p:cNvPr>
                  <p:cNvSpPr/>
                  <p:nvPr/>
                </p:nvSpPr>
                <p:spPr bwMode="auto">
                  <a:xfrm>
                    <a:off x="5691188" y="5576889"/>
                    <a:ext cx="3175"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1" name="iSḻïďe">
                    <a:extLst>
                      <a:ext uri="{FF2B5EF4-FFF2-40B4-BE49-F238E27FC236}">
                        <a16:creationId xmlns:a16="http://schemas.microsoft.com/office/drawing/2014/main" id="{5D84B60E-5547-4163-9790-8C975DB29324}"/>
                      </a:ext>
                    </a:extLst>
                  </p:cNvPr>
                  <p:cNvSpPr/>
                  <p:nvPr/>
                </p:nvSpPr>
                <p:spPr bwMode="auto">
                  <a:xfrm>
                    <a:off x="5689601" y="5576889"/>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2" name="iṩḷiḓê">
                    <a:extLst>
                      <a:ext uri="{FF2B5EF4-FFF2-40B4-BE49-F238E27FC236}">
                        <a16:creationId xmlns:a16="http://schemas.microsoft.com/office/drawing/2014/main" id="{3C53709A-1223-4876-8CC1-18688C948A56}"/>
                      </a:ext>
                    </a:extLst>
                  </p:cNvPr>
                  <p:cNvSpPr/>
                  <p:nvPr/>
                </p:nvSpPr>
                <p:spPr bwMode="auto">
                  <a:xfrm>
                    <a:off x="5689601" y="5576889"/>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3" name="îṣľïḓé">
                    <a:extLst>
                      <a:ext uri="{FF2B5EF4-FFF2-40B4-BE49-F238E27FC236}">
                        <a16:creationId xmlns:a16="http://schemas.microsoft.com/office/drawing/2014/main" id="{DEEFE5AB-0E96-4AFC-8F1B-AB4AFD8712D3}"/>
                      </a:ext>
                    </a:extLst>
                  </p:cNvPr>
                  <p:cNvSpPr/>
                  <p:nvPr/>
                </p:nvSpPr>
                <p:spPr bwMode="auto">
                  <a:xfrm>
                    <a:off x="5689601" y="5576889"/>
                    <a:ext cx="1588" cy="3175"/>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1"/>
                          <a:pt x="0" y="1"/>
                          <a:pt x="0" y="1"/>
                        </a:cubicBezTo>
                        <a:cubicBezTo>
                          <a:pt x="1" y="2"/>
                          <a:pt x="1" y="2"/>
                          <a:pt x="1" y="2"/>
                        </a:cubicBezTo>
                        <a:cubicBezTo>
                          <a:pt x="1" y="2"/>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4" name="îslidé">
                    <a:extLst>
                      <a:ext uri="{FF2B5EF4-FFF2-40B4-BE49-F238E27FC236}">
                        <a16:creationId xmlns:a16="http://schemas.microsoft.com/office/drawing/2014/main" id="{B93A05DF-2008-4DC1-AB7F-4BD3D65F92C4}"/>
                      </a:ext>
                    </a:extLst>
                  </p:cNvPr>
                  <p:cNvSpPr/>
                  <p:nvPr/>
                </p:nvSpPr>
                <p:spPr bwMode="auto">
                  <a:xfrm>
                    <a:off x="5688013" y="5578476"/>
                    <a:ext cx="3175"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5" name="îslïde">
                    <a:extLst>
                      <a:ext uri="{FF2B5EF4-FFF2-40B4-BE49-F238E27FC236}">
                        <a16:creationId xmlns:a16="http://schemas.microsoft.com/office/drawing/2014/main" id="{DB51BD64-D696-44DB-9D71-50DF3200B62D}"/>
                      </a:ext>
                    </a:extLst>
                  </p:cNvPr>
                  <p:cNvSpPr/>
                  <p:nvPr/>
                </p:nvSpPr>
                <p:spPr bwMode="auto">
                  <a:xfrm>
                    <a:off x="5688013" y="5578476"/>
                    <a:ext cx="3175"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6" name="ïşļïḓé">
                    <a:extLst>
                      <a:ext uri="{FF2B5EF4-FFF2-40B4-BE49-F238E27FC236}">
                        <a16:creationId xmlns:a16="http://schemas.microsoft.com/office/drawing/2014/main" id="{BD048396-436B-4E9B-8FB0-FE84409A1DBD}"/>
                      </a:ext>
                    </a:extLst>
                  </p:cNvPr>
                  <p:cNvSpPr/>
                  <p:nvPr/>
                </p:nvSpPr>
                <p:spPr bwMode="auto">
                  <a:xfrm>
                    <a:off x="5670551" y="5578476"/>
                    <a:ext cx="20638" cy="41275"/>
                  </a:xfrm>
                  <a:custGeom>
                    <a:avLst/>
                    <a:gdLst>
                      <a:gd name="T0" fmla="*/ 2 w 10"/>
                      <a:gd name="T1" fmla="*/ 19 h 20"/>
                      <a:gd name="T2" fmla="*/ 4 w 10"/>
                      <a:gd name="T3" fmla="*/ 20 h 20"/>
                      <a:gd name="T4" fmla="*/ 2 w 10"/>
                      <a:gd name="T5" fmla="*/ 15 h 20"/>
                      <a:gd name="T6" fmla="*/ 10 w 10"/>
                      <a:gd name="T7" fmla="*/ 1 h 20"/>
                      <a:gd name="T8" fmla="*/ 8 w 10"/>
                      <a:gd name="T9" fmla="*/ 0 h 20"/>
                      <a:gd name="T10" fmla="*/ 0 w 10"/>
                      <a:gd name="T11" fmla="*/ 14 h 20"/>
                      <a:gd name="T12" fmla="*/ 2 w 10"/>
                      <a:gd name="T13" fmla="*/ 19 h 20"/>
                    </a:gdLst>
                    <a:ahLst/>
                    <a:cxnLst>
                      <a:cxn ang="0">
                        <a:pos x="T0" y="T1"/>
                      </a:cxn>
                      <a:cxn ang="0">
                        <a:pos x="T2" y="T3"/>
                      </a:cxn>
                      <a:cxn ang="0">
                        <a:pos x="T4" y="T5"/>
                      </a:cxn>
                      <a:cxn ang="0">
                        <a:pos x="T6" y="T7"/>
                      </a:cxn>
                      <a:cxn ang="0">
                        <a:pos x="T8" y="T9"/>
                      </a:cxn>
                      <a:cxn ang="0">
                        <a:pos x="T10" y="T11"/>
                      </a:cxn>
                      <a:cxn ang="0">
                        <a:pos x="T12" y="T13"/>
                      </a:cxn>
                    </a:cxnLst>
                    <a:rect l="0" t="0" r="r" b="b"/>
                    <a:pathLst>
                      <a:path w="10" h="20">
                        <a:moveTo>
                          <a:pt x="2" y="19"/>
                        </a:moveTo>
                        <a:cubicBezTo>
                          <a:pt x="4" y="20"/>
                          <a:pt x="4" y="20"/>
                          <a:pt x="4" y="20"/>
                        </a:cubicBezTo>
                        <a:cubicBezTo>
                          <a:pt x="3" y="19"/>
                          <a:pt x="2" y="17"/>
                          <a:pt x="2" y="15"/>
                        </a:cubicBezTo>
                        <a:cubicBezTo>
                          <a:pt x="2" y="10"/>
                          <a:pt x="5" y="3"/>
                          <a:pt x="10" y="1"/>
                        </a:cubicBezTo>
                        <a:cubicBezTo>
                          <a:pt x="8" y="0"/>
                          <a:pt x="8" y="0"/>
                          <a:pt x="8" y="0"/>
                        </a:cubicBezTo>
                        <a:cubicBezTo>
                          <a:pt x="4" y="2"/>
                          <a:pt x="0" y="9"/>
                          <a:pt x="0" y="14"/>
                        </a:cubicBezTo>
                        <a:cubicBezTo>
                          <a:pt x="0" y="16"/>
                          <a:pt x="1" y="18"/>
                          <a:pt x="2" y="19"/>
                        </a:cubicBez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7" name="ïṡľiḓe">
                    <a:extLst>
                      <a:ext uri="{FF2B5EF4-FFF2-40B4-BE49-F238E27FC236}">
                        <a16:creationId xmlns:a16="http://schemas.microsoft.com/office/drawing/2014/main" id="{F9ED3F5C-7F42-4F04-BF45-B65C010E597A}"/>
                      </a:ext>
                    </a:extLst>
                  </p:cNvPr>
                  <p:cNvSpPr/>
                  <p:nvPr/>
                </p:nvSpPr>
                <p:spPr bwMode="auto">
                  <a:xfrm>
                    <a:off x="5688013" y="5578476"/>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8" name="i$ḷîdè">
                    <a:extLst>
                      <a:ext uri="{FF2B5EF4-FFF2-40B4-BE49-F238E27FC236}">
                        <a16:creationId xmlns:a16="http://schemas.microsoft.com/office/drawing/2014/main" id="{396E0949-933B-4EAD-A46D-2D7BAFFD1B20}"/>
                      </a:ext>
                    </a:extLst>
                  </p:cNvPr>
                  <p:cNvSpPr/>
                  <p:nvPr/>
                </p:nvSpPr>
                <p:spPr bwMode="auto">
                  <a:xfrm>
                    <a:off x="5688013" y="5578476"/>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9" name="iṩḻïḓè">
                    <a:extLst>
                      <a:ext uri="{FF2B5EF4-FFF2-40B4-BE49-F238E27FC236}">
                        <a16:creationId xmlns:a16="http://schemas.microsoft.com/office/drawing/2014/main" id="{35D6A1B3-E2B1-4719-A968-8F70C2998781}"/>
                      </a:ext>
                    </a:extLst>
                  </p:cNvPr>
                  <p:cNvSpPr/>
                  <p:nvPr/>
                </p:nvSpPr>
                <p:spPr bwMode="auto">
                  <a:xfrm>
                    <a:off x="5684838" y="5578476"/>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0" name="ïşḻíḍê">
                    <a:extLst>
                      <a:ext uri="{FF2B5EF4-FFF2-40B4-BE49-F238E27FC236}">
                        <a16:creationId xmlns:a16="http://schemas.microsoft.com/office/drawing/2014/main" id="{ACDEB013-EC35-4706-895E-709CF4CF52B6}"/>
                      </a:ext>
                    </a:extLst>
                  </p:cNvPr>
                  <p:cNvSpPr/>
                  <p:nvPr/>
                </p:nvSpPr>
                <p:spPr bwMode="auto">
                  <a:xfrm>
                    <a:off x="5684838" y="5578476"/>
                    <a:ext cx="4763" cy="3175"/>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1" y="2"/>
                          <a:pt x="1" y="2"/>
                          <a:pt x="1"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1" name="iśľîḋê">
                    <a:extLst>
                      <a:ext uri="{FF2B5EF4-FFF2-40B4-BE49-F238E27FC236}">
                        <a16:creationId xmlns:a16="http://schemas.microsoft.com/office/drawing/2014/main" id="{3DE4A85D-E9CC-4AB6-9C31-6433DDCECA85}"/>
                      </a:ext>
                    </a:extLst>
                  </p:cNvPr>
                  <p:cNvSpPr/>
                  <p:nvPr/>
                </p:nvSpPr>
                <p:spPr bwMode="auto">
                  <a:xfrm>
                    <a:off x="5684838" y="5580064"/>
                    <a:ext cx="3175"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2" name="íṧḻîdè">
                    <a:extLst>
                      <a:ext uri="{FF2B5EF4-FFF2-40B4-BE49-F238E27FC236}">
                        <a16:creationId xmlns:a16="http://schemas.microsoft.com/office/drawing/2014/main" id="{D4242ADA-4BBE-4252-B609-8F93E27ABC13}"/>
                      </a:ext>
                    </a:extLst>
                  </p:cNvPr>
                  <p:cNvSpPr/>
                  <p:nvPr/>
                </p:nvSpPr>
                <p:spPr bwMode="auto">
                  <a:xfrm>
                    <a:off x="5683251" y="5580064"/>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3" name="iṡľidê">
                    <a:extLst>
                      <a:ext uri="{FF2B5EF4-FFF2-40B4-BE49-F238E27FC236}">
                        <a16:creationId xmlns:a16="http://schemas.microsoft.com/office/drawing/2014/main" id="{27FA34BC-3EF9-4671-8A63-AFFB2924B264}"/>
                      </a:ext>
                    </a:extLst>
                  </p:cNvPr>
                  <p:cNvSpPr/>
                  <p:nvPr/>
                </p:nvSpPr>
                <p:spPr bwMode="auto">
                  <a:xfrm>
                    <a:off x="5683251" y="5580064"/>
                    <a:ext cx="4763" cy="1588"/>
                  </a:xfrm>
                  <a:custGeom>
                    <a:avLst/>
                    <a:gdLst>
                      <a:gd name="T0" fmla="*/ 2 w 2"/>
                      <a:gd name="T1" fmla="*/ 1 h 1"/>
                      <a:gd name="T2" fmla="*/ 0 w 2"/>
                      <a:gd name="T3" fmla="*/ 0 h 1"/>
                      <a:gd name="T4" fmla="*/ 0 w 2"/>
                      <a:gd name="T5" fmla="*/ 1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4" name="ïş1ïḓé">
                    <a:extLst>
                      <a:ext uri="{FF2B5EF4-FFF2-40B4-BE49-F238E27FC236}">
                        <a16:creationId xmlns:a16="http://schemas.microsoft.com/office/drawing/2014/main" id="{A382AD1F-ADC3-45F0-9631-FA46D64C60EF}"/>
                      </a:ext>
                    </a:extLst>
                  </p:cNvPr>
                  <p:cNvSpPr/>
                  <p:nvPr/>
                </p:nvSpPr>
                <p:spPr bwMode="auto">
                  <a:xfrm>
                    <a:off x="5681663" y="5581651"/>
                    <a:ext cx="3175" cy="3175"/>
                  </a:xfrm>
                  <a:custGeom>
                    <a:avLst/>
                    <a:gdLst>
                      <a:gd name="T0" fmla="*/ 2 w 2"/>
                      <a:gd name="T1" fmla="*/ 0 h 1"/>
                      <a:gd name="T2" fmla="*/ 1 w 2"/>
                      <a:gd name="T3" fmla="*/ 0 h 1"/>
                      <a:gd name="T4" fmla="*/ 0 w 2"/>
                      <a:gd name="T5" fmla="*/ 0 h 1"/>
                      <a:gd name="T6" fmla="*/ 2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0"/>
                          <a:pt x="1" y="0"/>
                          <a:pt x="1" y="0"/>
                        </a:cubicBezTo>
                        <a:cubicBezTo>
                          <a:pt x="1" y="0"/>
                          <a:pt x="1" y="0"/>
                          <a:pt x="0" y="0"/>
                        </a:cubicBezTo>
                        <a:cubicBezTo>
                          <a:pt x="2" y="1"/>
                          <a:pt x="2" y="1"/>
                          <a:pt x="2" y="1"/>
                        </a:cubicBezTo>
                        <a:cubicBezTo>
                          <a:pt x="2" y="1"/>
                          <a:pt x="2" y="1"/>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5" name="išliďê">
                    <a:extLst>
                      <a:ext uri="{FF2B5EF4-FFF2-40B4-BE49-F238E27FC236}">
                        <a16:creationId xmlns:a16="http://schemas.microsoft.com/office/drawing/2014/main" id="{AEE55992-C8AD-4D5A-B5A5-1D59925CAB80}"/>
                      </a:ext>
                    </a:extLst>
                  </p:cNvPr>
                  <p:cNvSpPr/>
                  <p:nvPr/>
                </p:nvSpPr>
                <p:spPr bwMode="auto">
                  <a:xfrm>
                    <a:off x="5681663" y="5581651"/>
                    <a:ext cx="3175"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6" name="ïṩḻîdè">
                    <a:extLst>
                      <a:ext uri="{FF2B5EF4-FFF2-40B4-BE49-F238E27FC236}">
                        <a16:creationId xmlns:a16="http://schemas.microsoft.com/office/drawing/2014/main" id="{629ECC2B-43B7-4DCE-9413-FEDC16F7BA0E}"/>
                      </a:ext>
                    </a:extLst>
                  </p:cNvPr>
                  <p:cNvSpPr/>
                  <p:nvPr/>
                </p:nvSpPr>
                <p:spPr bwMode="auto">
                  <a:xfrm>
                    <a:off x="5681663" y="5581651"/>
                    <a:ext cx="3175" cy="3175"/>
                  </a:xfrm>
                  <a:custGeom>
                    <a:avLst/>
                    <a:gdLst>
                      <a:gd name="T0" fmla="*/ 2 w 2"/>
                      <a:gd name="T1" fmla="*/ 1 h 1"/>
                      <a:gd name="T2" fmla="*/ 0 w 2"/>
                      <a:gd name="T3" fmla="*/ 0 h 1"/>
                      <a:gd name="T4" fmla="*/ 0 w 2"/>
                      <a:gd name="T5" fmla="*/ 1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7" name="ïṩḻïdè">
                    <a:extLst>
                      <a:ext uri="{FF2B5EF4-FFF2-40B4-BE49-F238E27FC236}">
                        <a16:creationId xmlns:a16="http://schemas.microsoft.com/office/drawing/2014/main" id="{F52A079D-251F-461A-8EF0-48CF1929CF5A}"/>
                      </a:ext>
                    </a:extLst>
                  </p:cNvPr>
                  <p:cNvSpPr/>
                  <p:nvPr/>
                </p:nvSpPr>
                <p:spPr bwMode="auto">
                  <a:xfrm>
                    <a:off x="5681663" y="5584826"/>
                    <a:ext cx="1588" cy="1588"/>
                  </a:xfrm>
                  <a:custGeom>
                    <a:avLst/>
                    <a:gdLst>
                      <a:gd name="T0" fmla="*/ 1 w 1"/>
                      <a:gd name="T1" fmla="*/ 0 h 1"/>
                      <a:gd name="T2" fmla="*/ 0 w 1"/>
                      <a:gd name="T3" fmla="*/ 0 h 1"/>
                      <a:gd name="T4" fmla="*/ 0 w 1"/>
                      <a:gd name="T5" fmla="*/ 0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0"/>
                        </a:cubicBezTo>
                        <a:cubicBezTo>
                          <a:pt x="1" y="1"/>
                          <a:pt x="1" y="1"/>
                          <a:pt x="1" y="1"/>
                        </a:cubicBezTo>
                        <a:cubicBezTo>
                          <a:pt x="1" y="1"/>
                          <a:pt x="1" y="1"/>
                          <a:pt x="1"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8" name="íṥľîḓè">
                    <a:extLst>
                      <a:ext uri="{FF2B5EF4-FFF2-40B4-BE49-F238E27FC236}">
                        <a16:creationId xmlns:a16="http://schemas.microsoft.com/office/drawing/2014/main" id="{470F8DE8-4D0C-489C-918B-BB9F061BFBBA}"/>
                      </a:ext>
                    </a:extLst>
                  </p:cNvPr>
                  <p:cNvSpPr/>
                  <p:nvPr/>
                </p:nvSpPr>
                <p:spPr bwMode="auto">
                  <a:xfrm>
                    <a:off x="5678488" y="5584826"/>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9" name="išḷiḍé">
                    <a:extLst>
                      <a:ext uri="{FF2B5EF4-FFF2-40B4-BE49-F238E27FC236}">
                        <a16:creationId xmlns:a16="http://schemas.microsoft.com/office/drawing/2014/main" id="{1BEEAF82-E855-4430-ACBA-1D122743E8E9}"/>
                      </a:ext>
                    </a:extLst>
                  </p:cNvPr>
                  <p:cNvSpPr/>
                  <p:nvPr/>
                </p:nvSpPr>
                <p:spPr bwMode="auto">
                  <a:xfrm>
                    <a:off x="5678488" y="5584826"/>
                    <a:ext cx="4763" cy="3175"/>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0"/>
                          <a:pt x="0" y="1"/>
                        </a:cubicBezTo>
                        <a:cubicBezTo>
                          <a:pt x="1" y="2"/>
                          <a:pt x="1" y="2"/>
                          <a:pt x="1"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0" name="ï$ļïḋè">
                    <a:extLst>
                      <a:ext uri="{FF2B5EF4-FFF2-40B4-BE49-F238E27FC236}">
                        <a16:creationId xmlns:a16="http://schemas.microsoft.com/office/drawing/2014/main" id="{60B81786-B959-4414-B88D-959EF6099DEF}"/>
                      </a:ext>
                    </a:extLst>
                  </p:cNvPr>
                  <p:cNvSpPr/>
                  <p:nvPr/>
                </p:nvSpPr>
                <p:spPr bwMode="auto">
                  <a:xfrm>
                    <a:off x="5678488" y="5586414"/>
                    <a:ext cx="3175"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1" name="îṡḻiďé">
                    <a:extLst>
                      <a:ext uri="{FF2B5EF4-FFF2-40B4-BE49-F238E27FC236}">
                        <a16:creationId xmlns:a16="http://schemas.microsoft.com/office/drawing/2014/main" id="{397BFA6C-54E7-4D7C-87D6-5A01E86E6CEB}"/>
                      </a:ext>
                    </a:extLst>
                  </p:cNvPr>
                  <p:cNvSpPr/>
                  <p:nvPr/>
                </p:nvSpPr>
                <p:spPr bwMode="auto">
                  <a:xfrm>
                    <a:off x="5676901" y="5586414"/>
                    <a:ext cx="4763"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0"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2" name="íṣlïḋé">
                    <a:extLst>
                      <a:ext uri="{FF2B5EF4-FFF2-40B4-BE49-F238E27FC236}">
                        <a16:creationId xmlns:a16="http://schemas.microsoft.com/office/drawing/2014/main" id="{7E930B3E-B78C-49C7-B59E-1FEAB35EDAFA}"/>
                      </a:ext>
                    </a:extLst>
                  </p:cNvPr>
                  <p:cNvSpPr/>
                  <p:nvPr/>
                </p:nvSpPr>
                <p:spPr bwMode="auto">
                  <a:xfrm>
                    <a:off x="5675313" y="5588001"/>
                    <a:ext cx="6350" cy="4763"/>
                  </a:xfrm>
                  <a:custGeom>
                    <a:avLst/>
                    <a:gdLst>
                      <a:gd name="T0" fmla="*/ 3 w 3"/>
                      <a:gd name="T1" fmla="*/ 1 h 2"/>
                      <a:gd name="T2" fmla="*/ 1 w 3"/>
                      <a:gd name="T3" fmla="*/ 0 h 2"/>
                      <a:gd name="T4" fmla="*/ 0 w 3"/>
                      <a:gd name="T5" fmla="*/ 1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1" y="0"/>
                          <a:pt x="1" y="0"/>
                          <a:pt x="1" y="0"/>
                        </a:cubicBezTo>
                        <a:cubicBezTo>
                          <a:pt x="1" y="0"/>
                          <a:pt x="1" y="0"/>
                          <a:pt x="0" y="1"/>
                        </a:cubicBezTo>
                        <a:cubicBezTo>
                          <a:pt x="2" y="2"/>
                          <a:pt x="2" y="2"/>
                          <a:pt x="2" y="2"/>
                        </a:cubicBezTo>
                        <a:cubicBezTo>
                          <a:pt x="2" y="1"/>
                          <a:pt x="2" y="1"/>
                          <a:pt x="3"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3" name="ïşḷîḋe">
                    <a:extLst>
                      <a:ext uri="{FF2B5EF4-FFF2-40B4-BE49-F238E27FC236}">
                        <a16:creationId xmlns:a16="http://schemas.microsoft.com/office/drawing/2014/main" id="{F29F5740-02F3-43DA-9192-EF47B2501E9C}"/>
                      </a:ext>
                    </a:extLst>
                  </p:cNvPr>
                  <p:cNvSpPr/>
                  <p:nvPr/>
                </p:nvSpPr>
                <p:spPr bwMode="auto">
                  <a:xfrm>
                    <a:off x="5675313" y="5591176"/>
                    <a:ext cx="3175"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4" name="iŝ1ïďe">
                    <a:extLst>
                      <a:ext uri="{FF2B5EF4-FFF2-40B4-BE49-F238E27FC236}">
                        <a16:creationId xmlns:a16="http://schemas.microsoft.com/office/drawing/2014/main" id="{0D53A143-05B6-4C05-AB46-8D45A5D0BABA}"/>
                      </a:ext>
                    </a:extLst>
                  </p:cNvPr>
                  <p:cNvSpPr/>
                  <p:nvPr/>
                </p:nvSpPr>
                <p:spPr bwMode="auto">
                  <a:xfrm>
                    <a:off x="5675313" y="5591176"/>
                    <a:ext cx="3175" cy="3175"/>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1" y="2"/>
                          <a:pt x="1" y="2"/>
                          <a:pt x="1" y="2"/>
                        </a:cubicBezTo>
                        <a:cubicBezTo>
                          <a:pt x="1"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5" name="iṧ1íḓê">
                    <a:extLst>
                      <a:ext uri="{FF2B5EF4-FFF2-40B4-BE49-F238E27FC236}">
                        <a16:creationId xmlns:a16="http://schemas.microsoft.com/office/drawing/2014/main" id="{2565AD82-86E4-497B-B2F1-61E5D22BF568}"/>
                      </a:ext>
                    </a:extLst>
                  </p:cNvPr>
                  <p:cNvSpPr/>
                  <p:nvPr/>
                </p:nvSpPr>
                <p:spPr bwMode="auto">
                  <a:xfrm>
                    <a:off x="5675313" y="5592764"/>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6" name="ïš1íḍé">
                    <a:extLst>
                      <a:ext uri="{FF2B5EF4-FFF2-40B4-BE49-F238E27FC236}">
                        <a16:creationId xmlns:a16="http://schemas.microsoft.com/office/drawing/2014/main" id="{7F901855-B4C0-4945-AC9C-D7993FC7A730}"/>
                      </a:ext>
                    </a:extLst>
                  </p:cNvPr>
                  <p:cNvSpPr/>
                  <p:nvPr/>
                </p:nvSpPr>
                <p:spPr bwMode="auto">
                  <a:xfrm>
                    <a:off x="5672138" y="5592764"/>
                    <a:ext cx="4763"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0"/>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7" name="íṩļïde">
                    <a:extLst>
                      <a:ext uri="{FF2B5EF4-FFF2-40B4-BE49-F238E27FC236}">
                        <a16:creationId xmlns:a16="http://schemas.microsoft.com/office/drawing/2014/main" id="{8BF56D9B-1457-4781-A4D2-EE91DFDD6F19}"/>
                      </a:ext>
                    </a:extLst>
                  </p:cNvPr>
                  <p:cNvSpPr/>
                  <p:nvPr/>
                </p:nvSpPr>
                <p:spPr bwMode="auto">
                  <a:xfrm>
                    <a:off x="5672138" y="5594351"/>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8" name="i$ļidé">
                    <a:extLst>
                      <a:ext uri="{FF2B5EF4-FFF2-40B4-BE49-F238E27FC236}">
                        <a16:creationId xmlns:a16="http://schemas.microsoft.com/office/drawing/2014/main" id="{067D03A5-658B-4B1F-A291-640AAB07E603}"/>
                      </a:ext>
                    </a:extLst>
                  </p:cNvPr>
                  <p:cNvSpPr/>
                  <p:nvPr/>
                </p:nvSpPr>
                <p:spPr bwMode="auto">
                  <a:xfrm>
                    <a:off x="5672138" y="5594351"/>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9" name="îsḻíḓé">
                    <a:extLst>
                      <a:ext uri="{FF2B5EF4-FFF2-40B4-BE49-F238E27FC236}">
                        <a16:creationId xmlns:a16="http://schemas.microsoft.com/office/drawing/2014/main" id="{ECA8DAEB-C179-4E6C-9612-1AC0ACC080F7}"/>
                      </a:ext>
                    </a:extLst>
                  </p:cNvPr>
                  <p:cNvSpPr/>
                  <p:nvPr/>
                </p:nvSpPr>
                <p:spPr bwMode="auto">
                  <a:xfrm>
                    <a:off x="5672138" y="5594351"/>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0" name="íṣľïďe">
                    <a:extLst>
                      <a:ext uri="{FF2B5EF4-FFF2-40B4-BE49-F238E27FC236}">
                        <a16:creationId xmlns:a16="http://schemas.microsoft.com/office/drawing/2014/main" id="{B97A666F-C7CC-4219-B1C5-05BC47293DCB}"/>
                      </a:ext>
                    </a:extLst>
                  </p:cNvPr>
                  <p:cNvSpPr/>
                  <p:nvPr/>
                </p:nvSpPr>
                <p:spPr bwMode="auto">
                  <a:xfrm>
                    <a:off x="5672138" y="5597526"/>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1" name="îsḻídè">
                    <a:extLst>
                      <a:ext uri="{FF2B5EF4-FFF2-40B4-BE49-F238E27FC236}">
                        <a16:creationId xmlns:a16="http://schemas.microsoft.com/office/drawing/2014/main" id="{983B9BC6-68CB-4D0D-81AE-3F6DA7D284F2}"/>
                      </a:ext>
                    </a:extLst>
                  </p:cNvPr>
                  <p:cNvSpPr/>
                  <p:nvPr/>
                </p:nvSpPr>
                <p:spPr bwMode="auto">
                  <a:xfrm>
                    <a:off x="5672138" y="5597526"/>
                    <a:ext cx="3175" cy="3175"/>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0"/>
                          <a:pt x="0" y="1"/>
                          <a:pt x="0" y="1"/>
                        </a:cubicBezTo>
                        <a:cubicBezTo>
                          <a:pt x="1" y="2"/>
                          <a:pt x="1" y="2"/>
                          <a:pt x="1" y="2"/>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2" name="íṥļiḋê">
                    <a:extLst>
                      <a:ext uri="{FF2B5EF4-FFF2-40B4-BE49-F238E27FC236}">
                        <a16:creationId xmlns:a16="http://schemas.microsoft.com/office/drawing/2014/main" id="{64D4B096-2CF7-4933-B7BF-FDF877B08C5C}"/>
                      </a:ext>
                    </a:extLst>
                  </p:cNvPr>
                  <p:cNvSpPr/>
                  <p:nvPr/>
                </p:nvSpPr>
                <p:spPr bwMode="auto">
                  <a:xfrm>
                    <a:off x="5672138" y="5599114"/>
                    <a:ext cx="3175"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3" name="îsḷiḓê">
                    <a:extLst>
                      <a:ext uri="{FF2B5EF4-FFF2-40B4-BE49-F238E27FC236}">
                        <a16:creationId xmlns:a16="http://schemas.microsoft.com/office/drawing/2014/main" id="{0F6E70E7-DA07-4242-9EF0-1F259450E429}"/>
                      </a:ext>
                    </a:extLst>
                  </p:cNvPr>
                  <p:cNvSpPr/>
                  <p:nvPr/>
                </p:nvSpPr>
                <p:spPr bwMode="auto">
                  <a:xfrm>
                    <a:off x="5670551" y="5599114"/>
                    <a:ext cx="4763" cy="1588"/>
                  </a:xfrm>
                  <a:custGeom>
                    <a:avLst/>
                    <a:gdLst>
                      <a:gd name="T0" fmla="*/ 2 w 2"/>
                      <a:gd name="T1" fmla="*/ 1 h 1"/>
                      <a:gd name="T2" fmla="*/ 1 w 2"/>
                      <a:gd name="T3" fmla="*/ 0 h 1"/>
                      <a:gd name="T4" fmla="*/ 0 w 2"/>
                      <a:gd name="T5" fmla="*/ 1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1"/>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4" name="îṧḷíḑé">
                    <a:extLst>
                      <a:ext uri="{FF2B5EF4-FFF2-40B4-BE49-F238E27FC236}">
                        <a16:creationId xmlns:a16="http://schemas.microsoft.com/office/drawing/2014/main" id="{E004AA31-48CA-4CA2-80EB-6EF84F0240EC}"/>
                      </a:ext>
                    </a:extLst>
                  </p:cNvPr>
                  <p:cNvSpPr/>
                  <p:nvPr/>
                </p:nvSpPr>
                <p:spPr bwMode="auto">
                  <a:xfrm>
                    <a:off x="5670551" y="5600701"/>
                    <a:ext cx="4763" cy="3175"/>
                  </a:xfrm>
                  <a:custGeom>
                    <a:avLst/>
                    <a:gdLst>
                      <a:gd name="T0" fmla="*/ 2 w 2"/>
                      <a:gd name="T1" fmla="*/ 0 h 1"/>
                      <a:gd name="T2" fmla="*/ 0 w 2"/>
                      <a:gd name="T3" fmla="*/ 0 h 1"/>
                      <a:gd name="T4" fmla="*/ 0 w 2"/>
                      <a:gd name="T5" fmla="*/ 0 h 1"/>
                      <a:gd name="T6" fmla="*/ 2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0"/>
                          <a:pt x="0" y="0"/>
                          <a:pt x="0" y="0"/>
                        </a:cubicBezTo>
                        <a:cubicBezTo>
                          <a:pt x="0" y="0"/>
                          <a:pt x="0" y="0"/>
                          <a:pt x="0" y="0"/>
                        </a:cubicBezTo>
                        <a:cubicBezTo>
                          <a:pt x="2" y="1"/>
                          <a:pt x="2" y="1"/>
                          <a:pt x="2" y="1"/>
                        </a:cubicBezTo>
                        <a:cubicBezTo>
                          <a:pt x="2" y="1"/>
                          <a:pt x="2" y="1"/>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5" name="ïṩ1îdé">
                    <a:extLst>
                      <a:ext uri="{FF2B5EF4-FFF2-40B4-BE49-F238E27FC236}">
                        <a16:creationId xmlns:a16="http://schemas.microsoft.com/office/drawing/2014/main" id="{DC81ACE0-F898-45E1-ACC6-E883398851F5}"/>
                      </a:ext>
                    </a:extLst>
                  </p:cNvPr>
                  <p:cNvSpPr/>
                  <p:nvPr/>
                </p:nvSpPr>
                <p:spPr bwMode="auto">
                  <a:xfrm>
                    <a:off x="5670551" y="5600701"/>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6" name="íŝļîḍê">
                    <a:extLst>
                      <a:ext uri="{FF2B5EF4-FFF2-40B4-BE49-F238E27FC236}">
                        <a16:creationId xmlns:a16="http://schemas.microsoft.com/office/drawing/2014/main" id="{8FA5FAE1-7F1A-4FEC-8210-F976FD8DD59B}"/>
                      </a:ext>
                    </a:extLst>
                  </p:cNvPr>
                  <p:cNvSpPr/>
                  <p:nvPr/>
                </p:nvSpPr>
                <p:spPr bwMode="auto">
                  <a:xfrm>
                    <a:off x="5670551" y="5600701"/>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7" name="iṧliḓè">
                    <a:extLst>
                      <a:ext uri="{FF2B5EF4-FFF2-40B4-BE49-F238E27FC236}">
                        <a16:creationId xmlns:a16="http://schemas.microsoft.com/office/drawing/2014/main" id="{F11C6C7E-978F-41AE-84FB-E3520ACEEA73}"/>
                      </a:ext>
                    </a:extLst>
                  </p:cNvPr>
                  <p:cNvSpPr/>
                  <p:nvPr/>
                </p:nvSpPr>
                <p:spPr bwMode="auto">
                  <a:xfrm>
                    <a:off x="5670551" y="5603876"/>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8" name="ïṣḻiďé">
                    <a:extLst>
                      <a:ext uri="{FF2B5EF4-FFF2-40B4-BE49-F238E27FC236}">
                        <a16:creationId xmlns:a16="http://schemas.microsoft.com/office/drawing/2014/main" id="{084E82AF-DD75-467E-AF4A-B6CBF8246493}"/>
                      </a:ext>
                    </a:extLst>
                  </p:cNvPr>
                  <p:cNvSpPr/>
                  <p:nvPr/>
                </p:nvSpPr>
                <p:spPr bwMode="auto">
                  <a:xfrm>
                    <a:off x="5670551" y="5603876"/>
                    <a:ext cx="4763" cy="1588"/>
                  </a:xfrm>
                  <a:custGeom>
                    <a:avLst/>
                    <a:gdLst>
                      <a:gd name="T0" fmla="*/ 2 w 2"/>
                      <a:gd name="T1" fmla="*/ 1 h 1"/>
                      <a:gd name="T2" fmla="*/ 0 w 2"/>
                      <a:gd name="T3" fmla="*/ 0 h 1"/>
                      <a:gd name="T4" fmla="*/ 0 w 2"/>
                      <a:gd name="T5" fmla="*/ 1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9" name="ïśḷîḋe">
                    <a:extLst>
                      <a:ext uri="{FF2B5EF4-FFF2-40B4-BE49-F238E27FC236}">
                        <a16:creationId xmlns:a16="http://schemas.microsoft.com/office/drawing/2014/main" id="{90D787A3-8F09-46A2-B6E4-27793934F256}"/>
                      </a:ext>
                    </a:extLst>
                  </p:cNvPr>
                  <p:cNvSpPr/>
                  <p:nvPr/>
                </p:nvSpPr>
                <p:spPr bwMode="auto">
                  <a:xfrm>
                    <a:off x="5670551" y="5605464"/>
                    <a:ext cx="4763" cy="1588"/>
                  </a:xfrm>
                  <a:custGeom>
                    <a:avLst/>
                    <a:gdLst>
                      <a:gd name="T0" fmla="*/ 2 w 2"/>
                      <a:gd name="T1" fmla="*/ 0 h 1"/>
                      <a:gd name="T2" fmla="*/ 0 w 2"/>
                      <a:gd name="T3" fmla="*/ 0 h 1"/>
                      <a:gd name="T4" fmla="*/ 0 w 2"/>
                      <a:gd name="T5" fmla="*/ 0 h 1"/>
                      <a:gd name="T6" fmla="*/ 2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0"/>
                          <a:pt x="0" y="0"/>
                          <a:pt x="0" y="0"/>
                        </a:cubicBezTo>
                        <a:cubicBezTo>
                          <a:pt x="0" y="0"/>
                          <a:pt x="0" y="0"/>
                          <a:pt x="0" y="0"/>
                        </a:cubicBezTo>
                        <a:cubicBezTo>
                          <a:pt x="2" y="1"/>
                          <a:pt x="2" y="1"/>
                          <a:pt x="2" y="1"/>
                        </a:cubicBezTo>
                        <a:cubicBezTo>
                          <a:pt x="2" y="1"/>
                          <a:pt x="2" y="1"/>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0" name="íSľiḍé">
                    <a:extLst>
                      <a:ext uri="{FF2B5EF4-FFF2-40B4-BE49-F238E27FC236}">
                        <a16:creationId xmlns:a16="http://schemas.microsoft.com/office/drawing/2014/main" id="{0AE47B1E-5B05-425C-8394-2230A0B0C180}"/>
                      </a:ext>
                    </a:extLst>
                  </p:cNvPr>
                  <p:cNvSpPr/>
                  <p:nvPr/>
                </p:nvSpPr>
                <p:spPr bwMode="auto">
                  <a:xfrm>
                    <a:off x="5670551" y="5605464"/>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1" name="íšļïḓè">
                    <a:extLst>
                      <a:ext uri="{FF2B5EF4-FFF2-40B4-BE49-F238E27FC236}">
                        <a16:creationId xmlns:a16="http://schemas.microsoft.com/office/drawing/2014/main" id="{93296487-99A1-4451-8E22-D774909020DF}"/>
                      </a:ext>
                    </a:extLst>
                  </p:cNvPr>
                  <p:cNvSpPr/>
                  <p:nvPr/>
                </p:nvSpPr>
                <p:spPr bwMode="auto">
                  <a:xfrm>
                    <a:off x="5670551" y="5605464"/>
                    <a:ext cx="4763" cy="4763"/>
                  </a:xfrm>
                  <a:custGeom>
                    <a:avLst/>
                    <a:gdLst>
                      <a:gd name="T0" fmla="*/ 2 w 2"/>
                      <a:gd name="T1" fmla="*/ 1 h 2"/>
                      <a:gd name="T2" fmla="*/ 0 w 2"/>
                      <a:gd name="T3" fmla="*/ 0 h 2"/>
                      <a:gd name="T4" fmla="*/ 0 w 2"/>
                      <a:gd name="T5" fmla="*/ 1 h 2"/>
                      <a:gd name="T6" fmla="*/ 0 w 2"/>
                      <a:gd name="T7" fmla="*/ 1 h 2"/>
                      <a:gd name="T8" fmla="*/ 2 w 2"/>
                      <a:gd name="T9" fmla="*/ 2 h 2"/>
                      <a:gd name="T10" fmla="*/ 2 w 2"/>
                      <a:gd name="T11" fmla="*/ 2 h 2"/>
                      <a:gd name="T12" fmla="*/ 2 w 2"/>
                      <a:gd name="T13" fmla="*/ 1 h 2"/>
                    </a:gdLst>
                    <a:ahLst/>
                    <a:cxnLst>
                      <a:cxn ang="0">
                        <a:pos x="T0" y="T1"/>
                      </a:cxn>
                      <a:cxn ang="0">
                        <a:pos x="T2" y="T3"/>
                      </a:cxn>
                      <a:cxn ang="0">
                        <a:pos x="T4" y="T5"/>
                      </a:cxn>
                      <a:cxn ang="0">
                        <a:pos x="T6" y="T7"/>
                      </a:cxn>
                      <a:cxn ang="0">
                        <a:pos x="T8" y="T9"/>
                      </a:cxn>
                      <a:cxn ang="0">
                        <a:pos x="T10" y="T11"/>
                      </a:cxn>
                      <a:cxn ang="0">
                        <a:pos x="T12" y="T13"/>
                      </a:cxn>
                    </a:cxnLst>
                    <a:rect l="0" t="0" r="r" b="b"/>
                    <a:pathLst>
                      <a:path w="2" h="2">
                        <a:moveTo>
                          <a:pt x="2" y="1"/>
                        </a:moveTo>
                        <a:cubicBezTo>
                          <a:pt x="0" y="0"/>
                          <a:pt x="0" y="0"/>
                          <a:pt x="0" y="0"/>
                        </a:cubicBezTo>
                        <a:cubicBezTo>
                          <a:pt x="0" y="0"/>
                          <a:pt x="0" y="1"/>
                          <a:pt x="0" y="1"/>
                        </a:cubicBezTo>
                        <a:cubicBezTo>
                          <a:pt x="0" y="1"/>
                          <a:pt x="0" y="1"/>
                          <a:pt x="0" y="1"/>
                        </a:cubicBezTo>
                        <a:cubicBezTo>
                          <a:pt x="2" y="2"/>
                          <a:pt x="2" y="2"/>
                          <a:pt x="2" y="2"/>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2" name="íšḷïďe">
                    <a:extLst>
                      <a:ext uri="{FF2B5EF4-FFF2-40B4-BE49-F238E27FC236}">
                        <a16:creationId xmlns:a16="http://schemas.microsoft.com/office/drawing/2014/main" id="{80467EE9-02C5-4A8A-974C-2DD7F158E26B}"/>
                      </a:ext>
                    </a:extLst>
                  </p:cNvPr>
                  <p:cNvSpPr/>
                  <p:nvPr/>
                </p:nvSpPr>
                <p:spPr bwMode="auto">
                  <a:xfrm>
                    <a:off x="5670551" y="5607051"/>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3" name="îṡ1íḑê">
                    <a:extLst>
                      <a:ext uri="{FF2B5EF4-FFF2-40B4-BE49-F238E27FC236}">
                        <a16:creationId xmlns:a16="http://schemas.microsoft.com/office/drawing/2014/main" id="{DDEB06C5-9F45-4B9A-AB56-9D2B1292FDDE}"/>
                      </a:ext>
                    </a:extLst>
                  </p:cNvPr>
                  <p:cNvSpPr/>
                  <p:nvPr/>
                </p:nvSpPr>
                <p:spPr bwMode="auto">
                  <a:xfrm>
                    <a:off x="5670551" y="5607051"/>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4" name="ïšļîḓé">
                    <a:extLst>
                      <a:ext uri="{FF2B5EF4-FFF2-40B4-BE49-F238E27FC236}">
                        <a16:creationId xmlns:a16="http://schemas.microsoft.com/office/drawing/2014/main" id="{0E567BF6-60C8-477E-979F-4597B472F0F9}"/>
                      </a:ext>
                    </a:extLst>
                  </p:cNvPr>
                  <p:cNvSpPr/>
                  <p:nvPr/>
                </p:nvSpPr>
                <p:spPr bwMode="auto">
                  <a:xfrm>
                    <a:off x="5670551" y="5607051"/>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5" name="ïṧļíḋè">
                    <a:extLst>
                      <a:ext uri="{FF2B5EF4-FFF2-40B4-BE49-F238E27FC236}">
                        <a16:creationId xmlns:a16="http://schemas.microsoft.com/office/drawing/2014/main" id="{83F0CD5A-3490-4394-82D8-B31DF8C1F512}"/>
                      </a:ext>
                    </a:extLst>
                  </p:cNvPr>
                  <p:cNvSpPr/>
                  <p:nvPr/>
                </p:nvSpPr>
                <p:spPr bwMode="auto">
                  <a:xfrm>
                    <a:off x="5670551" y="5610226"/>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6" name="íşľîďê">
                    <a:extLst>
                      <a:ext uri="{FF2B5EF4-FFF2-40B4-BE49-F238E27FC236}">
                        <a16:creationId xmlns:a16="http://schemas.microsoft.com/office/drawing/2014/main" id="{02029400-3ADF-4144-8FC3-BD4015C8F342}"/>
                      </a:ext>
                    </a:extLst>
                  </p:cNvPr>
                  <p:cNvSpPr/>
                  <p:nvPr/>
                </p:nvSpPr>
                <p:spPr bwMode="auto">
                  <a:xfrm>
                    <a:off x="5670551" y="5610226"/>
                    <a:ext cx="4763" cy="3175"/>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7" name="ïSḻíḓê">
                    <a:extLst>
                      <a:ext uri="{FF2B5EF4-FFF2-40B4-BE49-F238E27FC236}">
                        <a16:creationId xmlns:a16="http://schemas.microsoft.com/office/drawing/2014/main" id="{0588296C-822D-4010-B0E1-01E4DED10127}"/>
                      </a:ext>
                    </a:extLst>
                  </p:cNvPr>
                  <p:cNvSpPr/>
                  <p:nvPr/>
                </p:nvSpPr>
                <p:spPr bwMode="auto">
                  <a:xfrm>
                    <a:off x="5670551" y="5611814"/>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8" name="ïSľïďê">
                    <a:extLst>
                      <a:ext uri="{FF2B5EF4-FFF2-40B4-BE49-F238E27FC236}">
                        <a16:creationId xmlns:a16="http://schemas.microsoft.com/office/drawing/2014/main" id="{1956B6D8-D608-4C64-8EB9-0EE453C10E3B}"/>
                      </a:ext>
                    </a:extLst>
                  </p:cNvPr>
                  <p:cNvSpPr/>
                  <p:nvPr/>
                </p:nvSpPr>
                <p:spPr bwMode="auto">
                  <a:xfrm>
                    <a:off x="5670551" y="5611814"/>
                    <a:ext cx="4763" cy="1588"/>
                  </a:xfrm>
                  <a:custGeom>
                    <a:avLst/>
                    <a:gdLst>
                      <a:gd name="T0" fmla="*/ 2 w 2"/>
                      <a:gd name="T1" fmla="*/ 1 h 1"/>
                      <a:gd name="T2" fmla="*/ 0 w 2"/>
                      <a:gd name="T3" fmla="*/ 0 h 1"/>
                      <a:gd name="T4" fmla="*/ 1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1"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9" name="iSļîḍé">
                    <a:extLst>
                      <a:ext uri="{FF2B5EF4-FFF2-40B4-BE49-F238E27FC236}">
                        <a16:creationId xmlns:a16="http://schemas.microsoft.com/office/drawing/2014/main" id="{6A9ABBF7-A88F-4B9D-893E-882C8E3F5199}"/>
                      </a:ext>
                    </a:extLst>
                  </p:cNvPr>
                  <p:cNvSpPr/>
                  <p:nvPr/>
                </p:nvSpPr>
                <p:spPr bwMode="auto">
                  <a:xfrm>
                    <a:off x="5672138" y="5611814"/>
                    <a:ext cx="3175" cy="4763"/>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1"/>
                          <a:pt x="0" y="1"/>
                          <a:pt x="0" y="1"/>
                        </a:cubicBezTo>
                        <a:cubicBezTo>
                          <a:pt x="1" y="2"/>
                          <a:pt x="1" y="2"/>
                          <a:pt x="1" y="2"/>
                        </a:cubicBezTo>
                        <a:cubicBezTo>
                          <a:pt x="1" y="2"/>
                          <a:pt x="1" y="2"/>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0" name="ïŝlïďê">
                    <a:extLst>
                      <a:ext uri="{FF2B5EF4-FFF2-40B4-BE49-F238E27FC236}">
                        <a16:creationId xmlns:a16="http://schemas.microsoft.com/office/drawing/2014/main" id="{3A280C52-4863-4E2D-A032-2E500C4D951A}"/>
                      </a:ext>
                    </a:extLst>
                  </p:cNvPr>
                  <p:cNvSpPr/>
                  <p:nvPr/>
                </p:nvSpPr>
                <p:spPr bwMode="auto">
                  <a:xfrm>
                    <a:off x="5672138" y="5613401"/>
                    <a:ext cx="4763" cy="3175"/>
                  </a:xfrm>
                  <a:custGeom>
                    <a:avLst/>
                    <a:gdLst>
                      <a:gd name="T0" fmla="*/ 1 w 2"/>
                      <a:gd name="T1" fmla="*/ 1 h 1"/>
                      <a:gd name="T2" fmla="*/ 0 w 2"/>
                      <a:gd name="T3" fmla="*/ 0 h 1"/>
                      <a:gd name="T4" fmla="*/ 0 w 2"/>
                      <a:gd name="T5" fmla="*/ 0 h 1"/>
                      <a:gd name="T6" fmla="*/ 2 w 2"/>
                      <a:gd name="T7" fmla="*/ 1 h 1"/>
                      <a:gd name="T8" fmla="*/ 1 w 2"/>
                      <a:gd name="T9" fmla="*/ 1 h 1"/>
                    </a:gdLst>
                    <a:ahLst/>
                    <a:cxnLst>
                      <a:cxn ang="0">
                        <a:pos x="T0" y="T1"/>
                      </a:cxn>
                      <a:cxn ang="0">
                        <a:pos x="T2" y="T3"/>
                      </a:cxn>
                      <a:cxn ang="0">
                        <a:pos x="T4" y="T5"/>
                      </a:cxn>
                      <a:cxn ang="0">
                        <a:pos x="T6" y="T7"/>
                      </a:cxn>
                      <a:cxn ang="0">
                        <a:pos x="T8" y="T9"/>
                      </a:cxn>
                    </a:cxnLst>
                    <a:rect l="0" t="0" r="r" b="b"/>
                    <a:pathLst>
                      <a:path w="2" h="1">
                        <a:moveTo>
                          <a:pt x="1" y="1"/>
                        </a:moveTo>
                        <a:cubicBezTo>
                          <a:pt x="0" y="0"/>
                          <a:pt x="0" y="0"/>
                          <a:pt x="0" y="0"/>
                        </a:cubicBezTo>
                        <a:cubicBezTo>
                          <a:pt x="0" y="0"/>
                          <a:pt x="0" y="0"/>
                          <a:pt x="0" y="0"/>
                        </a:cubicBezTo>
                        <a:cubicBezTo>
                          <a:pt x="2" y="1"/>
                          <a:pt x="2" y="1"/>
                          <a:pt x="2"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1" name="ïšļíḍê">
                    <a:extLst>
                      <a:ext uri="{FF2B5EF4-FFF2-40B4-BE49-F238E27FC236}">
                        <a16:creationId xmlns:a16="http://schemas.microsoft.com/office/drawing/2014/main" id="{33B1146A-57A7-4053-9C3D-C46078411723}"/>
                      </a:ext>
                    </a:extLst>
                  </p:cNvPr>
                  <p:cNvSpPr/>
                  <p:nvPr/>
                </p:nvSpPr>
                <p:spPr bwMode="auto">
                  <a:xfrm>
                    <a:off x="5672138" y="5613401"/>
                    <a:ext cx="6350" cy="6350"/>
                  </a:xfrm>
                  <a:custGeom>
                    <a:avLst/>
                    <a:gdLst>
                      <a:gd name="T0" fmla="*/ 2 w 3"/>
                      <a:gd name="T1" fmla="*/ 1 h 3"/>
                      <a:gd name="T2" fmla="*/ 0 w 3"/>
                      <a:gd name="T3" fmla="*/ 0 h 3"/>
                      <a:gd name="T4" fmla="*/ 1 w 3"/>
                      <a:gd name="T5" fmla="*/ 2 h 3"/>
                      <a:gd name="T6" fmla="*/ 3 w 3"/>
                      <a:gd name="T7" fmla="*/ 3 h 3"/>
                      <a:gd name="T8" fmla="*/ 2 w 3"/>
                      <a:gd name="T9" fmla="*/ 1 h 3"/>
                    </a:gdLst>
                    <a:ahLst/>
                    <a:cxnLst>
                      <a:cxn ang="0">
                        <a:pos x="T0" y="T1"/>
                      </a:cxn>
                      <a:cxn ang="0">
                        <a:pos x="T2" y="T3"/>
                      </a:cxn>
                      <a:cxn ang="0">
                        <a:pos x="T4" y="T5"/>
                      </a:cxn>
                      <a:cxn ang="0">
                        <a:pos x="T6" y="T7"/>
                      </a:cxn>
                      <a:cxn ang="0">
                        <a:pos x="T8" y="T9"/>
                      </a:cxn>
                    </a:cxnLst>
                    <a:rect l="0" t="0" r="r" b="b"/>
                    <a:pathLst>
                      <a:path w="3" h="3">
                        <a:moveTo>
                          <a:pt x="2" y="1"/>
                        </a:moveTo>
                        <a:cubicBezTo>
                          <a:pt x="0" y="0"/>
                          <a:pt x="0" y="0"/>
                          <a:pt x="0" y="0"/>
                        </a:cubicBezTo>
                        <a:cubicBezTo>
                          <a:pt x="0" y="1"/>
                          <a:pt x="1" y="1"/>
                          <a:pt x="1" y="2"/>
                        </a:cubicBezTo>
                        <a:cubicBezTo>
                          <a:pt x="3" y="3"/>
                          <a:pt x="3" y="3"/>
                          <a:pt x="3" y="3"/>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2" name="îşļíḋè">
                    <a:extLst>
                      <a:ext uri="{FF2B5EF4-FFF2-40B4-BE49-F238E27FC236}">
                        <a16:creationId xmlns:a16="http://schemas.microsoft.com/office/drawing/2014/main" id="{44EE06BF-F85C-4792-B489-D11608211144}"/>
                      </a:ext>
                    </a:extLst>
                  </p:cNvPr>
                  <p:cNvSpPr/>
                  <p:nvPr/>
                </p:nvSpPr>
                <p:spPr bwMode="auto">
                  <a:xfrm>
                    <a:off x="5675313" y="5573714"/>
                    <a:ext cx="33338" cy="50800"/>
                  </a:xfrm>
                  <a:custGeom>
                    <a:avLst/>
                    <a:gdLst>
                      <a:gd name="T0" fmla="*/ 8 w 16"/>
                      <a:gd name="T1" fmla="*/ 3 h 24"/>
                      <a:gd name="T2" fmla="*/ 0 w 16"/>
                      <a:gd name="T3" fmla="*/ 17 h 24"/>
                      <a:gd name="T4" fmla="*/ 8 w 16"/>
                      <a:gd name="T5" fmla="*/ 21 h 24"/>
                      <a:gd name="T6" fmla="*/ 16 w 16"/>
                      <a:gd name="T7" fmla="*/ 7 h 24"/>
                      <a:gd name="T8" fmla="*/ 8 w 16"/>
                      <a:gd name="T9" fmla="*/ 3 h 24"/>
                    </a:gdLst>
                    <a:ahLst/>
                    <a:cxnLst>
                      <a:cxn ang="0">
                        <a:pos x="T0" y="T1"/>
                      </a:cxn>
                      <a:cxn ang="0">
                        <a:pos x="T2" y="T3"/>
                      </a:cxn>
                      <a:cxn ang="0">
                        <a:pos x="T4" y="T5"/>
                      </a:cxn>
                      <a:cxn ang="0">
                        <a:pos x="T6" y="T7"/>
                      </a:cxn>
                      <a:cxn ang="0">
                        <a:pos x="T8" y="T9"/>
                      </a:cxn>
                    </a:cxnLst>
                    <a:rect l="0" t="0" r="r" b="b"/>
                    <a:pathLst>
                      <a:path w="16" h="24">
                        <a:moveTo>
                          <a:pt x="8" y="3"/>
                        </a:moveTo>
                        <a:cubicBezTo>
                          <a:pt x="3" y="5"/>
                          <a:pt x="0" y="12"/>
                          <a:pt x="0" y="17"/>
                        </a:cubicBezTo>
                        <a:cubicBezTo>
                          <a:pt x="0" y="22"/>
                          <a:pt x="3" y="24"/>
                          <a:pt x="8" y="21"/>
                        </a:cubicBezTo>
                        <a:cubicBezTo>
                          <a:pt x="12" y="19"/>
                          <a:pt x="16" y="12"/>
                          <a:pt x="16" y="7"/>
                        </a:cubicBezTo>
                        <a:cubicBezTo>
                          <a:pt x="16" y="2"/>
                          <a:pt x="12" y="0"/>
                          <a:pt x="8" y="3"/>
                        </a:cubicBezTo>
                        <a:close/>
                      </a:path>
                    </a:pathLst>
                  </a:custGeom>
                  <a:solidFill>
                    <a:srgbClr val="E6E6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3" name="iṡ1îḓé">
                    <a:extLst>
                      <a:ext uri="{FF2B5EF4-FFF2-40B4-BE49-F238E27FC236}">
                        <a16:creationId xmlns:a16="http://schemas.microsoft.com/office/drawing/2014/main" id="{0AD96BCA-E3B3-43E7-A2F3-26E891E97A7D}"/>
                      </a:ext>
                    </a:extLst>
                  </p:cNvPr>
                  <p:cNvSpPr/>
                  <p:nvPr/>
                </p:nvSpPr>
                <p:spPr bwMode="auto">
                  <a:xfrm>
                    <a:off x="5838826" y="5481639"/>
                    <a:ext cx="19050" cy="42863"/>
                  </a:xfrm>
                  <a:custGeom>
                    <a:avLst/>
                    <a:gdLst>
                      <a:gd name="T0" fmla="*/ 2 w 9"/>
                      <a:gd name="T1" fmla="*/ 19 h 20"/>
                      <a:gd name="T2" fmla="*/ 4 w 9"/>
                      <a:gd name="T3" fmla="*/ 20 h 20"/>
                      <a:gd name="T4" fmla="*/ 1 w 9"/>
                      <a:gd name="T5" fmla="*/ 15 h 20"/>
                      <a:gd name="T6" fmla="*/ 9 w 9"/>
                      <a:gd name="T7" fmla="*/ 1 h 20"/>
                      <a:gd name="T8" fmla="*/ 8 w 9"/>
                      <a:gd name="T9" fmla="*/ 0 h 20"/>
                      <a:gd name="T10" fmla="*/ 0 w 9"/>
                      <a:gd name="T11" fmla="*/ 14 h 20"/>
                      <a:gd name="T12" fmla="*/ 2 w 9"/>
                      <a:gd name="T13" fmla="*/ 19 h 20"/>
                    </a:gdLst>
                    <a:ahLst/>
                    <a:cxnLst>
                      <a:cxn ang="0">
                        <a:pos x="T0" y="T1"/>
                      </a:cxn>
                      <a:cxn ang="0">
                        <a:pos x="T2" y="T3"/>
                      </a:cxn>
                      <a:cxn ang="0">
                        <a:pos x="T4" y="T5"/>
                      </a:cxn>
                      <a:cxn ang="0">
                        <a:pos x="T6" y="T7"/>
                      </a:cxn>
                      <a:cxn ang="0">
                        <a:pos x="T8" y="T9"/>
                      </a:cxn>
                      <a:cxn ang="0">
                        <a:pos x="T10" y="T11"/>
                      </a:cxn>
                      <a:cxn ang="0">
                        <a:pos x="T12" y="T13"/>
                      </a:cxn>
                    </a:cxnLst>
                    <a:rect l="0" t="0" r="r" b="b"/>
                    <a:pathLst>
                      <a:path w="9" h="20">
                        <a:moveTo>
                          <a:pt x="2" y="19"/>
                        </a:moveTo>
                        <a:cubicBezTo>
                          <a:pt x="4" y="20"/>
                          <a:pt x="4" y="20"/>
                          <a:pt x="4" y="20"/>
                        </a:cubicBezTo>
                        <a:cubicBezTo>
                          <a:pt x="2" y="19"/>
                          <a:pt x="1" y="17"/>
                          <a:pt x="1" y="15"/>
                        </a:cubicBezTo>
                        <a:cubicBezTo>
                          <a:pt x="1" y="10"/>
                          <a:pt x="5" y="4"/>
                          <a:pt x="9" y="1"/>
                        </a:cubicBezTo>
                        <a:cubicBezTo>
                          <a:pt x="8" y="0"/>
                          <a:pt x="8" y="0"/>
                          <a:pt x="8" y="0"/>
                        </a:cubicBezTo>
                        <a:cubicBezTo>
                          <a:pt x="3" y="3"/>
                          <a:pt x="0" y="9"/>
                          <a:pt x="0" y="14"/>
                        </a:cubicBezTo>
                        <a:cubicBezTo>
                          <a:pt x="0" y="16"/>
                          <a:pt x="1" y="18"/>
                          <a:pt x="2" y="19"/>
                        </a:cubicBez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4" name="ísḷîḍè">
                    <a:extLst>
                      <a:ext uri="{FF2B5EF4-FFF2-40B4-BE49-F238E27FC236}">
                        <a16:creationId xmlns:a16="http://schemas.microsoft.com/office/drawing/2014/main" id="{0C1AE0DA-5211-4E8B-B6D6-CE1AB254102D}"/>
                      </a:ext>
                    </a:extLst>
                  </p:cNvPr>
                  <p:cNvSpPr/>
                  <p:nvPr/>
                </p:nvSpPr>
                <p:spPr bwMode="auto">
                  <a:xfrm>
                    <a:off x="5854701" y="5481639"/>
                    <a:ext cx="3175" cy="3175"/>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5" name="ïšļïḓe">
                    <a:extLst>
                      <a:ext uri="{FF2B5EF4-FFF2-40B4-BE49-F238E27FC236}">
                        <a16:creationId xmlns:a16="http://schemas.microsoft.com/office/drawing/2014/main" id="{81F0B129-79B9-45A3-AC07-2621A04A707B}"/>
                      </a:ext>
                    </a:extLst>
                  </p:cNvPr>
                  <p:cNvSpPr/>
                  <p:nvPr/>
                </p:nvSpPr>
                <p:spPr bwMode="auto">
                  <a:xfrm>
                    <a:off x="5853113" y="5481639"/>
                    <a:ext cx="4763" cy="3175"/>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6" name="î$1iḍê">
                    <a:extLst>
                      <a:ext uri="{FF2B5EF4-FFF2-40B4-BE49-F238E27FC236}">
                        <a16:creationId xmlns:a16="http://schemas.microsoft.com/office/drawing/2014/main" id="{C56CE46B-26EB-4D7D-AEC0-BED9F986163E}"/>
                      </a:ext>
                    </a:extLst>
                  </p:cNvPr>
                  <p:cNvSpPr/>
                  <p:nvPr/>
                </p:nvSpPr>
                <p:spPr bwMode="auto">
                  <a:xfrm>
                    <a:off x="5853113" y="5481639"/>
                    <a:ext cx="4763" cy="3175"/>
                  </a:xfrm>
                  <a:custGeom>
                    <a:avLst/>
                    <a:gdLst>
                      <a:gd name="T0" fmla="*/ 2 w 2"/>
                      <a:gd name="T1" fmla="*/ 1 h 1"/>
                      <a:gd name="T2" fmla="*/ 0 w 2"/>
                      <a:gd name="T3" fmla="*/ 0 h 1"/>
                      <a:gd name="T4" fmla="*/ 0 w 2"/>
                      <a:gd name="T5" fmla="*/ 1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7" name="íṥļîde">
                    <a:extLst>
                      <a:ext uri="{FF2B5EF4-FFF2-40B4-BE49-F238E27FC236}">
                        <a16:creationId xmlns:a16="http://schemas.microsoft.com/office/drawing/2014/main" id="{CB54994B-22A4-4294-844E-56B184B77E51}"/>
                      </a:ext>
                    </a:extLst>
                  </p:cNvPr>
                  <p:cNvSpPr/>
                  <p:nvPr/>
                </p:nvSpPr>
                <p:spPr bwMode="auto">
                  <a:xfrm>
                    <a:off x="5853113" y="5484814"/>
                    <a:ext cx="1588" cy="1588"/>
                  </a:xfrm>
                  <a:custGeom>
                    <a:avLst/>
                    <a:gdLst>
                      <a:gd name="T0" fmla="*/ 1 w 1"/>
                      <a:gd name="T1" fmla="*/ 0 h 1"/>
                      <a:gd name="T2" fmla="*/ 0 w 1"/>
                      <a:gd name="T3" fmla="*/ 0 h 1"/>
                      <a:gd name="T4" fmla="*/ 0 w 1"/>
                      <a:gd name="T5" fmla="*/ 0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0"/>
                        </a:cubicBezTo>
                        <a:cubicBezTo>
                          <a:pt x="1" y="1"/>
                          <a:pt x="1" y="1"/>
                          <a:pt x="1" y="1"/>
                        </a:cubicBezTo>
                        <a:cubicBezTo>
                          <a:pt x="1" y="1"/>
                          <a:pt x="1" y="1"/>
                          <a:pt x="1"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8" name="íṧḷiḍe">
                    <a:extLst>
                      <a:ext uri="{FF2B5EF4-FFF2-40B4-BE49-F238E27FC236}">
                        <a16:creationId xmlns:a16="http://schemas.microsoft.com/office/drawing/2014/main" id="{5F7474A8-8C30-4F52-86D4-1FE466F1D76B}"/>
                      </a:ext>
                    </a:extLst>
                  </p:cNvPr>
                  <p:cNvSpPr/>
                  <p:nvPr/>
                </p:nvSpPr>
                <p:spPr bwMode="auto">
                  <a:xfrm>
                    <a:off x="5851526" y="5484814"/>
                    <a:ext cx="3175"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9" name="íś1îḍê">
                    <a:extLst>
                      <a:ext uri="{FF2B5EF4-FFF2-40B4-BE49-F238E27FC236}">
                        <a16:creationId xmlns:a16="http://schemas.microsoft.com/office/drawing/2014/main" id="{A0E55D8F-E219-43F1-8FB9-CAFEF5F981F6}"/>
                      </a:ext>
                    </a:extLst>
                  </p:cNvPr>
                  <p:cNvSpPr/>
                  <p:nvPr/>
                </p:nvSpPr>
                <p:spPr bwMode="auto">
                  <a:xfrm>
                    <a:off x="5851526" y="5484814"/>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0" name="iśļíḑé">
                    <a:extLst>
                      <a:ext uri="{FF2B5EF4-FFF2-40B4-BE49-F238E27FC236}">
                        <a16:creationId xmlns:a16="http://schemas.microsoft.com/office/drawing/2014/main" id="{8D0CBA89-D4CB-4397-875C-86DE980AB2C3}"/>
                      </a:ext>
                    </a:extLst>
                  </p:cNvPr>
                  <p:cNvSpPr/>
                  <p:nvPr/>
                </p:nvSpPr>
                <p:spPr bwMode="auto">
                  <a:xfrm>
                    <a:off x="5848351" y="5484814"/>
                    <a:ext cx="4763" cy="3175"/>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0"/>
                          <a:pt x="1"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1" name="íṧlíḑe">
                    <a:extLst>
                      <a:ext uri="{FF2B5EF4-FFF2-40B4-BE49-F238E27FC236}">
                        <a16:creationId xmlns:a16="http://schemas.microsoft.com/office/drawing/2014/main" id="{89C32BFC-72E9-474F-8D56-FEB12D62741F}"/>
                      </a:ext>
                    </a:extLst>
                  </p:cNvPr>
                  <p:cNvSpPr/>
                  <p:nvPr/>
                </p:nvSpPr>
                <p:spPr bwMode="auto">
                  <a:xfrm>
                    <a:off x="5848351" y="5486401"/>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2" name="íşḻiḋe">
                    <a:extLst>
                      <a:ext uri="{FF2B5EF4-FFF2-40B4-BE49-F238E27FC236}">
                        <a16:creationId xmlns:a16="http://schemas.microsoft.com/office/drawing/2014/main" id="{E5550AFB-07FC-4A62-9238-99D83D3B94E0}"/>
                      </a:ext>
                    </a:extLst>
                  </p:cNvPr>
                  <p:cNvSpPr/>
                  <p:nvPr/>
                </p:nvSpPr>
                <p:spPr bwMode="auto">
                  <a:xfrm>
                    <a:off x="5848351" y="5486401"/>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3" name="iŝ1îḍé">
                    <a:extLst>
                      <a:ext uri="{FF2B5EF4-FFF2-40B4-BE49-F238E27FC236}">
                        <a16:creationId xmlns:a16="http://schemas.microsoft.com/office/drawing/2014/main" id="{A9412291-A473-494E-8FA9-9D9FE4CB8680}"/>
                      </a:ext>
                    </a:extLst>
                  </p:cNvPr>
                  <p:cNvSpPr/>
                  <p:nvPr/>
                </p:nvSpPr>
                <p:spPr bwMode="auto">
                  <a:xfrm>
                    <a:off x="5846763" y="5486401"/>
                    <a:ext cx="4763" cy="3175"/>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0"/>
                          <a:pt x="1"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4" name="îŝľíḍè">
                    <a:extLst>
                      <a:ext uri="{FF2B5EF4-FFF2-40B4-BE49-F238E27FC236}">
                        <a16:creationId xmlns:a16="http://schemas.microsoft.com/office/drawing/2014/main" id="{911BAD7A-F682-49EE-8476-2FC1E45C44D2}"/>
                      </a:ext>
                    </a:extLst>
                  </p:cNvPr>
                  <p:cNvSpPr/>
                  <p:nvPr/>
                </p:nvSpPr>
                <p:spPr bwMode="auto">
                  <a:xfrm>
                    <a:off x="5846763" y="5487989"/>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5" name="iSḷiďe">
                    <a:extLst>
                      <a:ext uri="{FF2B5EF4-FFF2-40B4-BE49-F238E27FC236}">
                        <a16:creationId xmlns:a16="http://schemas.microsoft.com/office/drawing/2014/main" id="{19B206A7-6925-4082-9474-C8A331381DA0}"/>
                      </a:ext>
                    </a:extLst>
                  </p:cNvPr>
                  <p:cNvSpPr/>
                  <p:nvPr/>
                </p:nvSpPr>
                <p:spPr bwMode="auto">
                  <a:xfrm>
                    <a:off x="5846763" y="5487989"/>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6" name="íSḻiḋè">
                    <a:extLst>
                      <a:ext uri="{FF2B5EF4-FFF2-40B4-BE49-F238E27FC236}">
                        <a16:creationId xmlns:a16="http://schemas.microsoft.com/office/drawing/2014/main" id="{7B923B06-4556-4E01-94DE-1B411464D55C}"/>
                      </a:ext>
                    </a:extLst>
                  </p:cNvPr>
                  <p:cNvSpPr/>
                  <p:nvPr/>
                </p:nvSpPr>
                <p:spPr bwMode="auto">
                  <a:xfrm>
                    <a:off x="5846763" y="5487989"/>
                    <a:ext cx="1588" cy="4763"/>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0"/>
                          <a:pt x="0" y="1"/>
                          <a:pt x="0" y="1"/>
                        </a:cubicBezTo>
                        <a:cubicBezTo>
                          <a:pt x="1" y="2"/>
                          <a:pt x="1" y="2"/>
                          <a:pt x="1" y="2"/>
                        </a:cubicBezTo>
                        <a:cubicBezTo>
                          <a:pt x="1" y="2"/>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7" name="ïš1îḓé">
                    <a:extLst>
                      <a:ext uri="{FF2B5EF4-FFF2-40B4-BE49-F238E27FC236}">
                        <a16:creationId xmlns:a16="http://schemas.microsoft.com/office/drawing/2014/main" id="{A5C53A29-6048-4AA5-BB9A-E6D95123E179}"/>
                      </a:ext>
                    </a:extLst>
                  </p:cNvPr>
                  <p:cNvSpPr/>
                  <p:nvPr/>
                </p:nvSpPr>
                <p:spPr bwMode="auto">
                  <a:xfrm>
                    <a:off x="5845176" y="5489576"/>
                    <a:ext cx="3175" cy="3175"/>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8" name="iṡ1ïḑê">
                    <a:extLst>
                      <a:ext uri="{FF2B5EF4-FFF2-40B4-BE49-F238E27FC236}">
                        <a16:creationId xmlns:a16="http://schemas.microsoft.com/office/drawing/2014/main" id="{163CDBF5-CC19-4565-87DF-0FA73A2A2867}"/>
                      </a:ext>
                    </a:extLst>
                  </p:cNvPr>
                  <p:cNvSpPr/>
                  <p:nvPr/>
                </p:nvSpPr>
                <p:spPr bwMode="auto">
                  <a:xfrm>
                    <a:off x="5845176" y="5489576"/>
                    <a:ext cx="3175" cy="4763"/>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1" y="2"/>
                          <a:pt x="1" y="2"/>
                          <a:pt x="1" y="2"/>
                        </a:cubicBezTo>
                        <a:cubicBezTo>
                          <a:pt x="1"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9" name="ïṡḷïḓê">
                    <a:extLst>
                      <a:ext uri="{FF2B5EF4-FFF2-40B4-BE49-F238E27FC236}">
                        <a16:creationId xmlns:a16="http://schemas.microsoft.com/office/drawing/2014/main" id="{C3BE9F65-71E4-40F1-816C-63CB059029EB}"/>
                      </a:ext>
                    </a:extLst>
                  </p:cNvPr>
                  <p:cNvSpPr/>
                  <p:nvPr/>
                </p:nvSpPr>
                <p:spPr bwMode="auto">
                  <a:xfrm>
                    <a:off x="5842001" y="5492751"/>
                    <a:ext cx="4763" cy="3175"/>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0"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0" name="išľîḋé">
                    <a:extLst>
                      <a:ext uri="{FF2B5EF4-FFF2-40B4-BE49-F238E27FC236}">
                        <a16:creationId xmlns:a16="http://schemas.microsoft.com/office/drawing/2014/main" id="{AC44C7AB-9B71-4879-A0A8-FA03286677DB}"/>
                      </a:ext>
                    </a:extLst>
                  </p:cNvPr>
                  <p:cNvSpPr/>
                  <p:nvPr/>
                </p:nvSpPr>
                <p:spPr bwMode="auto">
                  <a:xfrm>
                    <a:off x="5842001" y="5494339"/>
                    <a:ext cx="4763" cy="1588"/>
                  </a:xfrm>
                  <a:custGeom>
                    <a:avLst/>
                    <a:gdLst>
                      <a:gd name="T0" fmla="*/ 2 w 2"/>
                      <a:gd name="T1" fmla="*/ 1 h 1"/>
                      <a:gd name="T2" fmla="*/ 0 w 2"/>
                      <a:gd name="T3" fmla="*/ 0 h 1"/>
                      <a:gd name="T4" fmla="*/ 0 w 2"/>
                      <a:gd name="T5" fmla="*/ 1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1" y="1"/>
                          <a:pt x="1" y="1"/>
                          <a:pt x="1" y="1"/>
                        </a:cubicBezTo>
                        <a:cubicBezTo>
                          <a:pt x="1"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1" name="í$1îḑe">
                    <a:extLst>
                      <a:ext uri="{FF2B5EF4-FFF2-40B4-BE49-F238E27FC236}">
                        <a16:creationId xmlns:a16="http://schemas.microsoft.com/office/drawing/2014/main" id="{91FE819A-B000-42F4-8B4A-2B58549508CD}"/>
                      </a:ext>
                    </a:extLst>
                  </p:cNvPr>
                  <p:cNvSpPr/>
                  <p:nvPr/>
                </p:nvSpPr>
                <p:spPr bwMode="auto">
                  <a:xfrm>
                    <a:off x="5840413" y="5495926"/>
                    <a:ext cx="4763" cy="3175"/>
                  </a:xfrm>
                  <a:custGeom>
                    <a:avLst/>
                    <a:gdLst>
                      <a:gd name="T0" fmla="*/ 2 w 2"/>
                      <a:gd name="T1" fmla="*/ 0 h 1"/>
                      <a:gd name="T2" fmla="*/ 1 w 2"/>
                      <a:gd name="T3" fmla="*/ 0 h 1"/>
                      <a:gd name="T4" fmla="*/ 0 w 2"/>
                      <a:gd name="T5" fmla="*/ 0 h 1"/>
                      <a:gd name="T6" fmla="*/ 2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0"/>
                          <a:pt x="1" y="0"/>
                          <a:pt x="1" y="0"/>
                        </a:cubicBezTo>
                        <a:cubicBezTo>
                          <a:pt x="1" y="0"/>
                          <a:pt x="1" y="0"/>
                          <a:pt x="0" y="0"/>
                        </a:cubicBezTo>
                        <a:cubicBezTo>
                          <a:pt x="2" y="1"/>
                          <a:pt x="2" y="1"/>
                          <a:pt x="2" y="1"/>
                        </a:cubicBezTo>
                        <a:cubicBezTo>
                          <a:pt x="2" y="1"/>
                          <a:pt x="2" y="1"/>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2" name="išľîďé">
                    <a:extLst>
                      <a:ext uri="{FF2B5EF4-FFF2-40B4-BE49-F238E27FC236}">
                        <a16:creationId xmlns:a16="http://schemas.microsoft.com/office/drawing/2014/main" id="{B1D24842-D3D0-44B0-A202-4EE040BA7CD3}"/>
                      </a:ext>
                    </a:extLst>
                  </p:cNvPr>
                  <p:cNvSpPr/>
                  <p:nvPr/>
                </p:nvSpPr>
                <p:spPr bwMode="auto">
                  <a:xfrm>
                    <a:off x="5840413" y="5495926"/>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3" name="íšḻïḋê">
                    <a:extLst>
                      <a:ext uri="{FF2B5EF4-FFF2-40B4-BE49-F238E27FC236}">
                        <a16:creationId xmlns:a16="http://schemas.microsoft.com/office/drawing/2014/main" id="{65395090-58C5-492A-82BD-C876D3E591B9}"/>
                      </a:ext>
                    </a:extLst>
                  </p:cNvPr>
                  <p:cNvSpPr/>
                  <p:nvPr/>
                </p:nvSpPr>
                <p:spPr bwMode="auto">
                  <a:xfrm>
                    <a:off x="5840413" y="5495926"/>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4" name="íśļïḋé">
                    <a:extLst>
                      <a:ext uri="{FF2B5EF4-FFF2-40B4-BE49-F238E27FC236}">
                        <a16:creationId xmlns:a16="http://schemas.microsoft.com/office/drawing/2014/main" id="{BF77960A-A2BE-47D4-83C8-891596E38273}"/>
                      </a:ext>
                    </a:extLst>
                  </p:cNvPr>
                  <p:cNvSpPr/>
                  <p:nvPr/>
                </p:nvSpPr>
                <p:spPr bwMode="auto">
                  <a:xfrm>
                    <a:off x="5840413" y="5499101"/>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5" name="íṥľidè">
                    <a:extLst>
                      <a:ext uri="{FF2B5EF4-FFF2-40B4-BE49-F238E27FC236}">
                        <a16:creationId xmlns:a16="http://schemas.microsoft.com/office/drawing/2014/main" id="{B555F6E5-59C8-47F0-8EC9-323C7F4AC1DB}"/>
                      </a:ext>
                    </a:extLst>
                  </p:cNvPr>
                  <p:cNvSpPr/>
                  <p:nvPr/>
                </p:nvSpPr>
                <p:spPr bwMode="auto">
                  <a:xfrm>
                    <a:off x="5840413" y="5499101"/>
                    <a:ext cx="1588" cy="3175"/>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0"/>
                          <a:pt x="0" y="0"/>
                          <a:pt x="0" y="1"/>
                        </a:cubicBezTo>
                        <a:cubicBezTo>
                          <a:pt x="1" y="2"/>
                          <a:pt x="1" y="2"/>
                          <a:pt x="1" y="2"/>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6" name="ïsḷîḋé">
                    <a:extLst>
                      <a:ext uri="{FF2B5EF4-FFF2-40B4-BE49-F238E27FC236}">
                        <a16:creationId xmlns:a16="http://schemas.microsoft.com/office/drawing/2014/main" id="{3D98D522-2033-487E-AD2E-53EE2F0A13C8}"/>
                      </a:ext>
                    </a:extLst>
                  </p:cNvPr>
                  <p:cNvSpPr/>
                  <p:nvPr/>
                </p:nvSpPr>
                <p:spPr bwMode="auto">
                  <a:xfrm>
                    <a:off x="5840413" y="5500689"/>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7" name="íṩḷïḓé">
                    <a:extLst>
                      <a:ext uri="{FF2B5EF4-FFF2-40B4-BE49-F238E27FC236}">
                        <a16:creationId xmlns:a16="http://schemas.microsoft.com/office/drawing/2014/main" id="{D6C38106-03C8-4318-99B6-816807F0AEF7}"/>
                      </a:ext>
                    </a:extLst>
                  </p:cNvPr>
                  <p:cNvSpPr/>
                  <p:nvPr/>
                </p:nvSpPr>
                <p:spPr bwMode="auto">
                  <a:xfrm>
                    <a:off x="5838826" y="5500689"/>
                    <a:ext cx="3175"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8" name="í$ļíḍê">
                    <a:extLst>
                      <a:ext uri="{FF2B5EF4-FFF2-40B4-BE49-F238E27FC236}">
                        <a16:creationId xmlns:a16="http://schemas.microsoft.com/office/drawing/2014/main" id="{7067E931-90F8-4B70-A9F9-BF29A8316A6D}"/>
                      </a:ext>
                    </a:extLst>
                  </p:cNvPr>
                  <p:cNvSpPr/>
                  <p:nvPr/>
                </p:nvSpPr>
                <p:spPr bwMode="auto">
                  <a:xfrm>
                    <a:off x="5838826" y="5500689"/>
                    <a:ext cx="3175"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9" name="ï$ļíḋê">
                    <a:extLst>
                      <a:ext uri="{FF2B5EF4-FFF2-40B4-BE49-F238E27FC236}">
                        <a16:creationId xmlns:a16="http://schemas.microsoft.com/office/drawing/2014/main" id="{C84B14DD-85E5-4548-9ED2-2490D01C794C}"/>
                      </a:ext>
                    </a:extLst>
                  </p:cNvPr>
                  <p:cNvSpPr/>
                  <p:nvPr/>
                </p:nvSpPr>
                <p:spPr bwMode="auto">
                  <a:xfrm>
                    <a:off x="5838826" y="5502276"/>
                    <a:ext cx="3175"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0" name="iṩḻîḍe">
                    <a:extLst>
                      <a:ext uri="{FF2B5EF4-FFF2-40B4-BE49-F238E27FC236}">
                        <a16:creationId xmlns:a16="http://schemas.microsoft.com/office/drawing/2014/main" id="{3C3FCCF2-6319-4D00-B6E6-B7838DB736EB}"/>
                      </a:ext>
                    </a:extLst>
                  </p:cNvPr>
                  <p:cNvSpPr/>
                  <p:nvPr/>
                </p:nvSpPr>
                <p:spPr bwMode="auto">
                  <a:xfrm>
                    <a:off x="5838826" y="5502276"/>
                    <a:ext cx="3175"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1" name="ïSḻiḓê">
                    <a:extLst>
                      <a:ext uri="{FF2B5EF4-FFF2-40B4-BE49-F238E27FC236}">
                        <a16:creationId xmlns:a16="http://schemas.microsoft.com/office/drawing/2014/main" id="{B4F47B67-C5E6-426D-89D6-41095C39B55F}"/>
                      </a:ext>
                    </a:extLst>
                  </p:cNvPr>
                  <p:cNvSpPr/>
                  <p:nvPr/>
                </p:nvSpPr>
                <p:spPr bwMode="auto">
                  <a:xfrm>
                    <a:off x="5838826" y="5505451"/>
                    <a:ext cx="3175"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2" name="ïšļíḍê">
                    <a:extLst>
                      <a:ext uri="{FF2B5EF4-FFF2-40B4-BE49-F238E27FC236}">
                        <a16:creationId xmlns:a16="http://schemas.microsoft.com/office/drawing/2014/main" id="{AD62C3E3-FDF6-4A67-BF19-EA2E0FB7F605}"/>
                      </a:ext>
                    </a:extLst>
                  </p:cNvPr>
                  <p:cNvSpPr/>
                  <p:nvPr/>
                </p:nvSpPr>
                <p:spPr bwMode="auto">
                  <a:xfrm>
                    <a:off x="5838826" y="5505451"/>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3" name="iṣļïḑe">
                    <a:extLst>
                      <a:ext uri="{FF2B5EF4-FFF2-40B4-BE49-F238E27FC236}">
                        <a16:creationId xmlns:a16="http://schemas.microsoft.com/office/drawing/2014/main" id="{CED8FD05-4EE8-42D6-8535-5EDF109D17DB}"/>
                      </a:ext>
                    </a:extLst>
                  </p:cNvPr>
                  <p:cNvSpPr/>
                  <p:nvPr/>
                </p:nvSpPr>
                <p:spPr bwMode="auto">
                  <a:xfrm>
                    <a:off x="5838826" y="5505451"/>
                    <a:ext cx="1588" cy="3175"/>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1"/>
                          <a:pt x="0" y="1"/>
                          <a:pt x="0" y="1"/>
                        </a:cubicBezTo>
                        <a:cubicBezTo>
                          <a:pt x="1" y="2"/>
                          <a:pt x="1" y="2"/>
                          <a:pt x="1" y="2"/>
                        </a:cubicBezTo>
                        <a:cubicBezTo>
                          <a:pt x="1" y="2"/>
                          <a:pt x="1" y="2"/>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4" name="is1îḋê">
                    <a:extLst>
                      <a:ext uri="{FF2B5EF4-FFF2-40B4-BE49-F238E27FC236}">
                        <a16:creationId xmlns:a16="http://schemas.microsoft.com/office/drawing/2014/main" id="{DDCEF09E-9815-4104-8836-47C62FABF969}"/>
                      </a:ext>
                    </a:extLst>
                  </p:cNvPr>
                  <p:cNvSpPr/>
                  <p:nvPr/>
                </p:nvSpPr>
                <p:spPr bwMode="auto">
                  <a:xfrm>
                    <a:off x="5838826" y="5507039"/>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5" name="îṥḷîḑê">
                    <a:extLst>
                      <a:ext uri="{FF2B5EF4-FFF2-40B4-BE49-F238E27FC236}">
                        <a16:creationId xmlns:a16="http://schemas.microsoft.com/office/drawing/2014/main" id="{9E91656D-D792-4D97-885F-7A24FC60805E}"/>
                      </a:ext>
                    </a:extLst>
                  </p:cNvPr>
                  <p:cNvSpPr/>
                  <p:nvPr/>
                </p:nvSpPr>
                <p:spPr bwMode="auto">
                  <a:xfrm>
                    <a:off x="5838826" y="5507039"/>
                    <a:ext cx="1588" cy="4763"/>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0"/>
                          <a:pt x="0" y="1"/>
                          <a:pt x="0" y="1"/>
                        </a:cubicBezTo>
                        <a:cubicBezTo>
                          <a:pt x="1" y="2"/>
                          <a:pt x="1" y="2"/>
                          <a:pt x="1" y="2"/>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6" name="îš1îďé">
                    <a:extLst>
                      <a:ext uri="{FF2B5EF4-FFF2-40B4-BE49-F238E27FC236}">
                        <a16:creationId xmlns:a16="http://schemas.microsoft.com/office/drawing/2014/main" id="{4AF8695A-A5B5-4F8A-945D-BEB95585B6AC}"/>
                      </a:ext>
                    </a:extLst>
                  </p:cNvPr>
                  <p:cNvSpPr/>
                  <p:nvPr/>
                </p:nvSpPr>
                <p:spPr bwMode="auto">
                  <a:xfrm>
                    <a:off x="5838826" y="5508626"/>
                    <a:ext cx="1588" cy="3175"/>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7" name="î$ľîḍé">
                    <a:extLst>
                      <a:ext uri="{FF2B5EF4-FFF2-40B4-BE49-F238E27FC236}">
                        <a16:creationId xmlns:a16="http://schemas.microsoft.com/office/drawing/2014/main" id="{30AC0DD9-AF7E-49C4-8207-9A3E7D6F5805}"/>
                      </a:ext>
                    </a:extLst>
                  </p:cNvPr>
                  <p:cNvSpPr/>
                  <p:nvPr/>
                </p:nvSpPr>
                <p:spPr bwMode="auto">
                  <a:xfrm>
                    <a:off x="5838826" y="5508626"/>
                    <a:ext cx="1588" cy="3175"/>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8" name="iṥḷïḋé">
                    <a:extLst>
                      <a:ext uri="{FF2B5EF4-FFF2-40B4-BE49-F238E27FC236}">
                        <a16:creationId xmlns:a16="http://schemas.microsoft.com/office/drawing/2014/main" id="{8605A0CA-8978-49D7-8A97-8A102C918FB3}"/>
                      </a:ext>
                    </a:extLst>
                  </p:cNvPr>
                  <p:cNvSpPr/>
                  <p:nvPr/>
                </p:nvSpPr>
                <p:spPr bwMode="auto">
                  <a:xfrm>
                    <a:off x="5838826" y="5508626"/>
                    <a:ext cx="1588" cy="4763"/>
                  </a:xfrm>
                  <a:custGeom>
                    <a:avLst/>
                    <a:gdLst>
                      <a:gd name="T0" fmla="*/ 1 w 1"/>
                      <a:gd name="T1" fmla="*/ 1 h 2"/>
                      <a:gd name="T2" fmla="*/ 0 w 1"/>
                      <a:gd name="T3" fmla="*/ 0 h 2"/>
                      <a:gd name="T4" fmla="*/ 0 w 1"/>
                      <a:gd name="T5" fmla="*/ 1 h 2"/>
                      <a:gd name="T6" fmla="*/ 0 w 1"/>
                      <a:gd name="T7" fmla="*/ 1 h 2"/>
                      <a:gd name="T8" fmla="*/ 1 w 1"/>
                      <a:gd name="T9" fmla="*/ 2 h 2"/>
                      <a:gd name="T10" fmla="*/ 1 w 1"/>
                      <a:gd name="T11" fmla="*/ 2 h 2"/>
                      <a:gd name="T12" fmla="*/ 1 w 1"/>
                      <a:gd name="T13" fmla="*/ 1 h 2"/>
                    </a:gdLst>
                    <a:ahLst/>
                    <a:cxnLst>
                      <a:cxn ang="0">
                        <a:pos x="T0" y="T1"/>
                      </a:cxn>
                      <a:cxn ang="0">
                        <a:pos x="T2" y="T3"/>
                      </a:cxn>
                      <a:cxn ang="0">
                        <a:pos x="T4" y="T5"/>
                      </a:cxn>
                      <a:cxn ang="0">
                        <a:pos x="T6" y="T7"/>
                      </a:cxn>
                      <a:cxn ang="0">
                        <a:pos x="T8" y="T9"/>
                      </a:cxn>
                      <a:cxn ang="0">
                        <a:pos x="T10" y="T11"/>
                      </a:cxn>
                      <a:cxn ang="0">
                        <a:pos x="T12" y="T13"/>
                      </a:cxn>
                    </a:cxnLst>
                    <a:rect l="0" t="0" r="r" b="b"/>
                    <a:pathLst>
                      <a:path w="1" h="2">
                        <a:moveTo>
                          <a:pt x="1" y="1"/>
                        </a:moveTo>
                        <a:cubicBezTo>
                          <a:pt x="0" y="0"/>
                          <a:pt x="0" y="0"/>
                          <a:pt x="0" y="0"/>
                        </a:cubicBezTo>
                        <a:cubicBezTo>
                          <a:pt x="0" y="1"/>
                          <a:pt x="0" y="1"/>
                          <a:pt x="0" y="1"/>
                        </a:cubicBezTo>
                        <a:cubicBezTo>
                          <a:pt x="0" y="1"/>
                          <a:pt x="0" y="1"/>
                          <a:pt x="0" y="1"/>
                        </a:cubicBezTo>
                        <a:cubicBezTo>
                          <a:pt x="1" y="2"/>
                          <a:pt x="1" y="2"/>
                          <a:pt x="1" y="2"/>
                        </a:cubicBezTo>
                        <a:cubicBezTo>
                          <a:pt x="1" y="2"/>
                          <a:pt x="1" y="2"/>
                          <a:pt x="1" y="2"/>
                        </a:cubicBezTo>
                        <a:cubicBezTo>
                          <a:pt x="1" y="2"/>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9" name="ísḷîḑè">
                    <a:extLst>
                      <a:ext uri="{FF2B5EF4-FFF2-40B4-BE49-F238E27FC236}">
                        <a16:creationId xmlns:a16="http://schemas.microsoft.com/office/drawing/2014/main" id="{265CE2AD-BF85-4A47-A5B3-4E9646C44CB3}"/>
                      </a:ext>
                    </a:extLst>
                  </p:cNvPr>
                  <p:cNvSpPr/>
                  <p:nvPr/>
                </p:nvSpPr>
                <p:spPr bwMode="auto">
                  <a:xfrm>
                    <a:off x="5838826" y="5511801"/>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0" name="iśḷiḍe">
                    <a:extLst>
                      <a:ext uri="{FF2B5EF4-FFF2-40B4-BE49-F238E27FC236}">
                        <a16:creationId xmlns:a16="http://schemas.microsoft.com/office/drawing/2014/main" id="{0BAACE5C-877C-4B7D-98C4-C2D2E5E9503D}"/>
                      </a:ext>
                    </a:extLst>
                  </p:cNvPr>
                  <p:cNvSpPr/>
                  <p:nvPr/>
                </p:nvSpPr>
                <p:spPr bwMode="auto">
                  <a:xfrm>
                    <a:off x="5838826" y="5511801"/>
                    <a:ext cx="1588" cy="3175"/>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0"/>
                          <a:pt x="0" y="0"/>
                          <a:pt x="0" y="1"/>
                        </a:cubicBezTo>
                        <a:cubicBezTo>
                          <a:pt x="1" y="2"/>
                          <a:pt x="1" y="2"/>
                          <a:pt x="1" y="2"/>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1" name="ïsľîḑé">
                    <a:extLst>
                      <a:ext uri="{FF2B5EF4-FFF2-40B4-BE49-F238E27FC236}">
                        <a16:creationId xmlns:a16="http://schemas.microsoft.com/office/drawing/2014/main" id="{3951BC6A-44D2-4949-891B-3D9143057A4E}"/>
                      </a:ext>
                    </a:extLst>
                  </p:cNvPr>
                  <p:cNvSpPr/>
                  <p:nvPr/>
                </p:nvSpPr>
                <p:spPr bwMode="auto">
                  <a:xfrm>
                    <a:off x="5838826" y="5513389"/>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2" name="îṥḷïḋè">
                    <a:extLst>
                      <a:ext uri="{FF2B5EF4-FFF2-40B4-BE49-F238E27FC236}">
                        <a16:creationId xmlns:a16="http://schemas.microsoft.com/office/drawing/2014/main" id="{457516D4-F33F-460F-A4BF-2A5A3D8BD8CB}"/>
                      </a:ext>
                    </a:extLst>
                  </p:cNvPr>
                  <p:cNvSpPr/>
                  <p:nvPr/>
                </p:nvSpPr>
                <p:spPr bwMode="auto">
                  <a:xfrm>
                    <a:off x="5838826" y="5513389"/>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3" name="îśļíḋé">
                    <a:extLst>
                      <a:ext uri="{FF2B5EF4-FFF2-40B4-BE49-F238E27FC236}">
                        <a16:creationId xmlns:a16="http://schemas.microsoft.com/office/drawing/2014/main" id="{C0963F39-4940-4EF7-9752-FB214DBFA00E}"/>
                      </a:ext>
                    </a:extLst>
                  </p:cNvPr>
                  <p:cNvSpPr/>
                  <p:nvPr/>
                </p:nvSpPr>
                <p:spPr bwMode="auto">
                  <a:xfrm>
                    <a:off x="5838826" y="5513389"/>
                    <a:ext cx="1588" cy="4763"/>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0"/>
                          <a:pt x="0" y="1"/>
                          <a:pt x="0" y="1"/>
                        </a:cubicBezTo>
                        <a:cubicBezTo>
                          <a:pt x="1" y="2"/>
                          <a:pt x="1" y="2"/>
                          <a:pt x="1" y="2"/>
                        </a:cubicBezTo>
                        <a:cubicBezTo>
                          <a:pt x="1" y="2"/>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4" name="iṧliḍè">
                    <a:extLst>
                      <a:ext uri="{FF2B5EF4-FFF2-40B4-BE49-F238E27FC236}">
                        <a16:creationId xmlns:a16="http://schemas.microsoft.com/office/drawing/2014/main" id="{F3731EA7-9F86-4531-8D37-6F7B1B122AC0}"/>
                      </a:ext>
                    </a:extLst>
                  </p:cNvPr>
                  <p:cNvSpPr/>
                  <p:nvPr/>
                </p:nvSpPr>
                <p:spPr bwMode="auto">
                  <a:xfrm>
                    <a:off x="5838826" y="5514976"/>
                    <a:ext cx="3175" cy="3175"/>
                  </a:xfrm>
                  <a:custGeom>
                    <a:avLst/>
                    <a:gdLst>
                      <a:gd name="T0" fmla="*/ 1 w 2"/>
                      <a:gd name="T1" fmla="*/ 1 h 1"/>
                      <a:gd name="T2" fmla="*/ 0 w 2"/>
                      <a:gd name="T3" fmla="*/ 0 h 1"/>
                      <a:gd name="T4" fmla="*/ 0 w 2"/>
                      <a:gd name="T5" fmla="*/ 0 h 1"/>
                      <a:gd name="T6" fmla="*/ 2 w 2"/>
                      <a:gd name="T7" fmla="*/ 1 h 1"/>
                      <a:gd name="T8" fmla="*/ 1 w 2"/>
                      <a:gd name="T9" fmla="*/ 1 h 1"/>
                    </a:gdLst>
                    <a:ahLst/>
                    <a:cxnLst>
                      <a:cxn ang="0">
                        <a:pos x="T0" y="T1"/>
                      </a:cxn>
                      <a:cxn ang="0">
                        <a:pos x="T2" y="T3"/>
                      </a:cxn>
                      <a:cxn ang="0">
                        <a:pos x="T4" y="T5"/>
                      </a:cxn>
                      <a:cxn ang="0">
                        <a:pos x="T6" y="T7"/>
                      </a:cxn>
                      <a:cxn ang="0">
                        <a:pos x="T8" y="T9"/>
                      </a:cxn>
                    </a:cxnLst>
                    <a:rect l="0" t="0" r="r" b="b"/>
                    <a:pathLst>
                      <a:path w="2" h="1">
                        <a:moveTo>
                          <a:pt x="1" y="1"/>
                        </a:moveTo>
                        <a:cubicBezTo>
                          <a:pt x="0" y="0"/>
                          <a:pt x="0" y="0"/>
                          <a:pt x="0" y="0"/>
                        </a:cubicBezTo>
                        <a:cubicBezTo>
                          <a:pt x="0" y="0"/>
                          <a:pt x="0" y="0"/>
                          <a:pt x="0" y="0"/>
                        </a:cubicBezTo>
                        <a:cubicBezTo>
                          <a:pt x="2" y="1"/>
                          <a:pt x="2" y="1"/>
                          <a:pt x="2" y="1"/>
                        </a:cubicBezTo>
                        <a:cubicBezTo>
                          <a:pt x="2"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5" name="işľïḑé">
                    <a:extLst>
                      <a:ext uri="{FF2B5EF4-FFF2-40B4-BE49-F238E27FC236}">
                        <a16:creationId xmlns:a16="http://schemas.microsoft.com/office/drawing/2014/main" id="{A32C5F1A-7EBB-4F94-89BF-9CA35412AA4D}"/>
                      </a:ext>
                    </a:extLst>
                  </p:cNvPr>
                  <p:cNvSpPr/>
                  <p:nvPr/>
                </p:nvSpPr>
                <p:spPr bwMode="auto">
                  <a:xfrm>
                    <a:off x="5838826" y="5514976"/>
                    <a:ext cx="3175" cy="3175"/>
                  </a:xfrm>
                  <a:custGeom>
                    <a:avLst/>
                    <a:gdLst>
                      <a:gd name="T0" fmla="*/ 2 w 2"/>
                      <a:gd name="T1" fmla="*/ 1 h 1"/>
                      <a:gd name="T2" fmla="*/ 0 w 2"/>
                      <a:gd name="T3" fmla="*/ 0 h 1"/>
                      <a:gd name="T4" fmla="*/ 0 w 2"/>
                      <a:gd name="T5" fmla="*/ 1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6" name="ïŝḷiḓè">
                    <a:extLst>
                      <a:ext uri="{FF2B5EF4-FFF2-40B4-BE49-F238E27FC236}">
                        <a16:creationId xmlns:a16="http://schemas.microsoft.com/office/drawing/2014/main" id="{09E30691-5E8C-4608-9A98-C1CB432A5761}"/>
                      </a:ext>
                    </a:extLst>
                  </p:cNvPr>
                  <p:cNvSpPr/>
                  <p:nvPr/>
                </p:nvSpPr>
                <p:spPr bwMode="auto">
                  <a:xfrm>
                    <a:off x="5838826" y="5518151"/>
                    <a:ext cx="3175" cy="1588"/>
                  </a:xfrm>
                  <a:custGeom>
                    <a:avLst/>
                    <a:gdLst>
                      <a:gd name="T0" fmla="*/ 2 w 2"/>
                      <a:gd name="T1" fmla="*/ 0 h 1"/>
                      <a:gd name="T2" fmla="*/ 0 w 2"/>
                      <a:gd name="T3" fmla="*/ 0 h 1"/>
                      <a:gd name="T4" fmla="*/ 0 w 2"/>
                      <a:gd name="T5" fmla="*/ 0 h 1"/>
                      <a:gd name="T6" fmla="*/ 2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0"/>
                          <a:pt x="0" y="0"/>
                          <a:pt x="0" y="0"/>
                        </a:cubicBezTo>
                        <a:cubicBezTo>
                          <a:pt x="0" y="0"/>
                          <a:pt x="0" y="0"/>
                          <a:pt x="0" y="0"/>
                        </a:cubicBezTo>
                        <a:cubicBezTo>
                          <a:pt x="2" y="1"/>
                          <a:pt x="2" y="1"/>
                          <a:pt x="2" y="1"/>
                        </a:cubicBezTo>
                        <a:cubicBezTo>
                          <a:pt x="2" y="1"/>
                          <a:pt x="2" y="1"/>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7" name="íṩḻiḋé">
                    <a:extLst>
                      <a:ext uri="{FF2B5EF4-FFF2-40B4-BE49-F238E27FC236}">
                        <a16:creationId xmlns:a16="http://schemas.microsoft.com/office/drawing/2014/main" id="{744282AD-7ABE-4E47-82B4-1D5AC9E474B1}"/>
                      </a:ext>
                    </a:extLst>
                  </p:cNvPr>
                  <p:cNvSpPr/>
                  <p:nvPr/>
                </p:nvSpPr>
                <p:spPr bwMode="auto">
                  <a:xfrm>
                    <a:off x="5838826" y="5518151"/>
                    <a:ext cx="3175" cy="1588"/>
                  </a:xfrm>
                  <a:custGeom>
                    <a:avLst/>
                    <a:gdLst>
                      <a:gd name="T0" fmla="*/ 2 w 2"/>
                      <a:gd name="T1" fmla="*/ 1 h 1"/>
                      <a:gd name="T2" fmla="*/ 0 w 2"/>
                      <a:gd name="T3" fmla="*/ 0 h 1"/>
                      <a:gd name="T4" fmla="*/ 1 w 2"/>
                      <a:gd name="T5" fmla="*/ 1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1" y="0"/>
                          <a:pt x="1" y="1"/>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8" name="ïṡḻíde">
                    <a:extLst>
                      <a:ext uri="{FF2B5EF4-FFF2-40B4-BE49-F238E27FC236}">
                        <a16:creationId xmlns:a16="http://schemas.microsoft.com/office/drawing/2014/main" id="{B5AE227F-0C1D-45CA-99E8-C46C505079F0}"/>
                      </a:ext>
                    </a:extLst>
                  </p:cNvPr>
                  <p:cNvSpPr/>
                  <p:nvPr/>
                </p:nvSpPr>
                <p:spPr bwMode="auto">
                  <a:xfrm>
                    <a:off x="5840413" y="5519739"/>
                    <a:ext cx="6350" cy="4763"/>
                  </a:xfrm>
                  <a:custGeom>
                    <a:avLst/>
                    <a:gdLst>
                      <a:gd name="T0" fmla="*/ 1 w 3"/>
                      <a:gd name="T1" fmla="*/ 0 h 2"/>
                      <a:gd name="T2" fmla="*/ 0 w 3"/>
                      <a:gd name="T3" fmla="*/ 0 h 2"/>
                      <a:gd name="T4" fmla="*/ 1 w 3"/>
                      <a:gd name="T5" fmla="*/ 1 h 2"/>
                      <a:gd name="T6" fmla="*/ 3 w 3"/>
                      <a:gd name="T7" fmla="*/ 2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0" y="0"/>
                          <a:pt x="0" y="0"/>
                          <a:pt x="0" y="0"/>
                        </a:cubicBezTo>
                        <a:cubicBezTo>
                          <a:pt x="0" y="0"/>
                          <a:pt x="0" y="1"/>
                          <a:pt x="1" y="1"/>
                        </a:cubicBezTo>
                        <a:cubicBezTo>
                          <a:pt x="3" y="2"/>
                          <a:pt x="3" y="2"/>
                          <a:pt x="3" y="2"/>
                        </a:cubicBezTo>
                        <a:cubicBezTo>
                          <a:pt x="2" y="2"/>
                          <a:pt x="2" y="1"/>
                          <a:pt x="1"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9" name="îṣḻiďé">
                    <a:extLst>
                      <a:ext uri="{FF2B5EF4-FFF2-40B4-BE49-F238E27FC236}">
                        <a16:creationId xmlns:a16="http://schemas.microsoft.com/office/drawing/2014/main" id="{61FD9F91-1167-47A6-A484-918E597F049E}"/>
                      </a:ext>
                    </a:extLst>
                  </p:cNvPr>
                  <p:cNvSpPr/>
                  <p:nvPr/>
                </p:nvSpPr>
                <p:spPr bwMode="auto">
                  <a:xfrm>
                    <a:off x="5840413" y="5478464"/>
                    <a:ext cx="33338" cy="49213"/>
                  </a:xfrm>
                  <a:custGeom>
                    <a:avLst/>
                    <a:gdLst>
                      <a:gd name="T0" fmla="*/ 8 w 16"/>
                      <a:gd name="T1" fmla="*/ 3 h 24"/>
                      <a:gd name="T2" fmla="*/ 0 w 16"/>
                      <a:gd name="T3" fmla="*/ 17 h 24"/>
                      <a:gd name="T4" fmla="*/ 8 w 16"/>
                      <a:gd name="T5" fmla="*/ 21 h 24"/>
                      <a:gd name="T6" fmla="*/ 16 w 16"/>
                      <a:gd name="T7" fmla="*/ 8 h 24"/>
                      <a:gd name="T8" fmla="*/ 8 w 16"/>
                      <a:gd name="T9" fmla="*/ 3 h 24"/>
                    </a:gdLst>
                    <a:ahLst/>
                    <a:cxnLst>
                      <a:cxn ang="0">
                        <a:pos x="T0" y="T1"/>
                      </a:cxn>
                      <a:cxn ang="0">
                        <a:pos x="T2" y="T3"/>
                      </a:cxn>
                      <a:cxn ang="0">
                        <a:pos x="T4" y="T5"/>
                      </a:cxn>
                      <a:cxn ang="0">
                        <a:pos x="T6" y="T7"/>
                      </a:cxn>
                      <a:cxn ang="0">
                        <a:pos x="T8" y="T9"/>
                      </a:cxn>
                    </a:cxnLst>
                    <a:rect l="0" t="0" r="r" b="b"/>
                    <a:pathLst>
                      <a:path w="16" h="24">
                        <a:moveTo>
                          <a:pt x="8" y="3"/>
                        </a:moveTo>
                        <a:cubicBezTo>
                          <a:pt x="4" y="6"/>
                          <a:pt x="0" y="12"/>
                          <a:pt x="0" y="17"/>
                        </a:cubicBezTo>
                        <a:cubicBezTo>
                          <a:pt x="0" y="22"/>
                          <a:pt x="4" y="24"/>
                          <a:pt x="8" y="21"/>
                        </a:cubicBezTo>
                        <a:cubicBezTo>
                          <a:pt x="13" y="19"/>
                          <a:pt x="16" y="13"/>
                          <a:pt x="16" y="8"/>
                        </a:cubicBezTo>
                        <a:cubicBezTo>
                          <a:pt x="16" y="2"/>
                          <a:pt x="13" y="0"/>
                          <a:pt x="8" y="3"/>
                        </a:cubicBezTo>
                        <a:close/>
                      </a:path>
                    </a:pathLst>
                  </a:custGeom>
                  <a:solidFill>
                    <a:srgbClr val="E6E6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0" name="ïṧḷïḑé">
                    <a:extLst>
                      <a:ext uri="{FF2B5EF4-FFF2-40B4-BE49-F238E27FC236}">
                        <a16:creationId xmlns:a16="http://schemas.microsoft.com/office/drawing/2014/main" id="{B5DAC939-6786-47E5-9572-8C470154A41A}"/>
                      </a:ext>
                    </a:extLst>
                  </p:cNvPr>
                  <p:cNvSpPr/>
                  <p:nvPr/>
                </p:nvSpPr>
                <p:spPr bwMode="auto">
                  <a:xfrm>
                    <a:off x="5119688" y="5238751"/>
                    <a:ext cx="525463" cy="452438"/>
                  </a:xfrm>
                  <a:custGeom>
                    <a:avLst/>
                    <a:gdLst>
                      <a:gd name="T0" fmla="*/ 58 w 251"/>
                      <a:gd name="T1" fmla="*/ 69 h 216"/>
                      <a:gd name="T2" fmla="*/ 25 w 251"/>
                      <a:gd name="T3" fmla="*/ 85 h 216"/>
                      <a:gd name="T4" fmla="*/ 0 w 251"/>
                      <a:gd name="T5" fmla="*/ 71 h 216"/>
                      <a:gd name="T6" fmla="*/ 0 w 251"/>
                      <a:gd name="T7" fmla="*/ 0 h 216"/>
                      <a:gd name="T8" fmla="*/ 251 w 251"/>
                      <a:gd name="T9" fmla="*/ 145 h 216"/>
                      <a:gd name="T10" fmla="*/ 251 w 251"/>
                      <a:gd name="T11" fmla="*/ 216 h 216"/>
                      <a:gd name="T12" fmla="*/ 210 w 251"/>
                      <a:gd name="T13" fmla="*/ 192 h 216"/>
                      <a:gd name="T14" fmla="*/ 177 w 251"/>
                      <a:gd name="T15" fmla="*/ 137 h 216"/>
                      <a:gd name="T16" fmla="*/ 143 w 251"/>
                      <a:gd name="T17" fmla="*/ 153 h 216"/>
                      <a:gd name="T18" fmla="*/ 91 w 251"/>
                      <a:gd name="T19" fmla="*/ 123 h 216"/>
                      <a:gd name="T20" fmla="*/ 58 w 251"/>
                      <a:gd name="T21" fmla="*/ 6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 h="216">
                        <a:moveTo>
                          <a:pt x="58" y="69"/>
                        </a:moveTo>
                        <a:cubicBezTo>
                          <a:pt x="40" y="59"/>
                          <a:pt x="26" y="66"/>
                          <a:pt x="25" y="85"/>
                        </a:cubicBezTo>
                        <a:cubicBezTo>
                          <a:pt x="0" y="71"/>
                          <a:pt x="0" y="71"/>
                          <a:pt x="0" y="71"/>
                        </a:cubicBezTo>
                        <a:cubicBezTo>
                          <a:pt x="0" y="0"/>
                          <a:pt x="0" y="0"/>
                          <a:pt x="0" y="0"/>
                        </a:cubicBezTo>
                        <a:cubicBezTo>
                          <a:pt x="251" y="145"/>
                          <a:pt x="251" y="145"/>
                          <a:pt x="251" y="145"/>
                        </a:cubicBezTo>
                        <a:cubicBezTo>
                          <a:pt x="251" y="216"/>
                          <a:pt x="251" y="216"/>
                          <a:pt x="251" y="216"/>
                        </a:cubicBezTo>
                        <a:cubicBezTo>
                          <a:pt x="210" y="192"/>
                          <a:pt x="210" y="192"/>
                          <a:pt x="210" y="192"/>
                        </a:cubicBezTo>
                        <a:cubicBezTo>
                          <a:pt x="208" y="171"/>
                          <a:pt x="194" y="147"/>
                          <a:pt x="177" y="137"/>
                        </a:cubicBezTo>
                        <a:cubicBezTo>
                          <a:pt x="159" y="127"/>
                          <a:pt x="145" y="134"/>
                          <a:pt x="143" y="153"/>
                        </a:cubicBezTo>
                        <a:cubicBezTo>
                          <a:pt x="91" y="123"/>
                          <a:pt x="91" y="123"/>
                          <a:pt x="91" y="123"/>
                        </a:cubicBezTo>
                        <a:cubicBezTo>
                          <a:pt x="89" y="103"/>
                          <a:pt x="75" y="79"/>
                          <a:pt x="58" y="69"/>
                        </a:cubicBezTo>
                        <a:close/>
                      </a:path>
                    </a:pathLst>
                  </a:custGeom>
                  <a:solidFill>
                    <a:srgbClr val="FF6B6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1" name="iṧḻiḋé">
                    <a:extLst>
                      <a:ext uri="{FF2B5EF4-FFF2-40B4-BE49-F238E27FC236}">
                        <a16:creationId xmlns:a16="http://schemas.microsoft.com/office/drawing/2014/main" id="{C46DAF55-473E-4E75-AB55-D9AF1AA57712}"/>
                      </a:ext>
                    </a:extLst>
                  </p:cNvPr>
                  <p:cNvSpPr/>
                  <p:nvPr/>
                </p:nvSpPr>
                <p:spPr bwMode="auto">
                  <a:xfrm>
                    <a:off x="5419726" y="5507039"/>
                    <a:ext cx="139700" cy="195263"/>
                  </a:xfrm>
                  <a:custGeom>
                    <a:avLst/>
                    <a:gdLst>
                      <a:gd name="T0" fmla="*/ 33 w 67"/>
                      <a:gd name="T1" fmla="*/ 83 h 93"/>
                      <a:gd name="T2" fmla="*/ 67 w 67"/>
                      <a:gd name="T3" fmla="*/ 66 h 93"/>
                      <a:gd name="T4" fmla="*/ 34 w 67"/>
                      <a:gd name="T5" fmla="*/ 11 h 93"/>
                      <a:gd name="T6" fmla="*/ 0 w 67"/>
                      <a:gd name="T7" fmla="*/ 28 h 93"/>
                      <a:gd name="T8" fmla="*/ 33 w 67"/>
                      <a:gd name="T9" fmla="*/ 83 h 93"/>
                    </a:gdLst>
                    <a:ahLst/>
                    <a:cxnLst>
                      <a:cxn ang="0">
                        <a:pos x="T0" y="T1"/>
                      </a:cxn>
                      <a:cxn ang="0">
                        <a:pos x="T2" y="T3"/>
                      </a:cxn>
                      <a:cxn ang="0">
                        <a:pos x="T4" y="T5"/>
                      </a:cxn>
                      <a:cxn ang="0">
                        <a:pos x="T6" y="T7"/>
                      </a:cxn>
                      <a:cxn ang="0">
                        <a:pos x="T8" y="T9"/>
                      </a:cxn>
                    </a:cxnLst>
                    <a:rect l="0" t="0" r="r" b="b"/>
                    <a:pathLst>
                      <a:path w="67" h="93">
                        <a:moveTo>
                          <a:pt x="33" y="83"/>
                        </a:moveTo>
                        <a:cubicBezTo>
                          <a:pt x="51" y="93"/>
                          <a:pt x="66" y="86"/>
                          <a:pt x="67" y="66"/>
                        </a:cubicBezTo>
                        <a:cubicBezTo>
                          <a:pt x="66" y="45"/>
                          <a:pt x="51" y="21"/>
                          <a:pt x="34" y="11"/>
                        </a:cubicBezTo>
                        <a:cubicBezTo>
                          <a:pt x="16" y="0"/>
                          <a:pt x="1" y="8"/>
                          <a:pt x="0" y="28"/>
                        </a:cubicBezTo>
                        <a:cubicBezTo>
                          <a:pt x="1" y="48"/>
                          <a:pt x="16" y="73"/>
                          <a:pt x="33" y="83"/>
                        </a:cubicBezTo>
                        <a:close/>
                      </a:path>
                    </a:pathLst>
                  </a:custGeom>
                  <a:solidFill>
                    <a:srgbClr val="600F0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2" name="îṩļíḋê">
                    <a:extLst>
                      <a:ext uri="{FF2B5EF4-FFF2-40B4-BE49-F238E27FC236}">
                        <a16:creationId xmlns:a16="http://schemas.microsoft.com/office/drawing/2014/main" id="{A5AC5E6A-B2EB-4623-B821-40D086E802FA}"/>
                      </a:ext>
                    </a:extLst>
                  </p:cNvPr>
                  <p:cNvSpPr/>
                  <p:nvPr/>
                </p:nvSpPr>
                <p:spPr bwMode="auto">
                  <a:xfrm>
                    <a:off x="5465763" y="5564189"/>
                    <a:ext cx="47625" cy="69850"/>
                  </a:xfrm>
                  <a:custGeom>
                    <a:avLst/>
                    <a:gdLst>
                      <a:gd name="T0" fmla="*/ 12 w 23"/>
                      <a:gd name="T1" fmla="*/ 3 h 34"/>
                      <a:gd name="T2" fmla="*/ 0 w 23"/>
                      <a:gd name="T3" fmla="*/ 10 h 34"/>
                      <a:gd name="T4" fmla="*/ 12 w 23"/>
                      <a:gd name="T5" fmla="*/ 31 h 34"/>
                      <a:gd name="T6" fmla="*/ 23 w 23"/>
                      <a:gd name="T7" fmla="*/ 24 h 34"/>
                      <a:gd name="T8" fmla="*/ 12 w 23"/>
                      <a:gd name="T9" fmla="*/ 3 h 34"/>
                    </a:gdLst>
                    <a:ahLst/>
                    <a:cxnLst>
                      <a:cxn ang="0">
                        <a:pos x="T0" y="T1"/>
                      </a:cxn>
                      <a:cxn ang="0">
                        <a:pos x="T2" y="T3"/>
                      </a:cxn>
                      <a:cxn ang="0">
                        <a:pos x="T4" y="T5"/>
                      </a:cxn>
                      <a:cxn ang="0">
                        <a:pos x="T6" y="T7"/>
                      </a:cxn>
                      <a:cxn ang="0">
                        <a:pos x="T8" y="T9"/>
                      </a:cxn>
                    </a:cxnLst>
                    <a:rect l="0" t="0" r="r" b="b"/>
                    <a:pathLst>
                      <a:path w="23" h="34">
                        <a:moveTo>
                          <a:pt x="12" y="3"/>
                        </a:moveTo>
                        <a:cubicBezTo>
                          <a:pt x="5" y="0"/>
                          <a:pt x="0" y="3"/>
                          <a:pt x="0" y="10"/>
                        </a:cubicBezTo>
                        <a:cubicBezTo>
                          <a:pt x="0" y="18"/>
                          <a:pt x="5" y="27"/>
                          <a:pt x="12" y="31"/>
                        </a:cubicBezTo>
                        <a:cubicBezTo>
                          <a:pt x="18" y="34"/>
                          <a:pt x="23" y="31"/>
                          <a:pt x="23" y="24"/>
                        </a:cubicBezTo>
                        <a:cubicBezTo>
                          <a:pt x="23" y="16"/>
                          <a:pt x="18" y="7"/>
                          <a:pt x="12" y="3"/>
                        </a:cubicBezTo>
                        <a:close/>
                      </a:path>
                    </a:pathLst>
                  </a:custGeom>
                  <a:solidFill>
                    <a:srgbClr val="DFEDF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3" name="ïsļîḋê">
                    <a:extLst>
                      <a:ext uri="{FF2B5EF4-FFF2-40B4-BE49-F238E27FC236}">
                        <a16:creationId xmlns:a16="http://schemas.microsoft.com/office/drawing/2014/main" id="{ABD30AFE-5048-4D0A-9504-01EF2F346F7C}"/>
                      </a:ext>
                    </a:extLst>
                  </p:cNvPr>
                  <p:cNvSpPr/>
                  <p:nvPr/>
                </p:nvSpPr>
                <p:spPr bwMode="auto">
                  <a:xfrm>
                    <a:off x="5170488" y="5364164"/>
                    <a:ext cx="141288" cy="195263"/>
                  </a:xfrm>
                  <a:custGeom>
                    <a:avLst/>
                    <a:gdLst>
                      <a:gd name="T0" fmla="*/ 34 w 68"/>
                      <a:gd name="T1" fmla="*/ 82 h 93"/>
                      <a:gd name="T2" fmla="*/ 68 w 68"/>
                      <a:gd name="T3" fmla="*/ 66 h 93"/>
                      <a:gd name="T4" fmla="*/ 34 w 68"/>
                      <a:gd name="T5" fmla="*/ 10 h 93"/>
                      <a:gd name="T6" fmla="*/ 0 w 68"/>
                      <a:gd name="T7" fmla="*/ 27 h 93"/>
                      <a:gd name="T8" fmla="*/ 34 w 68"/>
                      <a:gd name="T9" fmla="*/ 82 h 93"/>
                    </a:gdLst>
                    <a:ahLst/>
                    <a:cxnLst>
                      <a:cxn ang="0">
                        <a:pos x="T0" y="T1"/>
                      </a:cxn>
                      <a:cxn ang="0">
                        <a:pos x="T2" y="T3"/>
                      </a:cxn>
                      <a:cxn ang="0">
                        <a:pos x="T4" y="T5"/>
                      </a:cxn>
                      <a:cxn ang="0">
                        <a:pos x="T6" y="T7"/>
                      </a:cxn>
                      <a:cxn ang="0">
                        <a:pos x="T8" y="T9"/>
                      </a:cxn>
                    </a:cxnLst>
                    <a:rect l="0" t="0" r="r" b="b"/>
                    <a:pathLst>
                      <a:path w="68" h="93">
                        <a:moveTo>
                          <a:pt x="34" y="82"/>
                        </a:moveTo>
                        <a:cubicBezTo>
                          <a:pt x="52" y="93"/>
                          <a:pt x="67" y="85"/>
                          <a:pt x="68" y="66"/>
                        </a:cubicBezTo>
                        <a:cubicBezTo>
                          <a:pt x="67" y="45"/>
                          <a:pt x="52" y="20"/>
                          <a:pt x="34" y="10"/>
                        </a:cubicBezTo>
                        <a:cubicBezTo>
                          <a:pt x="16" y="0"/>
                          <a:pt x="2" y="7"/>
                          <a:pt x="0" y="27"/>
                        </a:cubicBezTo>
                        <a:cubicBezTo>
                          <a:pt x="2" y="48"/>
                          <a:pt x="16" y="72"/>
                          <a:pt x="34" y="82"/>
                        </a:cubicBezTo>
                        <a:close/>
                      </a:path>
                    </a:pathLst>
                  </a:custGeom>
                  <a:solidFill>
                    <a:srgbClr val="600F0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4" name="îŝḻiḋê">
                    <a:extLst>
                      <a:ext uri="{FF2B5EF4-FFF2-40B4-BE49-F238E27FC236}">
                        <a16:creationId xmlns:a16="http://schemas.microsoft.com/office/drawing/2014/main" id="{6235AAB7-316E-45F5-920B-B0B08F657CA6}"/>
                      </a:ext>
                    </a:extLst>
                  </p:cNvPr>
                  <p:cNvSpPr/>
                  <p:nvPr/>
                </p:nvSpPr>
                <p:spPr bwMode="auto">
                  <a:xfrm>
                    <a:off x="5216526" y="5419726"/>
                    <a:ext cx="49213" cy="73025"/>
                  </a:xfrm>
                  <a:custGeom>
                    <a:avLst/>
                    <a:gdLst>
                      <a:gd name="T0" fmla="*/ 12 w 24"/>
                      <a:gd name="T1" fmla="*/ 4 h 35"/>
                      <a:gd name="T2" fmla="*/ 0 w 24"/>
                      <a:gd name="T3" fmla="*/ 11 h 35"/>
                      <a:gd name="T4" fmla="*/ 12 w 24"/>
                      <a:gd name="T5" fmla="*/ 31 h 35"/>
                      <a:gd name="T6" fmla="*/ 24 w 24"/>
                      <a:gd name="T7" fmla="*/ 24 h 35"/>
                      <a:gd name="T8" fmla="*/ 12 w 24"/>
                      <a:gd name="T9" fmla="*/ 4 h 35"/>
                    </a:gdLst>
                    <a:ahLst/>
                    <a:cxnLst>
                      <a:cxn ang="0">
                        <a:pos x="T0" y="T1"/>
                      </a:cxn>
                      <a:cxn ang="0">
                        <a:pos x="T2" y="T3"/>
                      </a:cxn>
                      <a:cxn ang="0">
                        <a:pos x="T4" y="T5"/>
                      </a:cxn>
                      <a:cxn ang="0">
                        <a:pos x="T6" y="T7"/>
                      </a:cxn>
                      <a:cxn ang="0">
                        <a:pos x="T8" y="T9"/>
                      </a:cxn>
                    </a:cxnLst>
                    <a:rect l="0" t="0" r="r" b="b"/>
                    <a:pathLst>
                      <a:path w="24" h="35">
                        <a:moveTo>
                          <a:pt x="12" y="4"/>
                        </a:moveTo>
                        <a:cubicBezTo>
                          <a:pt x="6" y="0"/>
                          <a:pt x="0" y="3"/>
                          <a:pt x="0" y="11"/>
                        </a:cubicBezTo>
                        <a:cubicBezTo>
                          <a:pt x="0" y="18"/>
                          <a:pt x="6" y="27"/>
                          <a:pt x="12" y="31"/>
                        </a:cubicBezTo>
                        <a:cubicBezTo>
                          <a:pt x="19" y="35"/>
                          <a:pt x="24" y="32"/>
                          <a:pt x="24" y="24"/>
                        </a:cubicBezTo>
                        <a:cubicBezTo>
                          <a:pt x="24" y="17"/>
                          <a:pt x="19" y="8"/>
                          <a:pt x="12" y="4"/>
                        </a:cubicBezTo>
                        <a:close/>
                      </a:path>
                    </a:pathLst>
                  </a:custGeom>
                  <a:solidFill>
                    <a:srgbClr val="DFEDF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5" name="îŝḷïḋê">
                    <a:extLst>
                      <a:ext uri="{FF2B5EF4-FFF2-40B4-BE49-F238E27FC236}">
                        <a16:creationId xmlns:a16="http://schemas.microsoft.com/office/drawing/2014/main" id="{66AEFFCC-9CF7-415F-B99D-7EFBA2A16E1D}"/>
                      </a:ext>
                    </a:extLst>
                  </p:cNvPr>
                  <p:cNvSpPr/>
                  <p:nvPr/>
                </p:nvSpPr>
                <p:spPr bwMode="auto">
                  <a:xfrm>
                    <a:off x="5419726" y="5494339"/>
                    <a:ext cx="139700" cy="150813"/>
                  </a:xfrm>
                  <a:custGeom>
                    <a:avLst/>
                    <a:gdLst>
                      <a:gd name="T0" fmla="*/ 34 w 67"/>
                      <a:gd name="T1" fmla="*/ 17 h 72"/>
                      <a:gd name="T2" fmla="*/ 67 w 67"/>
                      <a:gd name="T3" fmla="*/ 72 h 72"/>
                      <a:gd name="T4" fmla="*/ 67 w 67"/>
                      <a:gd name="T5" fmla="*/ 70 h 72"/>
                      <a:gd name="T6" fmla="*/ 34 w 67"/>
                      <a:gd name="T7" fmla="*/ 11 h 72"/>
                      <a:gd name="T8" fmla="*/ 0 w 67"/>
                      <a:gd name="T9" fmla="*/ 30 h 72"/>
                      <a:gd name="T10" fmla="*/ 0 w 67"/>
                      <a:gd name="T11" fmla="*/ 34 h 72"/>
                      <a:gd name="T12" fmla="*/ 34 w 67"/>
                      <a:gd name="T13" fmla="*/ 17 h 72"/>
                    </a:gdLst>
                    <a:ahLst/>
                    <a:cxnLst>
                      <a:cxn ang="0">
                        <a:pos x="T0" y="T1"/>
                      </a:cxn>
                      <a:cxn ang="0">
                        <a:pos x="T2" y="T3"/>
                      </a:cxn>
                      <a:cxn ang="0">
                        <a:pos x="T4" y="T5"/>
                      </a:cxn>
                      <a:cxn ang="0">
                        <a:pos x="T6" y="T7"/>
                      </a:cxn>
                      <a:cxn ang="0">
                        <a:pos x="T8" y="T9"/>
                      </a:cxn>
                      <a:cxn ang="0">
                        <a:pos x="T10" y="T11"/>
                      </a:cxn>
                      <a:cxn ang="0">
                        <a:pos x="T12" y="T13"/>
                      </a:cxn>
                    </a:cxnLst>
                    <a:rect l="0" t="0" r="r" b="b"/>
                    <a:pathLst>
                      <a:path w="67" h="72">
                        <a:moveTo>
                          <a:pt x="34" y="17"/>
                        </a:moveTo>
                        <a:cubicBezTo>
                          <a:pt x="51" y="27"/>
                          <a:pt x="66" y="51"/>
                          <a:pt x="67" y="72"/>
                        </a:cubicBezTo>
                        <a:cubicBezTo>
                          <a:pt x="67" y="71"/>
                          <a:pt x="67" y="70"/>
                          <a:pt x="67" y="70"/>
                        </a:cubicBezTo>
                        <a:cubicBezTo>
                          <a:pt x="67" y="48"/>
                          <a:pt x="52" y="22"/>
                          <a:pt x="34" y="11"/>
                        </a:cubicBezTo>
                        <a:cubicBezTo>
                          <a:pt x="15" y="0"/>
                          <a:pt x="0" y="9"/>
                          <a:pt x="0" y="30"/>
                        </a:cubicBezTo>
                        <a:cubicBezTo>
                          <a:pt x="0" y="31"/>
                          <a:pt x="0" y="32"/>
                          <a:pt x="0" y="34"/>
                        </a:cubicBezTo>
                        <a:cubicBezTo>
                          <a:pt x="1" y="14"/>
                          <a:pt x="16" y="6"/>
                          <a:pt x="34" y="17"/>
                        </a:cubicBezTo>
                        <a:close/>
                      </a:path>
                    </a:pathLst>
                  </a:custGeom>
                  <a:solidFill>
                    <a:srgbClr val="4608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6" name="îṡḷiďè">
                    <a:extLst>
                      <a:ext uri="{FF2B5EF4-FFF2-40B4-BE49-F238E27FC236}">
                        <a16:creationId xmlns:a16="http://schemas.microsoft.com/office/drawing/2014/main" id="{9A943312-6E71-437B-BD89-20AEE0857C20}"/>
                      </a:ext>
                    </a:extLst>
                  </p:cNvPr>
                  <p:cNvSpPr/>
                  <p:nvPr/>
                </p:nvSpPr>
                <p:spPr bwMode="auto">
                  <a:xfrm>
                    <a:off x="5170488" y="5351464"/>
                    <a:ext cx="141288" cy="150813"/>
                  </a:xfrm>
                  <a:custGeom>
                    <a:avLst/>
                    <a:gdLst>
                      <a:gd name="T0" fmla="*/ 34 w 68"/>
                      <a:gd name="T1" fmla="*/ 16 h 72"/>
                      <a:gd name="T2" fmla="*/ 68 w 68"/>
                      <a:gd name="T3" fmla="*/ 72 h 72"/>
                      <a:gd name="T4" fmla="*/ 68 w 68"/>
                      <a:gd name="T5" fmla="*/ 69 h 72"/>
                      <a:gd name="T6" fmla="*/ 34 w 68"/>
                      <a:gd name="T7" fmla="*/ 11 h 72"/>
                      <a:gd name="T8" fmla="*/ 0 w 68"/>
                      <a:gd name="T9" fmla="*/ 30 h 72"/>
                      <a:gd name="T10" fmla="*/ 0 w 68"/>
                      <a:gd name="T11" fmla="*/ 33 h 72"/>
                      <a:gd name="T12" fmla="*/ 34 w 68"/>
                      <a:gd name="T13" fmla="*/ 16 h 72"/>
                    </a:gdLst>
                    <a:ahLst/>
                    <a:cxnLst>
                      <a:cxn ang="0">
                        <a:pos x="T0" y="T1"/>
                      </a:cxn>
                      <a:cxn ang="0">
                        <a:pos x="T2" y="T3"/>
                      </a:cxn>
                      <a:cxn ang="0">
                        <a:pos x="T4" y="T5"/>
                      </a:cxn>
                      <a:cxn ang="0">
                        <a:pos x="T6" y="T7"/>
                      </a:cxn>
                      <a:cxn ang="0">
                        <a:pos x="T8" y="T9"/>
                      </a:cxn>
                      <a:cxn ang="0">
                        <a:pos x="T10" y="T11"/>
                      </a:cxn>
                      <a:cxn ang="0">
                        <a:pos x="T12" y="T13"/>
                      </a:cxn>
                    </a:cxnLst>
                    <a:rect l="0" t="0" r="r" b="b"/>
                    <a:pathLst>
                      <a:path w="68" h="72">
                        <a:moveTo>
                          <a:pt x="34" y="16"/>
                        </a:moveTo>
                        <a:cubicBezTo>
                          <a:pt x="52" y="26"/>
                          <a:pt x="67" y="51"/>
                          <a:pt x="68" y="72"/>
                        </a:cubicBezTo>
                        <a:cubicBezTo>
                          <a:pt x="68" y="71"/>
                          <a:pt x="68" y="70"/>
                          <a:pt x="68" y="69"/>
                        </a:cubicBezTo>
                        <a:cubicBezTo>
                          <a:pt x="68" y="48"/>
                          <a:pt x="53" y="21"/>
                          <a:pt x="34" y="11"/>
                        </a:cubicBezTo>
                        <a:cubicBezTo>
                          <a:pt x="16" y="0"/>
                          <a:pt x="0" y="9"/>
                          <a:pt x="0" y="30"/>
                        </a:cubicBezTo>
                        <a:cubicBezTo>
                          <a:pt x="0" y="31"/>
                          <a:pt x="0" y="32"/>
                          <a:pt x="0" y="33"/>
                        </a:cubicBezTo>
                        <a:cubicBezTo>
                          <a:pt x="2" y="13"/>
                          <a:pt x="16" y="6"/>
                          <a:pt x="34" y="16"/>
                        </a:cubicBezTo>
                        <a:close/>
                      </a:path>
                    </a:pathLst>
                  </a:custGeom>
                  <a:solidFill>
                    <a:srgbClr val="4608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7" name="îşlíḑé">
                    <a:extLst>
                      <a:ext uri="{FF2B5EF4-FFF2-40B4-BE49-F238E27FC236}">
                        <a16:creationId xmlns:a16="http://schemas.microsoft.com/office/drawing/2014/main" id="{B3D39DEF-9A38-4582-B39E-4A45855A4235}"/>
                      </a:ext>
                    </a:extLst>
                  </p:cNvPr>
                  <p:cNvSpPr/>
                  <p:nvPr/>
                </p:nvSpPr>
                <p:spPr bwMode="auto">
                  <a:xfrm>
                    <a:off x="5491163" y="5189539"/>
                    <a:ext cx="74613" cy="203200"/>
                  </a:xfrm>
                  <a:custGeom>
                    <a:avLst/>
                    <a:gdLst>
                      <a:gd name="T0" fmla="*/ 11 w 47"/>
                      <a:gd name="T1" fmla="*/ 21 h 128"/>
                      <a:gd name="T2" fmla="*/ 0 w 47"/>
                      <a:gd name="T3" fmla="*/ 128 h 128"/>
                      <a:gd name="T4" fmla="*/ 36 w 47"/>
                      <a:gd name="T5" fmla="*/ 106 h 128"/>
                      <a:gd name="T6" fmla="*/ 47 w 47"/>
                      <a:gd name="T7" fmla="*/ 0 h 128"/>
                      <a:gd name="T8" fmla="*/ 11 w 47"/>
                      <a:gd name="T9" fmla="*/ 21 h 128"/>
                    </a:gdLst>
                    <a:ahLst/>
                    <a:cxnLst>
                      <a:cxn ang="0">
                        <a:pos x="T0" y="T1"/>
                      </a:cxn>
                      <a:cxn ang="0">
                        <a:pos x="T2" y="T3"/>
                      </a:cxn>
                      <a:cxn ang="0">
                        <a:pos x="T4" y="T5"/>
                      </a:cxn>
                      <a:cxn ang="0">
                        <a:pos x="T6" y="T7"/>
                      </a:cxn>
                      <a:cxn ang="0">
                        <a:pos x="T8" y="T9"/>
                      </a:cxn>
                    </a:cxnLst>
                    <a:rect l="0" t="0" r="r" b="b"/>
                    <a:pathLst>
                      <a:path w="47" h="128">
                        <a:moveTo>
                          <a:pt x="11" y="21"/>
                        </a:moveTo>
                        <a:lnTo>
                          <a:pt x="0" y="128"/>
                        </a:lnTo>
                        <a:lnTo>
                          <a:pt x="36" y="106"/>
                        </a:lnTo>
                        <a:lnTo>
                          <a:pt x="47" y="0"/>
                        </a:lnTo>
                        <a:lnTo>
                          <a:pt x="11" y="21"/>
                        </a:lnTo>
                        <a:close/>
                      </a:path>
                    </a:pathLst>
                  </a:custGeom>
                  <a:solidFill>
                    <a:srgbClr val="A5BF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8" name="î$ľidê">
                    <a:extLst>
                      <a:ext uri="{FF2B5EF4-FFF2-40B4-BE49-F238E27FC236}">
                        <a16:creationId xmlns:a16="http://schemas.microsoft.com/office/drawing/2014/main" id="{48A07562-F515-4D99-BE23-A4290A7257F5}"/>
                      </a:ext>
                    </a:extLst>
                  </p:cNvPr>
                  <p:cNvSpPr/>
                  <p:nvPr/>
                </p:nvSpPr>
                <p:spPr bwMode="auto">
                  <a:xfrm>
                    <a:off x="5584826" y="5162551"/>
                    <a:ext cx="39688" cy="174625"/>
                  </a:xfrm>
                  <a:custGeom>
                    <a:avLst/>
                    <a:gdLst>
                      <a:gd name="T0" fmla="*/ 25 w 25"/>
                      <a:gd name="T1" fmla="*/ 14 h 110"/>
                      <a:gd name="T2" fmla="*/ 20 w 25"/>
                      <a:gd name="T3" fmla="*/ 0 h 110"/>
                      <a:gd name="T4" fmla="*/ 12 w 25"/>
                      <a:gd name="T5" fmla="*/ 3 h 110"/>
                      <a:gd name="T6" fmla="*/ 0 w 25"/>
                      <a:gd name="T7" fmla="*/ 110 h 110"/>
                      <a:gd name="T8" fmla="*/ 16 w 25"/>
                      <a:gd name="T9" fmla="*/ 101 h 110"/>
                      <a:gd name="T10" fmla="*/ 25 w 25"/>
                      <a:gd name="T11" fmla="*/ 14 h 110"/>
                    </a:gdLst>
                    <a:ahLst/>
                    <a:cxnLst>
                      <a:cxn ang="0">
                        <a:pos x="T0" y="T1"/>
                      </a:cxn>
                      <a:cxn ang="0">
                        <a:pos x="T2" y="T3"/>
                      </a:cxn>
                      <a:cxn ang="0">
                        <a:pos x="T4" y="T5"/>
                      </a:cxn>
                      <a:cxn ang="0">
                        <a:pos x="T6" y="T7"/>
                      </a:cxn>
                      <a:cxn ang="0">
                        <a:pos x="T8" y="T9"/>
                      </a:cxn>
                      <a:cxn ang="0">
                        <a:pos x="T10" y="T11"/>
                      </a:cxn>
                    </a:cxnLst>
                    <a:rect l="0" t="0" r="r" b="b"/>
                    <a:pathLst>
                      <a:path w="25" h="110">
                        <a:moveTo>
                          <a:pt x="25" y="14"/>
                        </a:moveTo>
                        <a:lnTo>
                          <a:pt x="20" y="0"/>
                        </a:lnTo>
                        <a:lnTo>
                          <a:pt x="12" y="3"/>
                        </a:lnTo>
                        <a:lnTo>
                          <a:pt x="0" y="110"/>
                        </a:lnTo>
                        <a:lnTo>
                          <a:pt x="16" y="101"/>
                        </a:lnTo>
                        <a:lnTo>
                          <a:pt x="25" y="14"/>
                        </a:lnTo>
                        <a:close/>
                      </a:path>
                    </a:pathLst>
                  </a:custGeom>
                  <a:solidFill>
                    <a:srgbClr val="A5BF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9" name="i$ļïḍê">
                    <a:extLst>
                      <a:ext uri="{FF2B5EF4-FFF2-40B4-BE49-F238E27FC236}">
                        <a16:creationId xmlns:a16="http://schemas.microsoft.com/office/drawing/2014/main" id="{CCDB456F-3C8B-4C29-A2E1-F06BEF04BA9B}"/>
                      </a:ext>
                    </a:extLst>
                  </p:cNvPr>
                  <p:cNvSpPr/>
                  <p:nvPr/>
                </p:nvSpPr>
                <p:spPr bwMode="auto">
                  <a:xfrm>
                    <a:off x="5472113" y="5162551"/>
                    <a:ext cx="193675" cy="239713"/>
                  </a:xfrm>
                  <a:custGeom>
                    <a:avLst/>
                    <a:gdLst>
                      <a:gd name="T0" fmla="*/ 87 w 122"/>
                      <a:gd name="T1" fmla="*/ 1 h 151"/>
                      <a:gd name="T2" fmla="*/ 91 w 122"/>
                      <a:gd name="T3" fmla="*/ 0 h 151"/>
                      <a:gd name="T4" fmla="*/ 122 w 122"/>
                      <a:gd name="T5" fmla="*/ 80 h 151"/>
                      <a:gd name="T6" fmla="*/ 0 w 122"/>
                      <a:gd name="T7" fmla="*/ 151 h 151"/>
                      <a:gd name="T8" fmla="*/ 0 w 122"/>
                      <a:gd name="T9" fmla="*/ 147 h 151"/>
                      <a:gd name="T10" fmla="*/ 117 w 122"/>
                      <a:gd name="T11" fmla="*/ 79 h 151"/>
                      <a:gd name="T12" fmla="*/ 87 w 122"/>
                      <a:gd name="T13" fmla="*/ 1 h 151"/>
                    </a:gdLst>
                    <a:ahLst/>
                    <a:cxnLst>
                      <a:cxn ang="0">
                        <a:pos x="T0" y="T1"/>
                      </a:cxn>
                      <a:cxn ang="0">
                        <a:pos x="T2" y="T3"/>
                      </a:cxn>
                      <a:cxn ang="0">
                        <a:pos x="T4" y="T5"/>
                      </a:cxn>
                      <a:cxn ang="0">
                        <a:pos x="T6" y="T7"/>
                      </a:cxn>
                      <a:cxn ang="0">
                        <a:pos x="T8" y="T9"/>
                      </a:cxn>
                      <a:cxn ang="0">
                        <a:pos x="T10" y="T11"/>
                      </a:cxn>
                      <a:cxn ang="0">
                        <a:pos x="T12" y="T13"/>
                      </a:cxn>
                    </a:cxnLst>
                    <a:rect l="0" t="0" r="r" b="b"/>
                    <a:pathLst>
                      <a:path w="122" h="151">
                        <a:moveTo>
                          <a:pt x="87" y="1"/>
                        </a:moveTo>
                        <a:lnTo>
                          <a:pt x="91" y="0"/>
                        </a:lnTo>
                        <a:lnTo>
                          <a:pt x="122" y="80"/>
                        </a:lnTo>
                        <a:lnTo>
                          <a:pt x="0" y="151"/>
                        </a:lnTo>
                        <a:lnTo>
                          <a:pt x="0" y="147"/>
                        </a:lnTo>
                        <a:lnTo>
                          <a:pt x="117" y="79"/>
                        </a:lnTo>
                        <a:lnTo>
                          <a:pt x="87" y="1"/>
                        </a:lnTo>
                        <a:close/>
                      </a:path>
                    </a:pathLst>
                  </a:custGeom>
                  <a:solidFill>
                    <a:srgbClr val="EAE9F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0" name="îsļiḋè">
                    <a:extLst>
                      <a:ext uri="{FF2B5EF4-FFF2-40B4-BE49-F238E27FC236}">
                        <a16:creationId xmlns:a16="http://schemas.microsoft.com/office/drawing/2014/main" id="{2F813FFD-CECF-4EC0-AED7-DF7DD5610770}"/>
                      </a:ext>
                    </a:extLst>
                  </p:cNvPr>
                  <p:cNvSpPr/>
                  <p:nvPr/>
                </p:nvSpPr>
                <p:spPr bwMode="auto">
                  <a:xfrm>
                    <a:off x="6194426" y="5084764"/>
                    <a:ext cx="242888" cy="288925"/>
                  </a:xfrm>
                  <a:custGeom>
                    <a:avLst/>
                    <a:gdLst>
                      <a:gd name="T0" fmla="*/ 0 w 153"/>
                      <a:gd name="T1" fmla="*/ 182 h 182"/>
                      <a:gd name="T2" fmla="*/ 153 w 153"/>
                      <a:gd name="T3" fmla="*/ 93 h 182"/>
                      <a:gd name="T4" fmla="*/ 153 w 153"/>
                      <a:gd name="T5" fmla="*/ 0 h 182"/>
                      <a:gd name="T6" fmla="*/ 1 w 153"/>
                      <a:gd name="T7" fmla="*/ 89 h 182"/>
                      <a:gd name="T8" fmla="*/ 0 w 153"/>
                      <a:gd name="T9" fmla="*/ 182 h 182"/>
                    </a:gdLst>
                    <a:ahLst/>
                    <a:cxnLst>
                      <a:cxn ang="0">
                        <a:pos x="T0" y="T1"/>
                      </a:cxn>
                      <a:cxn ang="0">
                        <a:pos x="T2" y="T3"/>
                      </a:cxn>
                      <a:cxn ang="0">
                        <a:pos x="T4" y="T5"/>
                      </a:cxn>
                      <a:cxn ang="0">
                        <a:pos x="T6" y="T7"/>
                      </a:cxn>
                      <a:cxn ang="0">
                        <a:pos x="T8" y="T9"/>
                      </a:cxn>
                    </a:cxnLst>
                    <a:rect l="0" t="0" r="r" b="b"/>
                    <a:pathLst>
                      <a:path w="153" h="182">
                        <a:moveTo>
                          <a:pt x="0" y="182"/>
                        </a:moveTo>
                        <a:lnTo>
                          <a:pt x="153" y="93"/>
                        </a:lnTo>
                        <a:lnTo>
                          <a:pt x="153" y="0"/>
                        </a:lnTo>
                        <a:lnTo>
                          <a:pt x="1" y="89"/>
                        </a:lnTo>
                        <a:lnTo>
                          <a:pt x="0" y="182"/>
                        </a:lnTo>
                        <a:close/>
                      </a:path>
                    </a:pathLst>
                  </a:custGeom>
                  <a:solidFill>
                    <a:srgbClr val="EB2E2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1" name="îṧlîḓê">
                    <a:extLst>
                      <a:ext uri="{FF2B5EF4-FFF2-40B4-BE49-F238E27FC236}">
                        <a16:creationId xmlns:a16="http://schemas.microsoft.com/office/drawing/2014/main" id="{0810C86B-198A-4FD0-8EB2-CC6073CC70A8}"/>
                      </a:ext>
                    </a:extLst>
                  </p:cNvPr>
                  <p:cNvSpPr/>
                  <p:nvPr/>
                </p:nvSpPr>
                <p:spPr bwMode="auto">
                  <a:xfrm>
                    <a:off x="5670551" y="4781551"/>
                    <a:ext cx="766763" cy="444500"/>
                  </a:xfrm>
                  <a:custGeom>
                    <a:avLst/>
                    <a:gdLst>
                      <a:gd name="T0" fmla="*/ 330 w 483"/>
                      <a:gd name="T1" fmla="*/ 280 h 280"/>
                      <a:gd name="T2" fmla="*/ 483 w 483"/>
                      <a:gd name="T3" fmla="*/ 192 h 280"/>
                      <a:gd name="T4" fmla="*/ 152 w 483"/>
                      <a:gd name="T5" fmla="*/ 0 h 280"/>
                      <a:gd name="T6" fmla="*/ 0 w 483"/>
                      <a:gd name="T7" fmla="*/ 89 h 280"/>
                      <a:gd name="T8" fmla="*/ 330 w 483"/>
                      <a:gd name="T9" fmla="*/ 280 h 280"/>
                    </a:gdLst>
                    <a:ahLst/>
                    <a:cxnLst>
                      <a:cxn ang="0">
                        <a:pos x="T0" y="T1"/>
                      </a:cxn>
                      <a:cxn ang="0">
                        <a:pos x="T2" y="T3"/>
                      </a:cxn>
                      <a:cxn ang="0">
                        <a:pos x="T4" y="T5"/>
                      </a:cxn>
                      <a:cxn ang="0">
                        <a:pos x="T6" y="T7"/>
                      </a:cxn>
                      <a:cxn ang="0">
                        <a:pos x="T8" y="T9"/>
                      </a:cxn>
                    </a:cxnLst>
                    <a:rect l="0" t="0" r="r" b="b"/>
                    <a:pathLst>
                      <a:path w="483" h="280">
                        <a:moveTo>
                          <a:pt x="330" y="280"/>
                        </a:moveTo>
                        <a:lnTo>
                          <a:pt x="483" y="192"/>
                        </a:lnTo>
                        <a:lnTo>
                          <a:pt x="152" y="0"/>
                        </a:lnTo>
                        <a:lnTo>
                          <a:pt x="0" y="89"/>
                        </a:lnTo>
                        <a:lnTo>
                          <a:pt x="330" y="280"/>
                        </a:lnTo>
                        <a:close/>
                      </a:path>
                    </a:pathLst>
                  </a:custGeom>
                  <a:solidFill>
                    <a:srgbClr val="FF838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2" name="iŝliďe">
                    <a:extLst>
                      <a:ext uri="{FF2B5EF4-FFF2-40B4-BE49-F238E27FC236}">
                        <a16:creationId xmlns:a16="http://schemas.microsoft.com/office/drawing/2014/main" id="{549C037E-E188-431B-9685-312D76508443}"/>
                      </a:ext>
                    </a:extLst>
                  </p:cNvPr>
                  <p:cNvSpPr/>
                  <p:nvPr/>
                </p:nvSpPr>
                <p:spPr bwMode="auto">
                  <a:xfrm>
                    <a:off x="5724526" y="4841876"/>
                    <a:ext cx="277813" cy="274638"/>
                  </a:xfrm>
                  <a:custGeom>
                    <a:avLst/>
                    <a:gdLst>
                      <a:gd name="T0" fmla="*/ 144 w 175"/>
                      <a:gd name="T1" fmla="*/ 64 h 173"/>
                      <a:gd name="T2" fmla="*/ 32 w 175"/>
                      <a:gd name="T3" fmla="*/ 0 h 173"/>
                      <a:gd name="T4" fmla="*/ 0 w 175"/>
                      <a:gd name="T5" fmla="*/ 71 h 173"/>
                      <a:gd name="T6" fmla="*/ 175 w 175"/>
                      <a:gd name="T7" fmla="*/ 173 h 173"/>
                      <a:gd name="T8" fmla="*/ 144 w 175"/>
                      <a:gd name="T9" fmla="*/ 64 h 173"/>
                    </a:gdLst>
                    <a:ahLst/>
                    <a:cxnLst>
                      <a:cxn ang="0">
                        <a:pos x="T0" y="T1"/>
                      </a:cxn>
                      <a:cxn ang="0">
                        <a:pos x="T2" y="T3"/>
                      </a:cxn>
                      <a:cxn ang="0">
                        <a:pos x="T4" y="T5"/>
                      </a:cxn>
                      <a:cxn ang="0">
                        <a:pos x="T6" y="T7"/>
                      </a:cxn>
                      <a:cxn ang="0">
                        <a:pos x="T8" y="T9"/>
                      </a:cxn>
                    </a:cxnLst>
                    <a:rect l="0" t="0" r="r" b="b"/>
                    <a:pathLst>
                      <a:path w="175" h="173">
                        <a:moveTo>
                          <a:pt x="144" y="64"/>
                        </a:moveTo>
                        <a:lnTo>
                          <a:pt x="32" y="0"/>
                        </a:lnTo>
                        <a:lnTo>
                          <a:pt x="0" y="71"/>
                        </a:lnTo>
                        <a:lnTo>
                          <a:pt x="175" y="173"/>
                        </a:lnTo>
                        <a:lnTo>
                          <a:pt x="144" y="64"/>
                        </a:lnTo>
                        <a:close/>
                      </a:path>
                    </a:pathLst>
                  </a:custGeom>
                  <a:solidFill>
                    <a:srgbClr val="EFF8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3" name="ï$1íḍê">
                    <a:extLst>
                      <a:ext uri="{FF2B5EF4-FFF2-40B4-BE49-F238E27FC236}">
                        <a16:creationId xmlns:a16="http://schemas.microsoft.com/office/drawing/2014/main" id="{291ECAF0-DDC4-4288-BDD1-14A70BA68F7C}"/>
                      </a:ext>
                    </a:extLst>
                  </p:cNvPr>
                  <p:cNvSpPr/>
                  <p:nvPr/>
                </p:nvSpPr>
                <p:spPr bwMode="auto">
                  <a:xfrm>
                    <a:off x="5775326" y="4711701"/>
                    <a:ext cx="406400" cy="231775"/>
                  </a:xfrm>
                  <a:custGeom>
                    <a:avLst/>
                    <a:gdLst>
                      <a:gd name="T0" fmla="*/ 256 w 256"/>
                      <a:gd name="T1" fmla="*/ 65 h 146"/>
                      <a:gd name="T2" fmla="*/ 144 w 256"/>
                      <a:gd name="T3" fmla="*/ 0 h 146"/>
                      <a:gd name="T4" fmla="*/ 0 w 256"/>
                      <a:gd name="T5" fmla="*/ 82 h 146"/>
                      <a:gd name="T6" fmla="*/ 112 w 256"/>
                      <a:gd name="T7" fmla="*/ 146 h 146"/>
                      <a:gd name="T8" fmla="*/ 256 w 256"/>
                      <a:gd name="T9" fmla="*/ 65 h 146"/>
                    </a:gdLst>
                    <a:ahLst/>
                    <a:cxnLst>
                      <a:cxn ang="0">
                        <a:pos x="T0" y="T1"/>
                      </a:cxn>
                      <a:cxn ang="0">
                        <a:pos x="T2" y="T3"/>
                      </a:cxn>
                      <a:cxn ang="0">
                        <a:pos x="T4" y="T5"/>
                      </a:cxn>
                      <a:cxn ang="0">
                        <a:pos x="T6" y="T7"/>
                      </a:cxn>
                      <a:cxn ang="0">
                        <a:pos x="T8" y="T9"/>
                      </a:cxn>
                    </a:cxnLst>
                    <a:rect l="0" t="0" r="r" b="b"/>
                    <a:pathLst>
                      <a:path w="256" h="146">
                        <a:moveTo>
                          <a:pt x="256" y="65"/>
                        </a:moveTo>
                        <a:lnTo>
                          <a:pt x="144" y="0"/>
                        </a:lnTo>
                        <a:lnTo>
                          <a:pt x="0" y="82"/>
                        </a:lnTo>
                        <a:lnTo>
                          <a:pt x="112" y="146"/>
                        </a:lnTo>
                        <a:lnTo>
                          <a:pt x="256" y="6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4" name="îṥļiḓe">
                    <a:extLst>
                      <a:ext uri="{FF2B5EF4-FFF2-40B4-BE49-F238E27FC236}">
                        <a16:creationId xmlns:a16="http://schemas.microsoft.com/office/drawing/2014/main" id="{B11DC3B7-16D0-42DC-BEA2-64039C388283}"/>
                      </a:ext>
                    </a:extLst>
                  </p:cNvPr>
                  <p:cNvSpPr/>
                  <p:nvPr/>
                </p:nvSpPr>
                <p:spPr bwMode="auto">
                  <a:xfrm>
                    <a:off x="5953126" y="4814889"/>
                    <a:ext cx="292100" cy="301625"/>
                  </a:xfrm>
                  <a:custGeom>
                    <a:avLst/>
                    <a:gdLst>
                      <a:gd name="T0" fmla="*/ 0 w 184"/>
                      <a:gd name="T1" fmla="*/ 81 h 190"/>
                      <a:gd name="T2" fmla="*/ 31 w 184"/>
                      <a:gd name="T3" fmla="*/ 190 h 190"/>
                      <a:gd name="T4" fmla="*/ 184 w 184"/>
                      <a:gd name="T5" fmla="*/ 101 h 190"/>
                      <a:gd name="T6" fmla="*/ 144 w 184"/>
                      <a:gd name="T7" fmla="*/ 0 h 190"/>
                      <a:gd name="T8" fmla="*/ 0 w 184"/>
                      <a:gd name="T9" fmla="*/ 81 h 190"/>
                    </a:gdLst>
                    <a:ahLst/>
                    <a:cxnLst>
                      <a:cxn ang="0">
                        <a:pos x="T0" y="T1"/>
                      </a:cxn>
                      <a:cxn ang="0">
                        <a:pos x="T2" y="T3"/>
                      </a:cxn>
                      <a:cxn ang="0">
                        <a:pos x="T4" y="T5"/>
                      </a:cxn>
                      <a:cxn ang="0">
                        <a:pos x="T6" y="T7"/>
                      </a:cxn>
                      <a:cxn ang="0">
                        <a:pos x="T8" y="T9"/>
                      </a:cxn>
                    </a:cxnLst>
                    <a:rect l="0" t="0" r="r" b="b"/>
                    <a:pathLst>
                      <a:path w="184" h="190">
                        <a:moveTo>
                          <a:pt x="0" y="81"/>
                        </a:moveTo>
                        <a:lnTo>
                          <a:pt x="31" y="190"/>
                        </a:lnTo>
                        <a:lnTo>
                          <a:pt x="184" y="101"/>
                        </a:lnTo>
                        <a:lnTo>
                          <a:pt x="144" y="0"/>
                        </a:lnTo>
                        <a:lnTo>
                          <a:pt x="0" y="81"/>
                        </a:lnTo>
                        <a:close/>
                      </a:path>
                    </a:pathLst>
                  </a:custGeom>
                  <a:solidFill>
                    <a:srgbClr val="EAE9F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5" name="íṧ1ïḍé">
                    <a:extLst>
                      <a:ext uri="{FF2B5EF4-FFF2-40B4-BE49-F238E27FC236}">
                        <a16:creationId xmlns:a16="http://schemas.microsoft.com/office/drawing/2014/main" id="{5FBF4BE8-07BD-4269-A38C-EE1A7DEF5825}"/>
                      </a:ext>
                    </a:extLst>
                  </p:cNvPr>
                  <p:cNvSpPr/>
                  <p:nvPr/>
                </p:nvSpPr>
                <p:spPr bwMode="auto">
                  <a:xfrm>
                    <a:off x="5983288" y="4843464"/>
                    <a:ext cx="231775" cy="241300"/>
                  </a:xfrm>
                  <a:custGeom>
                    <a:avLst/>
                    <a:gdLst>
                      <a:gd name="T0" fmla="*/ 0 w 146"/>
                      <a:gd name="T1" fmla="*/ 66 h 152"/>
                      <a:gd name="T2" fmla="*/ 25 w 146"/>
                      <a:gd name="T3" fmla="*/ 152 h 152"/>
                      <a:gd name="T4" fmla="*/ 146 w 146"/>
                      <a:gd name="T5" fmla="*/ 82 h 152"/>
                      <a:gd name="T6" fmla="*/ 115 w 146"/>
                      <a:gd name="T7" fmla="*/ 0 h 152"/>
                      <a:gd name="T8" fmla="*/ 0 w 146"/>
                      <a:gd name="T9" fmla="*/ 66 h 152"/>
                    </a:gdLst>
                    <a:ahLst/>
                    <a:cxnLst>
                      <a:cxn ang="0">
                        <a:pos x="T0" y="T1"/>
                      </a:cxn>
                      <a:cxn ang="0">
                        <a:pos x="T2" y="T3"/>
                      </a:cxn>
                      <a:cxn ang="0">
                        <a:pos x="T4" y="T5"/>
                      </a:cxn>
                      <a:cxn ang="0">
                        <a:pos x="T6" y="T7"/>
                      </a:cxn>
                      <a:cxn ang="0">
                        <a:pos x="T8" y="T9"/>
                      </a:cxn>
                    </a:cxnLst>
                    <a:rect l="0" t="0" r="r" b="b"/>
                    <a:pathLst>
                      <a:path w="146" h="152">
                        <a:moveTo>
                          <a:pt x="0" y="66"/>
                        </a:moveTo>
                        <a:lnTo>
                          <a:pt x="25" y="152"/>
                        </a:lnTo>
                        <a:lnTo>
                          <a:pt x="146" y="82"/>
                        </a:lnTo>
                        <a:lnTo>
                          <a:pt x="115" y="0"/>
                        </a:lnTo>
                        <a:lnTo>
                          <a:pt x="0" y="66"/>
                        </a:lnTo>
                        <a:close/>
                      </a:path>
                    </a:pathLst>
                  </a:custGeom>
                  <a:solidFill>
                    <a:srgbClr val="6791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6" name="ïṣḷïḑê">
                    <a:extLst>
                      <a:ext uri="{FF2B5EF4-FFF2-40B4-BE49-F238E27FC236}">
                        <a16:creationId xmlns:a16="http://schemas.microsoft.com/office/drawing/2014/main" id="{4DD70DF9-0089-4144-A153-348C5F3EA7E0}"/>
                      </a:ext>
                    </a:extLst>
                  </p:cNvPr>
                  <p:cNvSpPr/>
                  <p:nvPr/>
                </p:nvSpPr>
                <p:spPr bwMode="auto">
                  <a:xfrm>
                    <a:off x="5754688" y="4868864"/>
                    <a:ext cx="219075" cy="217488"/>
                  </a:xfrm>
                  <a:custGeom>
                    <a:avLst/>
                    <a:gdLst>
                      <a:gd name="T0" fmla="*/ 115 w 138"/>
                      <a:gd name="T1" fmla="*/ 51 h 137"/>
                      <a:gd name="T2" fmla="*/ 25 w 138"/>
                      <a:gd name="T3" fmla="*/ 0 h 137"/>
                      <a:gd name="T4" fmla="*/ 0 w 138"/>
                      <a:gd name="T5" fmla="*/ 58 h 137"/>
                      <a:gd name="T6" fmla="*/ 138 w 138"/>
                      <a:gd name="T7" fmla="*/ 137 h 137"/>
                      <a:gd name="T8" fmla="*/ 115 w 138"/>
                      <a:gd name="T9" fmla="*/ 51 h 137"/>
                    </a:gdLst>
                    <a:ahLst/>
                    <a:cxnLst>
                      <a:cxn ang="0">
                        <a:pos x="T0" y="T1"/>
                      </a:cxn>
                      <a:cxn ang="0">
                        <a:pos x="T2" y="T3"/>
                      </a:cxn>
                      <a:cxn ang="0">
                        <a:pos x="T4" y="T5"/>
                      </a:cxn>
                      <a:cxn ang="0">
                        <a:pos x="T6" y="T7"/>
                      </a:cxn>
                      <a:cxn ang="0">
                        <a:pos x="T8" y="T9"/>
                      </a:cxn>
                    </a:cxnLst>
                    <a:rect l="0" t="0" r="r" b="b"/>
                    <a:pathLst>
                      <a:path w="138" h="137">
                        <a:moveTo>
                          <a:pt x="115" y="51"/>
                        </a:moveTo>
                        <a:lnTo>
                          <a:pt x="25" y="0"/>
                        </a:lnTo>
                        <a:lnTo>
                          <a:pt x="0" y="58"/>
                        </a:lnTo>
                        <a:lnTo>
                          <a:pt x="138" y="137"/>
                        </a:lnTo>
                        <a:lnTo>
                          <a:pt x="115" y="51"/>
                        </a:lnTo>
                        <a:close/>
                      </a:path>
                    </a:pathLst>
                  </a:custGeom>
                  <a:solidFill>
                    <a:srgbClr val="C5D7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7" name="í$ľîdè">
                    <a:extLst>
                      <a:ext uri="{FF2B5EF4-FFF2-40B4-BE49-F238E27FC236}">
                        <a16:creationId xmlns:a16="http://schemas.microsoft.com/office/drawing/2014/main" id="{1248B9CB-8BA1-453E-A742-5F446CFDB287}"/>
                      </a:ext>
                    </a:extLst>
                  </p:cNvPr>
                  <p:cNvSpPr/>
                  <p:nvPr/>
                </p:nvSpPr>
                <p:spPr bwMode="auto">
                  <a:xfrm>
                    <a:off x="5754688" y="4868864"/>
                    <a:ext cx="219075" cy="217488"/>
                  </a:xfrm>
                  <a:custGeom>
                    <a:avLst/>
                    <a:gdLst>
                      <a:gd name="T0" fmla="*/ 0 w 138"/>
                      <a:gd name="T1" fmla="*/ 58 h 137"/>
                      <a:gd name="T2" fmla="*/ 25 w 138"/>
                      <a:gd name="T3" fmla="*/ 0 h 137"/>
                      <a:gd name="T4" fmla="*/ 28 w 138"/>
                      <a:gd name="T5" fmla="*/ 1 h 137"/>
                      <a:gd name="T6" fmla="*/ 4 w 138"/>
                      <a:gd name="T7" fmla="*/ 55 h 137"/>
                      <a:gd name="T8" fmla="*/ 137 w 138"/>
                      <a:gd name="T9" fmla="*/ 133 h 137"/>
                      <a:gd name="T10" fmla="*/ 138 w 138"/>
                      <a:gd name="T11" fmla="*/ 137 h 137"/>
                      <a:gd name="T12" fmla="*/ 0 w 138"/>
                      <a:gd name="T13" fmla="*/ 58 h 137"/>
                    </a:gdLst>
                    <a:ahLst/>
                    <a:cxnLst>
                      <a:cxn ang="0">
                        <a:pos x="T0" y="T1"/>
                      </a:cxn>
                      <a:cxn ang="0">
                        <a:pos x="T2" y="T3"/>
                      </a:cxn>
                      <a:cxn ang="0">
                        <a:pos x="T4" y="T5"/>
                      </a:cxn>
                      <a:cxn ang="0">
                        <a:pos x="T6" y="T7"/>
                      </a:cxn>
                      <a:cxn ang="0">
                        <a:pos x="T8" y="T9"/>
                      </a:cxn>
                      <a:cxn ang="0">
                        <a:pos x="T10" y="T11"/>
                      </a:cxn>
                      <a:cxn ang="0">
                        <a:pos x="T12" y="T13"/>
                      </a:cxn>
                    </a:cxnLst>
                    <a:rect l="0" t="0" r="r" b="b"/>
                    <a:pathLst>
                      <a:path w="138" h="137">
                        <a:moveTo>
                          <a:pt x="0" y="58"/>
                        </a:moveTo>
                        <a:lnTo>
                          <a:pt x="25" y="0"/>
                        </a:lnTo>
                        <a:lnTo>
                          <a:pt x="28" y="1"/>
                        </a:lnTo>
                        <a:lnTo>
                          <a:pt x="4" y="55"/>
                        </a:lnTo>
                        <a:lnTo>
                          <a:pt x="137" y="133"/>
                        </a:lnTo>
                        <a:lnTo>
                          <a:pt x="138" y="137"/>
                        </a:lnTo>
                        <a:lnTo>
                          <a:pt x="0" y="58"/>
                        </a:lnTo>
                        <a:close/>
                      </a:path>
                    </a:pathLst>
                  </a:custGeom>
                  <a:solidFill>
                    <a:srgbClr val="DEE1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8" name="îşlíde">
                    <a:extLst>
                      <a:ext uri="{FF2B5EF4-FFF2-40B4-BE49-F238E27FC236}">
                        <a16:creationId xmlns:a16="http://schemas.microsoft.com/office/drawing/2014/main" id="{24E29F0C-EB56-4FE6-ACCD-BBCD63912A7F}"/>
                      </a:ext>
                    </a:extLst>
                  </p:cNvPr>
                  <p:cNvSpPr/>
                  <p:nvPr/>
                </p:nvSpPr>
                <p:spPr bwMode="auto">
                  <a:xfrm>
                    <a:off x="5854701" y="5019676"/>
                    <a:ext cx="11113" cy="9525"/>
                  </a:xfrm>
                  <a:custGeom>
                    <a:avLst/>
                    <a:gdLst>
                      <a:gd name="T0" fmla="*/ 7 w 7"/>
                      <a:gd name="T1" fmla="*/ 3 h 6"/>
                      <a:gd name="T2" fmla="*/ 7 w 7"/>
                      <a:gd name="T3" fmla="*/ 3 h 6"/>
                      <a:gd name="T4" fmla="*/ 0 w 7"/>
                      <a:gd name="T5" fmla="*/ 6 h 6"/>
                      <a:gd name="T6" fmla="*/ 0 w 7"/>
                      <a:gd name="T7" fmla="*/ 0 h 6"/>
                      <a:gd name="T8" fmla="*/ 7 w 7"/>
                      <a:gd name="T9" fmla="*/ 3 h 6"/>
                    </a:gdLst>
                    <a:ahLst/>
                    <a:cxnLst>
                      <a:cxn ang="0">
                        <a:pos x="T0" y="T1"/>
                      </a:cxn>
                      <a:cxn ang="0">
                        <a:pos x="T2" y="T3"/>
                      </a:cxn>
                      <a:cxn ang="0">
                        <a:pos x="T4" y="T5"/>
                      </a:cxn>
                      <a:cxn ang="0">
                        <a:pos x="T6" y="T7"/>
                      </a:cxn>
                      <a:cxn ang="0">
                        <a:pos x="T8" y="T9"/>
                      </a:cxn>
                    </a:cxnLst>
                    <a:rect l="0" t="0" r="r" b="b"/>
                    <a:pathLst>
                      <a:path w="7" h="6">
                        <a:moveTo>
                          <a:pt x="7" y="3"/>
                        </a:moveTo>
                        <a:lnTo>
                          <a:pt x="7" y="3"/>
                        </a:lnTo>
                        <a:lnTo>
                          <a:pt x="0" y="6"/>
                        </a:lnTo>
                        <a:lnTo>
                          <a:pt x="0" y="0"/>
                        </a:lnTo>
                        <a:lnTo>
                          <a:pt x="7" y="3"/>
                        </a:lnTo>
                        <a:close/>
                      </a:path>
                    </a:pathLst>
                  </a:custGeom>
                  <a:solidFill>
                    <a:srgbClr val="F1FC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9" name="ïśḷîḍê">
                    <a:extLst>
                      <a:ext uri="{FF2B5EF4-FFF2-40B4-BE49-F238E27FC236}">
                        <a16:creationId xmlns:a16="http://schemas.microsoft.com/office/drawing/2014/main" id="{9E55B016-1A2B-4AD7-8A3B-F0FA99E74A16}"/>
                      </a:ext>
                    </a:extLst>
                  </p:cNvPr>
                  <p:cNvSpPr/>
                  <p:nvPr/>
                </p:nvSpPr>
                <p:spPr bwMode="auto">
                  <a:xfrm>
                    <a:off x="5854701" y="4903789"/>
                    <a:ext cx="11113" cy="120650"/>
                  </a:xfrm>
                  <a:custGeom>
                    <a:avLst/>
                    <a:gdLst>
                      <a:gd name="T0" fmla="*/ 2 w 7"/>
                      <a:gd name="T1" fmla="*/ 0 h 76"/>
                      <a:gd name="T2" fmla="*/ 7 w 7"/>
                      <a:gd name="T3" fmla="*/ 4 h 76"/>
                      <a:gd name="T4" fmla="*/ 7 w 7"/>
                      <a:gd name="T5" fmla="*/ 76 h 76"/>
                      <a:gd name="T6" fmla="*/ 0 w 7"/>
                      <a:gd name="T7" fmla="*/ 73 h 76"/>
                      <a:gd name="T8" fmla="*/ 2 w 7"/>
                      <a:gd name="T9" fmla="*/ 0 h 76"/>
                    </a:gdLst>
                    <a:ahLst/>
                    <a:cxnLst>
                      <a:cxn ang="0">
                        <a:pos x="T0" y="T1"/>
                      </a:cxn>
                      <a:cxn ang="0">
                        <a:pos x="T2" y="T3"/>
                      </a:cxn>
                      <a:cxn ang="0">
                        <a:pos x="T4" y="T5"/>
                      </a:cxn>
                      <a:cxn ang="0">
                        <a:pos x="T6" y="T7"/>
                      </a:cxn>
                      <a:cxn ang="0">
                        <a:pos x="T8" y="T9"/>
                      </a:cxn>
                    </a:cxnLst>
                    <a:rect l="0" t="0" r="r" b="b"/>
                    <a:pathLst>
                      <a:path w="7" h="76">
                        <a:moveTo>
                          <a:pt x="2" y="0"/>
                        </a:moveTo>
                        <a:lnTo>
                          <a:pt x="7" y="4"/>
                        </a:lnTo>
                        <a:lnTo>
                          <a:pt x="7" y="76"/>
                        </a:lnTo>
                        <a:lnTo>
                          <a:pt x="0" y="73"/>
                        </a:lnTo>
                        <a:lnTo>
                          <a:pt x="2" y="0"/>
                        </a:lnTo>
                        <a:close/>
                      </a:path>
                    </a:pathLst>
                  </a:custGeom>
                  <a:solidFill>
                    <a:srgbClr val="F1FC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0" name="ïṣḻiḋe">
                    <a:extLst>
                      <a:ext uri="{FF2B5EF4-FFF2-40B4-BE49-F238E27FC236}">
                        <a16:creationId xmlns:a16="http://schemas.microsoft.com/office/drawing/2014/main" id="{E4EF0480-F952-47E1-A01C-336DC19EA76C}"/>
                      </a:ext>
                    </a:extLst>
                  </p:cNvPr>
                  <p:cNvSpPr/>
                  <p:nvPr/>
                </p:nvSpPr>
                <p:spPr bwMode="auto">
                  <a:xfrm>
                    <a:off x="5845176" y="5013326"/>
                    <a:ext cx="9525" cy="15875"/>
                  </a:xfrm>
                  <a:custGeom>
                    <a:avLst/>
                    <a:gdLst>
                      <a:gd name="T0" fmla="*/ 6 w 6"/>
                      <a:gd name="T1" fmla="*/ 4 h 10"/>
                      <a:gd name="T2" fmla="*/ 6 w 6"/>
                      <a:gd name="T3" fmla="*/ 10 h 10"/>
                      <a:gd name="T4" fmla="*/ 0 w 6"/>
                      <a:gd name="T5" fmla="*/ 7 h 10"/>
                      <a:gd name="T6" fmla="*/ 0 w 6"/>
                      <a:gd name="T7" fmla="*/ 0 h 10"/>
                      <a:gd name="T8" fmla="*/ 6 w 6"/>
                      <a:gd name="T9" fmla="*/ 4 h 10"/>
                    </a:gdLst>
                    <a:ahLst/>
                    <a:cxnLst>
                      <a:cxn ang="0">
                        <a:pos x="T0" y="T1"/>
                      </a:cxn>
                      <a:cxn ang="0">
                        <a:pos x="T2" y="T3"/>
                      </a:cxn>
                      <a:cxn ang="0">
                        <a:pos x="T4" y="T5"/>
                      </a:cxn>
                      <a:cxn ang="0">
                        <a:pos x="T6" y="T7"/>
                      </a:cxn>
                      <a:cxn ang="0">
                        <a:pos x="T8" y="T9"/>
                      </a:cxn>
                    </a:cxnLst>
                    <a:rect l="0" t="0" r="r" b="b"/>
                    <a:pathLst>
                      <a:path w="6" h="10">
                        <a:moveTo>
                          <a:pt x="6" y="4"/>
                        </a:moveTo>
                        <a:lnTo>
                          <a:pt x="6" y="10"/>
                        </a:lnTo>
                        <a:lnTo>
                          <a:pt x="0" y="7"/>
                        </a:lnTo>
                        <a:lnTo>
                          <a:pt x="0" y="0"/>
                        </a:lnTo>
                        <a:lnTo>
                          <a:pt x="6" y="4"/>
                        </a:lnTo>
                        <a:close/>
                      </a:path>
                    </a:pathLst>
                  </a:custGeom>
                  <a:solidFill>
                    <a:srgbClr val="F1FC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1" name="ï$lîḍè">
                    <a:extLst>
                      <a:ext uri="{FF2B5EF4-FFF2-40B4-BE49-F238E27FC236}">
                        <a16:creationId xmlns:a16="http://schemas.microsoft.com/office/drawing/2014/main" id="{C6148A2F-DD95-4904-A350-F695587A2B65}"/>
                      </a:ext>
                    </a:extLst>
                  </p:cNvPr>
                  <p:cNvSpPr/>
                  <p:nvPr/>
                </p:nvSpPr>
                <p:spPr bwMode="auto">
                  <a:xfrm>
                    <a:off x="5845176" y="4897439"/>
                    <a:ext cx="12700" cy="122238"/>
                  </a:xfrm>
                  <a:custGeom>
                    <a:avLst/>
                    <a:gdLst>
                      <a:gd name="T0" fmla="*/ 6 w 8"/>
                      <a:gd name="T1" fmla="*/ 77 h 77"/>
                      <a:gd name="T2" fmla="*/ 0 w 8"/>
                      <a:gd name="T3" fmla="*/ 73 h 77"/>
                      <a:gd name="T4" fmla="*/ 0 w 8"/>
                      <a:gd name="T5" fmla="*/ 0 h 77"/>
                      <a:gd name="T6" fmla="*/ 8 w 8"/>
                      <a:gd name="T7" fmla="*/ 4 h 77"/>
                      <a:gd name="T8" fmla="*/ 6 w 8"/>
                      <a:gd name="T9" fmla="*/ 77 h 77"/>
                    </a:gdLst>
                    <a:ahLst/>
                    <a:cxnLst>
                      <a:cxn ang="0">
                        <a:pos x="T0" y="T1"/>
                      </a:cxn>
                      <a:cxn ang="0">
                        <a:pos x="T2" y="T3"/>
                      </a:cxn>
                      <a:cxn ang="0">
                        <a:pos x="T4" y="T5"/>
                      </a:cxn>
                      <a:cxn ang="0">
                        <a:pos x="T6" y="T7"/>
                      </a:cxn>
                      <a:cxn ang="0">
                        <a:pos x="T8" y="T9"/>
                      </a:cxn>
                    </a:cxnLst>
                    <a:rect l="0" t="0" r="r" b="b"/>
                    <a:pathLst>
                      <a:path w="8" h="77">
                        <a:moveTo>
                          <a:pt x="6" y="77"/>
                        </a:moveTo>
                        <a:lnTo>
                          <a:pt x="0" y="73"/>
                        </a:lnTo>
                        <a:lnTo>
                          <a:pt x="0" y="0"/>
                        </a:lnTo>
                        <a:lnTo>
                          <a:pt x="8" y="4"/>
                        </a:lnTo>
                        <a:lnTo>
                          <a:pt x="6" y="77"/>
                        </a:lnTo>
                        <a:close/>
                      </a:path>
                    </a:pathLst>
                  </a:custGeom>
                  <a:solidFill>
                    <a:srgbClr val="F1FC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2" name="îşļide">
                    <a:extLst>
                      <a:ext uri="{FF2B5EF4-FFF2-40B4-BE49-F238E27FC236}">
                        <a16:creationId xmlns:a16="http://schemas.microsoft.com/office/drawing/2014/main" id="{855CB879-1E70-4685-8027-3EF8EFD322FD}"/>
                      </a:ext>
                    </a:extLst>
                  </p:cNvPr>
                  <p:cNvSpPr/>
                  <p:nvPr/>
                </p:nvSpPr>
                <p:spPr bwMode="auto">
                  <a:xfrm>
                    <a:off x="6272213" y="5241926"/>
                    <a:ext cx="3175" cy="39688"/>
                  </a:xfrm>
                  <a:custGeom>
                    <a:avLst/>
                    <a:gdLst>
                      <a:gd name="T0" fmla="*/ 2 w 2"/>
                      <a:gd name="T1" fmla="*/ 1 h 25"/>
                      <a:gd name="T2" fmla="*/ 0 w 2"/>
                      <a:gd name="T3" fmla="*/ 0 h 25"/>
                      <a:gd name="T4" fmla="*/ 0 w 2"/>
                      <a:gd name="T5" fmla="*/ 23 h 25"/>
                      <a:gd name="T6" fmla="*/ 2 w 2"/>
                      <a:gd name="T7" fmla="*/ 25 h 25"/>
                      <a:gd name="T8" fmla="*/ 2 w 2"/>
                      <a:gd name="T9" fmla="*/ 1 h 25"/>
                    </a:gdLst>
                    <a:ahLst/>
                    <a:cxnLst>
                      <a:cxn ang="0">
                        <a:pos x="T0" y="T1"/>
                      </a:cxn>
                      <a:cxn ang="0">
                        <a:pos x="T2" y="T3"/>
                      </a:cxn>
                      <a:cxn ang="0">
                        <a:pos x="T4" y="T5"/>
                      </a:cxn>
                      <a:cxn ang="0">
                        <a:pos x="T6" y="T7"/>
                      </a:cxn>
                      <a:cxn ang="0">
                        <a:pos x="T8" y="T9"/>
                      </a:cxn>
                    </a:cxnLst>
                    <a:rect l="0" t="0" r="r" b="b"/>
                    <a:pathLst>
                      <a:path w="2" h="25">
                        <a:moveTo>
                          <a:pt x="2" y="1"/>
                        </a:moveTo>
                        <a:lnTo>
                          <a:pt x="0" y="0"/>
                        </a:lnTo>
                        <a:lnTo>
                          <a:pt x="0" y="23"/>
                        </a:lnTo>
                        <a:lnTo>
                          <a:pt x="2" y="25"/>
                        </a:lnTo>
                        <a:lnTo>
                          <a:pt x="2" y="1"/>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3" name="îşľiḑê">
                    <a:extLst>
                      <a:ext uri="{FF2B5EF4-FFF2-40B4-BE49-F238E27FC236}">
                        <a16:creationId xmlns:a16="http://schemas.microsoft.com/office/drawing/2014/main" id="{E50048BB-3353-4B3B-9E3C-CB2CA3940775}"/>
                      </a:ext>
                    </a:extLst>
                  </p:cNvPr>
                  <p:cNvSpPr/>
                  <p:nvPr/>
                </p:nvSpPr>
                <p:spPr bwMode="auto">
                  <a:xfrm>
                    <a:off x="6272213" y="5183189"/>
                    <a:ext cx="103188" cy="60325"/>
                  </a:xfrm>
                  <a:custGeom>
                    <a:avLst/>
                    <a:gdLst>
                      <a:gd name="T0" fmla="*/ 65 w 65"/>
                      <a:gd name="T1" fmla="*/ 1 h 38"/>
                      <a:gd name="T2" fmla="*/ 63 w 65"/>
                      <a:gd name="T3" fmla="*/ 0 h 38"/>
                      <a:gd name="T4" fmla="*/ 0 w 65"/>
                      <a:gd name="T5" fmla="*/ 37 h 38"/>
                      <a:gd name="T6" fmla="*/ 2 w 65"/>
                      <a:gd name="T7" fmla="*/ 38 h 38"/>
                      <a:gd name="T8" fmla="*/ 65 w 65"/>
                      <a:gd name="T9" fmla="*/ 1 h 38"/>
                    </a:gdLst>
                    <a:ahLst/>
                    <a:cxnLst>
                      <a:cxn ang="0">
                        <a:pos x="T0" y="T1"/>
                      </a:cxn>
                      <a:cxn ang="0">
                        <a:pos x="T2" y="T3"/>
                      </a:cxn>
                      <a:cxn ang="0">
                        <a:pos x="T4" y="T5"/>
                      </a:cxn>
                      <a:cxn ang="0">
                        <a:pos x="T6" y="T7"/>
                      </a:cxn>
                      <a:cxn ang="0">
                        <a:pos x="T8" y="T9"/>
                      </a:cxn>
                    </a:cxnLst>
                    <a:rect l="0" t="0" r="r" b="b"/>
                    <a:pathLst>
                      <a:path w="65" h="38">
                        <a:moveTo>
                          <a:pt x="65" y="1"/>
                        </a:moveTo>
                        <a:lnTo>
                          <a:pt x="63" y="0"/>
                        </a:lnTo>
                        <a:lnTo>
                          <a:pt x="0" y="37"/>
                        </a:lnTo>
                        <a:lnTo>
                          <a:pt x="2" y="38"/>
                        </a:lnTo>
                        <a:lnTo>
                          <a:pt x="65" y="1"/>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4" name="ïšḷïďe">
                    <a:extLst>
                      <a:ext uri="{FF2B5EF4-FFF2-40B4-BE49-F238E27FC236}">
                        <a16:creationId xmlns:a16="http://schemas.microsoft.com/office/drawing/2014/main" id="{45A8020D-43D2-4B4E-BC76-6D41AC87D1ED}"/>
                      </a:ext>
                    </a:extLst>
                  </p:cNvPr>
                  <p:cNvSpPr/>
                  <p:nvPr/>
                </p:nvSpPr>
                <p:spPr bwMode="auto">
                  <a:xfrm>
                    <a:off x="6275388" y="5184776"/>
                    <a:ext cx="100013" cy="96838"/>
                  </a:xfrm>
                  <a:custGeom>
                    <a:avLst/>
                    <a:gdLst>
                      <a:gd name="T0" fmla="*/ 0 w 63"/>
                      <a:gd name="T1" fmla="*/ 37 h 61"/>
                      <a:gd name="T2" fmla="*/ 0 w 63"/>
                      <a:gd name="T3" fmla="*/ 61 h 61"/>
                      <a:gd name="T4" fmla="*/ 63 w 63"/>
                      <a:gd name="T5" fmla="*/ 24 h 61"/>
                      <a:gd name="T6" fmla="*/ 63 w 63"/>
                      <a:gd name="T7" fmla="*/ 0 h 61"/>
                      <a:gd name="T8" fmla="*/ 0 w 63"/>
                      <a:gd name="T9" fmla="*/ 37 h 61"/>
                    </a:gdLst>
                    <a:ahLst/>
                    <a:cxnLst>
                      <a:cxn ang="0">
                        <a:pos x="T0" y="T1"/>
                      </a:cxn>
                      <a:cxn ang="0">
                        <a:pos x="T2" y="T3"/>
                      </a:cxn>
                      <a:cxn ang="0">
                        <a:pos x="T4" y="T5"/>
                      </a:cxn>
                      <a:cxn ang="0">
                        <a:pos x="T6" y="T7"/>
                      </a:cxn>
                      <a:cxn ang="0">
                        <a:pos x="T8" y="T9"/>
                      </a:cxn>
                    </a:cxnLst>
                    <a:rect l="0" t="0" r="r" b="b"/>
                    <a:pathLst>
                      <a:path w="63" h="61">
                        <a:moveTo>
                          <a:pt x="0" y="37"/>
                        </a:moveTo>
                        <a:lnTo>
                          <a:pt x="0" y="61"/>
                        </a:lnTo>
                        <a:lnTo>
                          <a:pt x="63" y="24"/>
                        </a:lnTo>
                        <a:lnTo>
                          <a:pt x="63" y="0"/>
                        </a:lnTo>
                        <a:lnTo>
                          <a:pt x="0" y="37"/>
                        </a:lnTo>
                        <a:close/>
                      </a:path>
                    </a:pathLst>
                  </a:custGeom>
                  <a:solidFill>
                    <a:srgbClr val="E6E6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5" name="i$lïďê">
                    <a:extLst>
                      <a:ext uri="{FF2B5EF4-FFF2-40B4-BE49-F238E27FC236}">
                        <a16:creationId xmlns:a16="http://schemas.microsoft.com/office/drawing/2014/main" id="{BE4CC8B5-5A51-4C40-AA0F-0DE982A113DE}"/>
                      </a:ext>
                    </a:extLst>
                  </p:cNvPr>
                  <p:cNvSpPr/>
                  <p:nvPr/>
                </p:nvSpPr>
                <p:spPr bwMode="auto">
                  <a:xfrm>
                    <a:off x="6235701" y="5257801"/>
                    <a:ext cx="15875" cy="4763"/>
                  </a:xfrm>
                  <a:custGeom>
                    <a:avLst/>
                    <a:gdLst>
                      <a:gd name="T0" fmla="*/ 7 w 7"/>
                      <a:gd name="T1" fmla="*/ 2 h 2"/>
                      <a:gd name="T2" fmla="*/ 6 w 7"/>
                      <a:gd name="T3" fmla="*/ 1 h 2"/>
                      <a:gd name="T4" fmla="*/ 0 w 7"/>
                      <a:gd name="T5" fmla="*/ 1 h 2"/>
                      <a:gd name="T6" fmla="*/ 2 w 7"/>
                      <a:gd name="T7" fmla="*/ 2 h 2"/>
                      <a:gd name="T8" fmla="*/ 7 w 7"/>
                      <a:gd name="T9" fmla="*/ 2 h 2"/>
                    </a:gdLst>
                    <a:ahLst/>
                    <a:cxnLst>
                      <a:cxn ang="0">
                        <a:pos x="T0" y="T1"/>
                      </a:cxn>
                      <a:cxn ang="0">
                        <a:pos x="T2" y="T3"/>
                      </a:cxn>
                      <a:cxn ang="0">
                        <a:pos x="T4" y="T5"/>
                      </a:cxn>
                      <a:cxn ang="0">
                        <a:pos x="T6" y="T7"/>
                      </a:cxn>
                      <a:cxn ang="0">
                        <a:pos x="T8" y="T9"/>
                      </a:cxn>
                    </a:cxnLst>
                    <a:rect l="0" t="0" r="r" b="b"/>
                    <a:pathLst>
                      <a:path w="7" h="2">
                        <a:moveTo>
                          <a:pt x="7" y="2"/>
                        </a:moveTo>
                        <a:cubicBezTo>
                          <a:pt x="6" y="1"/>
                          <a:pt x="6" y="1"/>
                          <a:pt x="6" y="1"/>
                        </a:cubicBezTo>
                        <a:cubicBezTo>
                          <a:pt x="4" y="0"/>
                          <a:pt x="2" y="0"/>
                          <a:pt x="0" y="1"/>
                        </a:cubicBezTo>
                        <a:cubicBezTo>
                          <a:pt x="2" y="2"/>
                          <a:pt x="2" y="2"/>
                          <a:pt x="2" y="2"/>
                        </a:cubicBezTo>
                        <a:cubicBezTo>
                          <a:pt x="4" y="1"/>
                          <a:pt x="6" y="1"/>
                          <a:pt x="7" y="2"/>
                        </a:cubicBez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6" name="ï$ḻíḓê">
                    <a:extLst>
                      <a:ext uri="{FF2B5EF4-FFF2-40B4-BE49-F238E27FC236}">
                        <a16:creationId xmlns:a16="http://schemas.microsoft.com/office/drawing/2014/main" id="{2E7D934C-6305-41EB-A957-1A951649FF4D}"/>
                      </a:ext>
                    </a:extLst>
                  </p:cNvPr>
                  <p:cNvSpPr/>
                  <p:nvPr/>
                </p:nvSpPr>
                <p:spPr bwMode="auto">
                  <a:xfrm>
                    <a:off x="6246813" y="5257801"/>
                    <a:ext cx="4763" cy="4763"/>
                  </a:xfrm>
                  <a:custGeom>
                    <a:avLst/>
                    <a:gdLst>
                      <a:gd name="T0" fmla="*/ 2 w 2"/>
                      <a:gd name="T1" fmla="*/ 2 h 2"/>
                      <a:gd name="T2" fmla="*/ 1 w 2"/>
                      <a:gd name="T3" fmla="*/ 1 h 2"/>
                      <a:gd name="T4" fmla="*/ 0 w 2"/>
                      <a:gd name="T5" fmla="*/ 0 h 2"/>
                      <a:gd name="T6" fmla="*/ 2 w 2"/>
                      <a:gd name="T7" fmla="*/ 1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1" y="1"/>
                          <a:pt x="1" y="1"/>
                          <a:pt x="1" y="1"/>
                        </a:cubicBezTo>
                        <a:cubicBezTo>
                          <a:pt x="1" y="1"/>
                          <a:pt x="0" y="1"/>
                          <a:pt x="0" y="0"/>
                        </a:cubicBezTo>
                        <a:cubicBezTo>
                          <a:pt x="2" y="1"/>
                          <a:pt x="2" y="1"/>
                          <a:pt x="2" y="1"/>
                        </a:cubicBezTo>
                        <a:cubicBezTo>
                          <a:pt x="2" y="1"/>
                          <a:pt x="2" y="2"/>
                          <a:pt x="2" y="2"/>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7" name="iSļïďe">
                    <a:extLst>
                      <a:ext uri="{FF2B5EF4-FFF2-40B4-BE49-F238E27FC236}">
                        <a16:creationId xmlns:a16="http://schemas.microsoft.com/office/drawing/2014/main" id="{BCF4E70B-720C-4DFF-9554-A9E0F7EFE5FB}"/>
                      </a:ext>
                    </a:extLst>
                  </p:cNvPr>
                  <p:cNvSpPr/>
                  <p:nvPr/>
                </p:nvSpPr>
                <p:spPr bwMode="auto">
                  <a:xfrm>
                    <a:off x="6246813" y="5257801"/>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8" name="îṧlîdé">
                    <a:extLst>
                      <a:ext uri="{FF2B5EF4-FFF2-40B4-BE49-F238E27FC236}">
                        <a16:creationId xmlns:a16="http://schemas.microsoft.com/office/drawing/2014/main" id="{63917475-6B7C-4407-9D82-ACD7C6A0F3CF}"/>
                      </a:ext>
                    </a:extLst>
                  </p:cNvPr>
                  <p:cNvSpPr/>
                  <p:nvPr/>
                </p:nvSpPr>
                <p:spPr bwMode="auto">
                  <a:xfrm>
                    <a:off x="6245226" y="5257801"/>
                    <a:ext cx="3175"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9" name="íŝ1iḍè">
                    <a:extLst>
                      <a:ext uri="{FF2B5EF4-FFF2-40B4-BE49-F238E27FC236}">
                        <a16:creationId xmlns:a16="http://schemas.microsoft.com/office/drawing/2014/main" id="{A2AF411F-6883-403D-8E45-830CE5495DCA}"/>
                      </a:ext>
                    </a:extLst>
                  </p:cNvPr>
                  <p:cNvSpPr/>
                  <p:nvPr/>
                </p:nvSpPr>
                <p:spPr bwMode="auto">
                  <a:xfrm>
                    <a:off x="6245226" y="5257801"/>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0" name="íşliḍe">
                    <a:extLst>
                      <a:ext uri="{FF2B5EF4-FFF2-40B4-BE49-F238E27FC236}">
                        <a16:creationId xmlns:a16="http://schemas.microsoft.com/office/drawing/2014/main" id="{472CEE4C-3F6B-4085-948C-655390649EA8}"/>
                      </a:ext>
                    </a:extLst>
                  </p:cNvPr>
                  <p:cNvSpPr/>
                  <p:nvPr/>
                </p:nvSpPr>
                <p:spPr bwMode="auto">
                  <a:xfrm>
                    <a:off x="6242051" y="5257801"/>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1" name="iṣ1îḋê">
                    <a:extLst>
                      <a:ext uri="{FF2B5EF4-FFF2-40B4-BE49-F238E27FC236}">
                        <a16:creationId xmlns:a16="http://schemas.microsoft.com/office/drawing/2014/main" id="{A18D81E7-8AF0-4DE8-86E4-47BACC7DFCA4}"/>
                      </a:ext>
                    </a:extLst>
                  </p:cNvPr>
                  <p:cNvSpPr/>
                  <p:nvPr/>
                </p:nvSpPr>
                <p:spPr bwMode="auto">
                  <a:xfrm>
                    <a:off x="6242051" y="5257801"/>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2" name="i$lídè">
                    <a:extLst>
                      <a:ext uri="{FF2B5EF4-FFF2-40B4-BE49-F238E27FC236}">
                        <a16:creationId xmlns:a16="http://schemas.microsoft.com/office/drawing/2014/main" id="{5623222E-5376-443F-A469-F232B5125278}"/>
                      </a:ext>
                    </a:extLst>
                  </p:cNvPr>
                  <p:cNvSpPr/>
                  <p:nvPr/>
                </p:nvSpPr>
                <p:spPr bwMode="auto">
                  <a:xfrm>
                    <a:off x="6242051" y="5257801"/>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3" name="išḻîḋe">
                    <a:extLst>
                      <a:ext uri="{FF2B5EF4-FFF2-40B4-BE49-F238E27FC236}">
                        <a16:creationId xmlns:a16="http://schemas.microsoft.com/office/drawing/2014/main" id="{21E6C4FA-1E1C-4EC9-B1D4-8CBBA4B62762}"/>
                      </a:ext>
                    </a:extLst>
                  </p:cNvPr>
                  <p:cNvSpPr/>
                  <p:nvPr/>
                </p:nvSpPr>
                <p:spPr bwMode="auto">
                  <a:xfrm>
                    <a:off x="6240463" y="5257801"/>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4" name="ïṩ1îḑe">
                    <a:extLst>
                      <a:ext uri="{FF2B5EF4-FFF2-40B4-BE49-F238E27FC236}">
                        <a16:creationId xmlns:a16="http://schemas.microsoft.com/office/drawing/2014/main" id="{C18A9C38-4E2E-4D8B-919F-181EEC6F2EAA}"/>
                      </a:ext>
                    </a:extLst>
                  </p:cNvPr>
                  <p:cNvSpPr/>
                  <p:nvPr/>
                </p:nvSpPr>
                <p:spPr bwMode="auto">
                  <a:xfrm>
                    <a:off x="6240463" y="5257801"/>
                    <a:ext cx="4763" cy="1588"/>
                  </a:xfrm>
                  <a:custGeom>
                    <a:avLst/>
                    <a:gdLst>
                      <a:gd name="T0" fmla="*/ 2 w 2"/>
                      <a:gd name="T1" fmla="*/ 1 h 1"/>
                      <a:gd name="T2" fmla="*/ 0 w 2"/>
                      <a:gd name="T3" fmla="*/ 0 h 1"/>
                      <a:gd name="T4" fmla="*/ 0 w 2"/>
                      <a:gd name="T5" fmla="*/ 1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5" name="ïṧḻîdê">
                    <a:extLst>
                      <a:ext uri="{FF2B5EF4-FFF2-40B4-BE49-F238E27FC236}">
                        <a16:creationId xmlns:a16="http://schemas.microsoft.com/office/drawing/2014/main" id="{0F6C3F23-0A34-48B3-B408-0F818027FF5F}"/>
                      </a:ext>
                    </a:extLst>
                  </p:cNvPr>
                  <p:cNvSpPr/>
                  <p:nvPr/>
                </p:nvSpPr>
                <p:spPr bwMode="auto">
                  <a:xfrm>
                    <a:off x="6240463" y="5259389"/>
                    <a:ext cx="4763" cy="3175"/>
                  </a:xfrm>
                  <a:custGeom>
                    <a:avLst/>
                    <a:gdLst>
                      <a:gd name="T0" fmla="*/ 2 w 2"/>
                      <a:gd name="T1" fmla="*/ 0 h 1"/>
                      <a:gd name="T2" fmla="*/ 0 w 2"/>
                      <a:gd name="T3" fmla="*/ 0 h 1"/>
                      <a:gd name="T4" fmla="*/ 0 w 2"/>
                      <a:gd name="T5" fmla="*/ 0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0"/>
                          <a:pt x="0" y="0"/>
                          <a:pt x="0" y="0"/>
                        </a:cubicBezTo>
                        <a:cubicBezTo>
                          <a:pt x="0" y="0"/>
                          <a:pt x="0" y="0"/>
                          <a:pt x="0" y="0"/>
                        </a:cubicBezTo>
                        <a:cubicBezTo>
                          <a:pt x="1" y="1"/>
                          <a:pt x="1" y="1"/>
                          <a:pt x="1" y="1"/>
                        </a:cubicBezTo>
                        <a:cubicBezTo>
                          <a:pt x="1" y="1"/>
                          <a:pt x="1" y="0"/>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6" name="îSļíḓè">
                    <a:extLst>
                      <a:ext uri="{FF2B5EF4-FFF2-40B4-BE49-F238E27FC236}">
                        <a16:creationId xmlns:a16="http://schemas.microsoft.com/office/drawing/2014/main" id="{945A50A4-25FD-498A-A8CB-2E41E0E63255}"/>
                      </a:ext>
                    </a:extLst>
                  </p:cNvPr>
                  <p:cNvSpPr/>
                  <p:nvPr/>
                </p:nvSpPr>
                <p:spPr bwMode="auto">
                  <a:xfrm>
                    <a:off x="6238876" y="5259389"/>
                    <a:ext cx="3175" cy="3175"/>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7" name="ïSļíḋê">
                    <a:extLst>
                      <a:ext uri="{FF2B5EF4-FFF2-40B4-BE49-F238E27FC236}">
                        <a16:creationId xmlns:a16="http://schemas.microsoft.com/office/drawing/2014/main" id="{9B1E6B01-228C-4EE7-8EC4-F08A47460E4D}"/>
                      </a:ext>
                    </a:extLst>
                  </p:cNvPr>
                  <p:cNvSpPr/>
                  <p:nvPr/>
                </p:nvSpPr>
                <p:spPr bwMode="auto">
                  <a:xfrm>
                    <a:off x="6238876" y="5259389"/>
                    <a:ext cx="3175"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8" name="íşḷîďè">
                    <a:extLst>
                      <a:ext uri="{FF2B5EF4-FFF2-40B4-BE49-F238E27FC236}">
                        <a16:creationId xmlns:a16="http://schemas.microsoft.com/office/drawing/2014/main" id="{16B254A5-EB14-4F74-8E75-6B92F15B3716}"/>
                      </a:ext>
                    </a:extLst>
                  </p:cNvPr>
                  <p:cNvSpPr/>
                  <p:nvPr/>
                </p:nvSpPr>
                <p:spPr bwMode="auto">
                  <a:xfrm>
                    <a:off x="6238876" y="5259389"/>
                    <a:ext cx="3175" cy="3175"/>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9" name="íṣļiḋe">
                    <a:extLst>
                      <a:ext uri="{FF2B5EF4-FFF2-40B4-BE49-F238E27FC236}">
                        <a16:creationId xmlns:a16="http://schemas.microsoft.com/office/drawing/2014/main" id="{7D96801A-B194-4B97-83B3-7DC373A5706E}"/>
                      </a:ext>
                    </a:extLst>
                  </p:cNvPr>
                  <p:cNvSpPr/>
                  <p:nvPr/>
                </p:nvSpPr>
                <p:spPr bwMode="auto">
                  <a:xfrm>
                    <a:off x="6235701" y="5259389"/>
                    <a:ext cx="4763" cy="3175"/>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0" name="iṥ1ïḓè">
                    <a:extLst>
                      <a:ext uri="{FF2B5EF4-FFF2-40B4-BE49-F238E27FC236}">
                        <a16:creationId xmlns:a16="http://schemas.microsoft.com/office/drawing/2014/main" id="{3FAEC28F-5E7F-47E6-8906-33E4485D22D9}"/>
                      </a:ext>
                    </a:extLst>
                  </p:cNvPr>
                  <p:cNvSpPr/>
                  <p:nvPr/>
                </p:nvSpPr>
                <p:spPr bwMode="auto">
                  <a:xfrm>
                    <a:off x="6235701" y="5259389"/>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1" name="ïṥlíḓê">
                    <a:extLst>
                      <a:ext uri="{FF2B5EF4-FFF2-40B4-BE49-F238E27FC236}">
                        <a16:creationId xmlns:a16="http://schemas.microsoft.com/office/drawing/2014/main" id="{E9426D9A-CE8B-424D-ABEB-512D59C4CF74}"/>
                      </a:ext>
                    </a:extLst>
                  </p:cNvPr>
                  <p:cNvSpPr/>
                  <p:nvPr/>
                </p:nvSpPr>
                <p:spPr bwMode="auto">
                  <a:xfrm>
                    <a:off x="6219826" y="5259389"/>
                    <a:ext cx="20638" cy="42863"/>
                  </a:xfrm>
                  <a:custGeom>
                    <a:avLst/>
                    <a:gdLst>
                      <a:gd name="T0" fmla="*/ 3 w 10"/>
                      <a:gd name="T1" fmla="*/ 19 h 20"/>
                      <a:gd name="T2" fmla="*/ 4 w 10"/>
                      <a:gd name="T3" fmla="*/ 20 h 20"/>
                      <a:gd name="T4" fmla="*/ 2 w 10"/>
                      <a:gd name="T5" fmla="*/ 15 h 20"/>
                      <a:gd name="T6" fmla="*/ 10 w 10"/>
                      <a:gd name="T7" fmla="*/ 1 h 20"/>
                      <a:gd name="T8" fmla="*/ 8 w 10"/>
                      <a:gd name="T9" fmla="*/ 0 h 20"/>
                      <a:gd name="T10" fmla="*/ 0 w 10"/>
                      <a:gd name="T11" fmla="*/ 14 h 20"/>
                      <a:gd name="T12" fmla="*/ 3 w 10"/>
                      <a:gd name="T13" fmla="*/ 19 h 20"/>
                    </a:gdLst>
                    <a:ahLst/>
                    <a:cxnLst>
                      <a:cxn ang="0">
                        <a:pos x="T0" y="T1"/>
                      </a:cxn>
                      <a:cxn ang="0">
                        <a:pos x="T2" y="T3"/>
                      </a:cxn>
                      <a:cxn ang="0">
                        <a:pos x="T4" y="T5"/>
                      </a:cxn>
                      <a:cxn ang="0">
                        <a:pos x="T6" y="T7"/>
                      </a:cxn>
                      <a:cxn ang="0">
                        <a:pos x="T8" y="T9"/>
                      </a:cxn>
                      <a:cxn ang="0">
                        <a:pos x="T10" y="T11"/>
                      </a:cxn>
                      <a:cxn ang="0">
                        <a:pos x="T12" y="T13"/>
                      </a:cxn>
                    </a:cxnLst>
                    <a:rect l="0" t="0" r="r" b="b"/>
                    <a:pathLst>
                      <a:path w="10" h="20">
                        <a:moveTo>
                          <a:pt x="3" y="19"/>
                        </a:moveTo>
                        <a:cubicBezTo>
                          <a:pt x="4" y="20"/>
                          <a:pt x="4" y="20"/>
                          <a:pt x="4" y="20"/>
                        </a:cubicBezTo>
                        <a:cubicBezTo>
                          <a:pt x="3" y="19"/>
                          <a:pt x="2" y="18"/>
                          <a:pt x="2" y="15"/>
                        </a:cubicBezTo>
                        <a:cubicBezTo>
                          <a:pt x="2" y="10"/>
                          <a:pt x="5" y="4"/>
                          <a:pt x="10" y="1"/>
                        </a:cubicBezTo>
                        <a:cubicBezTo>
                          <a:pt x="8" y="0"/>
                          <a:pt x="8" y="0"/>
                          <a:pt x="8" y="0"/>
                        </a:cubicBezTo>
                        <a:cubicBezTo>
                          <a:pt x="4" y="3"/>
                          <a:pt x="0" y="9"/>
                          <a:pt x="0" y="14"/>
                        </a:cubicBezTo>
                        <a:cubicBezTo>
                          <a:pt x="0" y="17"/>
                          <a:pt x="1" y="18"/>
                          <a:pt x="3" y="19"/>
                        </a:cubicBez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2" name="ïṧ1îḓè">
                    <a:extLst>
                      <a:ext uri="{FF2B5EF4-FFF2-40B4-BE49-F238E27FC236}">
                        <a16:creationId xmlns:a16="http://schemas.microsoft.com/office/drawing/2014/main" id="{4EBFD105-6391-4D98-A9BF-9DCD38116887}"/>
                      </a:ext>
                    </a:extLst>
                  </p:cNvPr>
                  <p:cNvSpPr/>
                  <p:nvPr/>
                </p:nvSpPr>
                <p:spPr bwMode="auto">
                  <a:xfrm>
                    <a:off x="6235701" y="5259389"/>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3" name="îṥlíḋé">
                    <a:extLst>
                      <a:ext uri="{FF2B5EF4-FFF2-40B4-BE49-F238E27FC236}">
                        <a16:creationId xmlns:a16="http://schemas.microsoft.com/office/drawing/2014/main" id="{6322C282-8EB2-4B8A-BE11-11FEF151198D}"/>
                      </a:ext>
                    </a:extLst>
                  </p:cNvPr>
                  <p:cNvSpPr/>
                  <p:nvPr/>
                </p:nvSpPr>
                <p:spPr bwMode="auto">
                  <a:xfrm>
                    <a:off x="6235701" y="5259389"/>
                    <a:ext cx="4763" cy="4763"/>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1" y="2"/>
                          <a:pt x="1" y="2"/>
                          <a:pt x="1" y="2"/>
                        </a:cubicBezTo>
                        <a:cubicBezTo>
                          <a:pt x="1"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4" name="î$ḻíḋè">
                    <a:extLst>
                      <a:ext uri="{FF2B5EF4-FFF2-40B4-BE49-F238E27FC236}">
                        <a16:creationId xmlns:a16="http://schemas.microsoft.com/office/drawing/2014/main" id="{8ACDCDBB-AD4C-4860-A80A-23C7F839C7BC}"/>
                      </a:ext>
                    </a:extLst>
                  </p:cNvPr>
                  <p:cNvSpPr/>
                  <p:nvPr/>
                </p:nvSpPr>
                <p:spPr bwMode="auto">
                  <a:xfrm>
                    <a:off x="6234113" y="5262564"/>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5" name="iṩḻîḍe">
                    <a:extLst>
                      <a:ext uri="{FF2B5EF4-FFF2-40B4-BE49-F238E27FC236}">
                        <a16:creationId xmlns:a16="http://schemas.microsoft.com/office/drawing/2014/main" id="{E0971AED-2BD0-4342-8C06-9A3F3D572E03}"/>
                      </a:ext>
                    </a:extLst>
                  </p:cNvPr>
                  <p:cNvSpPr/>
                  <p:nvPr/>
                </p:nvSpPr>
                <p:spPr bwMode="auto">
                  <a:xfrm>
                    <a:off x="6234113" y="5262564"/>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6" name="ísliḍê">
                    <a:extLst>
                      <a:ext uri="{FF2B5EF4-FFF2-40B4-BE49-F238E27FC236}">
                        <a16:creationId xmlns:a16="http://schemas.microsoft.com/office/drawing/2014/main" id="{F2B1C385-2234-454A-9934-2DE28BD5AC05}"/>
                      </a:ext>
                    </a:extLst>
                  </p:cNvPr>
                  <p:cNvSpPr/>
                  <p:nvPr/>
                </p:nvSpPr>
                <p:spPr bwMode="auto">
                  <a:xfrm>
                    <a:off x="6234113" y="5262564"/>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7" name="îSlîḓe">
                    <a:extLst>
                      <a:ext uri="{FF2B5EF4-FFF2-40B4-BE49-F238E27FC236}">
                        <a16:creationId xmlns:a16="http://schemas.microsoft.com/office/drawing/2014/main" id="{D5E396AD-C02B-46D1-AA9C-F8787673EB35}"/>
                      </a:ext>
                    </a:extLst>
                  </p:cNvPr>
                  <p:cNvSpPr/>
                  <p:nvPr/>
                </p:nvSpPr>
                <p:spPr bwMode="auto">
                  <a:xfrm>
                    <a:off x="6232526" y="5262564"/>
                    <a:ext cx="3175" cy="3175"/>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8" name="íṧḻíḓé">
                    <a:extLst>
                      <a:ext uri="{FF2B5EF4-FFF2-40B4-BE49-F238E27FC236}">
                        <a16:creationId xmlns:a16="http://schemas.microsoft.com/office/drawing/2014/main" id="{50208226-4BF8-4696-9F5D-4768DCAC884F}"/>
                      </a:ext>
                    </a:extLst>
                  </p:cNvPr>
                  <p:cNvSpPr/>
                  <p:nvPr/>
                </p:nvSpPr>
                <p:spPr bwMode="auto">
                  <a:xfrm>
                    <a:off x="6232526" y="5264151"/>
                    <a:ext cx="3175"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9" name="ïŝlíḋé">
                    <a:extLst>
                      <a:ext uri="{FF2B5EF4-FFF2-40B4-BE49-F238E27FC236}">
                        <a16:creationId xmlns:a16="http://schemas.microsoft.com/office/drawing/2014/main" id="{990D90C2-48BA-4224-ABA3-2AE56A5AB55F}"/>
                      </a:ext>
                    </a:extLst>
                  </p:cNvPr>
                  <p:cNvSpPr/>
                  <p:nvPr/>
                </p:nvSpPr>
                <p:spPr bwMode="auto">
                  <a:xfrm>
                    <a:off x="6232526" y="5264151"/>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0" name="íṣlîdè">
                    <a:extLst>
                      <a:ext uri="{FF2B5EF4-FFF2-40B4-BE49-F238E27FC236}">
                        <a16:creationId xmlns:a16="http://schemas.microsoft.com/office/drawing/2014/main" id="{BE47E58B-6B33-4580-903A-043B123BBD16}"/>
                      </a:ext>
                    </a:extLst>
                  </p:cNvPr>
                  <p:cNvSpPr/>
                  <p:nvPr/>
                </p:nvSpPr>
                <p:spPr bwMode="auto">
                  <a:xfrm>
                    <a:off x="6229351" y="5264151"/>
                    <a:ext cx="4763"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0"/>
                          <a:pt x="0" y="0"/>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1" name="iṡľïḋé">
                    <a:extLst>
                      <a:ext uri="{FF2B5EF4-FFF2-40B4-BE49-F238E27FC236}">
                        <a16:creationId xmlns:a16="http://schemas.microsoft.com/office/drawing/2014/main" id="{8C12EF3B-E8BE-48C1-99F4-2E1755394D4B}"/>
                      </a:ext>
                    </a:extLst>
                  </p:cNvPr>
                  <p:cNvSpPr/>
                  <p:nvPr/>
                </p:nvSpPr>
                <p:spPr bwMode="auto">
                  <a:xfrm>
                    <a:off x="6229351" y="5265739"/>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2" name="ïṡ1íḑe">
                    <a:extLst>
                      <a:ext uri="{FF2B5EF4-FFF2-40B4-BE49-F238E27FC236}">
                        <a16:creationId xmlns:a16="http://schemas.microsoft.com/office/drawing/2014/main" id="{5770D197-6819-4295-ADF9-1D9326711DC4}"/>
                      </a:ext>
                    </a:extLst>
                  </p:cNvPr>
                  <p:cNvSpPr/>
                  <p:nvPr/>
                </p:nvSpPr>
                <p:spPr bwMode="auto">
                  <a:xfrm>
                    <a:off x="6229351" y="5265739"/>
                    <a:ext cx="4763" cy="3175"/>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3" name="íṧľïďè">
                    <a:extLst>
                      <a:ext uri="{FF2B5EF4-FFF2-40B4-BE49-F238E27FC236}">
                        <a16:creationId xmlns:a16="http://schemas.microsoft.com/office/drawing/2014/main" id="{11CDD7DB-5558-4237-A751-48B94DB001D8}"/>
                      </a:ext>
                    </a:extLst>
                  </p:cNvPr>
                  <p:cNvSpPr/>
                  <p:nvPr/>
                </p:nvSpPr>
                <p:spPr bwMode="auto">
                  <a:xfrm>
                    <a:off x="6227763" y="5265739"/>
                    <a:ext cx="4763"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4" name="îšḷiḓé">
                    <a:extLst>
                      <a:ext uri="{FF2B5EF4-FFF2-40B4-BE49-F238E27FC236}">
                        <a16:creationId xmlns:a16="http://schemas.microsoft.com/office/drawing/2014/main" id="{FC7EC96C-B157-48C6-9337-B9DB9B9ADBC5}"/>
                      </a:ext>
                    </a:extLst>
                  </p:cNvPr>
                  <p:cNvSpPr/>
                  <p:nvPr/>
                </p:nvSpPr>
                <p:spPr bwMode="auto">
                  <a:xfrm>
                    <a:off x="6227763" y="5268914"/>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5" name="ïşḻïḓê">
                    <a:extLst>
                      <a:ext uri="{FF2B5EF4-FFF2-40B4-BE49-F238E27FC236}">
                        <a16:creationId xmlns:a16="http://schemas.microsoft.com/office/drawing/2014/main" id="{32AEE380-4443-4B1C-B0BE-8195DA552B38}"/>
                      </a:ext>
                    </a:extLst>
                  </p:cNvPr>
                  <p:cNvSpPr/>
                  <p:nvPr/>
                </p:nvSpPr>
                <p:spPr bwMode="auto">
                  <a:xfrm>
                    <a:off x="6227763" y="5268914"/>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6" name="îšḻïḑè">
                    <a:extLst>
                      <a:ext uri="{FF2B5EF4-FFF2-40B4-BE49-F238E27FC236}">
                        <a16:creationId xmlns:a16="http://schemas.microsoft.com/office/drawing/2014/main" id="{AC137C26-CF91-4EE2-BE7B-C825E4387A77}"/>
                      </a:ext>
                    </a:extLst>
                  </p:cNvPr>
                  <p:cNvSpPr/>
                  <p:nvPr/>
                </p:nvSpPr>
                <p:spPr bwMode="auto">
                  <a:xfrm>
                    <a:off x="6226176" y="5268914"/>
                    <a:ext cx="3175" cy="3175"/>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1"/>
                          <a:pt x="0" y="1"/>
                          <a:pt x="0"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7" name="îṥļiḍè">
                    <a:extLst>
                      <a:ext uri="{FF2B5EF4-FFF2-40B4-BE49-F238E27FC236}">
                        <a16:creationId xmlns:a16="http://schemas.microsoft.com/office/drawing/2014/main" id="{87E3D7D1-9512-4379-B10E-BA81CDACA333}"/>
                      </a:ext>
                    </a:extLst>
                  </p:cNvPr>
                  <p:cNvSpPr/>
                  <p:nvPr/>
                </p:nvSpPr>
                <p:spPr bwMode="auto">
                  <a:xfrm>
                    <a:off x="6226176" y="5270501"/>
                    <a:ext cx="3175" cy="4763"/>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1" y="2"/>
                          <a:pt x="1" y="2"/>
                          <a:pt x="1" y="2"/>
                        </a:cubicBezTo>
                        <a:cubicBezTo>
                          <a:pt x="1"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8" name="îṩ1iďé">
                    <a:extLst>
                      <a:ext uri="{FF2B5EF4-FFF2-40B4-BE49-F238E27FC236}">
                        <a16:creationId xmlns:a16="http://schemas.microsoft.com/office/drawing/2014/main" id="{04B57AC6-290B-4383-A478-3A99A40CED1B}"/>
                      </a:ext>
                    </a:extLst>
                  </p:cNvPr>
                  <p:cNvSpPr/>
                  <p:nvPr/>
                </p:nvSpPr>
                <p:spPr bwMode="auto">
                  <a:xfrm>
                    <a:off x="6223001" y="5272089"/>
                    <a:ext cx="4763"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0" y="0"/>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9" name="iṥļïdè">
                    <a:extLst>
                      <a:ext uri="{FF2B5EF4-FFF2-40B4-BE49-F238E27FC236}">
                        <a16:creationId xmlns:a16="http://schemas.microsoft.com/office/drawing/2014/main" id="{1E13D56F-EE8E-4B15-8EA1-15E77CBCAAF3}"/>
                      </a:ext>
                    </a:extLst>
                  </p:cNvPr>
                  <p:cNvSpPr/>
                  <p:nvPr/>
                </p:nvSpPr>
                <p:spPr bwMode="auto">
                  <a:xfrm>
                    <a:off x="6223001" y="5275264"/>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0" name="íšḷïďè">
                    <a:extLst>
                      <a:ext uri="{FF2B5EF4-FFF2-40B4-BE49-F238E27FC236}">
                        <a16:creationId xmlns:a16="http://schemas.microsoft.com/office/drawing/2014/main" id="{2EEAF586-E9FF-4938-8260-395C3B4F7C3A}"/>
                      </a:ext>
                    </a:extLst>
                  </p:cNvPr>
                  <p:cNvSpPr/>
                  <p:nvPr/>
                </p:nvSpPr>
                <p:spPr bwMode="auto">
                  <a:xfrm>
                    <a:off x="6223001" y="5275264"/>
                    <a:ext cx="4763" cy="3175"/>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1" y="2"/>
                          <a:pt x="1" y="2"/>
                          <a:pt x="1" y="2"/>
                        </a:cubicBezTo>
                        <a:cubicBezTo>
                          <a:pt x="1" y="2"/>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1" name="ï$ḷíďé">
                    <a:extLst>
                      <a:ext uri="{FF2B5EF4-FFF2-40B4-BE49-F238E27FC236}">
                        <a16:creationId xmlns:a16="http://schemas.microsoft.com/office/drawing/2014/main" id="{C103FE16-7CC4-4970-99C1-5AF61BF920B8}"/>
                      </a:ext>
                    </a:extLst>
                  </p:cNvPr>
                  <p:cNvSpPr/>
                  <p:nvPr/>
                </p:nvSpPr>
                <p:spPr bwMode="auto">
                  <a:xfrm>
                    <a:off x="6223001" y="5276851"/>
                    <a:ext cx="3175"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2" name="íṥliḍè">
                    <a:extLst>
                      <a:ext uri="{FF2B5EF4-FFF2-40B4-BE49-F238E27FC236}">
                        <a16:creationId xmlns:a16="http://schemas.microsoft.com/office/drawing/2014/main" id="{50C90CA5-F54B-405C-AE85-F28FF0DA07A3}"/>
                      </a:ext>
                    </a:extLst>
                  </p:cNvPr>
                  <p:cNvSpPr/>
                  <p:nvPr/>
                </p:nvSpPr>
                <p:spPr bwMode="auto">
                  <a:xfrm>
                    <a:off x="6221413" y="5276851"/>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3" name="ïṡľîḓè">
                    <a:extLst>
                      <a:ext uri="{FF2B5EF4-FFF2-40B4-BE49-F238E27FC236}">
                        <a16:creationId xmlns:a16="http://schemas.microsoft.com/office/drawing/2014/main" id="{942BA605-480D-459A-A902-82D02C1F7FB9}"/>
                      </a:ext>
                    </a:extLst>
                  </p:cNvPr>
                  <p:cNvSpPr/>
                  <p:nvPr/>
                </p:nvSpPr>
                <p:spPr bwMode="auto">
                  <a:xfrm>
                    <a:off x="6221413" y="5276851"/>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4" name="îṧḻíḓe">
                    <a:extLst>
                      <a:ext uri="{FF2B5EF4-FFF2-40B4-BE49-F238E27FC236}">
                        <a16:creationId xmlns:a16="http://schemas.microsoft.com/office/drawing/2014/main" id="{6470EEDA-1227-4388-BECD-23D769A53C6F}"/>
                      </a:ext>
                    </a:extLst>
                  </p:cNvPr>
                  <p:cNvSpPr/>
                  <p:nvPr/>
                </p:nvSpPr>
                <p:spPr bwMode="auto">
                  <a:xfrm>
                    <a:off x="6221413" y="5278439"/>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5" name="iŝḷîḍé">
                    <a:extLst>
                      <a:ext uri="{FF2B5EF4-FFF2-40B4-BE49-F238E27FC236}">
                        <a16:creationId xmlns:a16="http://schemas.microsoft.com/office/drawing/2014/main" id="{6B0F3394-ECB7-42F9-ACDA-C0D31267CCC5}"/>
                      </a:ext>
                    </a:extLst>
                  </p:cNvPr>
                  <p:cNvSpPr/>
                  <p:nvPr/>
                </p:nvSpPr>
                <p:spPr bwMode="auto">
                  <a:xfrm>
                    <a:off x="6221413" y="5278439"/>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6" name="îṣļiḍe">
                    <a:extLst>
                      <a:ext uri="{FF2B5EF4-FFF2-40B4-BE49-F238E27FC236}">
                        <a16:creationId xmlns:a16="http://schemas.microsoft.com/office/drawing/2014/main" id="{A6FF5692-76A7-4D94-97E1-DF668201E586}"/>
                      </a:ext>
                    </a:extLst>
                  </p:cNvPr>
                  <p:cNvSpPr/>
                  <p:nvPr/>
                </p:nvSpPr>
                <p:spPr bwMode="auto">
                  <a:xfrm>
                    <a:off x="6221413" y="5281614"/>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7" name="î$ļíďè">
                    <a:extLst>
                      <a:ext uri="{FF2B5EF4-FFF2-40B4-BE49-F238E27FC236}">
                        <a16:creationId xmlns:a16="http://schemas.microsoft.com/office/drawing/2014/main" id="{00743BA1-DC96-4279-9326-555172544DB5}"/>
                      </a:ext>
                    </a:extLst>
                  </p:cNvPr>
                  <p:cNvSpPr/>
                  <p:nvPr/>
                </p:nvSpPr>
                <p:spPr bwMode="auto">
                  <a:xfrm>
                    <a:off x="6221413" y="5281614"/>
                    <a:ext cx="1588" cy="1588"/>
                  </a:xfrm>
                  <a:custGeom>
                    <a:avLst/>
                    <a:gdLst>
                      <a:gd name="T0" fmla="*/ 1 w 1"/>
                      <a:gd name="T1" fmla="*/ 1 h 1"/>
                      <a:gd name="T2" fmla="*/ 0 w 1"/>
                      <a:gd name="T3" fmla="*/ 0 h 1"/>
                      <a:gd name="T4" fmla="*/ 0 w 1"/>
                      <a:gd name="T5" fmla="*/ 1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1"/>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8" name="íş1iḓê">
                    <a:extLst>
                      <a:ext uri="{FF2B5EF4-FFF2-40B4-BE49-F238E27FC236}">
                        <a16:creationId xmlns:a16="http://schemas.microsoft.com/office/drawing/2014/main" id="{05AD1993-C03A-433D-A6D9-BD966AE416CC}"/>
                      </a:ext>
                    </a:extLst>
                  </p:cNvPr>
                  <p:cNvSpPr/>
                  <p:nvPr/>
                </p:nvSpPr>
                <p:spPr bwMode="auto">
                  <a:xfrm>
                    <a:off x="6221413" y="5283201"/>
                    <a:ext cx="1588" cy="1588"/>
                  </a:xfrm>
                  <a:custGeom>
                    <a:avLst/>
                    <a:gdLst>
                      <a:gd name="T0" fmla="*/ 1 w 1"/>
                      <a:gd name="T1" fmla="*/ 0 h 1"/>
                      <a:gd name="T2" fmla="*/ 0 w 1"/>
                      <a:gd name="T3" fmla="*/ 0 h 1"/>
                      <a:gd name="T4" fmla="*/ 0 w 1"/>
                      <a:gd name="T5" fmla="*/ 0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0"/>
                        </a:cubicBezTo>
                        <a:cubicBezTo>
                          <a:pt x="1" y="1"/>
                          <a:pt x="1" y="1"/>
                          <a:pt x="1" y="1"/>
                        </a:cubicBezTo>
                        <a:cubicBezTo>
                          <a:pt x="1" y="1"/>
                          <a:pt x="1" y="1"/>
                          <a:pt x="1"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9" name="ïş1íḍe">
                    <a:extLst>
                      <a:ext uri="{FF2B5EF4-FFF2-40B4-BE49-F238E27FC236}">
                        <a16:creationId xmlns:a16="http://schemas.microsoft.com/office/drawing/2014/main" id="{0871424A-B2D1-406E-8FE7-0674BC551304}"/>
                      </a:ext>
                    </a:extLst>
                  </p:cNvPr>
                  <p:cNvSpPr/>
                  <p:nvPr/>
                </p:nvSpPr>
                <p:spPr bwMode="auto">
                  <a:xfrm>
                    <a:off x="6221413" y="5283201"/>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0" name="íṩļîde">
                    <a:extLst>
                      <a:ext uri="{FF2B5EF4-FFF2-40B4-BE49-F238E27FC236}">
                        <a16:creationId xmlns:a16="http://schemas.microsoft.com/office/drawing/2014/main" id="{69F25212-6A18-4025-8EB1-920ED597B868}"/>
                      </a:ext>
                    </a:extLst>
                  </p:cNvPr>
                  <p:cNvSpPr/>
                  <p:nvPr/>
                </p:nvSpPr>
                <p:spPr bwMode="auto">
                  <a:xfrm>
                    <a:off x="6219826" y="5283201"/>
                    <a:ext cx="3175"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0" y="0"/>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1" name="ïṣ1íḑé">
                    <a:extLst>
                      <a:ext uri="{FF2B5EF4-FFF2-40B4-BE49-F238E27FC236}">
                        <a16:creationId xmlns:a16="http://schemas.microsoft.com/office/drawing/2014/main" id="{1F135973-1061-4C56-989B-884EB51DAA48}"/>
                      </a:ext>
                    </a:extLst>
                  </p:cNvPr>
                  <p:cNvSpPr/>
                  <p:nvPr/>
                </p:nvSpPr>
                <p:spPr bwMode="auto">
                  <a:xfrm>
                    <a:off x="6219826" y="5284789"/>
                    <a:ext cx="3175"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2" name="ïŝḻídé">
                    <a:extLst>
                      <a:ext uri="{FF2B5EF4-FFF2-40B4-BE49-F238E27FC236}">
                        <a16:creationId xmlns:a16="http://schemas.microsoft.com/office/drawing/2014/main" id="{1CB126B6-8FE2-4CE2-8ABE-5A2C6307B987}"/>
                      </a:ext>
                    </a:extLst>
                  </p:cNvPr>
                  <p:cNvSpPr/>
                  <p:nvPr/>
                </p:nvSpPr>
                <p:spPr bwMode="auto">
                  <a:xfrm>
                    <a:off x="6219826" y="5284789"/>
                    <a:ext cx="3175" cy="3175"/>
                  </a:xfrm>
                  <a:custGeom>
                    <a:avLst/>
                    <a:gdLst>
                      <a:gd name="T0" fmla="*/ 2 w 2"/>
                      <a:gd name="T1" fmla="*/ 1 h 1"/>
                      <a:gd name="T2" fmla="*/ 0 w 2"/>
                      <a:gd name="T3" fmla="*/ 0 h 1"/>
                      <a:gd name="T4" fmla="*/ 0 w 2"/>
                      <a:gd name="T5" fmla="*/ 1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3" name="î$ḻîďê">
                    <a:extLst>
                      <a:ext uri="{FF2B5EF4-FFF2-40B4-BE49-F238E27FC236}">
                        <a16:creationId xmlns:a16="http://schemas.microsoft.com/office/drawing/2014/main" id="{7A851AA6-C6BD-4C71-A56C-8AF1F0D38F65}"/>
                      </a:ext>
                    </a:extLst>
                  </p:cNvPr>
                  <p:cNvSpPr/>
                  <p:nvPr/>
                </p:nvSpPr>
                <p:spPr bwMode="auto">
                  <a:xfrm>
                    <a:off x="6219826" y="5287964"/>
                    <a:ext cx="3175" cy="1588"/>
                  </a:xfrm>
                  <a:custGeom>
                    <a:avLst/>
                    <a:gdLst>
                      <a:gd name="T0" fmla="*/ 2 w 2"/>
                      <a:gd name="T1" fmla="*/ 0 h 1"/>
                      <a:gd name="T2" fmla="*/ 0 w 2"/>
                      <a:gd name="T3" fmla="*/ 0 h 1"/>
                      <a:gd name="T4" fmla="*/ 0 w 2"/>
                      <a:gd name="T5" fmla="*/ 0 h 1"/>
                      <a:gd name="T6" fmla="*/ 2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0"/>
                          <a:pt x="0" y="0"/>
                          <a:pt x="0" y="0"/>
                        </a:cubicBezTo>
                        <a:cubicBezTo>
                          <a:pt x="0" y="0"/>
                          <a:pt x="0" y="0"/>
                          <a:pt x="0" y="0"/>
                        </a:cubicBezTo>
                        <a:cubicBezTo>
                          <a:pt x="2" y="1"/>
                          <a:pt x="2" y="1"/>
                          <a:pt x="2" y="1"/>
                        </a:cubicBezTo>
                        <a:cubicBezTo>
                          <a:pt x="2" y="1"/>
                          <a:pt x="2" y="1"/>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4" name="iSḻïḓé">
                    <a:extLst>
                      <a:ext uri="{FF2B5EF4-FFF2-40B4-BE49-F238E27FC236}">
                        <a16:creationId xmlns:a16="http://schemas.microsoft.com/office/drawing/2014/main" id="{07329238-7BB0-4818-A4D6-F3E91B0AD35C}"/>
                      </a:ext>
                    </a:extLst>
                  </p:cNvPr>
                  <p:cNvSpPr/>
                  <p:nvPr/>
                </p:nvSpPr>
                <p:spPr bwMode="auto">
                  <a:xfrm>
                    <a:off x="6219826" y="5287964"/>
                    <a:ext cx="3175"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5" name="î$líḓe">
                    <a:extLst>
                      <a:ext uri="{FF2B5EF4-FFF2-40B4-BE49-F238E27FC236}">
                        <a16:creationId xmlns:a16="http://schemas.microsoft.com/office/drawing/2014/main" id="{202CDF31-E567-4B81-8AF2-2873137430BC}"/>
                      </a:ext>
                    </a:extLst>
                  </p:cNvPr>
                  <p:cNvSpPr/>
                  <p:nvPr/>
                </p:nvSpPr>
                <p:spPr bwMode="auto">
                  <a:xfrm>
                    <a:off x="6219826" y="5287964"/>
                    <a:ext cx="3175" cy="3175"/>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6" name="îş1íḍè">
                    <a:extLst>
                      <a:ext uri="{FF2B5EF4-FFF2-40B4-BE49-F238E27FC236}">
                        <a16:creationId xmlns:a16="http://schemas.microsoft.com/office/drawing/2014/main" id="{511BDDD4-EA16-4BCA-BDE2-513604D62006}"/>
                      </a:ext>
                    </a:extLst>
                  </p:cNvPr>
                  <p:cNvSpPr/>
                  <p:nvPr/>
                </p:nvSpPr>
                <p:spPr bwMode="auto">
                  <a:xfrm>
                    <a:off x="6219826" y="5289551"/>
                    <a:ext cx="3175" cy="1588"/>
                  </a:xfrm>
                  <a:custGeom>
                    <a:avLst/>
                    <a:gdLst>
                      <a:gd name="T0" fmla="*/ 2 w 2"/>
                      <a:gd name="T1" fmla="*/ 1 h 1"/>
                      <a:gd name="T2" fmla="*/ 0 w 2"/>
                      <a:gd name="T3" fmla="*/ 0 h 1"/>
                      <a:gd name="T4" fmla="*/ 0 w 2"/>
                      <a:gd name="T5" fmla="*/ 0 h 1"/>
                      <a:gd name="T6" fmla="*/ 0 w 2"/>
                      <a:gd name="T7" fmla="*/ 0 h 1"/>
                      <a:gd name="T8" fmla="*/ 2 w 2"/>
                      <a:gd name="T9" fmla="*/ 1 h 1"/>
                      <a:gd name="T10" fmla="*/ 2 w 2"/>
                      <a:gd name="T11" fmla="*/ 1 h 1"/>
                      <a:gd name="T12" fmla="*/ 2 w 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2" h="1">
                        <a:moveTo>
                          <a:pt x="2" y="1"/>
                        </a:moveTo>
                        <a:cubicBezTo>
                          <a:pt x="0" y="0"/>
                          <a:pt x="0" y="0"/>
                          <a:pt x="0" y="0"/>
                        </a:cubicBezTo>
                        <a:cubicBezTo>
                          <a:pt x="0" y="0"/>
                          <a:pt x="0" y="0"/>
                          <a:pt x="0" y="0"/>
                        </a:cubicBezTo>
                        <a:cubicBezTo>
                          <a:pt x="0" y="0"/>
                          <a:pt x="0" y="0"/>
                          <a:pt x="0" y="0"/>
                        </a:cubicBezTo>
                        <a:cubicBezTo>
                          <a:pt x="2" y="1"/>
                          <a:pt x="2" y="1"/>
                          <a:pt x="2" y="1"/>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7" name="íšľíḋe">
                    <a:extLst>
                      <a:ext uri="{FF2B5EF4-FFF2-40B4-BE49-F238E27FC236}">
                        <a16:creationId xmlns:a16="http://schemas.microsoft.com/office/drawing/2014/main" id="{C13FB06B-2D4A-44BF-B8E8-2DBB21A7C70C}"/>
                      </a:ext>
                    </a:extLst>
                  </p:cNvPr>
                  <p:cNvSpPr/>
                  <p:nvPr/>
                </p:nvSpPr>
                <p:spPr bwMode="auto">
                  <a:xfrm>
                    <a:off x="6219826" y="5289551"/>
                    <a:ext cx="3175"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8" name="ïṥḻîḓe">
                    <a:extLst>
                      <a:ext uri="{FF2B5EF4-FFF2-40B4-BE49-F238E27FC236}">
                        <a16:creationId xmlns:a16="http://schemas.microsoft.com/office/drawing/2014/main" id="{EAD6AFF7-C81B-4E83-B6E8-499E56E0C052}"/>
                      </a:ext>
                    </a:extLst>
                  </p:cNvPr>
                  <p:cNvSpPr/>
                  <p:nvPr/>
                </p:nvSpPr>
                <p:spPr bwMode="auto">
                  <a:xfrm>
                    <a:off x="6219826" y="5289551"/>
                    <a:ext cx="3175"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9" name="íšľîḑe">
                    <a:extLst>
                      <a:ext uri="{FF2B5EF4-FFF2-40B4-BE49-F238E27FC236}">
                        <a16:creationId xmlns:a16="http://schemas.microsoft.com/office/drawing/2014/main" id="{9105D044-03FC-4C7F-917B-7DE12ABD711B}"/>
                      </a:ext>
                    </a:extLst>
                  </p:cNvPr>
                  <p:cNvSpPr/>
                  <p:nvPr/>
                </p:nvSpPr>
                <p:spPr bwMode="auto">
                  <a:xfrm>
                    <a:off x="6219826" y="5291139"/>
                    <a:ext cx="3175"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0" name="işḻîďè">
                    <a:extLst>
                      <a:ext uri="{FF2B5EF4-FFF2-40B4-BE49-F238E27FC236}">
                        <a16:creationId xmlns:a16="http://schemas.microsoft.com/office/drawing/2014/main" id="{93D8B0BD-C49B-414C-B962-C28B28C6CD83}"/>
                      </a:ext>
                    </a:extLst>
                  </p:cNvPr>
                  <p:cNvSpPr/>
                  <p:nvPr/>
                </p:nvSpPr>
                <p:spPr bwMode="auto">
                  <a:xfrm>
                    <a:off x="6219826" y="5291139"/>
                    <a:ext cx="3175"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1" name="íŝḻïḑe">
                    <a:extLst>
                      <a:ext uri="{FF2B5EF4-FFF2-40B4-BE49-F238E27FC236}">
                        <a16:creationId xmlns:a16="http://schemas.microsoft.com/office/drawing/2014/main" id="{39733379-8F10-47EE-83A5-FCAB41162C22}"/>
                      </a:ext>
                    </a:extLst>
                  </p:cNvPr>
                  <p:cNvSpPr/>
                  <p:nvPr/>
                </p:nvSpPr>
                <p:spPr bwMode="auto">
                  <a:xfrm>
                    <a:off x="6219826" y="5294314"/>
                    <a:ext cx="3175"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2" name="îśḷîḋe">
                    <a:extLst>
                      <a:ext uri="{FF2B5EF4-FFF2-40B4-BE49-F238E27FC236}">
                        <a16:creationId xmlns:a16="http://schemas.microsoft.com/office/drawing/2014/main" id="{76B394BC-430C-4497-B85C-D9DF1AF983D7}"/>
                      </a:ext>
                    </a:extLst>
                  </p:cNvPr>
                  <p:cNvSpPr/>
                  <p:nvPr/>
                </p:nvSpPr>
                <p:spPr bwMode="auto">
                  <a:xfrm>
                    <a:off x="6219826" y="5294314"/>
                    <a:ext cx="3175" cy="1588"/>
                  </a:xfrm>
                  <a:custGeom>
                    <a:avLst/>
                    <a:gdLst>
                      <a:gd name="T0" fmla="*/ 2 w 2"/>
                      <a:gd name="T1" fmla="*/ 1 h 1"/>
                      <a:gd name="T2" fmla="*/ 0 w 2"/>
                      <a:gd name="T3" fmla="*/ 0 h 1"/>
                      <a:gd name="T4" fmla="*/ 1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1"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3" name="íṣḻïde">
                    <a:extLst>
                      <a:ext uri="{FF2B5EF4-FFF2-40B4-BE49-F238E27FC236}">
                        <a16:creationId xmlns:a16="http://schemas.microsoft.com/office/drawing/2014/main" id="{BD868B74-915C-48A2-A2F3-88A23177F669}"/>
                      </a:ext>
                    </a:extLst>
                  </p:cNvPr>
                  <p:cNvSpPr/>
                  <p:nvPr/>
                </p:nvSpPr>
                <p:spPr bwMode="auto">
                  <a:xfrm>
                    <a:off x="6221413" y="5294314"/>
                    <a:ext cx="1588" cy="3175"/>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1"/>
                          <a:pt x="0" y="1"/>
                          <a:pt x="0" y="1"/>
                        </a:cubicBezTo>
                        <a:cubicBezTo>
                          <a:pt x="1" y="2"/>
                          <a:pt x="1" y="2"/>
                          <a:pt x="1" y="2"/>
                        </a:cubicBezTo>
                        <a:cubicBezTo>
                          <a:pt x="1" y="2"/>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4" name="îşļiďê">
                    <a:extLst>
                      <a:ext uri="{FF2B5EF4-FFF2-40B4-BE49-F238E27FC236}">
                        <a16:creationId xmlns:a16="http://schemas.microsoft.com/office/drawing/2014/main" id="{A6218BB8-0365-4560-B0EB-E91705E4FC2F}"/>
                      </a:ext>
                    </a:extLst>
                  </p:cNvPr>
                  <p:cNvSpPr/>
                  <p:nvPr/>
                </p:nvSpPr>
                <p:spPr bwMode="auto">
                  <a:xfrm>
                    <a:off x="6221413" y="5295901"/>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5" name="îşľïḋè">
                    <a:extLst>
                      <a:ext uri="{FF2B5EF4-FFF2-40B4-BE49-F238E27FC236}">
                        <a16:creationId xmlns:a16="http://schemas.microsoft.com/office/drawing/2014/main" id="{D893B8A8-DFEC-4EC7-BDB8-6497CFF93B7E}"/>
                      </a:ext>
                    </a:extLst>
                  </p:cNvPr>
                  <p:cNvSpPr/>
                  <p:nvPr/>
                </p:nvSpPr>
                <p:spPr bwMode="auto">
                  <a:xfrm>
                    <a:off x="6221413" y="5295901"/>
                    <a:ext cx="4763" cy="4763"/>
                  </a:xfrm>
                  <a:custGeom>
                    <a:avLst/>
                    <a:gdLst>
                      <a:gd name="T0" fmla="*/ 1 w 2"/>
                      <a:gd name="T1" fmla="*/ 1 h 2"/>
                      <a:gd name="T2" fmla="*/ 0 w 2"/>
                      <a:gd name="T3" fmla="*/ 0 h 2"/>
                      <a:gd name="T4" fmla="*/ 0 w 2"/>
                      <a:gd name="T5" fmla="*/ 1 h 2"/>
                      <a:gd name="T6" fmla="*/ 2 w 2"/>
                      <a:gd name="T7" fmla="*/ 2 h 2"/>
                      <a:gd name="T8" fmla="*/ 1 w 2"/>
                      <a:gd name="T9" fmla="*/ 1 h 2"/>
                    </a:gdLst>
                    <a:ahLst/>
                    <a:cxnLst>
                      <a:cxn ang="0">
                        <a:pos x="T0" y="T1"/>
                      </a:cxn>
                      <a:cxn ang="0">
                        <a:pos x="T2" y="T3"/>
                      </a:cxn>
                      <a:cxn ang="0">
                        <a:pos x="T4" y="T5"/>
                      </a:cxn>
                      <a:cxn ang="0">
                        <a:pos x="T6" y="T7"/>
                      </a:cxn>
                      <a:cxn ang="0">
                        <a:pos x="T8" y="T9"/>
                      </a:cxn>
                    </a:cxnLst>
                    <a:rect l="0" t="0" r="r" b="b"/>
                    <a:pathLst>
                      <a:path w="2" h="2">
                        <a:moveTo>
                          <a:pt x="1" y="1"/>
                        </a:moveTo>
                        <a:cubicBezTo>
                          <a:pt x="0" y="0"/>
                          <a:pt x="0" y="0"/>
                          <a:pt x="0" y="0"/>
                        </a:cubicBezTo>
                        <a:cubicBezTo>
                          <a:pt x="0" y="0"/>
                          <a:pt x="0" y="1"/>
                          <a:pt x="0" y="1"/>
                        </a:cubicBezTo>
                        <a:cubicBezTo>
                          <a:pt x="2" y="2"/>
                          <a:pt x="2" y="2"/>
                          <a:pt x="2" y="2"/>
                        </a:cubicBezTo>
                        <a:cubicBezTo>
                          <a:pt x="2" y="2"/>
                          <a:pt x="2"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6" name="íṧ1iďè">
                    <a:extLst>
                      <a:ext uri="{FF2B5EF4-FFF2-40B4-BE49-F238E27FC236}">
                        <a16:creationId xmlns:a16="http://schemas.microsoft.com/office/drawing/2014/main" id="{D6D0CED7-C09D-40D1-B28C-DA46621CED8C}"/>
                      </a:ext>
                    </a:extLst>
                  </p:cNvPr>
                  <p:cNvSpPr/>
                  <p:nvPr/>
                </p:nvSpPr>
                <p:spPr bwMode="auto">
                  <a:xfrm>
                    <a:off x="6221413" y="5297489"/>
                    <a:ext cx="6350" cy="4763"/>
                  </a:xfrm>
                  <a:custGeom>
                    <a:avLst/>
                    <a:gdLst>
                      <a:gd name="T0" fmla="*/ 2 w 3"/>
                      <a:gd name="T1" fmla="*/ 1 h 2"/>
                      <a:gd name="T2" fmla="*/ 0 w 3"/>
                      <a:gd name="T3" fmla="*/ 0 h 2"/>
                      <a:gd name="T4" fmla="*/ 2 w 3"/>
                      <a:gd name="T5" fmla="*/ 1 h 2"/>
                      <a:gd name="T6" fmla="*/ 3 w 3"/>
                      <a:gd name="T7" fmla="*/ 2 h 2"/>
                      <a:gd name="T8" fmla="*/ 2 w 3"/>
                      <a:gd name="T9" fmla="*/ 1 h 2"/>
                    </a:gdLst>
                    <a:ahLst/>
                    <a:cxnLst>
                      <a:cxn ang="0">
                        <a:pos x="T0" y="T1"/>
                      </a:cxn>
                      <a:cxn ang="0">
                        <a:pos x="T2" y="T3"/>
                      </a:cxn>
                      <a:cxn ang="0">
                        <a:pos x="T4" y="T5"/>
                      </a:cxn>
                      <a:cxn ang="0">
                        <a:pos x="T6" y="T7"/>
                      </a:cxn>
                      <a:cxn ang="0">
                        <a:pos x="T8" y="T9"/>
                      </a:cxn>
                    </a:cxnLst>
                    <a:rect l="0" t="0" r="r" b="b"/>
                    <a:pathLst>
                      <a:path w="3" h="2">
                        <a:moveTo>
                          <a:pt x="2" y="1"/>
                        </a:moveTo>
                        <a:cubicBezTo>
                          <a:pt x="0" y="0"/>
                          <a:pt x="0" y="0"/>
                          <a:pt x="0" y="0"/>
                        </a:cubicBezTo>
                        <a:cubicBezTo>
                          <a:pt x="1" y="0"/>
                          <a:pt x="1" y="1"/>
                          <a:pt x="2" y="1"/>
                        </a:cubicBezTo>
                        <a:cubicBezTo>
                          <a:pt x="3" y="2"/>
                          <a:pt x="3" y="2"/>
                          <a:pt x="3" y="2"/>
                        </a:cubicBezTo>
                        <a:cubicBezTo>
                          <a:pt x="3"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7" name="işḻïdè">
                    <a:extLst>
                      <a:ext uri="{FF2B5EF4-FFF2-40B4-BE49-F238E27FC236}">
                        <a16:creationId xmlns:a16="http://schemas.microsoft.com/office/drawing/2014/main" id="{40A4998E-ECC4-401F-BC54-028B0D7B86C3}"/>
                      </a:ext>
                    </a:extLst>
                  </p:cNvPr>
                  <p:cNvSpPr/>
                  <p:nvPr/>
                </p:nvSpPr>
                <p:spPr bwMode="auto">
                  <a:xfrm>
                    <a:off x="6223001" y="5257801"/>
                    <a:ext cx="34925" cy="47625"/>
                  </a:xfrm>
                  <a:custGeom>
                    <a:avLst/>
                    <a:gdLst>
                      <a:gd name="T0" fmla="*/ 8 w 16"/>
                      <a:gd name="T1" fmla="*/ 2 h 23"/>
                      <a:gd name="T2" fmla="*/ 0 w 16"/>
                      <a:gd name="T3" fmla="*/ 16 h 23"/>
                      <a:gd name="T4" fmla="*/ 8 w 16"/>
                      <a:gd name="T5" fmla="*/ 21 h 23"/>
                      <a:gd name="T6" fmla="*/ 16 w 16"/>
                      <a:gd name="T7" fmla="*/ 7 h 23"/>
                      <a:gd name="T8" fmla="*/ 8 w 16"/>
                      <a:gd name="T9" fmla="*/ 2 h 23"/>
                    </a:gdLst>
                    <a:ahLst/>
                    <a:cxnLst>
                      <a:cxn ang="0">
                        <a:pos x="T0" y="T1"/>
                      </a:cxn>
                      <a:cxn ang="0">
                        <a:pos x="T2" y="T3"/>
                      </a:cxn>
                      <a:cxn ang="0">
                        <a:pos x="T4" y="T5"/>
                      </a:cxn>
                      <a:cxn ang="0">
                        <a:pos x="T6" y="T7"/>
                      </a:cxn>
                      <a:cxn ang="0">
                        <a:pos x="T8" y="T9"/>
                      </a:cxn>
                    </a:cxnLst>
                    <a:rect l="0" t="0" r="r" b="b"/>
                    <a:pathLst>
                      <a:path w="16" h="23">
                        <a:moveTo>
                          <a:pt x="8" y="2"/>
                        </a:moveTo>
                        <a:cubicBezTo>
                          <a:pt x="3" y="5"/>
                          <a:pt x="0" y="11"/>
                          <a:pt x="0" y="16"/>
                        </a:cubicBezTo>
                        <a:cubicBezTo>
                          <a:pt x="0" y="21"/>
                          <a:pt x="3" y="23"/>
                          <a:pt x="8" y="21"/>
                        </a:cubicBezTo>
                        <a:cubicBezTo>
                          <a:pt x="12" y="18"/>
                          <a:pt x="16" y="12"/>
                          <a:pt x="16" y="7"/>
                        </a:cubicBezTo>
                        <a:cubicBezTo>
                          <a:pt x="16" y="2"/>
                          <a:pt x="12" y="0"/>
                          <a:pt x="8" y="2"/>
                        </a:cubicBezTo>
                        <a:close/>
                      </a:path>
                    </a:pathLst>
                  </a:custGeom>
                  <a:solidFill>
                    <a:srgbClr val="E6E6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8" name="íŝḷíḍê">
                    <a:extLst>
                      <a:ext uri="{FF2B5EF4-FFF2-40B4-BE49-F238E27FC236}">
                        <a16:creationId xmlns:a16="http://schemas.microsoft.com/office/drawing/2014/main" id="{8A227161-4B83-49F0-B599-BF1165C32DEE}"/>
                      </a:ext>
                    </a:extLst>
                  </p:cNvPr>
                  <p:cNvSpPr/>
                  <p:nvPr/>
                </p:nvSpPr>
                <p:spPr bwMode="auto">
                  <a:xfrm>
                    <a:off x="6386513" y="5164139"/>
                    <a:ext cx="19050" cy="41275"/>
                  </a:xfrm>
                  <a:custGeom>
                    <a:avLst/>
                    <a:gdLst>
                      <a:gd name="T0" fmla="*/ 2 w 9"/>
                      <a:gd name="T1" fmla="*/ 19 h 20"/>
                      <a:gd name="T2" fmla="*/ 4 w 9"/>
                      <a:gd name="T3" fmla="*/ 20 h 20"/>
                      <a:gd name="T4" fmla="*/ 1 w 9"/>
                      <a:gd name="T5" fmla="*/ 15 h 20"/>
                      <a:gd name="T6" fmla="*/ 9 w 9"/>
                      <a:gd name="T7" fmla="*/ 1 h 20"/>
                      <a:gd name="T8" fmla="*/ 8 w 9"/>
                      <a:gd name="T9" fmla="*/ 0 h 20"/>
                      <a:gd name="T10" fmla="*/ 0 w 9"/>
                      <a:gd name="T11" fmla="*/ 14 h 20"/>
                      <a:gd name="T12" fmla="*/ 2 w 9"/>
                      <a:gd name="T13" fmla="*/ 19 h 20"/>
                    </a:gdLst>
                    <a:ahLst/>
                    <a:cxnLst>
                      <a:cxn ang="0">
                        <a:pos x="T0" y="T1"/>
                      </a:cxn>
                      <a:cxn ang="0">
                        <a:pos x="T2" y="T3"/>
                      </a:cxn>
                      <a:cxn ang="0">
                        <a:pos x="T4" y="T5"/>
                      </a:cxn>
                      <a:cxn ang="0">
                        <a:pos x="T6" y="T7"/>
                      </a:cxn>
                      <a:cxn ang="0">
                        <a:pos x="T8" y="T9"/>
                      </a:cxn>
                      <a:cxn ang="0">
                        <a:pos x="T10" y="T11"/>
                      </a:cxn>
                      <a:cxn ang="0">
                        <a:pos x="T12" y="T13"/>
                      </a:cxn>
                    </a:cxnLst>
                    <a:rect l="0" t="0" r="r" b="b"/>
                    <a:pathLst>
                      <a:path w="9" h="20">
                        <a:moveTo>
                          <a:pt x="2" y="19"/>
                        </a:moveTo>
                        <a:cubicBezTo>
                          <a:pt x="4" y="20"/>
                          <a:pt x="4" y="20"/>
                          <a:pt x="4" y="20"/>
                        </a:cubicBezTo>
                        <a:cubicBezTo>
                          <a:pt x="2" y="19"/>
                          <a:pt x="1" y="18"/>
                          <a:pt x="1" y="15"/>
                        </a:cubicBezTo>
                        <a:cubicBezTo>
                          <a:pt x="1" y="10"/>
                          <a:pt x="5" y="4"/>
                          <a:pt x="9" y="1"/>
                        </a:cubicBezTo>
                        <a:cubicBezTo>
                          <a:pt x="8" y="0"/>
                          <a:pt x="8" y="0"/>
                          <a:pt x="8" y="0"/>
                        </a:cubicBezTo>
                        <a:cubicBezTo>
                          <a:pt x="3" y="3"/>
                          <a:pt x="0" y="9"/>
                          <a:pt x="0" y="14"/>
                        </a:cubicBezTo>
                        <a:cubicBezTo>
                          <a:pt x="0" y="17"/>
                          <a:pt x="1" y="18"/>
                          <a:pt x="2" y="19"/>
                        </a:cubicBez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9" name="íṡḻîďê">
                    <a:extLst>
                      <a:ext uri="{FF2B5EF4-FFF2-40B4-BE49-F238E27FC236}">
                        <a16:creationId xmlns:a16="http://schemas.microsoft.com/office/drawing/2014/main" id="{BA8CA1CD-7C3A-4BD0-995B-2B616C6D326F}"/>
                      </a:ext>
                    </a:extLst>
                  </p:cNvPr>
                  <p:cNvSpPr/>
                  <p:nvPr/>
                </p:nvSpPr>
                <p:spPr bwMode="auto">
                  <a:xfrm>
                    <a:off x="6403976" y="5164139"/>
                    <a:ext cx="1588" cy="1588"/>
                  </a:xfrm>
                  <a:custGeom>
                    <a:avLst/>
                    <a:gdLst>
                      <a:gd name="T0" fmla="*/ 1 w 1"/>
                      <a:gd name="T1" fmla="*/ 1 h 1"/>
                      <a:gd name="T2" fmla="*/ 0 w 1"/>
                      <a:gd name="T3" fmla="*/ 0 h 1"/>
                      <a:gd name="T4" fmla="*/ 0 w 1"/>
                      <a:gd name="T5" fmla="*/ 1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1"/>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0" name="ïśḷïḍé">
                    <a:extLst>
                      <a:ext uri="{FF2B5EF4-FFF2-40B4-BE49-F238E27FC236}">
                        <a16:creationId xmlns:a16="http://schemas.microsoft.com/office/drawing/2014/main" id="{F9ABBAB3-F1FD-4DBE-8068-4D81B958456C}"/>
                      </a:ext>
                    </a:extLst>
                  </p:cNvPr>
                  <p:cNvSpPr/>
                  <p:nvPr/>
                </p:nvSpPr>
                <p:spPr bwMode="auto">
                  <a:xfrm>
                    <a:off x="6402388" y="5165726"/>
                    <a:ext cx="3175" cy="1588"/>
                  </a:xfrm>
                  <a:custGeom>
                    <a:avLst/>
                    <a:gdLst>
                      <a:gd name="T0" fmla="*/ 2 w 2"/>
                      <a:gd name="T1" fmla="*/ 0 h 1"/>
                      <a:gd name="T2" fmla="*/ 1 w 2"/>
                      <a:gd name="T3" fmla="*/ 0 h 1"/>
                      <a:gd name="T4" fmla="*/ 0 w 2"/>
                      <a:gd name="T5" fmla="*/ 0 h 1"/>
                      <a:gd name="T6" fmla="*/ 2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0"/>
                          <a:pt x="1" y="0"/>
                          <a:pt x="1" y="0"/>
                        </a:cubicBezTo>
                        <a:cubicBezTo>
                          <a:pt x="1" y="0"/>
                          <a:pt x="0" y="0"/>
                          <a:pt x="0" y="0"/>
                        </a:cubicBezTo>
                        <a:cubicBezTo>
                          <a:pt x="2" y="1"/>
                          <a:pt x="2" y="1"/>
                          <a:pt x="2" y="1"/>
                        </a:cubicBezTo>
                        <a:cubicBezTo>
                          <a:pt x="2" y="1"/>
                          <a:pt x="2" y="0"/>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1" name="îṣ1íḋè">
                    <a:extLst>
                      <a:ext uri="{FF2B5EF4-FFF2-40B4-BE49-F238E27FC236}">
                        <a16:creationId xmlns:a16="http://schemas.microsoft.com/office/drawing/2014/main" id="{B4BA3B6B-C404-4B0E-A3F9-1490DDA6F0EC}"/>
                      </a:ext>
                    </a:extLst>
                  </p:cNvPr>
                  <p:cNvSpPr/>
                  <p:nvPr/>
                </p:nvSpPr>
                <p:spPr bwMode="auto">
                  <a:xfrm>
                    <a:off x="6402388" y="5165726"/>
                    <a:ext cx="3175"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2" name="ïṡḷíḓe">
                    <a:extLst>
                      <a:ext uri="{FF2B5EF4-FFF2-40B4-BE49-F238E27FC236}">
                        <a16:creationId xmlns:a16="http://schemas.microsoft.com/office/drawing/2014/main" id="{718B8891-1CFB-4CE0-8148-BD7876391313}"/>
                      </a:ext>
                    </a:extLst>
                  </p:cNvPr>
                  <p:cNvSpPr/>
                  <p:nvPr/>
                </p:nvSpPr>
                <p:spPr bwMode="auto">
                  <a:xfrm>
                    <a:off x="6402388" y="5165726"/>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3" name="iŝḻiḓe">
                    <a:extLst>
                      <a:ext uri="{FF2B5EF4-FFF2-40B4-BE49-F238E27FC236}">
                        <a16:creationId xmlns:a16="http://schemas.microsoft.com/office/drawing/2014/main" id="{9A9EF773-24B2-4788-83DB-D9D003264196}"/>
                      </a:ext>
                    </a:extLst>
                  </p:cNvPr>
                  <p:cNvSpPr/>
                  <p:nvPr/>
                </p:nvSpPr>
                <p:spPr bwMode="auto">
                  <a:xfrm>
                    <a:off x="6399213" y="5165726"/>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4" name="ísļîḑê">
                    <a:extLst>
                      <a:ext uri="{FF2B5EF4-FFF2-40B4-BE49-F238E27FC236}">
                        <a16:creationId xmlns:a16="http://schemas.microsoft.com/office/drawing/2014/main" id="{5658E4A6-C4E1-47B1-9294-4BA90E6FA563}"/>
                      </a:ext>
                    </a:extLst>
                  </p:cNvPr>
                  <p:cNvSpPr/>
                  <p:nvPr/>
                </p:nvSpPr>
                <p:spPr bwMode="auto">
                  <a:xfrm>
                    <a:off x="6399213" y="5165726"/>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5" name="îṧḷiḋé">
                    <a:extLst>
                      <a:ext uri="{FF2B5EF4-FFF2-40B4-BE49-F238E27FC236}">
                        <a16:creationId xmlns:a16="http://schemas.microsoft.com/office/drawing/2014/main" id="{B9FC7611-248C-44CF-8B41-3FB95C5D2FB8}"/>
                      </a:ext>
                    </a:extLst>
                  </p:cNvPr>
                  <p:cNvSpPr/>
                  <p:nvPr/>
                </p:nvSpPr>
                <p:spPr bwMode="auto">
                  <a:xfrm>
                    <a:off x="6399213" y="5167314"/>
                    <a:ext cx="4763" cy="3175"/>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6" name="î$ļíḋè">
                    <a:extLst>
                      <a:ext uri="{FF2B5EF4-FFF2-40B4-BE49-F238E27FC236}">
                        <a16:creationId xmlns:a16="http://schemas.microsoft.com/office/drawing/2014/main" id="{4BF87EDF-F66B-4BF4-9E4B-2BA26A5F0B11}"/>
                      </a:ext>
                    </a:extLst>
                  </p:cNvPr>
                  <p:cNvSpPr/>
                  <p:nvPr/>
                </p:nvSpPr>
                <p:spPr bwMode="auto">
                  <a:xfrm>
                    <a:off x="6397626" y="5167314"/>
                    <a:ext cx="4763" cy="3175"/>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7" name="išļíḍê">
                    <a:extLst>
                      <a:ext uri="{FF2B5EF4-FFF2-40B4-BE49-F238E27FC236}">
                        <a16:creationId xmlns:a16="http://schemas.microsoft.com/office/drawing/2014/main" id="{B8F689A3-4C0C-4E70-A163-1265C1660DDD}"/>
                      </a:ext>
                    </a:extLst>
                  </p:cNvPr>
                  <p:cNvSpPr/>
                  <p:nvPr/>
                </p:nvSpPr>
                <p:spPr bwMode="auto">
                  <a:xfrm>
                    <a:off x="6397626" y="5167314"/>
                    <a:ext cx="4763" cy="4763"/>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1" y="2"/>
                          <a:pt x="1" y="2"/>
                          <a:pt x="1"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8" name="išḷîḍe">
                    <a:extLst>
                      <a:ext uri="{FF2B5EF4-FFF2-40B4-BE49-F238E27FC236}">
                        <a16:creationId xmlns:a16="http://schemas.microsoft.com/office/drawing/2014/main" id="{55A68204-FAE7-49A6-B641-E5AEB01CE240}"/>
                      </a:ext>
                    </a:extLst>
                  </p:cNvPr>
                  <p:cNvSpPr/>
                  <p:nvPr/>
                </p:nvSpPr>
                <p:spPr bwMode="auto">
                  <a:xfrm>
                    <a:off x="6397626" y="5170489"/>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9" name="ïŝľîḑe">
                    <a:extLst>
                      <a:ext uri="{FF2B5EF4-FFF2-40B4-BE49-F238E27FC236}">
                        <a16:creationId xmlns:a16="http://schemas.microsoft.com/office/drawing/2014/main" id="{E19BE188-C1F5-4A06-ACD4-19862A8D7264}"/>
                      </a:ext>
                    </a:extLst>
                  </p:cNvPr>
                  <p:cNvSpPr/>
                  <p:nvPr/>
                </p:nvSpPr>
                <p:spPr bwMode="auto">
                  <a:xfrm>
                    <a:off x="6396038" y="5170489"/>
                    <a:ext cx="3175"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0" name="is1íďè">
                    <a:extLst>
                      <a:ext uri="{FF2B5EF4-FFF2-40B4-BE49-F238E27FC236}">
                        <a16:creationId xmlns:a16="http://schemas.microsoft.com/office/drawing/2014/main" id="{37C71202-BBA1-41F1-B60F-7DE37DE0A54E}"/>
                      </a:ext>
                    </a:extLst>
                  </p:cNvPr>
                  <p:cNvSpPr/>
                  <p:nvPr/>
                </p:nvSpPr>
                <p:spPr bwMode="auto">
                  <a:xfrm>
                    <a:off x="6396038" y="5170489"/>
                    <a:ext cx="3175" cy="3175"/>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1" name="îṧliḓé">
                    <a:extLst>
                      <a:ext uri="{FF2B5EF4-FFF2-40B4-BE49-F238E27FC236}">
                        <a16:creationId xmlns:a16="http://schemas.microsoft.com/office/drawing/2014/main" id="{3F4CC01A-C4E4-4EA5-BCB3-6FCE9966E58D}"/>
                      </a:ext>
                    </a:extLst>
                  </p:cNvPr>
                  <p:cNvSpPr/>
                  <p:nvPr/>
                </p:nvSpPr>
                <p:spPr bwMode="auto">
                  <a:xfrm>
                    <a:off x="6396038" y="5172076"/>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2" name="íşļíďê">
                    <a:extLst>
                      <a:ext uri="{FF2B5EF4-FFF2-40B4-BE49-F238E27FC236}">
                        <a16:creationId xmlns:a16="http://schemas.microsoft.com/office/drawing/2014/main" id="{48B7CADC-BB3D-4F72-95BC-328C2C4C79EC}"/>
                      </a:ext>
                    </a:extLst>
                  </p:cNvPr>
                  <p:cNvSpPr/>
                  <p:nvPr/>
                </p:nvSpPr>
                <p:spPr bwMode="auto">
                  <a:xfrm>
                    <a:off x="6392863" y="5172076"/>
                    <a:ext cx="4763"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0"/>
                          <a:pt x="0" y="0"/>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3" name="îSḷîḋé">
                    <a:extLst>
                      <a:ext uri="{FF2B5EF4-FFF2-40B4-BE49-F238E27FC236}">
                        <a16:creationId xmlns:a16="http://schemas.microsoft.com/office/drawing/2014/main" id="{D5FAC27D-B860-465E-9EE9-4D7698158CCA}"/>
                      </a:ext>
                    </a:extLst>
                  </p:cNvPr>
                  <p:cNvSpPr/>
                  <p:nvPr/>
                </p:nvSpPr>
                <p:spPr bwMode="auto">
                  <a:xfrm>
                    <a:off x="6392863" y="5173664"/>
                    <a:ext cx="4763" cy="3175"/>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4" name="iṧľîḋè">
                    <a:extLst>
                      <a:ext uri="{FF2B5EF4-FFF2-40B4-BE49-F238E27FC236}">
                        <a16:creationId xmlns:a16="http://schemas.microsoft.com/office/drawing/2014/main" id="{06632763-9C3F-46F0-9AE0-8A8E919CE446}"/>
                      </a:ext>
                    </a:extLst>
                  </p:cNvPr>
                  <p:cNvSpPr/>
                  <p:nvPr/>
                </p:nvSpPr>
                <p:spPr bwMode="auto">
                  <a:xfrm>
                    <a:off x="6391276" y="5173664"/>
                    <a:ext cx="4763"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1"/>
                          <a:pt x="0" y="1"/>
                          <a:pt x="0"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5" name="işļíḋe">
                    <a:extLst>
                      <a:ext uri="{FF2B5EF4-FFF2-40B4-BE49-F238E27FC236}">
                        <a16:creationId xmlns:a16="http://schemas.microsoft.com/office/drawing/2014/main" id="{0A071F61-97A8-449A-A957-B7AA92FC9090}"/>
                      </a:ext>
                    </a:extLst>
                  </p:cNvPr>
                  <p:cNvSpPr/>
                  <p:nvPr/>
                </p:nvSpPr>
                <p:spPr bwMode="auto">
                  <a:xfrm>
                    <a:off x="6391276" y="5176839"/>
                    <a:ext cx="4763" cy="3175"/>
                  </a:xfrm>
                  <a:custGeom>
                    <a:avLst/>
                    <a:gdLst>
                      <a:gd name="T0" fmla="*/ 2 w 2"/>
                      <a:gd name="T1" fmla="*/ 1 h 2"/>
                      <a:gd name="T2" fmla="*/ 0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1" y="2"/>
                          <a:pt x="1" y="2"/>
                          <a:pt x="1"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6" name="íšḻiḓé">
                    <a:extLst>
                      <a:ext uri="{FF2B5EF4-FFF2-40B4-BE49-F238E27FC236}">
                        <a16:creationId xmlns:a16="http://schemas.microsoft.com/office/drawing/2014/main" id="{4D20A458-5FA0-4245-8A6D-F8D4CC4D8430}"/>
                      </a:ext>
                    </a:extLst>
                  </p:cNvPr>
                  <p:cNvSpPr/>
                  <p:nvPr/>
                </p:nvSpPr>
                <p:spPr bwMode="auto">
                  <a:xfrm>
                    <a:off x="6391276" y="5178426"/>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7" name="ï$liḋè">
                    <a:extLst>
                      <a:ext uri="{FF2B5EF4-FFF2-40B4-BE49-F238E27FC236}">
                        <a16:creationId xmlns:a16="http://schemas.microsoft.com/office/drawing/2014/main" id="{3237A26A-600F-4065-99C4-83FD8933EF01}"/>
                      </a:ext>
                    </a:extLst>
                  </p:cNvPr>
                  <p:cNvSpPr/>
                  <p:nvPr/>
                </p:nvSpPr>
                <p:spPr bwMode="auto">
                  <a:xfrm>
                    <a:off x="6389688" y="5178426"/>
                    <a:ext cx="3175" cy="4763"/>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1" y="1"/>
                          <a:pt x="0" y="1"/>
                          <a:pt x="0" y="1"/>
                        </a:cubicBezTo>
                        <a:cubicBezTo>
                          <a:pt x="2" y="2"/>
                          <a:pt x="2" y="2"/>
                          <a:pt x="2" y="2"/>
                        </a:cubicBezTo>
                        <a:cubicBezTo>
                          <a:pt x="2" y="2"/>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8" name="îṩḷîdé">
                    <a:extLst>
                      <a:ext uri="{FF2B5EF4-FFF2-40B4-BE49-F238E27FC236}">
                        <a16:creationId xmlns:a16="http://schemas.microsoft.com/office/drawing/2014/main" id="{7A658554-C088-4727-A8EF-D49017B4CA5D}"/>
                      </a:ext>
                    </a:extLst>
                  </p:cNvPr>
                  <p:cNvSpPr/>
                  <p:nvPr/>
                </p:nvSpPr>
                <p:spPr bwMode="auto">
                  <a:xfrm>
                    <a:off x="6389688" y="5180014"/>
                    <a:ext cx="3175"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9" name="íṩḻíḋe">
                    <a:extLst>
                      <a:ext uri="{FF2B5EF4-FFF2-40B4-BE49-F238E27FC236}">
                        <a16:creationId xmlns:a16="http://schemas.microsoft.com/office/drawing/2014/main" id="{9DC74B5B-78E3-4669-AD52-403D67F886E9}"/>
                      </a:ext>
                    </a:extLst>
                  </p:cNvPr>
                  <p:cNvSpPr/>
                  <p:nvPr/>
                </p:nvSpPr>
                <p:spPr bwMode="auto">
                  <a:xfrm>
                    <a:off x="6389688" y="5180014"/>
                    <a:ext cx="3175"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0"/>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0" name="ïSļîḓê">
                    <a:extLst>
                      <a:ext uri="{FF2B5EF4-FFF2-40B4-BE49-F238E27FC236}">
                        <a16:creationId xmlns:a16="http://schemas.microsoft.com/office/drawing/2014/main" id="{5CFB51E2-32BB-42A4-98EC-A190D2440CF2}"/>
                      </a:ext>
                    </a:extLst>
                  </p:cNvPr>
                  <p:cNvSpPr/>
                  <p:nvPr/>
                </p:nvSpPr>
                <p:spPr bwMode="auto">
                  <a:xfrm>
                    <a:off x="6389688" y="5183189"/>
                    <a:ext cx="3175"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1" name="ïşḷîde">
                    <a:extLst>
                      <a:ext uri="{FF2B5EF4-FFF2-40B4-BE49-F238E27FC236}">
                        <a16:creationId xmlns:a16="http://schemas.microsoft.com/office/drawing/2014/main" id="{2B579F13-0B8A-4021-A460-66FA31356CE2}"/>
                      </a:ext>
                    </a:extLst>
                  </p:cNvPr>
                  <p:cNvSpPr/>
                  <p:nvPr/>
                </p:nvSpPr>
                <p:spPr bwMode="auto">
                  <a:xfrm>
                    <a:off x="6389688" y="5183189"/>
                    <a:ext cx="1588"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2" name="ïṩľiďe">
                    <a:extLst>
                      <a:ext uri="{FF2B5EF4-FFF2-40B4-BE49-F238E27FC236}">
                        <a16:creationId xmlns:a16="http://schemas.microsoft.com/office/drawing/2014/main" id="{D83AAC6E-ADCF-4768-8764-D6C083D62411}"/>
                      </a:ext>
                    </a:extLst>
                  </p:cNvPr>
                  <p:cNvSpPr/>
                  <p:nvPr/>
                </p:nvSpPr>
                <p:spPr bwMode="auto">
                  <a:xfrm>
                    <a:off x="6389688" y="5183189"/>
                    <a:ext cx="1588" cy="3175"/>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1"/>
                          <a:pt x="0" y="1"/>
                          <a:pt x="0" y="1"/>
                        </a:cubicBezTo>
                        <a:cubicBezTo>
                          <a:pt x="1" y="2"/>
                          <a:pt x="1" y="2"/>
                          <a:pt x="1" y="2"/>
                        </a:cubicBezTo>
                        <a:cubicBezTo>
                          <a:pt x="1" y="2"/>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3" name="îşľïďê">
                    <a:extLst>
                      <a:ext uri="{FF2B5EF4-FFF2-40B4-BE49-F238E27FC236}">
                        <a16:creationId xmlns:a16="http://schemas.microsoft.com/office/drawing/2014/main" id="{EDFA311A-2DB5-4463-99CA-E739D2EA8F16}"/>
                      </a:ext>
                    </a:extLst>
                  </p:cNvPr>
                  <p:cNvSpPr/>
                  <p:nvPr/>
                </p:nvSpPr>
                <p:spPr bwMode="auto">
                  <a:xfrm>
                    <a:off x="6386513" y="5184776"/>
                    <a:ext cx="4763" cy="1588"/>
                  </a:xfrm>
                  <a:custGeom>
                    <a:avLst/>
                    <a:gdLst>
                      <a:gd name="T0" fmla="*/ 2 w 2"/>
                      <a:gd name="T1" fmla="*/ 1 h 1"/>
                      <a:gd name="T2" fmla="*/ 1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1" y="0"/>
                        </a:cubicBezTo>
                        <a:cubicBezTo>
                          <a:pt x="1" y="0"/>
                          <a:pt x="1"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4" name="îṣḻïdé">
                    <a:extLst>
                      <a:ext uri="{FF2B5EF4-FFF2-40B4-BE49-F238E27FC236}">
                        <a16:creationId xmlns:a16="http://schemas.microsoft.com/office/drawing/2014/main" id="{5F8AA853-D7BA-4058-90F3-825847E9F9E2}"/>
                      </a:ext>
                    </a:extLst>
                  </p:cNvPr>
                  <p:cNvSpPr/>
                  <p:nvPr/>
                </p:nvSpPr>
                <p:spPr bwMode="auto">
                  <a:xfrm>
                    <a:off x="6386513" y="5184776"/>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0"/>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5" name="işļïdé">
                    <a:extLst>
                      <a:ext uri="{FF2B5EF4-FFF2-40B4-BE49-F238E27FC236}">
                        <a16:creationId xmlns:a16="http://schemas.microsoft.com/office/drawing/2014/main" id="{483B6E32-0C08-49DF-B39A-AD01647977EE}"/>
                      </a:ext>
                    </a:extLst>
                  </p:cNvPr>
                  <p:cNvSpPr/>
                  <p:nvPr/>
                </p:nvSpPr>
                <p:spPr bwMode="auto">
                  <a:xfrm>
                    <a:off x="6386513" y="5186364"/>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6" name="iSľíḋè">
                    <a:extLst>
                      <a:ext uri="{FF2B5EF4-FFF2-40B4-BE49-F238E27FC236}">
                        <a16:creationId xmlns:a16="http://schemas.microsoft.com/office/drawing/2014/main" id="{F043F506-71FC-4296-A47B-C87F9CDAB752}"/>
                      </a:ext>
                    </a:extLst>
                  </p:cNvPr>
                  <p:cNvSpPr/>
                  <p:nvPr/>
                </p:nvSpPr>
                <p:spPr bwMode="auto">
                  <a:xfrm>
                    <a:off x="6386513" y="5186364"/>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7" name="î$ľîḑé">
                    <a:extLst>
                      <a:ext uri="{FF2B5EF4-FFF2-40B4-BE49-F238E27FC236}">
                        <a16:creationId xmlns:a16="http://schemas.microsoft.com/office/drawing/2014/main" id="{4DB2DAA9-1A2F-4AFA-B3E7-C34BDBA760FD}"/>
                      </a:ext>
                    </a:extLst>
                  </p:cNvPr>
                  <p:cNvSpPr/>
                  <p:nvPr/>
                </p:nvSpPr>
                <p:spPr bwMode="auto">
                  <a:xfrm>
                    <a:off x="6386513" y="5186364"/>
                    <a:ext cx="4763" cy="4763"/>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1"/>
                          <a:pt x="0" y="1"/>
                          <a:pt x="0"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8" name="í$ļîďè">
                    <a:extLst>
                      <a:ext uri="{FF2B5EF4-FFF2-40B4-BE49-F238E27FC236}">
                        <a16:creationId xmlns:a16="http://schemas.microsoft.com/office/drawing/2014/main" id="{E6B7BA7D-AFEB-4ECA-A242-7A522E7F97E9}"/>
                      </a:ext>
                    </a:extLst>
                  </p:cNvPr>
                  <p:cNvSpPr/>
                  <p:nvPr/>
                </p:nvSpPr>
                <p:spPr bwMode="auto">
                  <a:xfrm>
                    <a:off x="6386513" y="5189539"/>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9" name="îSlïďe">
                    <a:extLst>
                      <a:ext uri="{FF2B5EF4-FFF2-40B4-BE49-F238E27FC236}">
                        <a16:creationId xmlns:a16="http://schemas.microsoft.com/office/drawing/2014/main" id="{AE63F16F-26C5-4091-A059-1DC072D76501}"/>
                      </a:ext>
                    </a:extLst>
                  </p:cNvPr>
                  <p:cNvSpPr/>
                  <p:nvPr/>
                </p:nvSpPr>
                <p:spPr bwMode="auto">
                  <a:xfrm>
                    <a:off x="6386513" y="5189539"/>
                    <a:ext cx="4763" cy="3175"/>
                  </a:xfrm>
                  <a:custGeom>
                    <a:avLst/>
                    <a:gdLst>
                      <a:gd name="T0" fmla="*/ 2 w 2"/>
                      <a:gd name="T1" fmla="*/ 1 h 2"/>
                      <a:gd name="T2" fmla="*/ 0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0" y="0"/>
                          <a:pt x="0" y="1"/>
                          <a:pt x="0" y="1"/>
                        </a:cubicBezTo>
                        <a:cubicBezTo>
                          <a:pt x="2" y="2"/>
                          <a:pt x="2" y="2"/>
                          <a:pt x="2" y="2"/>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0" name="ïSḻïḋe">
                    <a:extLst>
                      <a:ext uri="{FF2B5EF4-FFF2-40B4-BE49-F238E27FC236}">
                        <a16:creationId xmlns:a16="http://schemas.microsoft.com/office/drawing/2014/main" id="{EC7BE2CD-712B-4AFE-B415-304CC0AA157A}"/>
                      </a:ext>
                    </a:extLst>
                  </p:cNvPr>
                  <p:cNvSpPr/>
                  <p:nvPr/>
                </p:nvSpPr>
                <p:spPr bwMode="auto">
                  <a:xfrm>
                    <a:off x="6386513" y="5191126"/>
                    <a:ext cx="4763" cy="1588"/>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1" y="1"/>
                          <a:pt x="1" y="1"/>
                          <a:pt x="1" y="1"/>
                        </a:cubicBezTo>
                        <a:cubicBezTo>
                          <a:pt x="1" y="1"/>
                          <a:pt x="1"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1" name="íslîdê">
                    <a:extLst>
                      <a:ext uri="{FF2B5EF4-FFF2-40B4-BE49-F238E27FC236}">
                        <a16:creationId xmlns:a16="http://schemas.microsoft.com/office/drawing/2014/main" id="{5ACBDEAF-9741-409D-860D-1C64FE469CD6}"/>
                      </a:ext>
                    </a:extLst>
                  </p:cNvPr>
                  <p:cNvSpPr/>
                  <p:nvPr/>
                </p:nvSpPr>
                <p:spPr bwMode="auto">
                  <a:xfrm>
                    <a:off x="6386513" y="5191126"/>
                    <a:ext cx="3175"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2" name="ïsḷiḋé">
                    <a:extLst>
                      <a:ext uri="{FF2B5EF4-FFF2-40B4-BE49-F238E27FC236}">
                        <a16:creationId xmlns:a16="http://schemas.microsoft.com/office/drawing/2014/main" id="{842D7997-E150-4851-AC57-A4001D6A985D}"/>
                      </a:ext>
                    </a:extLst>
                  </p:cNvPr>
                  <p:cNvSpPr/>
                  <p:nvPr/>
                </p:nvSpPr>
                <p:spPr bwMode="auto">
                  <a:xfrm>
                    <a:off x="6386513" y="5191126"/>
                    <a:ext cx="3175" cy="4763"/>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1"/>
                          <a:pt x="0" y="1"/>
                          <a:pt x="0" y="1"/>
                        </a:cubicBezTo>
                        <a:cubicBezTo>
                          <a:pt x="1" y="2"/>
                          <a:pt x="1" y="2"/>
                          <a:pt x="1" y="2"/>
                        </a:cubicBezTo>
                        <a:cubicBezTo>
                          <a:pt x="1" y="2"/>
                          <a:pt x="1" y="2"/>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3" name="íSḻíḓê">
                    <a:extLst>
                      <a:ext uri="{FF2B5EF4-FFF2-40B4-BE49-F238E27FC236}">
                        <a16:creationId xmlns:a16="http://schemas.microsoft.com/office/drawing/2014/main" id="{A9B15E06-67BD-4A3D-A6D3-E2E3EC98C833}"/>
                      </a:ext>
                    </a:extLst>
                  </p:cNvPr>
                  <p:cNvSpPr/>
                  <p:nvPr/>
                </p:nvSpPr>
                <p:spPr bwMode="auto">
                  <a:xfrm>
                    <a:off x="6386513" y="5192714"/>
                    <a:ext cx="3175" cy="3175"/>
                  </a:xfrm>
                  <a:custGeom>
                    <a:avLst/>
                    <a:gdLst>
                      <a:gd name="T0" fmla="*/ 1 w 1"/>
                      <a:gd name="T1" fmla="*/ 1 h 1"/>
                      <a:gd name="T2" fmla="*/ 0 w 1"/>
                      <a:gd name="T3" fmla="*/ 0 h 1"/>
                      <a:gd name="T4" fmla="*/ 0 w 1"/>
                      <a:gd name="T5" fmla="*/ 0 h 1"/>
                      <a:gd name="T6" fmla="*/ 0 w 1"/>
                      <a:gd name="T7" fmla="*/ 0 h 1"/>
                      <a:gd name="T8" fmla="*/ 1 w 1"/>
                      <a:gd name="T9" fmla="*/ 1 h 1"/>
                      <a:gd name="T10" fmla="*/ 1 w 1"/>
                      <a:gd name="T11" fmla="*/ 1 h 1"/>
                      <a:gd name="T12" fmla="*/ 1 w 1"/>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1" h="1">
                        <a:moveTo>
                          <a:pt x="1" y="1"/>
                        </a:moveTo>
                        <a:cubicBezTo>
                          <a:pt x="0" y="0"/>
                          <a:pt x="0" y="0"/>
                          <a:pt x="0" y="0"/>
                        </a:cubicBezTo>
                        <a:cubicBezTo>
                          <a:pt x="0" y="0"/>
                          <a:pt x="0" y="0"/>
                          <a:pt x="0" y="0"/>
                        </a:cubicBezTo>
                        <a:cubicBezTo>
                          <a:pt x="0" y="0"/>
                          <a:pt x="0" y="0"/>
                          <a:pt x="0" y="0"/>
                        </a:cubicBezTo>
                        <a:cubicBezTo>
                          <a:pt x="1" y="1"/>
                          <a:pt x="1" y="1"/>
                          <a:pt x="1" y="1"/>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4" name="iṩ1íde">
                    <a:extLst>
                      <a:ext uri="{FF2B5EF4-FFF2-40B4-BE49-F238E27FC236}">
                        <a16:creationId xmlns:a16="http://schemas.microsoft.com/office/drawing/2014/main" id="{D4EAFC46-0123-4625-8EE6-14E905DE8D9C}"/>
                      </a:ext>
                    </a:extLst>
                  </p:cNvPr>
                  <p:cNvSpPr/>
                  <p:nvPr/>
                </p:nvSpPr>
                <p:spPr bwMode="auto">
                  <a:xfrm>
                    <a:off x="6386513" y="5192714"/>
                    <a:ext cx="3175" cy="4763"/>
                  </a:xfrm>
                  <a:custGeom>
                    <a:avLst/>
                    <a:gdLst>
                      <a:gd name="T0" fmla="*/ 1 w 1"/>
                      <a:gd name="T1" fmla="*/ 1 h 2"/>
                      <a:gd name="T2" fmla="*/ 0 w 1"/>
                      <a:gd name="T3" fmla="*/ 0 h 2"/>
                      <a:gd name="T4" fmla="*/ 0 w 1"/>
                      <a:gd name="T5" fmla="*/ 1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0" y="0"/>
                          <a:pt x="0" y="0"/>
                          <a:pt x="0" y="0"/>
                        </a:cubicBezTo>
                        <a:cubicBezTo>
                          <a:pt x="0" y="0"/>
                          <a:pt x="0" y="0"/>
                          <a:pt x="0" y="1"/>
                        </a:cubicBezTo>
                        <a:cubicBezTo>
                          <a:pt x="1" y="2"/>
                          <a:pt x="1" y="2"/>
                          <a:pt x="1" y="2"/>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5" name="íś1iḍe">
                    <a:extLst>
                      <a:ext uri="{FF2B5EF4-FFF2-40B4-BE49-F238E27FC236}">
                        <a16:creationId xmlns:a16="http://schemas.microsoft.com/office/drawing/2014/main" id="{54812C63-7D67-4A63-A17F-01724810BA18}"/>
                      </a:ext>
                    </a:extLst>
                  </p:cNvPr>
                  <p:cNvSpPr/>
                  <p:nvPr/>
                </p:nvSpPr>
                <p:spPr bwMode="auto">
                  <a:xfrm>
                    <a:off x="6386513" y="5195889"/>
                    <a:ext cx="3175"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6" name="íṧḻiḋè">
                    <a:extLst>
                      <a:ext uri="{FF2B5EF4-FFF2-40B4-BE49-F238E27FC236}">
                        <a16:creationId xmlns:a16="http://schemas.microsoft.com/office/drawing/2014/main" id="{5AA284A4-B1A4-4541-A47D-C8750C186648}"/>
                      </a:ext>
                    </a:extLst>
                  </p:cNvPr>
                  <p:cNvSpPr/>
                  <p:nvPr/>
                </p:nvSpPr>
                <p:spPr bwMode="auto">
                  <a:xfrm>
                    <a:off x="6386513" y="5195889"/>
                    <a:ext cx="3175" cy="1588"/>
                  </a:xfrm>
                  <a:custGeom>
                    <a:avLst/>
                    <a:gdLst>
                      <a:gd name="T0" fmla="*/ 1 w 1"/>
                      <a:gd name="T1" fmla="*/ 1 h 1"/>
                      <a:gd name="T2" fmla="*/ 0 w 1"/>
                      <a:gd name="T3" fmla="*/ 0 h 1"/>
                      <a:gd name="T4" fmla="*/ 0 w 1"/>
                      <a:gd name="T5" fmla="*/ 0 h 1"/>
                      <a:gd name="T6" fmla="*/ 1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0" y="0"/>
                          <a:pt x="0" y="0"/>
                          <a:pt x="0" y="0"/>
                        </a:cubicBezTo>
                        <a:cubicBezTo>
                          <a:pt x="0" y="0"/>
                          <a:pt x="0" y="0"/>
                          <a:pt x="0" y="0"/>
                        </a:cubicBezTo>
                        <a:cubicBezTo>
                          <a:pt x="1" y="1"/>
                          <a:pt x="1" y="1"/>
                          <a:pt x="1" y="1"/>
                        </a:cubicBezTo>
                        <a:cubicBezTo>
                          <a:pt x="1" y="1"/>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7" name="íṥ1ïďê">
                    <a:extLst>
                      <a:ext uri="{FF2B5EF4-FFF2-40B4-BE49-F238E27FC236}">
                        <a16:creationId xmlns:a16="http://schemas.microsoft.com/office/drawing/2014/main" id="{9672AD63-FE43-46FA-82CE-A8656227E8D9}"/>
                      </a:ext>
                    </a:extLst>
                  </p:cNvPr>
                  <p:cNvSpPr/>
                  <p:nvPr/>
                </p:nvSpPr>
                <p:spPr bwMode="auto">
                  <a:xfrm>
                    <a:off x="6386513" y="5195889"/>
                    <a:ext cx="4763" cy="3175"/>
                  </a:xfrm>
                  <a:custGeom>
                    <a:avLst/>
                    <a:gdLst>
                      <a:gd name="T0" fmla="*/ 1 w 2"/>
                      <a:gd name="T1" fmla="*/ 1 h 2"/>
                      <a:gd name="T2" fmla="*/ 0 w 2"/>
                      <a:gd name="T3" fmla="*/ 0 h 2"/>
                      <a:gd name="T4" fmla="*/ 0 w 2"/>
                      <a:gd name="T5" fmla="*/ 1 h 2"/>
                      <a:gd name="T6" fmla="*/ 2 w 2"/>
                      <a:gd name="T7" fmla="*/ 2 h 2"/>
                      <a:gd name="T8" fmla="*/ 1 w 2"/>
                      <a:gd name="T9" fmla="*/ 1 h 2"/>
                    </a:gdLst>
                    <a:ahLst/>
                    <a:cxnLst>
                      <a:cxn ang="0">
                        <a:pos x="T0" y="T1"/>
                      </a:cxn>
                      <a:cxn ang="0">
                        <a:pos x="T2" y="T3"/>
                      </a:cxn>
                      <a:cxn ang="0">
                        <a:pos x="T4" y="T5"/>
                      </a:cxn>
                      <a:cxn ang="0">
                        <a:pos x="T6" y="T7"/>
                      </a:cxn>
                      <a:cxn ang="0">
                        <a:pos x="T8" y="T9"/>
                      </a:cxn>
                    </a:cxnLst>
                    <a:rect l="0" t="0" r="r" b="b"/>
                    <a:pathLst>
                      <a:path w="2" h="2">
                        <a:moveTo>
                          <a:pt x="1" y="1"/>
                        </a:moveTo>
                        <a:cubicBezTo>
                          <a:pt x="0" y="0"/>
                          <a:pt x="0" y="0"/>
                          <a:pt x="0" y="0"/>
                        </a:cubicBezTo>
                        <a:cubicBezTo>
                          <a:pt x="0" y="1"/>
                          <a:pt x="0" y="1"/>
                          <a:pt x="0" y="1"/>
                        </a:cubicBezTo>
                        <a:cubicBezTo>
                          <a:pt x="2" y="2"/>
                          <a:pt x="2" y="2"/>
                          <a:pt x="2" y="2"/>
                        </a:cubicBezTo>
                        <a:cubicBezTo>
                          <a:pt x="2" y="2"/>
                          <a:pt x="1"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8" name="îṥḷîḍê">
                    <a:extLst>
                      <a:ext uri="{FF2B5EF4-FFF2-40B4-BE49-F238E27FC236}">
                        <a16:creationId xmlns:a16="http://schemas.microsoft.com/office/drawing/2014/main" id="{6DCFC71D-5143-47EE-AEFF-D3AEFFD1263E}"/>
                      </a:ext>
                    </a:extLst>
                  </p:cNvPr>
                  <p:cNvSpPr/>
                  <p:nvPr/>
                </p:nvSpPr>
                <p:spPr bwMode="auto">
                  <a:xfrm>
                    <a:off x="6386513" y="5197476"/>
                    <a:ext cx="4763" cy="1588"/>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9" name="iṣliďê">
                    <a:extLst>
                      <a:ext uri="{FF2B5EF4-FFF2-40B4-BE49-F238E27FC236}">
                        <a16:creationId xmlns:a16="http://schemas.microsoft.com/office/drawing/2014/main" id="{11FB71CB-A1EA-43A5-97AE-8DD4557C43BB}"/>
                      </a:ext>
                    </a:extLst>
                  </p:cNvPr>
                  <p:cNvSpPr/>
                  <p:nvPr/>
                </p:nvSpPr>
                <p:spPr bwMode="auto">
                  <a:xfrm>
                    <a:off x="6386513" y="5197476"/>
                    <a:ext cx="4763" cy="1588"/>
                  </a:xfrm>
                  <a:custGeom>
                    <a:avLst/>
                    <a:gdLst>
                      <a:gd name="T0" fmla="*/ 2 w 2"/>
                      <a:gd name="T1" fmla="*/ 1 h 1"/>
                      <a:gd name="T2" fmla="*/ 0 w 2"/>
                      <a:gd name="T3" fmla="*/ 0 h 1"/>
                      <a:gd name="T4" fmla="*/ 0 w 2"/>
                      <a:gd name="T5" fmla="*/ 1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1"/>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0" name="iS1iḋê">
                    <a:extLst>
                      <a:ext uri="{FF2B5EF4-FFF2-40B4-BE49-F238E27FC236}">
                        <a16:creationId xmlns:a16="http://schemas.microsoft.com/office/drawing/2014/main" id="{F3BE66D2-FCD5-4645-B506-9937D6BDF429}"/>
                      </a:ext>
                    </a:extLst>
                  </p:cNvPr>
                  <p:cNvSpPr/>
                  <p:nvPr/>
                </p:nvSpPr>
                <p:spPr bwMode="auto">
                  <a:xfrm>
                    <a:off x="6386513" y="5199064"/>
                    <a:ext cx="4763" cy="3175"/>
                  </a:xfrm>
                  <a:custGeom>
                    <a:avLst/>
                    <a:gdLst>
                      <a:gd name="T0" fmla="*/ 2 w 2"/>
                      <a:gd name="T1" fmla="*/ 0 h 1"/>
                      <a:gd name="T2" fmla="*/ 0 w 2"/>
                      <a:gd name="T3" fmla="*/ 0 h 1"/>
                      <a:gd name="T4" fmla="*/ 0 w 2"/>
                      <a:gd name="T5" fmla="*/ 0 h 1"/>
                      <a:gd name="T6" fmla="*/ 2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0"/>
                          <a:pt x="0" y="0"/>
                          <a:pt x="0" y="0"/>
                        </a:cubicBezTo>
                        <a:cubicBezTo>
                          <a:pt x="0" y="0"/>
                          <a:pt x="0" y="0"/>
                          <a:pt x="0" y="0"/>
                        </a:cubicBezTo>
                        <a:cubicBezTo>
                          <a:pt x="2" y="1"/>
                          <a:pt x="2" y="1"/>
                          <a:pt x="2" y="1"/>
                        </a:cubicBezTo>
                        <a:cubicBezTo>
                          <a:pt x="2" y="1"/>
                          <a:pt x="2" y="1"/>
                          <a:pt x="2" y="0"/>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1" name="îŝļîḓè">
                    <a:extLst>
                      <a:ext uri="{FF2B5EF4-FFF2-40B4-BE49-F238E27FC236}">
                        <a16:creationId xmlns:a16="http://schemas.microsoft.com/office/drawing/2014/main" id="{A26D42A4-69F8-4073-9F56-8E385462ABBB}"/>
                      </a:ext>
                    </a:extLst>
                  </p:cNvPr>
                  <p:cNvSpPr/>
                  <p:nvPr/>
                </p:nvSpPr>
                <p:spPr bwMode="auto">
                  <a:xfrm>
                    <a:off x="6386513" y="5199064"/>
                    <a:ext cx="4763" cy="3175"/>
                  </a:xfrm>
                  <a:custGeom>
                    <a:avLst/>
                    <a:gdLst>
                      <a:gd name="T0" fmla="*/ 2 w 2"/>
                      <a:gd name="T1" fmla="*/ 1 h 1"/>
                      <a:gd name="T2" fmla="*/ 0 w 2"/>
                      <a:gd name="T3" fmla="*/ 0 h 1"/>
                      <a:gd name="T4" fmla="*/ 0 w 2"/>
                      <a:gd name="T5" fmla="*/ 0 h 1"/>
                      <a:gd name="T6" fmla="*/ 2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0" y="0"/>
                          <a:pt x="0" y="0"/>
                          <a:pt x="0" y="0"/>
                        </a:cubicBezTo>
                        <a:cubicBezTo>
                          <a:pt x="0" y="0"/>
                          <a:pt x="0" y="0"/>
                          <a:pt x="0" y="0"/>
                        </a:cubicBezTo>
                        <a:cubicBezTo>
                          <a:pt x="2" y="1"/>
                          <a:pt x="2" y="1"/>
                          <a:pt x="2" y="1"/>
                        </a:cubicBezTo>
                        <a:cubicBezTo>
                          <a:pt x="2" y="1"/>
                          <a:pt x="2" y="1"/>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2" name="ï$ḻíďe">
                    <a:extLst>
                      <a:ext uri="{FF2B5EF4-FFF2-40B4-BE49-F238E27FC236}">
                        <a16:creationId xmlns:a16="http://schemas.microsoft.com/office/drawing/2014/main" id="{AA831C33-775E-4AF4-AA16-F20B2C0E9E19}"/>
                      </a:ext>
                    </a:extLst>
                  </p:cNvPr>
                  <p:cNvSpPr/>
                  <p:nvPr/>
                </p:nvSpPr>
                <p:spPr bwMode="auto">
                  <a:xfrm>
                    <a:off x="6386513" y="5199064"/>
                    <a:ext cx="4763" cy="4763"/>
                  </a:xfrm>
                  <a:custGeom>
                    <a:avLst/>
                    <a:gdLst>
                      <a:gd name="T0" fmla="*/ 2 w 2"/>
                      <a:gd name="T1" fmla="*/ 1 h 2"/>
                      <a:gd name="T2" fmla="*/ 0 w 2"/>
                      <a:gd name="T3" fmla="*/ 0 h 2"/>
                      <a:gd name="T4" fmla="*/ 1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0" y="0"/>
                          <a:pt x="0" y="0"/>
                          <a:pt x="0" y="0"/>
                        </a:cubicBezTo>
                        <a:cubicBezTo>
                          <a:pt x="1" y="1"/>
                          <a:pt x="1" y="1"/>
                          <a:pt x="1" y="1"/>
                        </a:cubicBezTo>
                        <a:cubicBezTo>
                          <a:pt x="2" y="2"/>
                          <a:pt x="2" y="2"/>
                          <a:pt x="2" y="2"/>
                        </a:cubicBezTo>
                        <a:cubicBezTo>
                          <a:pt x="2" y="2"/>
                          <a:pt x="2" y="2"/>
                          <a:pt x="2"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3" name="î$ļíďé">
                    <a:extLst>
                      <a:ext uri="{FF2B5EF4-FFF2-40B4-BE49-F238E27FC236}">
                        <a16:creationId xmlns:a16="http://schemas.microsoft.com/office/drawing/2014/main" id="{1E4CC6FD-9722-46BF-ADF3-B4D2FAC7A3F4}"/>
                      </a:ext>
                    </a:extLst>
                  </p:cNvPr>
                  <p:cNvSpPr/>
                  <p:nvPr/>
                </p:nvSpPr>
                <p:spPr bwMode="auto">
                  <a:xfrm>
                    <a:off x="6389688" y="5202239"/>
                    <a:ext cx="6350" cy="3175"/>
                  </a:xfrm>
                  <a:custGeom>
                    <a:avLst/>
                    <a:gdLst>
                      <a:gd name="T0" fmla="*/ 1 w 3"/>
                      <a:gd name="T1" fmla="*/ 1 h 2"/>
                      <a:gd name="T2" fmla="*/ 0 w 3"/>
                      <a:gd name="T3" fmla="*/ 0 h 2"/>
                      <a:gd name="T4" fmla="*/ 1 w 3"/>
                      <a:gd name="T5" fmla="*/ 1 h 2"/>
                      <a:gd name="T6" fmla="*/ 3 w 3"/>
                      <a:gd name="T7" fmla="*/ 2 h 2"/>
                      <a:gd name="T8" fmla="*/ 1 w 3"/>
                      <a:gd name="T9" fmla="*/ 1 h 2"/>
                    </a:gdLst>
                    <a:ahLst/>
                    <a:cxnLst>
                      <a:cxn ang="0">
                        <a:pos x="T0" y="T1"/>
                      </a:cxn>
                      <a:cxn ang="0">
                        <a:pos x="T2" y="T3"/>
                      </a:cxn>
                      <a:cxn ang="0">
                        <a:pos x="T4" y="T5"/>
                      </a:cxn>
                      <a:cxn ang="0">
                        <a:pos x="T6" y="T7"/>
                      </a:cxn>
                      <a:cxn ang="0">
                        <a:pos x="T8" y="T9"/>
                      </a:cxn>
                    </a:cxnLst>
                    <a:rect l="0" t="0" r="r" b="b"/>
                    <a:pathLst>
                      <a:path w="3" h="2">
                        <a:moveTo>
                          <a:pt x="1" y="1"/>
                        </a:moveTo>
                        <a:cubicBezTo>
                          <a:pt x="0" y="0"/>
                          <a:pt x="0" y="0"/>
                          <a:pt x="0" y="0"/>
                        </a:cubicBezTo>
                        <a:cubicBezTo>
                          <a:pt x="0" y="1"/>
                          <a:pt x="1" y="1"/>
                          <a:pt x="1" y="1"/>
                        </a:cubicBezTo>
                        <a:cubicBezTo>
                          <a:pt x="3" y="2"/>
                          <a:pt x="3" y="2"/>
                          <a:pt x="3" y="2"/>
                        </a:cubicBezTo>
                        <a:cubicBezTo>
                          <a:pt x="2" y="2"/>
                          <a:pt x="2" y="1"/>
                          <a:pt x="1" y="1"/>
                        </a:cubicBezTo>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4" name="íşḻiďê">
                    <a:extLst>
                      <a:ext uri="{FF2B5EF4-FFF2-40B4-BE49-F238E27FC236}">
                        <a16:creationId xmlns:a16="http://schemas.microsoft.com/office/drawing/2014/main" id="{2476D1EB-8D0C-4865-88C6-3CACE8B0999F}"/>
                      </a:ext>
                    </a:extLst>
                  </p:cNvPr>
                  <p:cNvSpPr/>
                  <p:nvPr/>
                </p:nvSpPr>
                <p:spPr bwMode="auto">
                  <a:xfrm>
                    <a:off x="6389688" y="5162551"/>
                    <a:ext cx="33338" cy="47625"/>
                  </a:xfrm>
                  <a:custGeom>
                    <a:avLst/>
                    <a:gdLst>
                      <a:gd name="T0" fmla="*/ 8 w 16"/>
                      <a:gd name="T1" fmla="*/ 2 h 23"/>
                      <a:gd name="T2" fmla="*/ 0 w 16"/>
                      <a:gd name="T3" fmla="*/ 16 h 23"/>
                      <a:gd name="T4" fmla="*/ 8 w 16"/>
                      <a:gd name="T5" fmla="*/ 21 h 23"/>
                      <a:gd name="T6" fmla="*/ 16 w 16"/>
                      <a:gd name="T7" fmla="*/ 7 h 23"/>
                      <a:gd name="T8" fmla="*/ 8 w 16"/>
                      <a:gd name="T9" fmla="*/ 2 h 23"/>
                    </a:gdLst>
                    <a:ahLst/>
                    <a:cxnLst>
                      <a:cxn ang="0">
                        <a:pos x="T0" y="T1"/>
                      </a:cxn>
                      <a:cxn ang="0">
                        <a:pos x="T2" y="T3"/>
                      </a:cxn>
                      <a:cxn ang="0">
                        <a:pos x="T4" y="T5"/>
                      </a:cxn>
                      <a:cxn ang="0">
                        <a:pos x="T6" y="T7"/>
                      </a:cxn>
                      <a:cxn ang="0">
                        <a:pos x="T8" y="T9"/>
                      </a:cxn>
                    </a:cxnLst>
                    <a:rect l="0" t="0" r="r" b="b"/>
                    <a:pathLst>
                      <a:path w="16" h="23">
                        <a:moveTo>
                          <a:pt x="8" y="2"/>
                        </a:moveTo>
                        <a:cubicBezTo>
                          <a:pt x="4" y="5"/>
                          <a:pt x="0" y="11"/>
                          <a:pt x="0" y="16"/>
                        </a:cubicBezTo>
                        <a:cubicBezTo>
                          <a:pt x="0" y="21"/>
                          <a:pt x="4" y="23"/>
                          <a:pt x="8" y="21"/>
                        </a:cubicBezTo>
                        <a:cubicBezTo>
                          <a:pt x="13" y="18"/>
                          <a:pt x="16" y="12"/>
                          <a:pt x="16" y="7"/>
                        </a:cubicBezTo>
                        <a:cubicBezTo>
                          <a:pt x="16" y="2"/>
                          <a:pt x="13" y="0"/>
                          <a:pt x="8" y="2"/>
                        </a:cubicBezTo>
                        <a:close/>
                      </a:path>
                    </a:pathLst>
                  </a:custGeom>
                  <a:solidFill>
                    <a:srgbClr val="E6E6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5" name="ïṩḻide">
                    <a:extLst>
                      <a:ext uri="{FF2B5EF4-FFF2-40B4-BE49-F238E27FC236}">
                        <a16:creationId xmlns:a16="http://schemas.microsoft.com/office/drawing/2014/main" id="{1A5EA2F8-8103-4ED8-BFEB-2B91426B7EFD}"/>
                      </a:ext>
                    </a:extLst>
                  </p:cNvPr>
                  <p:cNvSpPr/>
                  <p:nvPr/>
                </p:nvSpPr>
                <p:spPr bwMode="auto">
                  <a:xfrm>
                    <a:off x="5668963" y="4922839"/>
                    <a:ext cx="527050" cy="450850"/>
                  </a:xfrm>
                  <a:custGeom>
                    <a:avLst/>
                    <a:gdLst>
                      <a:gd name="T0" fmla="*/ 58 w 252"/>
                      <a:gd name="T1" fmla="*/ 68 h 215"/>
                      <a:gd name="T2" fmla="*/ 25 w 252"/>
                      <a:gd name="T3" fmla="*/ 84 h 215"/>
                      <a:gd name="T4" fmla="*/ 0 w 252"/>
                      <a:gd name="T5" fmla="*/ 70 h 215"/>
                      <a:gd name="T6" fmla="*/ 1 w 252"/>
                      <a:gd name="T7" fmla="*/ 0 h 215"/>
                      <a:gd name="T8" fmla="*/ 252 w 252"/>
                      <a:gd name="T9" fmla="*/ 145 h 215"/>
                      <a:gd name="T10" fmla="*/ 251 w 252"/>
                      <a:gd name="T11" fmla="*/ 215 h 215"/>
                      <a:gd name="T12" fmla="*/ 210 w 252"/>
                      <a:gd name="T13" fmla="*/ 191 h 215"/>
                      <a:gd name="T14" fmla="*/ 177 w 252"/>
                      <a:gd name="T15" fmla="*/ 136 h 215"/>
                      <a:gd name="T16" fmla="*/ 144 w 252"/>
                      <a:gd name="T17" fmla="*/ 153 h 215"/>
                      <a:gd name="T18" fmla="*/ 91 w 252"/>
                      <a:gd name="T19" fmla="*/ 122 h 215"/>
                      <a:gd name="T20" fmla="*/ 58 w 252"/>
                      <a:gd name="T21" fmla="*/ 6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2" h="215">
                        <a:moveTo>
                          <a:pt x="58" y="68"/>
                        </a:moveTo>
                        <a:cubicBezTo>
                          <a:pt x="40" y="58"/>
                          <a:pt x="26" y="65"/>
                          <a:pt x="25" y="84"/>
                        </a:cubicBezTo>
                        <a:cubicBezTo>
                          <a:pt x="0" y="70"/>
                          <a:pt x="0" y="70"/>
                          <a:pt x="0" y="70"/>
                        </a:cubicBezTo>
                        <a:cubicBezTo>
                          <a:pt x="1" y="0"/>
                          <a:pt x="1" y="0"/>
                          <a:pt x="1" y="0"/>
                        </a:cubicBezTo>
                        <a:cubicBezTo>
                          <a:pt x="252" y="145"/>
                          <a:pt x="252" y="145"/>
                          <a:pt x="252" y="145"/>
                        </a:cubicBezTo>
                        <a:cubicBezTo>
                          <a:pt x="251" y="215"/>
                          <a:pt x="251" y="215"/>
                          <a:pt x="251" y="215"/>
                        </a:cubicBezTo>
                        <a:cubicBezTo>
                          <a:pt x="210" y="191"/>
                          <a:pt x="210" y="191"/>
                          <a:pt x="210" y="191"/>
                        </a:cubicBezTo>
                        <a:cubicBezTo>
                          <a:pt x="209" y="171"/>
                          <a:pt x="194" y="147"/>
                          <a:pt x="177" y="136"/>
                        </a:cubicBezTo>
                        <a:cubicBezTo>
                          <a:pt x="159" y="126"/>
                          <a:pt x="145" y="134"/>
                          <a:pt x="144" y="153"/>
                        </a:cubicBezTo>
                        <a:cubicBezTo>
                          <a:pt x="91" y="122"/>
                          <a:pt x="91" y="122"/>
                          <a:pt x="91" y="122"/>
                        </a:cubicBezTo>
                        <a:cubicBezTo>
                          <a:pt x="90" y="102"/>
                          <a:pt x="75" y="78"/>
                          <a:pt x="58" y="68"/>
                        </a:cubicBezTo>
                        <a:close/>
                      </a:path>
                    </a:pathLst>
                  </a:custGeom>
                  <a:solidFill>
                    <a:srgbClr val="FF6B6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6" name="í$líde">
                    <a:extLst>
                      <a:ext uri="{FF2B5EF4-FFF2-40B4-BE49-F238E27FC236}">
                        <a16:creationId xmlns:a16="http://schemas.microsoft.com/office/drawing/2014/main" id="{EA4279E0-35F9-4284-A831-726947C28ADA}"/>
                      </a:ext>
                    </a:extLst>
                  </p:cNvPr>
                  <p:cNvSpPr/>
                  <p:nvPr/>
                </p:nvSpPr>
                <p:spPr bwMode="auto">
                  <a:xfrm>
                    <a:off x="5967413" y="5191126"/>
                    <a:ext cx="141288" cy="195263"/>
                  </a:xfrm>
                  <a:custGeom>
                    <a:avLst/>
                    <a:gdLst>
                      <a:gd name="T0" fmla="*/ 34 w 67"/>
                      <a:gd name="T1" fmla="*/ 82 h 93"/>
                      <a:gd name="T2" fmla="*/ 67 w 67"/>
                      <a:gd name="T3" fmla="*/ 65 h 93"/>
                      <a:gd name="T4" fmla="*/ 34 w 67"/>
                      <a:gd name="T5" fmla="*/ 10 h 93"/>
                      <a:gd name="T6" fmla="*/ 0 w 67"/>
                      <a:gd name="T7" fmla="*/ 27 h 93"/>
                      <a:gd name="T8" fmla="*/ 34 w 67"/>
                      <a:gd name="T9" fmla="*/ 82 h 93"/>
                    </a:gdLst>
                    <a:ahLst/>
                    <a:cxnLst>
                      <a:cxn ang="0">
                        <a:pos x="T0" y="T1"/>
                      </a:cxn>
                      <a:cxn ang="0">
                        <a:pos x="T2" y="T3"/>
                      </a:cxn>
                      <a:cxn ang="0">
                        <a:pos x="T4" y="T5"/>
                      </a:cxn>
                      <a:cxn ang="0">
                        <a:pos x="T6" y="T7"/>
                      </a:cxn>
                      <a:cxn ang="0">
                        <a:pos x="T8" y="T9"/>
                      </a:cxn>
                    </a:cxnLst>
                    <a:rect l="0" t="0" r="r" b="b"/>
                    <a:pathLst>
                      <a:path w="67" h="93">
                        <a:moveTo>
                          <a:pt x="34" y="82"/>
                        </a:moveTo>
                        <a:cubicBezTo>
                          <a:pt x="52" y="93"/>
                          <a:pt x="66" y="85"/>
                          <a:pt x="67" y="65"/>
                        </a:cubicBezTo>
                        <a:cubicBezTo>
                          <a:pt x="66" y="45"/>
                          <a:pt x="52" y="20"/>
                          <a:pt x="34" y="10"/>
                        </a:cubicBezTo>
                        <a:cubicBezTo>
                          <a:pt x="16" y="0"/>
                          <a:pt x="1" y="7"/>
                          <a:pt x="0" y="27"/>
                        </a:cubicBezTo>
                        <a:cubicBezTo>
                          <a:pt x="1" y="48"/>
                          <a:pt x="16" y="72"/>
                          <a:pt x="34" y="82"/>
                        </a:cubicBezTo>
                        <a:close/>
                      </a:path>
                    </a:pathLst>
                  </a:custGeom>
                  <a:solidFill>
                    <a:srgbClr val="600F0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7" name="işḻíḓe">
                    <a:extLst>
                      <a:ext uri="{FF2B5EF4-FFF2-40B4-BE49-F238E27FC236}">
                        <a16:creationId xmlns:a16="http://schemas.microsoft.com/office/drawing/2014/main" id="{423A1DF4-DF6A-4A86-8CB5-9C7B65FBCCEA}"/>
                      </a:ext>
                    </a:extLst>
                  </p:cNvPr>
                  <p:cNvSpPr/>
                  <p:nvPr/>
                </p:nvSpPr>
                <p:spPr bwMode="auto">
                  <a:xfrm>
                    <a:off x="6013451" y="5245101"/>
                    <a:ext cx="50800" cy="73025"/>
                  </a:xfrm>
                  <a:custGeom>
                    <a:avLst/>
                    <a:gdLst>
                      <a:gd name="T0" fmla="*/ 12 w 24"/>
                      <a:gd name="T1" fmla="*/ 4 h 35"/>
                      <a:gd name="T2" fmla="*/ 0 w 24"/>
                      <a:gd name="T3" fmla="*/ 11 h 35"/>
                      <a:gd name="T4" fmla="*/ 12 w 24"/>
                      <a:gd name="T5" fmla="*/ 31 h 35"/>
                      <a:gd name="T6" fmla="*/ 24 w 24"/>
                      <a:gd name="T7" fmla="*/ 24 h 35"/>
                      <a:gd name="T8" fmla="*/ 12 w 24"/>
                      <a:gd name="T9" fmla="*/ 4 h 35"/>
                    </a:gdLst>
                    <a:ahLst/>
                    <a:cxnLst>
                      <a:cxn ang="0">
                        <a:pos x="T0" y="T1"/>
                      </a:cxn>
                      <a:cxn ang="0">
                        <a:pos x="T2" y="T3"/>
                      </a:cxn>
                      <a:cxn ang="0">
                        <a:pos x="T4" y="T5"/>
                      </a:cxn>
                      <a:cxn ang="0">
                        <a:pos x="T6" y="T7"/>
                      </a:cxn>
                      <a:cxn ang="0">
                        <a:pos x="T8" y="T9"/>
                      </a:cxn>
                    </a:cxnLst>
                    <a:rect l="0" t="0" r="r" b="b"/>
                    <a:pathLst>
                      <a:path w="24" h="35">
                        <a:moveTo>
                          <a:pt x="12" y="4"/>
                        </a:moveTo>
                        <a:cubicBezTo>
                          <a:pt x="5" y="0"/>
                          <a:pt x="0" y="3"/>
                          <a:pt x="0" y="11"/>
                        </a:cubicBezTo>
                        <a:cubicBezTo>
                          <a:pt x="0" y="18"/>
                          <a:pt x="5" y="27"/>
                          <a:pt x="12" y="31"/>
                        </a:cubicBezTo>
                        <a:cubicBezTo>
                          <a:pt x="18" y="35"/>
                          <a:pt x="24" y="32"/>
                          <a:pt x="24" y="24"/>
                        </a:cubicBezTo>
                        <a:cubicBezTo>
                          <a:pt x="24" y="17"/>
                          <a:pt x="18" y="8"/>
                          <a:pt x="12" y="4"/>
                        </a:cubicBezTo>
                        <a:close/>
                      </a:path>
                    </a:pathLst>
                  </a:custGeom>
                  <a:solidFill>
                    <a:srgbClr val="DFEDF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8" name="iṧḷiḋé">
                    <a:extLst>
                      <a:ext uri="{FF2B5EF4-FFF2-40B4-BE49-F238E27FC236}">
                        <a16:creationId xmlns:a16="http://schemas.microsoft.com/office/drawing/2014/main" id="{D982A184-6B46-4D8F-9187-FEFDA5C46186}"/>
                      </a:ext>
                    </a:extLst>
                  </p:cNvPr>
                  <p:cNvSpPr/>
                  <p:nvPr/>
                </p:nvSpPr>
                <p:spPr bwMode="auto">
                  <a:xfrm>
                    <a:off x="5721351" y="5046664"/>
                    <a:ext cx="139700" cy="195263"/>
                  </a:xfrm>
                  <a:custGeom>
                    <a:avLst/>
                    <a:gdLst>
                      <a:gd name="T0" fmla="*/ 33 w 67"/>
                      <a:gd name="T1" fmla="*/ 83 h 93"/>
                      <a:gd name="T2" fmla="*/ 67 w 67"/>
                      <a:gd name="T3" fmla="*/ 66 h 93"/>
                      <a:gd name="T4" fmla="*/ 33 w 67"/>
                      <a:gd name="T5" fmla="*/ 11 h 93"/>
                      <a:gd name="T6" fmla="*/ 0 w 67"/>
                      <a:gd name="T7" fmla="*/ 27 h 93"/>
                      <a:gd name="T8" fmla="*/ 33 w 67"/>
                      <a:gd name="T9" fmla="*/ 83 h 93"/>
                    </a:gdLst>
                    <a:ahLst/>
                    <a:cxnLst>
                      <a:cxn ang="0">
                        <a:pos x="T0" y="T1"/>
                      </a:cxn>
                      <a:cxn ang="0">
                        <a:pos x="T2" y="T3"/>
                      </a:cxn>
                      <a:cxn ang="0">
                        <a:pos x="T4" y="T5"/>
                      </a:cxn>
                      <a:cxn ang="0">
                        <a:pos x="T6" y="T7"/>
                      </a:cxn>
                      <a:cxn ang="0">
                        <a:pos x="T8" y="T9"/>
                      </a:cxn>
                    </a:cxnLst>
                    <a:rect l="0" t="0" r="r" b="b"/>
                    <a:pathLst>
                      <a:path w="67" h="93">
                        <a:moveTo>
                          <a:pt x="33" y="83"/>
                        </a:moveTo>
                        <a:cubicBezTo>
                          <a:pt x="51" y="93"/>
                          <a:pt x="66" y="86"/>
                          <a:pt x="67" y="66"/>
                        </a:cubicBezTo>
                        <a:cubicBezTo>
                          <a:pt x="66" y="45"/>
                          <a:pt x="51" y="21"/>
                          <a:pt x="33" y="11"/>
                        </a:cubicBezTo>
                        <a:cubicBezTo>
                          <a:pt x="16" y="0"/>
                          <a:pt x="1" y="8"/>
                          <a:pt x="0" y="27"/>
                        </a:cubicBezTo>
                        <a:cubicBezTo>
                          <a:pt x="1" y="48"/>
                          <a:pt x="15" y="73"/>
                          <a:pt x="33" y="83"/>
                        </a:cubicBezTo>
                        <a:close/>
                      </a:path>
                    </a:pathLst>
                  </a:custGeom>
                  <a:solidFill>
                    <a:srgbClr val="600F0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9" name="íšlíḓè">
                    <a:extLst>
                      <a:ext uri="{FF2B5EF4-FFF2-40B4-BE49-F238E27FC236}">
                        <a16:creationId xmlns:a16="http://schemas.microsoft.com/office/drawing/2014/main" id="{4CB299E7-0BF8-486F-ADB7-CA1A4B6B9EAC}"/>
                      </a:ext>
                    </a:extLst>
                  </p:cNvPr>
                  <p:cNvSpPr/>
                  <p:nvPr/>
                </p:nvSpPr>
                <p:spPr bwMode="auto">
                  <a:xfrm>
                    <a:off x="5764213" y="5103814"/>
                    <a:ext cx="50800" cy="69850"/>
                  </a:xfrm>
                  <a:custGeom>
                    <a:avLst/>
                    <a:gdLst>
                      <a:gd name="T0" fmla="*/ 12 w 24"/>
                      <a:gd name="T1" fmla="*/ 3 h 34"/>
                      <a:gd name="T2" fmla="*/ 0 w 24"/>
                      <a:gd name="T3" fmla="*/ 10 h 34"/>
                      <a:gd name="T4" fmla="*/ 12 w 24"/>
                      <a:gd name="T5" fmla="*/ 31 h 34"/>
                      <a:gd name="T6" fmla="*/ 24 w 24"/>
                      <a:gd name="T7" fmla="*/ 24 h 34"/>
                      <a:gd name="T8" fmla="*/ 12 w 24"/>
                      <a:gd name="T9" fmla="*/ 3 h 34"/>
                    </a:gdLst>
                    <a:ahLst/>
                    <a:cxnLst>
                      <a:cxn ang="0">
                        <a:pos x="T0" y="T1"/>
                      </a:cxn>
                      <a:cxn ang="0">
                        <a:pos x="T2" y="T3"/>
                      </a:cxn>
                      <a:cxn ang="0">
                        <a:pos x="T4" y="T5"/>
                      </a:cxn>
                      <a:cxn ang="0">
                        <a:pos x="T6" y="T7"/>
                      </a:cxn>
                      <a:cxn ang="0">
                        <a:pos x="T8" y="T9"/>
                      </a:cxn>
                    </a:cxnLst>
                    <a:rect l="0" t="0" r="r" b="b"/>
                    <a:pathLst>
                      <a:path w="24" h="34">
                        <a:moveTo>
                          <a:pt x="12" y="3"/>
                        </a:moveTo>
                        <a:cubicBezTo>
                          <a:pt x="6" y="0"/>
                          <a:pt x="1" y="3"/>
                          <a:pt x="0" y="10"/>
                        </a:cubicBezTo>
                        <a:cubicBezTo>
                          <a:pt x="0" y="18"/>
                          <a:pt x="6" y="27"/>
                          <a:pt x="12" y="31"/>
                        </a:cubicBezTo>
                        <a:cubicBezTo>
                          <a:pt x="19" y="34"/>
                          <a:pt x="24" y="31"/>
                          <a:pt x="24" y="24"/>
                        </a:cubicBezTo>
                        <a:cubicBezTo>
                          <a:pt x="24" y="16"/>
                          <a:pt x="19" y="7"/>
                          <a:pt x="12" y="3"/>
                        </a:cubicBezTo>
                        <a:close/>
                      </a:path>
                    </a:pathLst>
                  </a:custGeom>
                  <a:solidFill>
                    <a:srgbClr val="DFEDF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0" name="ïṥḷïḑe">
                    <a:extLst>
                      <a:ext uri="{FF2B5EF4-FFF2-40B4-BE49-F238E27FC236}">
                        <a16:creationId xmlns:a16="http://schemas.microsoft.com/office/drawing/2014/main" id="{9D2DAB49-B20E-4865-9E0C-5589754BADA2}"/>
                      </a:ext>
                    </a:extLst>
                  </p:cNvPr>
                  <p:cNvSpPr/>
                  <p:nvPr/>
                </p:nvSpPr>
                <p:spPr bwMode="auto">
                  <a:xfrm>
                    <a:off x="5967413" y="5178426"/>
                    <a:ext cx="142875" cy="149225"/>
                  </a:xfrm>
                  <a:custGeom>
                    <a:avLst/>
                    <a:gdLst>
                      <a:gd name="T0" fmla="*/ 34 w 68"/>
                      <a:gd name="T1" fmla="*/ 16 h 71"/>
                      <a:gd name="T2" fmla="*/ 67 w 68"/>
                      <a:gd name="T3" fmla="*/ 71 h 71"/>
                      <a:gd name="T4" fmla="*/ 68 w 68"/>
                      <a:gd name="T5" fmla="*/ 69 h 71"/>
                      <a:gd name="T6" fmla="*/ 34 w 68"/>
                      <a:gd name="T7" fmla="*/ 11 h 71"/>
                      <a:gd name="T8" fmla="*/ 0 w 68"/>
                      <a:gd name="T9" fmla="*/ 30 h 71"/>
                      <a:gd name="T10" fmla="*/ 0 w 68"/>
                      <a:gd name="T11" fmla="*/ 33 h 71"/>
                      <a:gd name="T12" fmla="*/ 34 w 68"/>
                      <a:gd name="T13" fmla="*/ 16 h 71"/>
                    </a:gdLst>
                    <a:ahLst/>
                    <a:cxnLst>
                      <a:cxn ang="0">
                        <a:pos x="T0" y="T1"/>
                      </a:cxn>
                      <a:cxn ang="0">
                        <a:pos x="T2" y="T3"/>
                      </a:cxn>
                      <a:cxn ang="0">
                        <a:pos x="T4" y="T5"/>
                      </a:cxn>
                      <a:cxn ang="0">
                        <a:pos x="T6" y="T7"/>
                      </a:cxn>
                      <a:cxn ang="0">
                        <a:pos x="T8" y="T9"/>
                      </a:cxn>
                      <a:cxn ang="0">
                        <a:pos x="T10" y="T11"/>
                      </a:cxn>
                      <a:cxn ang="0">
                        <a:pos x="T12" y="T13"/>
                      </a:cxn>
                    </a:cxnLst>
                    <a:rect l="0" t="0" r="r" b="b"/>
                    <a:pathLst>
                      <a:path w="68" h="71">
                        <a:moveTo>
                          <a:pt x="34" y="16"/>
                        </a:moveTo>
                        <a:cubicBezTo>
                          <a:pt x="52" y="26"/>
                          <a:pt x="66" y="51"/>
                          <a:pt x="67" y="71"/>
                        </a:cubicBezTo>
                        <a:cubicBezTo>
                          <a:pt x="67" y="71"/>
                          <a:pt x="68" y="70"/>
                          <a:pt x="68" y="69"/>
                        </a:cubicBezTo>
                        <a:cubicBezTo>
                          <a:pt x="68" y="47"/>
                          <a:pt x="53" y="21"/>
                          <a:pt x="34" y="11"/>
                        </a:cubicBezTo>
                        <a:cubicBezTo>
                          <a:pt x="15" y="0"/>
                          <a:pt x="0" y="8"/>
                          <a:pt x="0" y="30"/>
                        </a:cubicBezTo>
                        <a:cubicBezTo>
                          <a:pt x="0" y="31"/>
                          <a:pt x="0" y="32"/>
                          <a:pt x="0" y="33"/>
                        </a:cubicBezTo>
                        <a:cubicBezTo>
                          <a:pt x="1" y="13"/>
                          <a:pt x="16" y="6"/>
                          <a:pt x="34" y="16"/>
                        </a:cubicBezTo>
                        <a:close/>
                      </a:path>
                    </a:pathLst>
                  </a:custGeom>
                  <a:solidFill>
                    <a:srgbClr val="4608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1" name="îŝlîďé">
                    <a:extLst>
                      <a:ext uri="{FF2B5EF4-FFF2-40B4-BE49-F238E27FC236}">
                        <a16:creationId xmlns:a16="http://schemas.microsoft.com/office/drawing/2014/main" id="{A618E0FD-4DF3-4174-8A17-B8D3C4D366A9}"/>
                      </a:ext>
                    </a:extLst>
                  </p:cNvPr>
                  <p:cNvSpPr/>
                  <p:nvPr/>
                </p:nvSpPr>
                <p:spPr bwMode="auto">
                  <a:xfrm>
                    <a:off x="5721351" y="5033964"/>
                    <a:ext cx="139700" cy="150813"/>
                  </a:xfrm>
                  <a:custGeom>
                    <a:avLst/>
                    <a:gdLst>
                      <a:gd name="T0" fmla="*/ 33 w 67"/>
                      <a:gd name="T1" fmla="*/ 17 h 72"/>
                      <a:gd name="T2" fmla="*/ 67 w 67"/>
                      <a:gd name="T3" fmla="*/ 72 h 72"/>
                      <a:gd name="T4" fmla="*/ 67 w 67"/>
                      <a:gd name="T5" fmla="*/ 69 h 72"/>
                      <a:gd name="T6" fmla="*/ 33 w 67"/>
                      <a:gd name="T7" fmla="*/ 11 h 72"/>
                      <a:gd name="T8" fmla="*/ 0 w 67"/>
                      <a:gd name="T9" fmla="*/ 30 h 72"/>
                      <a:gd name="T10" fmla="*/ 0 w 67"/>
                      <a:gd name="T11" fmla="*/ 33 h 72"/>
                      <a:gd name="T12" fmla="*/ 33 w 67"/>
                      <a:gd name="T13" fmla="*/ 17 h 72"/>
                    </a:gdLst>
                    <a:ahLst/>
                    <a:cxnLst>
                      <a:cxn ang="0">
                        <a:pos x="T0" y="T1"/>
                      </a:cxn>
                      <a:cxn ang="0">
                        <a:pos x="T2" y="T3"/>
                      </a:cxn>
                      <a:cxn ang="0">
                        <a:pos x="T4" y="T5"/>
                      </a:cxn>
                      <a:cxn ang="0">
                        <a:pos x="T6" y="T7"/>
                      </a:cxn>
                      <a:cxn ang="0">
                        <a:pos x="T8" y="T9"/>
                      </a:cxn>
                      <a:cxn ang="0">
                        <a:pos x="T10" y="T11"/>
                      </a:cxn>
                      <a:cxn ang="0">
                        <a:pos x="T12" y="T13"/>
                      </a:cxn>
                    </a:cxnLst>
                    <a:rect l="0" t="0" r="r" b="b"/>
                    <a:pathLst>
                      <a:path w="67" h="72">
                        <a:moveTo>
                          <a:pt x="33" y="17"/>
                        </a:moveTo>
                        <a:cubicBezTo>
                          <a:pt x="51" y="27"/>
                          <a:pt x="66" y="51"/>
                          <a:pt x="67" y="72"/>
                        </a:cubicBezTo>
                        <a:cubicBezTo>
                          <a:pt x="67" y="71"/>
                          <a:pt x="67" y="70"/>
                          <a:pt x="67" y="69"/>
                        </a:cubicBezTo>
                        <a:cubicBezTo>
                          <a:pt x="67" y="48"/>
                          <a:pt x="52" y="22"/>
                          <a:pt x="33" y="11"/>
                        </a:cubicBezTo>
                        <a:cubicBezTo>
                          <a:pt x="15" y="0"/>
                          <a:pt x="0" y="9"/>
                          <a:pt x="0" y="30"/>
                        </a:cubicBezTo>
                        <a:cubicBezTo>
                          <a:pt x="0" y="31"/>
                          <a:pt x="0" y="32"/>
                          <a:pt x="0" y="33"/>
                        </a:cubicBezTo>
                        <a:cubicBezTo>
                          <a:pt x="1" y="14"/>
                          <a:pt x="16" y="6"/>
                          <a:pt x="33" y="17"/>
                        </a:cubicBezTo>
                        <a:close/>
                      </a:path>
                    </a:pathLst>
                  </a:custGeom>
                  <a:solidFill>
                    <a:srgbClr val="4608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2" name="ïś1ídê">
                    <a:extLst>
                      <a:ext uri="{FF2B5EF4-FFF2-40B4-BE49-F238E27FC236}">
                        <a16:creationId xmlns:a16="http://schemas.microsoft.com/office/drawing/2014/main" id="{4A91951B-A772-49CC-97B4-0CB12ED095CC}"/>
                      </a:ext>
                    </a:extLst>
                  </p:cNvPr>
                  <p:cNvSpPr/>
                  <p:nvPr/>
                </p:nvSpPr>
                <p:spPr bwMode="auto">
                  <a:xfrm>
                    <a:off x="6038851" y="4870451"/>
                    <a:ext cx="77788" cy="203200"/>
                  </a:xfrm>
                  <a:custGeom>
                    <a:avLst/>
                    <a:gdLst>
                      <a:gd name="T0" fmla="*/ 12 w 49"/>
                      <a:gd name="T1" fmla="*/ 21 h 128"/>
                      <a:gd name="T2" fmla="*/ 0 w 49"/>
                      <a:gd name="T3" fmla="*/ 128 h 128"/>
                      <a:gd name="T4" fmla="*/ 37 w 49"/>
                      <a:gd name="T5" fmla="*/ 107 h 128"/>
                      <a:gd name="T6" fmla="*/ 49 w 49"/>
                      <a:gd name="T7" fmla="*/ 0 h 128"/>
                      <a:gd name="T8" fmla="*/ 12 w 49"/>
                      <a:gd name="T9" fmla="*/ 21 h 128"/>
                    </a:gdLst>
                    <a:ahLst/>
                    <a:cxnLst>
                      <a:cxn ang="0">
                        <a:pos x="T0" y="T1"/>
                      </a:cxn>
                      <a:cxn ang="0">
                        <a:pos x="T2" y="T3"/>
                      </a:cxn>
                      <a:cxn ang="0">
                        <a:pos x="T4" y="T5"/>
                      </a:cxn>
                      <a:cxn ang="0">
                        <a:pos x="T6" y="T7"/>
                      </a:cxn>
                      <a:cxn ang="0">
                        <a:pos x="T8" y="T9"/>
                      </a:cxn>
                    </a:cxnLst>
                    <a:rect l="0" t="0" r="r" b="b"/>
                    <a:pathLst>
                      <a:path w="49" h="128">
                        <a:moveTo>
                          <a:pt x="12" y="21"/>
                        </a:moveTo>
                        <a:lnTo>
                          <a:pt x="0" y="128"/>
                        </a:lnTo>
                        <a:lnTo>
                          <a:pt x="37" y="107"/>
                        </a:lnTo>
                        <a:lnTo>
                          <a:pt x="49" y="0"/>
                        </a:lnTo>
                        <a:lnTo>
                          <a:pt x="12" y="21"/>
                        </a:lnTo>
                        <a:close/>
                      </a:path>
                    </a:pathLst>
                  </a:custGeom>
                  <a:solidFill>
                    <a:srgbClr val="A5BF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3" name="îS1ïde">
                    <a:extLst>
                      <a:ext uri="{FF2B5EF4-FFF2-40B4-BE49-F238E27FC236}">
                        <a16:creationId xmlns:a16="http://schemas.microsoft.com/office/drawing/2014/main" id="{796C46B1-9CA7-4F4C-9F5B-E3DD48445031}"/>
                      </a:ext>
                    </a:extLst>
                  </p:cNvPr>
                  <p:cNvSpPr/>
                  <p:nvPr/>
                </p:nvSpPr>
                <p:spPr bwMode="auto">
                  <a:xfrm>
                    <a:off x="6134101" y="4843464"/>
                    <a:ext cx="39688" cy="176213"/>
                  </a:xfrm>
                  <a:custGeom>
                    <a:avLst/>
                    <a:gdLst>
                      <a:gd name="T0" fmla="*/ 25 w 25"/>
                      <a:gd name="T1" fmla="*/ 15 h 111"/>
                      <a:gd name="T2" fmla="*/ 20 w 25"/>
                      <a:gd name="T3" fmla="*/ 0 h 111"/>
                      <a:gd name="T4" fmla="*/ 12 w 25"/>
                      <a:gd name="T5" fmla="*/ 5 h 111"/>
                      <a:gd name="T6" fmla="*/ 0 w 25"/>
                      <a:gd name="T7" fmla="*/ 111 h 111"/>
                      <a:gd name="T8" fmla="*/ 16 w 25"/>
                      <a:gd name="T9" fmla="*/ 102 h 111"/>
                      <a:gd name="T10" fmla="*/ 25 w 25"/>
                      <a:gd name="T11" fmla="*/ 15 h 111"/>
                    </a:gdLst>
                    <a:ahLst/>
                    <a:cxnLst>
                      <a:cxn ang="0">
                        <a:pos x="T0" y="T1"/>
                      </a:cxn>
                      <a:cxn ang="0">
                        <a:pos x="T2" y="T3"/>
                      </a:cxn>
                      <a:cxn ang="0">
                        <a:pos x="T4" y="T5"/>
                      </a:cxn>
                      <a:cxn ang="0">
                        <a:pos x="T6" y="T7"/>
                      </a:cxn>
                      <a:cxn ang="0">
                        <a:pos x="T8" y="T9"/>
                      </a:cxn>
                      <a:cxn ang="0">
                        <a:pos x="T10" y="T11"/>
                      </a:cxn>
                    </a:cxnLst>
                    <a:rect l="0" t="0" r="r" b="b"/>
                    <a:pathLst>
                      <a:path w="25" h="111">
                        <a:moveTo>
                          <a:pt x="25" y="15"/>
                        </a:moveTo>
                        <a:lnTo>
                          <a:pt x="20" y="0"/>
                        </a:lnTo>
                        <a:lnTo>
                          <a:pt x="12" y="5"/>
                        </a:lnTo>
                        <a:lnTo>
                          <a:pt x="0" y="111"/>
                        </a:lnTo>
                        <a:lnTo>
                          <a:pt x="16" y="102"/>
                        </a:lnTo>
                        <a:lnTo>
                          <a:pt x="25" y="15"/>
                        </a:lnTo>
                        <a:close/>
                      </a:path>
                    </a:pathLst>
                  </a:custGeom>
                  <a:solidFill>
                    <a:srgbClr val="A5BF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4" name="iŝ1iḓe">
                    <a:extLst>
                      <a:ext uri="{FF2B5EF4-FFF2-40B4-BE49-F238E27FC236}">
                        <a16:creationId xmlns:a16="http://schemas.microsoft.com/office/drawing/2014/main" id="{9DD46B05-0886-40C1-8B92-67830A80A528}"/>
                      </a:ext>
                    </a:extLst>
                  </p:cNvPr>
                  <p:cNvSpPr/>
                  <p:nvPr/>
                </p:nvSpPr>
                <p:spPr bwMode="auto">
                  <a:xfrm>
                    <a:off x="6019801" y="4843464"/>
                    <a:ext cx="195263" cy="241300"/>
                  </a:xfrm>
                  <a:custGeom>
                    <a:avLst/>
                    <a:gdLst>
                      <a:gd name="T0" fmla="*/ 88 w 123"/>
                      <a:gd name="T1" fmla="*/ 1 h 152"/>
                      <a:gd name="T2" fmla="*/ 92 w 123"/>
                      <a:gd name="T3" fmla="*/ 0 h 152"/>
                      <a:gd name="T4" fmla="*/ 123 w 123"/>
                      <a:gd name="T5" fmla="*/ 82 h 152"/>
                      <a:gd name="T6" fmla="*/ 2 w 123"/>
                      <a:gd name="T7" fmla="*/ 152 h 152"/>
                      <a:gd name="T8" fmla="*/ 0 w 123"/>
                      <a:gd name="T9" fmla="*/ 148 h 152"/>
                      <a:gd name="T10" fmla="*/ 119 w 123"/>
                      <a:gd name="T11" fmla="*/ 79 h 152"/>
                      <a:gd name="T12" fmla="*/ 88 w 123"/>
                      <a:gd name="T13" fmla="*/ 1 h 152"/>
                    </a:gdLst>
                    <a:ahLst/>
                    <a:cxnLst>
                      <a:cxn ang="0">
                        <a:pos x="T0" y="T1"/>
                      </a:cxn>
                      <a:cxn ang="0">
                        <a:pos x="T2" y="T3"/>
                      </a:cxn>
                      <a:cxn ang="0">
                        <a:pos x="T4" y="T5"/>
                      </a:cxn>
                      <a:cxn ang="0">
                        <a:pos x="T6" y="T7"/>
                      </a:cxn>
                      <a:cxn ang="0">
                        <a:pos x="T8" y="T9"/>
                      </a:cxn>
                      <a:cxn ang="0">
                        <a:pos x="T10" y="T11"/>
                      </a:cxn>
                      <a:cxn ang="0">
                        <a:pos x="T12" y="T13"/>
                      </a:cxn>
                    </a:cxnLst>
                    <a:rect l="0" t="0" r="r" b="b"/>
                    <a:pathLst>
                      <a:path w="123" h="152">
                        <a:moveTo>
                          <a:pt x="88" y="1"/>
                        </a:moveTo>
                        <a:lnTo>
                          <a:pt x="92" y="0"/>
                        </a:lnTo>
                        <a:lnTo>
                          <a:pt x="123" y="82"/>
                        </a:lnTo>
                        <a:lnTo>
                          <a:pt x="2" y="152"/>
                        </a:lnTo>
                        <a:lnTo>
                          <a:pt x="0" y="148"/>
                        </a:lnTo>
                        <a:lnTo>
                          <a:pt x="119" y="79"/>
                        </a:lnTo>
                        <a:lnTo>
                          <a:pt x="88" y="1"/>
                        </a:lnTo>
                        <a:close/>
                      </a:path>
                    </a:pathLst>
                  </a:custGeom>
                  <a:solidFill>
                    <a:srgbClr val="EAE9F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5" name="ïSľiḑé">
                    <a:extLst>
                      <a:ext uri="{FF2B5EF4-FFF2-40B4-BE49-F238E27FC236}">
                        <a16:creationId xmlns:a16="http://schemas.microsoft.com/office/drawing/2014/main" id="{47CD1437-7126-4D20-A87D-5031258B538D}"/>
                      </a:ext>
                    </a:extLst>
                  </p:cNvPr>
                  <p:cNvSpPr/>
                  <p:nvPr/>
                </p:nvSpPr>
                <p:spPr bwMode="auto">
                  <a:xfrm>
                    <a:off x="8291513" y="5046664"/>
                    <a:ext cx="39688" cy="23813"/>
                  </a:xfrm>
                  <a:custGeom>
                    <a:avLst/>
                    <a:gdLst>
                      <a:gd name="T0" fmla="*/ 13 w 25"/>
                      <a:gd name="T1" fmla="*/ 15 h 15"/>
                      <a:gd name="T2" fmla="*/ 0 w 25"/>
                      <a:gd name="T3" fmla="*/ 5 h 15"/>
                      <a:gd name="T4" fmla="*/ 11 w 25"/>
                      <a:gd name="T5" fmla="*/ 0 h 15"/>
                      <a:gd name="T6" fmla="*/ 25 w 25"/>
                      <a:gd name="T7" fmla="*/ 8 h 15"/>
                      <a:gd name="T8" fmla="*/ 13 w 25"/>
                      <a:gd name="T9" fmla="*/ 15 h 15"/>
                    </a:gdLst>
                    <a:ahLst/>
                    <a:cxnLst>
                      <a:cxn ang="0">
                        <a:pos x="T0" y="T1"/>
                      </a:cxn>
                      <a:cxn ang="0">
                        <a:pos x="T2" y="T3"/>
                      </a:cxn>
                      <a:cxn ang="0">
                        <a:pos x="T4" y="T5"/>
                      </a:cxn>
                      <a:cxn ang="0">
                        <a:pos x="T6" y="T7"/>
                      </a:cxn>
                      <a:cxn ang="0">
                        <a:pos x="T8" y="T9"/>
                      </a:cxn>
                    </a:cxnLst>
                    <a:rect l="0" t="0" r="r" b="b"/>
                    <a:pathLst>
                      <a:path w="25" h="15">
                        <a:moveTo>
                          <a:pt x="13" y="15"/>
                        </a:moveTo>
                        <a:lnTo>
                          <a:pt x="0" y="5"/>
                        </a:lnTo>
                        <a:lnTo>
                          <a:pt x="11" y="0"/>
                        </a:lnTo>
                        <a:lnTo>
                          <a:pt x="25" y="8"/>
                        </a:lnTo>
                        <a:lnTo>
                          <a:pt x="13" y="15"/>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6" name="íṡľîḓe">
                    <a:extLst>
                      <a:ext uri="{FF2B5EF4-FFF2-40B4-BE49-F238E27FC236}">
                        <a16:creationId xmlns:a16="http://schemas.microsoft.com/office/drawing/2014/main" id="{81CE2AA8-3545-44EC-B92E-FD97EF138CB5}"/>
                      </a:ext>
                    </a:extLst>
                  </p:cNvPr>
                  <p:cNvSpPr/>
                  <p:nvPr/>
                </p:nvSpPr>
                <p:spPr bwMode="auto">
                  <a:xfrm>
                    <a:off x="8294688" y="5046664"/>
                    <a:ext cx="17463" cy="112713"/>
                  </a:xfrm>
                  <a:custGeom>
                    <a:avLst/>
                    <a:gdLst>
                      <a:gd name="T0" fmla="*/ 11 w 11"/>
                      <a:gd name="T1" fmla="*/ 71 h 71"/>
                      <a:gd name="T2" fmla="*/ 0 w 11"/>
                      <a:gd name="T3" fmla="*/ 65 h 71"/>
                      <a:gd name="T4" fmla="*/ 0 w 11"/>
                      <a:gd name="T5" fmla="*/ 0 h 71"/>
                      <a:gd name="T6" fmla="*/ 11 w 11"/>
                      <a:gd name="T7" fmla="*/ 7 h 71"/>
                      <a:gd name="T8" fmla="*/ 11 w 11"/>
                      <a:gd name="T9" fmla="*/ 71 h 71"/>
                    </a:gdLst>
                    <a:ahLst/>
                    <a:cxnLst>
                      <a:cxn ang="0">
                        <a:pos x="T0" y="T1"/>
                      </a:cxn>
                      <a:cxn ang="0">
                        <a:pos x="T2" y="T3"/>
                      </a:cxn>
                      <a:cxn ang="0">
                        <a:pos x="T4" y="T5"/>
                      </a:cxn>
                      <a:cxn ang="0">
                        <a:pos x="T6" y="T7"/>
                      </a:cxn>
                      <a:cxn ang="0">
                        <a:pos x="T8" y="T9"/>
                      </a:cxn>
                    </a:cxnLst>
                    <a:rect l="0" t="0" r="r" b="b"/>
                    <a:pathLst>
                      <a:path w="11" h="71">
                        <a:moveTo>
                          <a:pt x="11" y="71"/>
                        </a:moveTo>
                        <a:lnTo>
                          <a:pt x="0" y="65"/>
                        </a:lnTo>
                        <a:lnTo>
                          <a:pt x="0" y="0"/>
                        </a:lnTo>
                        <a:lnTo>
                          <a:pt x="11" y="7"/>
                        </a:lnTo>
                        <a:lnTo>
                          <a:pt x="11" y="71"/>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7" name="ïśḷiḍê">
                    <a:extLst>
                      <a:ext uri="{FF2B5EF4-FFF2-40B4-BE49-F238E27FC236}">
                        <a16:creationId xmlns:a16="http://schemas.microsoft.com/office/drawing/2014/main" id="{7F6B6067-0DB3-4DB4-9B9A-D786990016AE}"/>
                      </a:ext>
                    </a:extLst>
                  </p:cNvPr>
                  <p:cNvSpPr/>
                  <p:nvPr/>
                </p:nvSpPr>
                <p:spPr bwMode="auto">
                  <a:xfrm>
                    <a:off x="8312151" y="5048251"/>
                    <a:ext cx="15875" cy="111125"/>
                  </a:xfrm>
                  <a:custGeom>
                    <a:avLst/>
                    <a:gdLst>
                      <a:gd name="T0" fmla="*/ 10 w 10"/>
                      <a:gd name="T1" fmla="*/ 0 h 70"/>
                      <a:gd name="T2" fmla="*/ 10 w 10"/>
                      <a:gd name="T3" fmla="*/ 65 h 70"/>
                      <a:gd name="T4" fmla="*/ 0 w 10"/>
                      <a:gd name="T5" fmla="*/ 70 h 70"/>
                      <a:gd name="T6" fmla="*/ 0 w 10"/>
                      <a:gd name="T7" fmla="*/ 6 h 70"/>
                      <a:gd name="T8" fmla="*/ 10 w 10"/>
                      <a:gd name="T9" fmla="*/ 0 h 70"/>
                    </a:gdLst>
                    <a:ahLst/>
                    <a:cxnLst>
                      <a:cxn ang="0">
                        <a:pos x="T0" y="T1"/>
                      </a:cxn>
                      <a:cxn ang="0">
                        <a:pos x="T2" y="T3"/>
                      </a:cxn>
                      <a:cxn ang="0">
                        <a:pos x="T4" y="T5"/>
                      </a:cxn>
                      <a:cxn ang="0">
                        <a:pos x="T6" y="T7"/>
                      </a:cxn>
                      <a:cxn ang="0">
                        <a:pos x="T8" y="T9"/>
                      </a:cxn>
                    </a:cxnLst>
                    <a:rect l="0" t="0" r="r" b="b"/>
                    <a:pathLst>
                      <a:path w="10" h="70">
                        <a:moveTo>
                          <a:pt x="10" y="0"/>
                        </a:moveTo>
                        <a:lnTo>
                          <a:pt x="10" y="65"/>
                        </a:lnTo>
                        <a:lnTo>
                          <a:pt x="0" y="70"/>
                        </a:lnTo>
                        <a:lnTo>
                          <a:pt x="0" y="6"/>
                        </a:lnTo>
                        <a:lnTo>
                          <a:pt x="10"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8" name="îşḷíḓé">
                    <a:extLst>
                      <a:ext uri="{FF2B5EF4-FFF2-40B4-BE49-F238E27FC236}">
                        <a16:creationId xmlns:a16="http://schemas.microsoft.com/office/drawing/2014/main" id="{5312D5DF-A8F4-49F1-B8D9-0EFF0403DC7D}"/>
                      </a:ext>
                    </a:extLst>
                  </p:cNvPr>
                  <p:cNvSpPr/>
                  <p:nvPr/>
                </p:nvSpPr>
                <p:spPr bwMode="auto">
                  <a:xfrm>
                    <a:off x="8310563" y="4894264"/>
                    <a:ext cx="103188" cy="187325"/>
                  </a:xfrm>
                  <a:custGeom>
                    <a:avLst/>
                    <a:gdLst>
                      <a:gd name="T0" fmla="*/ 65 w 65"/>
                      <a:gd name="T1" fmla="*/ 0 h 118"/>
                      <a:gd name="T2" fmla="*/ 65 w 65"/>
                      <a:gd name="T3" fmla="*/ 80 h 118"/>
                      <a:gd name="T4" fmla="*/ 0 w 65"/>
                      <a:gd name="T5" fmla="*/ 118 h 118"/>
                      <a:gd name="T6" fmla="*/ 0 w 65"/>
                      <a:gd name="T7" fmla="*/ 38 h 118"/>
                      <a:gd name="T8" fmla="*/ 65 w 65"/>
                      <a:gd name="T9" fmla="*/ 0 h 118"/>
                    </a:gdLst>
                    <a:ahLst/>
                    <a:cxnLst>
                      <a:cxn ang="0">
                        <a:pos x="T0" y="T1"/>
                      </a:cxn>
                      <a:cxn ang="0">
                        <a:pos x="T2" y="T3"/>
                      </a:cxn>
                      <a:cxn ang="0">
                        <a:pos x="T4" y="T5"/>
                      </a:cxn>
                      <a:cxn ang="0">
                        <a:pos x="T6" y="T7"/>
                      </a:cxn>
                      <a:cxn ang="0">
                        <a:pos x="T8" y="T9"/>
                      </a:cxn>
                    </a:cxnLst>
                    <a:rect l="0" t="0" r="r" b="b"/>
                    <a:pathLst>
                      <a:path w="65" h="118">
                        <a:moveTo>
                          <a:pt x="65" y="0"/>
                        </a:moveTo>
                        <a:lnTo>
                          <a:pt x="65" y="80"/>
                        </a:lnTo>
                        <a:lnTo>
                          <a:pt x="0" y="118"/>
                        </a:lnTo>
                        <a:lnTo>
                          <a:pt x="0" y="38"/>
                        </a:lnTo>
                        <a:lnTo>
                          <a:pt x="65"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9" name="işľîḑê">
                    <a:extLst>
                      <a:ext uri="{FF2B5EF4-FFF2-40B4-BE49-F238E27FC236}">
                        <a16:creationId xmlns:a16="http://schemas.microsoft.com/office/drawing/2014/main" id="{E982DA2C-0D26-407A-9182-AA3C34BC504B}"/>
                      </a:ext>
                    </a:extLst>
                  </p:cNvPr>
                  <p:cNvSpPr/>
                  <p:nvPr/>
                </p:nvSpPr>
                <p:spPr bwMode="auto">
                  <a:xfrm>
                    <a:off x="8207376" y="4894264"/>
                    <a:ext cx="103188" cy="187325"/>
                  </a:xfrm>
                  <a:custGeom>
                    <a:avLst/>
                    <a:gdLst>
                      <a:gd name="T0" fmla="*/ 65 w 65"/>
                      <a:gd name="T1" fmla="*/ 38 h 118"/>
                      <a:gd name="T2" fmla="*/ 65 w 65"/>
                      <a:gd name="T3" fmla="*/ 118 h 118"/>
                      <a:gd name="T4" fmla="*/ 0 w 65"/>
                      <a:gd name="T5" fmla="*/ 80 h 118"/>
                      <a:gd name="T6" fmla="*/ 0 w 65"/>
                      <a:gd name="T7" fmla="*/ 0 h 118"/>
                      <a:gd name="T8" fmla="*/ 65 w 65"/>
                      <a:gd name="T9" fmla="*/ 38 h 118"/>
                    </a:gdLst>
                    <a:ahLst/>
                    <a:cxnLst>
                      <a:cxn ang="0">
                        <a:pos x="T0" y="T1"/>
                      </a:cxn>
                      <a:cxn ang="0">
                        <a:pos x="T2" y="T3"/>
                      </a:cxn>
                      <a:cxn ang="0">
                        <a:pos x="T4" y="T5"/>
                      </a:cxn>
                      <a:cxn ang="0">
                        <a:pos x="T6" y="T7"/>
                      </a:cxn>
                      <a:cxn ang="0">
                        <a:pos x="T8" y="T9"/>
                      </a:cxn>
                    </a:cxnLst>
                    <a:rect l="0" t="0" r="r" b="b"/>
                    <a:pathLst>
                      <a:path w="65" h="118">
                        <a:moveTo>
                          <a:pt x="65" y="38"/>
                        </a:moveTo>
                        <a:lnTo>
                          <a:pt x="65" y="118"/>
                        </a:lnTo>
                        <a:lnTo>
                          <a:pt x="0" y="80"/>
                        </a:lnTo>
                        <a:lnTo>
                          <a:pt x="0" y="0"/>
                        </a:lnTo>
                        <a:lnTo>
                          <a:pt x="65" y="38"/>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0" name="iṡḻiḓê">
                    <a:extLst>
                      <a:ext uri="{FF2B5EF4-FFF2-40B4-BE49-F238E27FC236}">
                        <a16:creationId xmlns:a16="http://schemas.microsoft.com/office/drawing/2014/main" id="{42CFCBEB-4B64-4117-BC78-2E3A28223683}"/>
                      </a:ext>
                    </a:extLst>
                  </p:cNvPr>
                  <p:cNvSpPr/>
                  <p:nvPr/>
                </p:nvSpPr>
                <p:spPr bwMode="auto">
                  <a:xfrm>
                    <a:off x="8207376" y="4835526"/>
                    <a:ext cx="206375" cy="119063"/>
                  </a:xfrm>
                  <a:custGeom>
                    <a:avLst/>
                    <a:gdLst>
                      <a:gd name="T0" fmla="*/ 130 w 130"/>
                      <a:gd name="T1" fmla="*/ 37 h 75"/>
                      <a:gd name="T2" fmla="*/ 65 w 130"/>
                      <a:gd name="T3" fmla="*/ 75 h 75"/>
                      <a:gd name="T4" fmla="*/ 0 w 130"/>
                      <a:gd name="T5" fmla="*/ 37 h 75"/>
                      <a:gd name="T6" fmla="*/ 65 w 130"/>
                      <a:gd name="T7" fmla="*/ 0 h 75"/>
                      <a:gd name="T8" fmla="*/ 130 w 130"/>
                      <a:gd name="T9" fmla="*/ 37 h 75"/>
                    </a:gdLst>
                    <a:ahLst/>
                    <a:cxnLst>
                      <a:cxn ang="0">
                        <a:pos x="T0" y="T1"/>
                      </a:cxn>
                      <a:cxn ang="0">
                        <a:pos x="T2" y="T3"/>
                      </a:cxn>
                      <a:cxn ang="0">
                        <a:pos x="T4" y="T5"/>
                      </a:cxn>
                      <a:cxn ang="0">
                        <a:pos x="T6" y="T7"/>
                      </a:cxn>
                      <a:cxn ang="0">
                        <a:pos x="T8" y="T9"/>
                      </a:cxn>
                    </a:cxnLst>
                    <a:rect l="0" t="0" r="r" b="b"/>
                    <a:pathLst>
                      <a:path w="130" h="75">
                        <a:moveTo>
                          <a:pt x="130" y="37"/>
                        </a:moveTo>
                        <a:lnTo>
                          <a:pt x="65" y="75"/>
                        </a:lnTo>
                        <a:lnTo>
                          <a:pt x="0" y="37"/>
                        </a:lnTo>
                        <a:lnTo>
                          <a:pt x="65" y="0"/>
                        </a:lnTo>
                        <a:lnTo>
                          <a:pt x="130" y="37"/>
                        </a:lnTo>
                        <a:close/>
                      </a:path>
                    </a:pathLst>
                  </a:custGeom>
                  <a:solidFill>
                    <a:srgbClr val="56D88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1" name="íšḷîďé">
                    <a:extLst>
                      <a:ext uri="{FF2B5EF4-FFF2-40B4-BE49-F238E27FC236}">
                        <a16:creationId xmlns:a16="http://schemas.microsoft.com/office/drawing/2014/main" id="{6944D21B-E590-45C2-92F0-3683FA7B3869}"/>
                      </a:ext>
                    </a:extLst>
                  </p:cNvPr>
                  <p:cNvSpPr/>
                  <p:nvPr/>
                </p:nvSpPr>
                <p:spPr bwMode="auto">
                  <a:xfrm>
                    <a:off x="8775701" y="4765676"/>
                    <a:ext cx="39688" cy="23813"/>
                  </a:xfrm>
                  <a:custGeom>
                    <a:avLst/>
                    <a:gdLst>
                      <a:gd name="T0" fmla="*/ 15 w 25"/>
                      <a:gd name="T1" fmla="*/ 15 h 15"/>
                      <a:gd name="T2" fmla="*/ 0 w 25"/>
                      <a:gd name="T3" fmla="*/ 6 h 15"/>
                      <a:gd name="T4" fmla="*/ 12 w 25"/>
                      <a:gd name="T5" fmla="*/ 0 h 15"/>
                      <a:gd name="T6" fmla="*/ 25 w 25"/>
                      <a:gd name="T7" fmla="*/ 8 h 15"/>
                      <a:gd name="T8" fmla="*/ 15 w 25"/>
                      <a:gd name="T9" fmla="*/ 15 h 15"/>
                    </a:gdLst>
                    <a:ahLst/>
                    <a:cxnLst>
                      <a:cxn ang="0">
                        <a:pos x="T0" y="T1"/>
                      </a:cxn>
                      <a:cxn ang="0">
                        <a:pos x="T2" y="T3"/>
                      </a:cxn>
                      <a:cxn ang="0">
                        <a:pos x="T4" y="T5"/>
                      </a:cxn>
                      <a:cxn ang="0">
                        <a:pos x="T6" y="T7"/>
                      </a:cxn>
                      <a:cxn ang="0">
                        <a:pos x="T8" y="T9"/>
                      </a:cxn>
                    </a:cxnLst>
                    <a:rect l="0" t="0" r="r" b="b"/>
                    <a:pathLst>
                      <a:path w="25" h="15">
                        <a:moveTo>
                          <a:pt x="15" y="15"/>
                        </a:moveTo>
                        <a:lnTo>
                          <a:pt x="0" y="6"/>
                        </a:lnTo>
                        <a:lnTo>
                          <a:pt x="12" y="0"/>
                        </a:lnTo>
                        <a:lnTo>
                          <a:pt x="25" y="8"/>
                        </a:lnTo>
                        <a:lnTo>
                          <a:pt x="15" y="15"/>
                        </a:lnTo>
                        <a:close/>
                      </a:path>
                    </a:pathLst>
                  </a:custGeom>
                  <a:solidFill>
                    <a:srgbClr val="0159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2" name="îsľiďê">
                    <a:extLst>
                      <a:ext uri="{FF2B5EF4-FFF2-40B4-BE49-F238E27FC236}">
                        <a16:creationId xmlns:a16="http://schemas.microsoft.com/office/drawing/2014/main" id="{81A57FBE-FB9A-4016-8AB6-2351AA423499}"/>
                      </a:ext>
                    </a:extLst>
                  </p:cNvPr>
                  <p:cNvSpPr/>
                  <p:nvPr/>
                </p:nvSpPr>
                <p:spPr bwMode="auto">
                  <a:xfrm>
                    <a:off x="8780463" y="4765676"/>
                    <a:ext cx="19050" cy="114300"/>
                  </a:xfrm>
                  <a:custGeom>
                    <a:avLst/>
                    <a:gdLst>
                      <a:gd name="T0" fmla="*/ 12 w 12"/>
                      <a:gd name="T1" fmla="*/ 72 h 72"/>
                      <a:gd name="T2" fmla="*/ 0 w 12"/>
                      <a:gd name="T3" fmla="*/ 65 h 72"/>
                      <a:gd name="T4" fmla="*/ 0 w 12"/>
                      <a:gd name="T5" fmla="*/ 0 h 72"/>
                      <a:gd name="T6" fmla="*/ 12 w 12"/>
                      <a:gd name="T7" fmla="*/ 7 h 72"/>
                      <a:gd name="T8" fmla="*/ 12 w 12"/>
                      <a:gd name="T9" fmla="*/ 72 h 72"/>
                    </a:gdLst>
                    <a:ahLst/>
                    <a:cxnLst>
                      <a:cxn ang="0">
                        <a:pos x="T0" y="T1"/>
                      </a:cxn>
                      <a:cxn ang="0">
                        <a:pos x="T2" y="T3"/>
                      </a:cxn>
                      <a:cxn ang="0">
                        <a:pos x="T4" y="T5"/>
                      </a:cxn>
                      <a:cxn ang="0">
                        <a:pos x="T6" y="T7"/>
                      </a:cxn>
                      <a:cxn ang="0">
                        <a:pos x="T8" y="T9"/>
                      </a:cxn>
                    </a:cxnLst>
                    <a:rect l="0" t="0" r="r" b="b"/>
                    <a:pathLst>
                      <a:path w="12" h="72">
                        <a:moveTo>
                          <a:pt x="12" y="72"/>
                        </a:moveTo>
                        <a:lnTo>
                          <a:pt x="0" y="65"/>
                        </a:lnTo>
                        <a:lnTo>
                          <a:pt x="0" y="0"/>
                        </a:lnTo>
                        <a:lnTo>
                          <a:pt x="12" y="7"/>
                        </a:lnTo>
                        <a:lnTo>
                          <a:pt x="12" y="72"/>
                        </a:lnTo>
                        <a:close/>
                      </a:path>
                    </a:pathLst>
                  </a:custGeom>
                  <a:solidFill>
                    <a:srgbClr val="7862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3" name="íSľiḓê">
                    <a:extLst>
                      <a:ext uri="{FF2B5EF4-FFF2-40B4-BE49-F238E27FC236}">
                        <a16:creationId xmlns:a16="http://schemas.microsoft.com/office/drawing/2014/main" id="{2735BB5D-2DEE-4AC6-9DEA-A6CD34AEC39C}"/>
                      </a:ext>
                    </a:extLst>
                  </p:cNvPr>
                  <p:cNvSpPr/>
                  <p:nvPr/>
                </p:nvSpPr>
                <p:spPr bwMode="auto">
                  <a:xfrm>
                    <a:off x="8799513" y="4768851"/>
                    <a:ext cx="14288" cy="111125"/>
                  </a:xfrm>
                  <a:custGeom>
                    <a:avLst/>
                    <a:gdLst>
                      <a:gd name="T0" fmla="*/ 9 w 9"/>
                      <a:gd name="T1" fmla="*/ 0 h 70"/>
                      <a:gd name="T2" fmla="*/ 9 w 9"/>
                      <a:gd name="T3" fmla="*/ 64 h 70"/>
                      <a:gd name="T4" fmla="*/ 0 w 9"/>
                      <a:gd name="T5" fmla="*/ 70 h 70"/>
                      <a:gd name="T6" fmla="*/ 0 w 9"/>
                      <a:gd name="T7" fmla="*/ 5 h 70"/>
                      <a:gd name="T8" fmla="*/ 9 w 9"/>
                      <a:gd name="T9" fmla="*/ 0 h 70"/>
                    </a:gdLst>
                    <a:ahLst/>
                    <a:cxnLst>
                      <a:cxn ang="0">
                        <a:pos x="T0" y="T1"/>
                      </a:cxn>
                      <a:cxn ang="0">
                        <a:pos x="T2" y="T3"/>
                      </a:cxn>
                      <a:cxn ang="0">
                        <a:pos x="T4" y="T5"/>
                      </a:cxn>
                      <a:cxn ang="0">
                        <a:pos x="T6" y="T7"/>
                      </a:cxn>
                      <a:cxn ang="0">
                        <a:pos x="T8" y="T9"/>
                      </a:cxn>
                    </a:cxnLst>
                    <a:rect l="0" t="0" r="r" b="b"/>
                    <a:pathLst>
                      <a:path w="9" h="70">
                        <a:moveTo>
                          <a:pt x="9" y="0"/>
                        </a:moveTo>
                        <a:lnTo>
                          <a:pt x="9" y="64"/>
                        </a:lnTo>
                        <a:lnTo>
                          <a:pt x="0" y="70"/>
                        </a:lnTo>
                        <a:lnTo>
                          <a:pt x="0" y="5"/>
                        </a:lnTo>
                        <a:lnTo>
                          <a:pt x="9" y="0"/>
                        </a:lnTo>
                        <a:close/>
                      </a:path>
                    </a:pathLst>
                  </a:custGeom>
                  <a:solidFill>
                    <a:srgbClr val="5557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4" name="íṣľîďé">
                    <a:extLst>
                      <a:ext uri="{FF2B5EF4-FFF2-40B4-BE49-F238E27FC236}">
                        <a16:creationId xmlns:a16="http://schemas.microsoft.com/office/drawing/2014/main" id="{5805B66D-D67B-4AFE-9D0F-BE4B3D74E0BD}"/>
                      </a:ext>
                    </a:extLst>
                  </p:cNvPr>
                  <p:cNvSpPr/>
                  <p:nvPr/>
                </p:nvSpPr>
                <p:spPr bwMode="auto">
                  <a:xfrm>
                    <a:off x="8796338" y="4613276"/>
                    <a:ext cx="103188" cy="188913"/>
                  </a:xfrm>
                  <a:custGeom>
                    <a:avLst/>
                    <a:gdLst>
                      <a:gd name="T0" fmla="*/ 65 w 65"/>
                      <a:gd name="T1" fmla="*/ 0 h 119"/>
                      <a:gd name="T2" fmla="*/ 65 w 65"/>
                      <a:gd name="T3" fmla="*/ 81 h 119"/>
                      <a:gd name="T4" fmla="*/ 0 w 65"/>
                      <a:gd name="T5" fmla="*/ 119 h 119"/>
                      <a:gd name="T6" fmla="*/ 0 w 65"/>
                      <a:gd name="T7" fmla="*/ 38 h 119"/>
                      <a:gd name="T8" fmla="*/ 65 w 65"/>
                      <a:gd name="T9" fmla="*/ 0 h 119"/>
                    </a:gdLst>
                    <a:ahLst/>
                    <a:cxnLst>
                      <a:cxn ang="0">
                        <a:pos x="T0" y="T1"/>
                      </a:cxn>
                      <a:cxn ang="0">
                        <a:pos x="T2" y="T3"/>
                      </a:cxn>
                      <a:cxn ang="0">
                        <a:pos x="T4" y="T5"/>
                      </a:cxn>
                      <a:cxn ang="0">
                        <a:pos x="T6" y="T7"/>
                      </a:cxn>
                      <a:cxn ang="0">
                        <a:pos x="T8" y="T9"/>
                      </a:cxn>
                    </a:cxnLst>
                    <a:rect l="0" t="0" r="r" b="b"/>
                    <a:pathLst>
                      <a:path w="65" h="119">
                        <a:moveTo>
                          <a:pt x="65" y="0"/>
                        </a:moveTo>
                        <a:lnTo>
                          <a:pt x="65" y="81"/>
                        </a:lnTo>
                        <a:lnTo>
                          <a:pt x="0" y="119"/>
                        </a:lnTo>
                        <a:lnTo>
                          <a:pt x="0" y="38"/>
                        </a:lnTo>
                        <a:lnTo>
                          <a:pt x="65" y="0"/>
                        </a:lnTo>
                        <a:close/>
                      </a:path>
                    </a:pathLst>
                  </a:custGeom>
                  <a:solidFill>
                    <a:srgbClr val="50C1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5" name="iṧḷíḍè">
                    <a:extLst>
                      <a:ext uri="{FF2B5EF4-FFF2-40B4-BE49-F238E27FC236}">
                        <a16:creationId xmlns:a16="http://schemas.microsoft.com/office/drawing/2014/main" id="{2E64D261-10BA-47E3-AA6A-5ECACB294F02}"/>
                      </a:ext>
                    </a:extLst>
                  </p:cNvPr>
                  <p:cNvSpPr/>
                  <p:nvPr/>
                </p:nvSpPr>
                <p:spPr bwMode="auto">
                  <a:xfrm>
                    <a:off x="8694738" y="4613276"/>
                    <a:ext cx="101600" cy="188913"/>
                  </a:xfrm>
                  <a:custGeom>
                    <a:avLst/>
                    <a:gdLst>
                      <a:gd name="T0" fmla="*/ 64 w 64"/>
                      <a:gd name="T1" fmla="*/ 38 h 119"/>
                      <a:gd name="T2" fmla="*/ 64 w 64"/>
                      <a:gd name="T3" fmla="*/ 119 h 119"/>
                      <a:gd name="T4" fmla="*/ 0 w 64"/>
                      <a:gd name="T5" fmla="*/ 81 h 119"/>
                      <a:gd name="T6" fmla="*/ 0 w 64"/>
                      <a:gd name="T7" fmla="*/ 0 h 119"/>
                      <a:gd name="T8" fmla="*/ 64 w 64"/>
                      <a:gd name="T9" fmla="*/ 38 h 119"/>
                    </a:gdLst>
                    <a:ahLst/>
                    <a:cxnLst>
                      <a:cxn ang="0">
                        <a:pos x="T0" y="T1"/>
                      </a:cxn>
                      <a:cxn ang="0">
                        <a:pos x="T2" y="T3"/>
                      </a:cxn>
                      <a:cxn ang="0">
                        <a:pos x="T4" y="T5"/>
                      </a:cxn>
                      <a:cxn ang="0">
                        <a:pos x="T6" y="T7"/>
                      </a:cxn>
                      <a:cxn ang="0">
                        <a:pos x="T8" y="T9"/>
                      </a:cxn>
                    </a:cxnLst>
                    <a:rect l="0" t="0" r="r" b="b"/>
                    <a:pathLst>
                      <a:path w="64" h="119">
                        <a:moveTo>
                          <a:pt x="64" y="38"/>
                        </a:moveTo>
                        <a:lnTo>
                          <a:pt x="64" y="119"/>
                        </a:lnTo>
                        <a:lnTo>
                          <a:pt x="0" y="81"/>
                        </a:lnTo>
                        <a:lnTo>
                          <a:pt x="0" y="0"/>
                        </a:lnTo>
                        <a:lnTo>
                          <a:pt x="64" y="38"/>
                        </a:lnTo>
                        <a:close/>
                      </a:path>
                    </a:pathLst>
                  </a:custGeom>
                  <a:solidFill>
                    <a:srgbClr val="64E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6" name="iṧļïḓé">
                    <a:extLst>
                      <a:ext uri="{FF2B5EF4-FFF2-40B4-BE49-F238E27FC236}">
                        <a16:creationId xmlns:a16="http://schemas.microsoft.com/office/drawing/2014/main" id="{5F8F9C5A-A9A9-41A0-B9A5-B9C6FF9B880D}"/>
                      </a:ext>
                    </a:extLst>
                  </p:cNvPr>
                  <p:cNvSpPr/>
                  <p:nvPr/>
                </p:nvSpPr>
                <p:spPr bwMode="auto">
                  <a:xfrm>
                    <a:off x="8694738" y="4554539"/>
                    <a:ext cx="204788" cy="119063"/>
                  </a:xfrm>
                  <a:custGeom>
                    <a:avLst/>
                    <a:gdLst>
                      <a:gd name="T0" fmla="*/ 129 w 129"/>
                      <a:gd name="T1" fmla="*/ 37 h 75"/>
                      <a:gd name="T2" fmla="*/ 64 w 129"/>
                      <a:gd name="T3" fmla="*/ 75 h 75"/>
                      <a:gd name="T4" fmla="*/ 0 w 129"/>
                      <a:gd name="T5" fmla="*/ 37 h 75"/>
                      <a:gd name="T6" fmla="*/ 64 w 129"/>
                      <a:gd name="T7" fmla="*/ 0 h 75"/>
                      <a:gd name="T8" fmla="*/ 129 w 129"/>
                      <a:gd name="T9" fmla="*/ 37 h 75"/>
                    </a:gdLst>
                    <a:ahLst/>
                    <a:cxnLst>
                      <a:cxn ang="0">
                        <a:pos x="T0" y="T1"/>
                      </a:cxn>
                      <a:cxn ang="0">
                        <a:pos x="T2" y="T3"/>
                      </a:cxn>
                      <a:cxn ang="0">
                        <a:pos x="T4" y="T5"/>
                      </a:cxn>
                      <a:cxn ang="0">
                        <a:pos x="T6" y="T7"/>
                      </a:cxn>
                      <a:cxn ang="0">
                        <a:pos x="T8" y="T9"/>
                      </a:cxn>
                    </a:cxnLst>
                    <a:rect l="0" t="0" r="r" b="b"/>
                    <a:pathLst>
                      <a:path w="129" h="75">
                        <a:moveTo>
                          <a:pt x="129" y="37"/>
                        </a:moveTo>
                        <a:lnTo>
                          <a:pt x="64" y="75"/>
                        </a:lnTo>
                        <a:lnTo>
                          <a:pt x="0" y="37"/>
                        </a:lnTo>
                        <a:lnTo>
                          <a:pt x="64" y="0"/>
                        </a:lnTo>
                        <a:lnTo>
                          <a:pt x="129" y="37"/>
                        </a:lnTo>
                        <a:close/>
                      </a:path>
                    </a:pathLst>
                  </a:custGeom>
                  <a:solidFill>
                    <a:srgbClr val="56D88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7" name="iS1iḓé">
                    <a:extLst>
                      <a:ext uri="{FF2B5EF4-FFF2-40B4-BE49-F238E27FC236}">
                        <a16:creationId xmlns:a16="http://schemas.microsoft.com/office/drawing/2014/main" id="{F3DFBB42-334C-47E4-8962-D737E92C43DA}"/>
                      </a:ext>
                    </a:extLst>
                  </p:cNvPr>
                  <p:cNvSpPr/>
                  <p:nvPr/>
                </p:nvSpPr>
                <p:spPr bwMode="auto">
                  <a:xfrm>
                    <a:off x="6642101" y="1089026"/>
                    <a:ext cx="620713" cy="503238"/>
                  </a:xfrm>
                  <a:custGeom>
                    <a:avLst/>
                    <a:gdLst>
                      <a:gd name="T0" fmla="*/ 98 w 296"/>
                      <a:gd name="T1" fmla="*/ 11 h 240"/>
                      <a:gd name="T2" fmla="*/ 132 w 296"/>
                      <a:gd name="T3" fmla="*/ 63 h 240"/>
                      <a:gd name="T4" fmla="*/ 180 w 296"/>
                      <a:gd name="T5" fmla="*/ 28 h 240"/>
                      <a:gd name="T6" fmla="*/ 254 w 296"/>
                      <a:gd name="T7" fmla="*/ 153 h 240"/>
                      <a:gd name="T8" fmla="*/ 291 w 296"/>
                      <a:gd name="T9" fmla="*/ 216 h 240"/>
                      <a:gd name="T10" fmla="*/ 90 w 296"/>
                      <a:gd name="T11" fmla="*/ 160 h 240"/>
                      <a:gd name="T12" fmla="*/ 6 w 296"/>
                      <a:gd name="T13" fmla="*/ 76 h 240"/>
                      <a:gd name="T14" fmla="*/ 43 w 296"/>
                      <a:gd name="T15" fmla="*/ 23 h 2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6" h="240">
                        <a:moveTo>
                          <a:pt x="98" y="11"/>
                        </a:moveTo>
                        <a:cubicBezTo>
                          <a:pt x="123" y="26"/>
                          <a:pt x="126" y="44"/>
                          <a:pt x="132" y="63"/>
                        </a:cubicBezTo>
                        <a:cubicBezTo>
                          <a:pt x="133" y="45"/>
                          <a:pt x="130" y="0"/>
                          <a:pt x="180" y="28"/>
                        </a:cubicBezTo>
                        <a:cubicBezTo>
                          <a:pt x="229" y="57"/>
                          <a:pt x="242" y="138"/>
                          <a:pt x="254" y="153"/>
                        </a:cubicBezTo>
                        <a:cubicBezTo>
                          <a:pt x="266" y="169"/>
                          <a:pt x="296" y="196"/>
                          <a:pt x="291" y="216"/>
                        </a:cubicBezTo>
                        <a:cubicBezTo>
                          <a:pt x="284" y="240"/>
                          <a:pt x="171" y="207"/>
                          <a:pt x="90" y="160"/>
                        </a:cubicBezTo>
                        <a:cubicBezTo>
                          <a:pt x="45" y="134"/>
                          <a:pt x="9" y="104"/>
                          <a:pt x="6" y="76"/>
                        </a:cubicBezTo>
                        <a:cubicBezTo>
                          <a:pt x="0" y="23"/>
                          <a:pt x="22" y="32"/>
                          <a:pt x="43" y="23"/>
                        </a:cubicBezTo>
                      </a:path>
                    </a:pathLst>
                  </a:custGeom>
                  <a:solidFill>
                    <a:srgbClr val="D7E5FF"/>
                  </a:solidFill>
                  <a:ln>
                    <a:noFill/>
                  </a:ln>
                </p:spPr>
                <p:txBody>
                  <a:bodyPr anchor="ctr"/>
                  <a:lstStyle/>
                  <a:p>
                    <a:pPr algn="ctr"/>
                    <a:endParaRPr>
                      <a:cs typeface="+mn-ea"/>
                      <a:sym typeface="+mn-lt"/>
                    </a:endParaRPr>
                  </a:p>
                </p:txBody>
              </p:sp>
              <p:sp>
                <p:nvSpPr>
                  <p:cNvPr id="498" name="íS1îḋé">
                    <a:extLst>
                      <a:ext uri="{FF2B5EF4-FFF2-40B4-BE49-F238E27FC236}">
                        <a16:creationId xmlns:a16="http://schemas.microsoft.com/office/drawing/2014/main" id="{5A356EF0-8CED-49F4-9744-12E2F26A64DB}"/>
                      </a:ext>
                    </a:extLst>
                  </p:cNvPr>
                  <p:cNvSpPr/>
                  <p:nvPr/>
                </p:nvSpPr>
                <p:spPr bwMode="auto">
                  <a:xfrm>
                    <a:off x="7346951" y="2106614"/>
                    <a:ext cx="950913" cy="798513"/>
                  </a:xfrm>
                  <a:custGeom>
                    <a:avLst/>
                    <a:gdLst>
                      <a:gd name="T0" fmla="*/ 275 w 454"/>
                      <a:gd name="T1" fmla="*/ 59 h 382"/>
                      <a:gd name="T2" fmla="*/ 389 w 454"/>
                      <a:gd name="T3" fmla="*/ 250 h 382"/>
                      <a:gd name="T4" fmla="*/ 446 w 454"/>
                      <a:gd name="T5" fmla="*/ 346 h 382"/>
                      <a:gd name="T6" fmla="*/ 137 w 454"/>
                      <a:gd name="T7" fmla="*/ 260 h 382"/>
                      <a:gd name="T8" fmla="*/ 9 w 454"/>
                      <a:gd name="T9" fmla="*/ 132 h 382"/>
                      <a:gd name="T10" fmla="*/ 67 w 454"/>
                      <a:gd name="T11" fmla="*/ 51 h 382"/>
                      <a:gd name="T12" fmla="*/ 132 w 454"/>
                      <a:gd name="T13" fmla="*/ 24 h 382"/>
                      <a:gd name="T14" fmla="*/ 151 w 454"/>
                      <a:gd name="T15" fmla="*/ 33 h 382"/>
                      <a:gd name="T16" fmla="*/ 202 w 454"/>
                      <a:gd name="T17" fmla="*/ 112 h 382"/>
                      <a:gd name="T18" fmla="*/ 275 w 454"/>
                      <a:gd name="T19" fmla="*/ 59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4" h="382">
                        <a:moveTo>
                          <a:pt x="275" y="59"/>
                        </a:moveTo>
                        <a:cubicBezTo>
                          <a:pt x="351" y="102"/>
                          <a:pt x="370" y="227"/>
                          <a:pt x="389" y="250"/>
                        </a:cubicBezTo>
                        <a:cubicBezTo>
                          <a:pt x="408" y="274"/>
                          <a:pt x="454" y="316"/>
                          <a:pt x="446" y="346"/>
                        </a:cubicBezTo>
                        <a:cubicBezTo>
                          <a:pt x="436" y="382"/>
                          <a:pt x="262" y="333"/>
                          <a:pt x="137" y="260"/>
                        </a:cubicBezTo>
                        <a:cubicBezTo>
                          <a:pt x="69" y="221"/>
                          <a:pt x="14" y="174"/>
                          <a:pt x="9" y="132"/>
                        </a:cubicBezTo>
                        <a:cubicBezTo>
                          <a:pt x="0" y="51"/>
                          <a:pt x="33" y="64"/>
                          <a:pt x="67" y="51"/>
                        </a:cubicBezTo>
                        <a:cubicBezTo>
                          <a:pt x="67" y="49"/>
                          <a:pt x="75" y="0"/>
                          <a:pt x="132" y="24"/>
                        </a:cubicBezTo>
                        <a:cubicBezTo>
                          <a:pt x="139" y="27"/>
                          <a:pt x="145" y="30"/>
                          <a:pt x="151" y="33"/>
                        </a:cubicBezTo>
                        <a:cubicBezTo>
                          <a:pt x="189" y="55"/>
                          <a:pt x="193" y="83"/>
                          <a:pt x="202" y="112"/>
                        </a:cubicBezTo>
                        <a:cubicBezTo>
                          <a:pt x="204" y="85"/>
                          <a:pt x="200" y="15"/>
                          <a:pt x="275" y="59"/>
                        </a:cubicBezTo>
                        <a:close/>
                      </a:path>
                    </a:pathLst>
                  </a:custGeom>
                  <a:solidFill>
                    <a:srgbClr val="D7E5FF"/>
                  </a:solidFill>
                  <a:ln>
                    <a:noFill/>
                  </a:ln>
                </p:spPr>
                <p:txBody>
                  <a:bodyPr anchor="ctr"/>
                  <a:lstStyle/>
                  <a:p>
                    <a:pPr algn="ctr"/>
                    <a:endParaRPr>
                      <a:cs typeface="+mn-ea"/>
                      <a:sym typeface="+mn-lt"/>
                    </a:endParaRPr>
                  </a:p>
                </p:txBody>
              </p:sp>
              <p:sp>
                <p:nvSpPr>
                  <p:cNvPr id="499" name="îSḷiḓe">
                    <a:extLst>
                      <a:ext uri="{FF2B5EF4-FFF2-40B4-BE49-F238E27FC236}">
                        <a16:creationId xmlns:a16="http://schemas.microsoft.com/office/drawing/2014/main" id="{1F207B06-3F3D-42A9-BA6E-78FCFD13B2A8}"/>
                      </a:ext>
                    </a:extLst>
                  </p:cNvPr>
                  <p:cNvSpPr/>
                  <p:nvPr/>
                </p:nvSpPr>
                <p:spPr bwMode="auto">
                  <a:xfrm>
                    <a:off x="3552825" y="2614613"/>
                    <a:ext cx="655638" cy="552450"/>
                  </a:xfrm>
                  <a:custGeom>
                    <a:avLst/>
                    <a:gdLst>
                      <a:gd name="T0" fmla="*/ 190 w 313"/>
                      <a:gd name="T1" fmla="*/ 40 h 264"/>
                      <a:gd name="T2" fmla="*/ 269 w 313"/>
                      <a:gd name="T3" fmla="*/ 172 h 264"/>
                      <a:gd name="T4" fmla="*/ 308 w 313"/>
                      <a:gd name="T5" fmla="*/ 238 h 264"/>
                      <a:gd name="T6" fmla="*/ 95 w 313"/>
                      <a:gd name="T7" fmla="*/ 179 h 264"/>
                      <a:gd name="T8" fmla="*/ 7 w 313"/>
                      <a:gd name="T9" fmla="*/ 91 h 264"/>
                      <a:gd name="T10" fmla="*/ 46 w 313"/>
                      <a:gd name="T11" fmla="*/ 35 h 264"/>
                      <a:gd name="T12" fmla="*/ 92 w 313"/>
                      <a:gd name="T13" fmla="*/ 16 h 264"/>
                      <a:gd name="T14" fmla="*/ 104 w 313"/>
                      <a:gd name="T15" fmla="*/ 23 h 264"/>
                      <a:gd name="T16" fmla="*/ 140 w 313"/>
                      <a:gd name="T17" fmla="*/ 77 h 264"/>
                      <a:gd name="T18" fmla="*/ 190 w 313"/>
                      <a:gd name="T19" fmla="*/ 4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264">
                        <a:moveTo>
                          <a:pt x="190" y="40"/>
                        </a:moveTo>
                        <a:cubicBezTo>
                          <a:pt x="243" y="70"/>
                          <a:pt x="256" y="156"/>
                          <a:pt x="269" y="172"/>
                        </a:cubicBezTo>
                        <a:cubicBezTo>
                          <a:pt x="282" y="189"/>
                          <a:pt x="313" y="218"/>
                          <a:pt x="308" y="238"/>
                        </a:cubicBezTo>
                        <a:cubicBezTo>
                          <a:pt x="301" y="264"/>
                          <a:pt x="182" y="229"/>
                          <a:pt x="95" y="179"/>
                        </a:cubicBezTo>
                        <a:cubicBezTo>
                          <a:pt x="48" y="152"/>
                          <a:pt x="10" y="120"/>
                          <a:pt x="7" y="91"/>
                        </a:cubicBezTo>
                        <a:cubicBezTo>
                          <a:pt x="0" y="35"/>
                          <a:pt x="24" y="44"/>
                          <a:pt x="46" y="35"/>
                        </a:cubicBezTo>
                        <a:cubicBezTo>
                          <a:pt x="47" y="34"/>
                          <a:pt x="52" y="0"/>
                          <a:pt x="92" y="16"/>
                        </a:cubicBezTo>
                        <a:cubicBezTo>
                          <a:pt x="96" y="18"/>
                          <a:pt x="101" y="20"/>
                          <a:pt x="104" y="23"/>
                        </a:cubicBezTo>
                        <a:cubicBezTo>
                          <a:pt x="131" y="38"/>
                          <a:pt x="134" y="57"/>
                          <a:pt x="140" y="77"/>
                        </a:cubicBezTo>
                        <a:cubicBezTo>
                          <a:pt x="141" y="59"/>
                          <a:pt x="138" y="10"/>
                          <a:pt x="190" y="40"/>
                        </a:cubicBezTo>
                        <a:close/>
                      </a:path>
                    </a:pathLst>
                  </a:custGeom>
                  <a:solidFill>
                    <a:srgbClr val="D7E5FF"/>
                  </a:solidFill>
                  <a:ln>
                    <a:noFill/>
                  </a:ln>
                </p:spPr>
                <p:txBody>
                  <a:bodyPr anchor="ctr"/>
                  <a:lstStyle/>
                  <a:p>
                    <a:pPr algn="ctr"/>
                    <a:endParaRPr>
                      <a:cs typeface="+mn-ea"/>
                      <a:sym typeface="+mn-lt"/>
                    </a:endParaRPr>
                  </a:p>
                </p:txBody>
              </p:sp>
            </p:grpSp>
          </p:grpSp>
          <p:cxnSp>
            <p:nvCxnSpPr>
              <p:cNvPr id="17" name="直接连接符 16"/>
              <p:cNvCxnSpPr>
                <a:stCxn id="18" idx="6"/>
              </p:cNvCxnSpPr>
              <p:nvPr/>
            </p:nvCxnSpPr>
            <p:spPr>
              <a:xfrm>
                <a:off x="7958363" y="3632200"/>
                <a:ext cx="356053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5" name="íŝ1iḑe"/>
            <p:cNvGrpSpPr/>
            <p:nvPr/>
          </p:nvGrpSpPr>
          <p:grpSpPr>
            <a:xfrm>
              <a:off x="1035871" y="2277121"/>
              <a:ext cx="2704156" cy="1092329"/>
              <a:chOff x="1107353" y="2277121"/>
              <a:chExt cx="2704156" cy="1092329"/>
            </a:xfrm>
          </p:grpSpPr>
          <p:sp>
            <p:nvSpPr>
              <p:cNvPr id="11" name="îṥḻiḍe"/>
              <p:cNvSpPr/>
              <p:nvPr/>
            </p:nvSpPr>
            <p:spPr>
              <a:xfrm>
                <a:off x="2150252" y="2277121"/>
                <a:ext cx="618358" cy="619988"/>
              </a:xfrm>
              <a:prstGeom prst="ellipse">
                <a:avLst/>
              </a:pr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2000" b="1" dirty="0">
                    <a:cs typeface="+mn-ea"/>
                    <a:sym typeface="+mn-lt"/>
                  </a:rPr>
                  <a:t>1</a:t>
                </a:r>
                <a:endParaRPr lang="zh-CN" altLang="en-US" sz="2000" b="1" dirty="0">
                  <a:cs typeface="+mn-ea"/>
                  <a:sym typeface="+mn-lt"/>
                </a:endParaRPr>
              </a:p>
            </p:txBody>
          </p:sp>
          <p:sp>
            <p:nvSpPr>
              <p:cNvPr id="14" name="íṥlïďé">
                <a:extLst>
                  <a:ext uri="{FF2B5EF4-FFF2-40B4-BE49-F238E27FC236}">
                    <a16:creationId xmlns:a16="http://schemas.microsoft.com/office/drawing/2014/main" id="{AC321F9B-F99D-44D6-95EE-4CF3F8A760F8}"/>
                  </a:ext>
                </a:extLst>
              </p:cNvPr>
              <p:cNvSpPr/>
              <p:nvPr/>
            </p:nvSpPr>
            <p:spPr bwMode="auto">
              <a:xfrm>
                <a:off x="1107353" y="2897110"/>
                <a:ext cx="2704156" cy="472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en-US" altLang="zh-CN" b="1" dirty="0">
                    <a:cs typeface="+mn-ea"/>
                    <a:sym typeface="+mn-lt"/>
                  </a:rPr>
                  <a:t>Text here</a:t>
                </a:r>
              </a:p>
            </p:txBody>
          </p:sp>
        </p:grpSp>
        <p:grpSp>
          <p:nvGrpSpPr>
            <p:cNvPr id="6" name="işliḋê"/>
            <p:cNvGrpSpPr/>
            <p:nvPr/>
          </p:nvGrpSpPr>
          <p:grpSpPr>
            <a:xfrm>
              <a:off x="8439273" y="2277121"/>
              <a:ext cx="2704156" cy="1092329"/>
              <a:chOff x="8510755" y="2277121"/>
              <a:chExt cx="2704156" cy="1092329"/>
            </a:xfrm>
          </p:grpSpPr>
          <p:sp>
            <p:nvSpPr>
              <p:cNvPr id="7" name="î$ḻïḍê"/>
              <p:cNvSpPr/>
              <p:nvPr/>
            </p:nvSpPr>
            <p:spPr>
              <a:xfrm>
                <a:off x="9553654" y="2277121"/>
                <a:ext cx="618358" cy="619988"/>
              </a:xfrm>
              <a:prstGeom prst="ellipse">
                <a:avLst/>
              </a:pr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2000" b="1" dirty="0">
                    <a:cs typeface="+mn-ea"/>
                    <a:sym typeface="+mn-lt"/>
                  </a:rPr>
                  <a:t>2</a:t>
                </a:r>
                <a:endParaRPr lang="zh-CN" altLang="en-US" sz="2000" b="1" dirty="0">
                  <a:cs typeface="+mn-ea"/>
                  <a:sym typeface="+mn-lt"/>
                </a:endParaRPr>
              </a:p>
            </p:txBody>
          </p:sp>
          <p:sp>
            <p:nvSpPr>
              <p:cNvPr id="10" name="îS1íḋe">
                <a:extLst>
                  <a:ext uri="{FF2B5EF4-FFF2-40B4-BE49-F238E27FC236}">
                    <a16:creationId xmlns:a16="http://schemas.microsoft.com/office/drawing/2014/main" id="{AC321F9B-F99D-44D6-95EE-4CF3F8A760F8}"/>
                  </a:ext>
                </a:extLst>
              </p:cNvPr>
              <p:cNvSpPr/>
              <p:nvPr/>
            </p:nvSpPr>
            <p:spPr bwMode="auto">
              <a:xfrm>
                <a:off x="8510755" y="2897110"/>
                <a:ext cx="2704156" cy="472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en-US" altLang="zh-CN" b="1" dirty="0">
                    <a:cs typeface="+mn-ea"/>
                    <a:sym typeface="+mn-lt"/>
                  </a:rPr>
                  <a:t>Text here</a:t>
                </a:r>
              </a:p>
            </p:txBody>
          </p:sp>
        </p:grpSp>
      </p:grpSp>
      <p:grpSp>
        <p:nvGrpSpPr>
          <p:cNvPr id="501" name="组合 500"/>
          <p:cNvGrpSpPr/>
          <p:nvPr/>
        </p:nvGrpSpPr>
        <p:grpSpPr>
          <a:xfrm>
            <a:off x="465221" y="465582"/>
            <a:ext cx="1939496" cy="461018"/>
            <a:chOff x="6906997" y="4197923"/>
            <a:chExt cx="1939496" cy="461018"/>
          </a:xfrm>
        </p:grpSpPr>
        <p:sp>
          <p:nvSpPr>
            <p:cNvPr id="502" name="矩形 501"/>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3" name="文本框 502"/>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sp>
        <p:nvSpPr>
          <p:cNvPr id="505" name="文本框 504"/>
          <p:cNvSpPr txBox="1"/>
          <p:nvPr/>
        </p:nvSpPr>
        <p:spPr>
          <a:xfrm>
            <a:off x="1007445" y="3684497"/>
            <a:ext cx="2814725" cy="2105192"/>
          </a:xfrm>
          <a:prstGeom prst="rect">
            <a:avLst/>
          </a:prstGeom>
          <a:noFill/>
        </p:spPr>
        <p:txBody>
          <a:bodyPr wrap="square" rtlCol="0">
            <a:spAutoFit/>
          </a:bodyPr>
          <a:lstStyle/>
          <a:p>
            <a:pPr marL="285750" indent="-285750" defTabSz="1216660">
              <a:lnSpc>
                <a:spcPct val="120000"/>
              </a:lnSpc>
              <a:spcBef>
                <a:spcPct val="20000"/>
              </a:spcBef>
              <a:buFont typeface="Arial" panose="020B0604020202020204" pitchFamily="34" charset="0"/>
              <a:buChar char="•"/>
              <a:defRPr/>
            </a:pPr>
            <a:r>
              <a:rPr lang="zh-CN" altLang="en-US" dirty="0">
                <a:cs typeface="+mn-ea"/>
                <a:sym typeface="+mn-lt"/>
              </a:rPr>
              <a:t>点击输入标题</a:t>
            </a:r>
            <a:endParaRPr lang="en-US" altLang="zh-CN" dirty="0">
              <a:cs typeface="+mn-ea"/>
              <a:sym typeface="+mn-lt"/>
            </a:endParaRPr>
          </a:p>
          <a:p>
            <a:pPr marL="285750" indent="-285750" defTabSz="1216660">
              <a:lnSpc>
                <a:spcPct val="120000"/>
              </a:lnSpc>
              <a:spcBef>
                <a:spcPct val="20000"/>
              </a:spcBef>
              <a:buFont typeface="Arial" panose="020B0604020202020204" pitchFamily="34" charset="0"/>
              <a:buChar char="•"/>
              <a:defRPr/>
            </a:pPr>
            <a:r>
              <a:rPr lang="zh-CN" altLang="en-US" sz="1400" dirty="0">
                <a:cs typeface="+mn-ea"/>
                <a:sym typeface="+mn-lt"/>
              </a:rPr>
              <a:t>单击此处可编辑内容，根据您的需要自由拉伸文本框大小</a:t>
            </a:r>
            <a:endParaRPr lang="en-US" altLang="zh-CN" sz="1400" dirty="0">
              <a:cs typeface="+mn-ea"/>
              <a:sym typeface="+mn-lt"/>
            </a:endParaRPr>
          </a:p>
          <a:p>
            <a:pPr marL="285750" indent="-285750" defTabSz="1216660">
              <a:lnSpc>
                <a:spcPct val="120000"/>
              </a:lnSpc>
              <a:spcBef>
                <a:spcPct val="20000"/>
              </a:spcBef>
              <a:buFont typeface="Arial" panose="020B0604020202020204" pitchFamily="34" charset="0"/>
              <a:buChar char="•"/>
              <a:defRPr/>
            </a:pPr>
            <a:r>
              <a:rPr lang="en-US" altLang="zh-CN" sz="1400" dirty="0">
                <a:cs typeface="+mn-ea"/>
                <a:sym typeface="+mn-lt"/>
              </a:rPr>
              <a:t>……</a:t>
            </a:r>
          </a:p>
          <a:p>
            <a:pPr marL="285750" indent="-285750" defTabSz="1216660">
              <a:lnSpc>
                <a:spcPct val="120000"/>
              </a:lnSpc>
              <a:spcBef>
                <a:spcPct val="20000"/>
              </a:spcBef>
              <a:buFont typeface="Arial" panose="020B0604020202020204" pitchFamily="34" charset="0"/>
              <a:buChar char="•"/>
              <a:defRPr/>
            </a:pPr>
            <a:r>
              <a:rPr lang="zh-CN" altLang="en-US" sz="1400" dirty="0">
                <a:cs typeface="+mn-ea"/>
                <a:sym typeface="+mn-lt"/>
              </a:rPr>
              <a:t>点击文本框即可进行编辑输入相关内容点击文本框即可进行编辑输入相关内容</a:t>
            </a:r>
          </a:p>
        </p:txBody>
      </p:sp>
      <p:sp>
        <p:nvSpPr>
          <p:cNvPr id="506" name="文本框 505"/>
          <p:cNvSpPr txBox="1"/>
          <p:nvPr/>
        </p:nvSpPr>
        <p:spPr>
          <a:xfrm>
            <a:off x="8477528" y="3684497"/>
            <a:ext cx="2814725" cy="2105192"/>
          </a:xfrm>
          <a:prstGeom prst="rect">
            <a:avLst/>
          </a:prstGeom>
          <a:noFill/>
        </p:spPr>
        <p:txBody>
          <a:bodyPr wrap="square" rtlCol="0">
            <a:spAutoFit/>
          </a:bodyPr>
          <a:lstStyle/>
          <a:p>
            <a:pPr marL="285750" indent="-285750" defTabSz="1216660">
              <a:lnSpc>
                <a:spcPct val="120000"/>
              </a:lnSpc>
              <a:spcBef>
                <a:spcPct val="20000"/>
              </a:spcBef>
              <a:buFont typeface="Arial" panose="020B0604020202020204" pitchFamily="34" charset="0"/>
              <a:buChar char="•"/>
              <a:defRPr/>
            </a:pPr>
            <a:r>
              <a:rPr lang="zh-CN" altLang="en-US" dirty="0">
                <a:cs typeface="+mn-ea"/>
                <a:sym typeface="+mn-lt"/>
              </a:rPr>
              <a:t>点击输入标题</a:t>
            </a:r>
            <a:endParaRPr lang="en-US" altLang="zh-CN" dirty="0">
              <a:cs typeface="+mn-ea"/>
              <a:sym typeface="+mn-lt"/>
            </a:endParaRPr>
          </a:p>
          <a:p>
            <a:pPr marL="285750" indent="-285750" defTabSz="1216660">
              <a:lnSpc>
                <a:spcPct val="120000"/>
              </a:lnSpc>
              <a:spcBef>
                <a:spcPct val="20000"/>
              </a:spcBef>
              <a:buFont typeface="Arial" panose="020B0604020202020204" pitchFamily="34" charset="0"/>
              <a:buChar char="•"/>
              <a:defRPr/>
            </a:pPr>
            <a:r>
              <a:rPr lang="zh-CN" altLang="en-US" sz="1400" dirty="0">
                <a:cs typeface="+mn-ea"/>
                <a:sym typeface="+mn-lt"/>
              </a:rPr>
              <a:t>单击此处可编辑内容，根据您的需要自由拉伸文本框大小</a:t>
            </a:r>
            <a:endParaRPr lang="en-US" altLang="zh-CN" sz="1400" dirty="0">
              <a:cs typeface="+mn-ea"/>
              <a:sym typeface="+mn-lt"/>
            </a:endParaRPr>
          </a:p>
          <a:p>
            <a:pPr marL="285750" indent="-285750" defTabSz="1216660">
              <a:lnSpc>
                <a:spcPct val="120000"/>
              </a:lnSpc>
              <a:spcBef>
                <a:spcPct val="20000"/>
              </a:spcBef>
              <a:buFont typeface="Arial" panose="020B0604020202020204" pitchFamily="34" charset="0"/>
              <a:buChar char="•"/>
              <a:defRPr/>
            </a:pPr>
            <a:r>
              <a:rPr lang="en-US" altLang="zh-CN" sz="1400" dirty="0">
                <a:cs typeface="+mn-ea"/>
                <a:sym typeface="+mn-lt"/>
              </a:rPr>
              <a:t>……</a:t>
            </a:r>
          </a:p>
          <a:p>
            <a:pPr marL="285750" indent="-285750" defTabSz="1216660">
              <a:lnSpc>
                <a:spcPct val="120000"/>
              </a:lnSpc>
              <a:spcBef>
                <a:spcPct val="20000"/>
              </a:spcBef>
              <a:buFont typeface="Arial" panose="020B0604020202020204" pitchFamily="34" charset="0"/>
              <a:buChar char="•"/>
              <a:defRPr/>
            </a:pPr>
            <a:r>
              <a:rPr lang="zh-CN" altLang="en-US" sz="1400" dirty="0">
                <a:cs typeface="+mn-ea"/>
                <a:sym typeface="+mn-lt"/>
              </a:rPr>
              <a:t>点击文本框即可进行编辑输入相关内容点击文本框即可进行编辑输入相关内容</a:t>
            </a:r>
          </a:p>
        </p:txBody>
      </p:sp>
    </p:spTree>
    <p:extLst>
      <p:ext uri="{BB962C8B-B14F-4D97-AF65-F5344CB8AC3E}">
        <p14:creationId xmlns:p14="http://schemas.microsoft.com/office/powerpoint/2010/main" val="208716093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 fill="hold"/>
                                        <p:tgtEl>
                                          <p:spTgt spid="3"/>
                                        </p:tgtEl>
                                        <p:attrNameLst>
                                          <p:attrName>ppt_w</p:attrName>
                                        </p:attrNameLst>
                                      </p:cBhvr>
                                      <p:tavLst>
                                        <p:tav tm="0">
                                          <p:val>
                                            <p:fltVal val="0"/>
                                          </p:val>
                                        </p:tav>
                                        <p:tav tm="100000">
                                          <p:val>
                                            <p:strVal val="#ppt_w"/>
                                          </p:val>
                                        </p:tav>
                                      </p:tavLst>
                                    </p:anim>
                                    <p:anim calcmode="lin" valueType="num">
                                      <p:cBhvr>
                                        <p:cTn id="8" dur="250" fill="hold"/>
                                        <p:tgtEl>
                                          <p:spTgt spid="3"/>
                                        </p:tgtEl>
                                        <p:attrNameLst>
                                          <p:attrName>ppt_h</p:attrName>
                                        </p:attrNameLst>
                                      </p:cBhvr>
                                      <p:tavLst>
                                        <p:tav tm="0">
                                          <p:val>
                                            <p:fltVal val="0"/>
                                          </p:val>
                                        </p:tav>
                                        <p:tav tm="100000">
                                          <p:val>
                                            <p:strVal val="#ppt_h"/>
                                          </p:val>
                                        </p:tav>
                                      </p:tavLst>
                                    </p:anim>
                                    <p:animEffect transition="in" filter="fade">
                                      <p:cBhvr>
                                        <p:cTn id="9" dur="25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05"/>
                                        </p:tgtEl>
                                        <p:attrNameLst>
                                          <p:attrName>style.visibility</p:attrName>
                                        </p:attrNameLst>
                                      </p:cBhvr>
                                      <p:to>
                                        <p:strVal val="visible"/>
                                      </p:to>
                                    </p:set>
                                    <p:anim calcmode="lin" valueType="num">
                                      <p:cBhvr>
                                        <p:cTn id="12" dur="250" fill="hold"/>
                                        <p:tgtEl>
                                          <p:spTgt spid="505"/>
                                        </p:tgtEl>
                                        <p:attrNameLst>
                                          <p:attrName>ppt_w</p:attrName>
                                        </p:attrNameLst>
                                      </p:cBhvr>
                                      <p:tavLst>
                                        <p:tav tm="0">
                                          <p:val>
                                            <p:fltVal val="0"/>
                                          </p:val>
                                        </p:tav>
                                        <p:tav tm="100000">
                                          <p:val>
                                            <p:strVal val="#ppt_w"/>
                                          </p:val>
                                        </p:tav>
                                      </p:tavLst>
                                    </p:anim>
                                    <p:anim calcmode="lin" valueType="num">
                                      <p:cBhvr>
                                        <p:cTn id="13" dur="250" fill="hold"/>
                                        <p:tgtEl>
                                          <p:spTgt spid="505"/>
                                        </p:tgtEl>
                                        <p:attrNameLst>
                                          <p:attrName>ppt_h</p:attrName>
                                        </p:attrNameLst>
                                      </p:cBhvr>
                                      <p:tavLst>
                                        <p:tav tm="0">
                                          <p:val>
                                            <p:fltVal val="0"/>
                                          </p:val>
                                        </p:tav>
                                        <p:tav tm="100000">
                                          <p:val>
                                            <p:strVal val="#ppt_h"/>
                                          </p:val>
                                        </p:tav>
                                      </p:tavLst>
                                    </p:anim>
                                    <p:animEffect transition="in" filter="fade">
                                      <p:cBhvr>
                                        <p:cTn id="14" dur="250"/>
                                        <p:tgtEl>
                                          <p:spTgt spid="50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06"/>
                                        </p:tgtEl>
                                        <p:attrNameLst>
                                          <p:attrName>style.visibility</p:attrName>
                                        </p:attrNameLst>
                                      </p:cBhvr>
                                      <p:to>
                                        <p:strVal val="visible"/>
                                      </p:to>
                                    </p:set>
                                    <p:anim calcmode="lin" valueType="num">
                                      <p:cBhvr>
                                        <p:cTn id="17" dur="250" fill="hold"/>
                                        <p:tgtEl>
                                          <p:spTgt spid="506"/>
                                        </p:tgtEl>
                                        <p:attrNameLst>
                                          <p:attrName>ppt_w</p:attrName>
                                        </p:attrNameLst>
                                      </p:cBhvr>
                                      <p:tavLst>
                                        <p:tav tm="0">
                                          <p:val>
                                            <p:fltVal val="0"/>
                                          </p:val>
                                        </p:tav>
                                        <p:tav tm="100000">
                                          <p:val>
                                            <p:strVal val="#ppt_w"/>
                                          </p:val>
                                        </p:tav>
                                      </p:tavLst>
                                    </p:anim>
                                    <p:anim calcmode="lin" valueType="num">
                                      <p:cBhvr>
                                        <p:cTn id="18" dur="250" fill="hold"/>
                                        <p:tgtEl>
                                          <p:spTgt spid="506"/>
                                        </p:tgtEl>
                                        <p:attrNameLst>
                                          <p:attrName>ppt_h</p:attrName>
                                        </p:attrNameLst>
                                      </p:cBhvr>
                                      <p:tavLst>
                                        <p:tav tm="0">
                                          <p:val>
                                            <p:fltVal val="0"/>
                                          </p:val>
                                        </p:tav>
                                        <p:tav tm="100000">
                                          <p:val>
                                            <p:strVal val="#ppt_h"/>
                                          </p:val>
                                        </p:tav>
                                      </p:tavLst>
                                    </p:anim>
                                    <p:animEffect transition="in" filter="fade">
                                      <p:cBhvr>
                                        <p:cTn id="19" dur="250"/>
                                        <p:tgtEl>
                                          <p:spTgt spid="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 grpId="0"/>
      <p:bldP spid="50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išľîḑè">
            <a:extLst>
              <a:ext uri="{FF2B5EF4-FFF2-40B4-BE49-F238E27FC236}">
                <a16:creationId xmlns:a16="http://schemas.microsoft.com/office/drawing/2014/main" id="{7BC92564-91BE-4C75-B011-D9A3C72896B7}"/>
              </a:ext>
            </a:extLst>
          </p:cNvPr>
          <p:cNvGrpSpPr/>
          <p:nvPr/>
        </p:nvGrpSpPr>
        <p:grpSpPr>
          <a:xfrm>
            <a:off x="4404618" y="1752599"/>
            <a:ext cx="3382761" cy="3726049"/>
            <a:chOff x="4600206" y="1944000"/>
            <a:chExt cx="2991588" cy="3295181"/>
          </a:xfrm>
        </p:grpSpPr>
        <p:sp>
          <p:nvSpPr>
            <p:cNvPr id="28" name="isļidê">
              <a:extLst>
                <a:ext uri="{FF2B5EF4-FFF2-40B4-BE49-F238E27FC236}">
                  <a16:creationId xmlns:a16="http://schemas.microsoft.com/office/drawing/2014/main" id="{8A2C856C-7963-4665-946D-5072B93CBCF1}"/>
                </a:ext>
              </a:extLst>
            </p:cNvPr>
            <p:cNvSpPr/>
            <p:nvPr/>
          </p:nvSpPr>
          <p:spPr bwMode="auto">
            <a:xfrm>
              <a:off x="5621457" y="2616418"/>
              <a:ext cx="1970337" cy="2611604"/>
            </a:xfrm>
            <a:custGeom>
              <a:avLst/>
              <a:gdLst>
                <a:gd name="T0" fmla="*/ 764 w 804"/>
                <a:gd name="T1" fmla="*/ 744 h 964"/>
                <a:gd name="T2" fmla="*/ 584 w 804"/>
                <a:gd name="T3" fmla="*/ 924 h 964"/>
                <a:gd name="T4" fmla="*/ 0 w 804"/>
                <a:gd name="T5" fmla="*/ 924 h 964"/>
                <a:gd name="T6" fmla="*/ 0 w 804"/>
                <a:gd name="T7" fmla="*/ 964 h 964"/>
                <a:gd name="T8" fmla="*/ 584 w 804"/>
                <a:gd name="T9" fmla="*/ 964 h 964"/>
                <a:gd name="T10" fmla="*/ 804 w 804"/>
                <a:gd name="T11" fmla="*/ 744 h 964"/>
                <a:gd name="T12" fmla="*/ 804 w 804"/>
                <a:gd name="T13" fmla="*/ 0 h 964"/>
                <a:gd name="T14" fmla="*/ 764 w 804"/>
                <a:gd name="T15" fmla="*/ 0 h 964"/>
                <a:gd name="T16" fmla="*/ 764 w 804"/>
                <a:gd name="T17" fmla="*/ 74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4" h="964">
                  <a:moveTo>
                    <a:pt x="764" y="744"/>
                  </a:moveTo>
                  <a:cubicBezTo>
                    <a:pt x="764" y="843"/>
                    <a:pt x="683" y="924"/>
                    <a:pt x="584" y="924"/>
                  </a:cubicBezTo>
                  <a:cubicBezTo>
                    <a:pt x="0" y="924"/>
                    <a:pt x="0" y="924"/>
                    <a:pt x="0" y="924"/>
                  </a:cubicBezTo>
                  <a:cubicBezTo>
                    <a:pt x="0" y="964"/>
                    <a:pt x="0" y="964"/>
                    <a:pt x="0" y="964"/>
                  </a:cubicBezTo>
                  <a:cubicBezTo>
                    <a:pt x="584" y="964"/>
                    <a:pt x="584" y="964"/>
                    <a:pt x="584" y="964"/>
                  </a:cubicBezTo>
                  <a:cubicBezTo>
                    <a:pt x="705" y="964"/>
                    <a:pt x="804" y="865"/>
                    <a:pt x="804" y="744"/>
                  </a:cubicBezTo>
                  <a:cubicBezTo>
                    <a:pt x="804" y="0"/>
                    <a:pt x="804" y="0"/>
                    <a:pt x="804" y="0"/>
                  </a:cubicBezTo>
                  <a:cubicBezTo>
                    <a:pt x="764" y="0"/>
                    <a:pt x="764" y="0"/>
                    <a:pt x="764" y="0"/>
                  </a:cubicBezTo>
                  <a:lnTo>
                    <a:pt x="764" y="744"/>
                  </a:lnTo>
                  <a:close/>
                </a:path>
              </a:pathLst>
            </a:custGeom>
            <a:solidFill>
              <a:schemeClr val="tx1">
                <a:lumMod val="20000"/>
                <a:lumOff val="80000"/>
              </a:schemeClr>
            </a:solidFill>
            <a:ln>
              <a:noFill/>
            </a:ln>
          </p:spPr>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9" name="i$liḓé">
              <a:extLst>
                <a:ext uri="{FF2B5EF4-FFF2-40B4-BE49-F238E27FC236}">
                  <a16:creationId xmlns:a16="http://schemas.microsoft.com/office/drawing/2014/main" id="{C3D08060-3D58-4FAD-83DF-832CB09D6A08}"/>
                </a:ext>
              </a:extLst>
            </p:cNvPr>
            <p:cNvSpPr/>
            <p:nvPr/>
          </p:nvSpPr>
          <p:spPr bwMode="auto">
            <a:xfrm>
              <a:off x="4621848" y="1944000"/>
              <a:ext cx="1970337" cy="2655960"/>
            </a:xfrm>
            <a:custGeom>
              <a:avLst/>
              <a:gdLst>
                <a:gd name="T0" fmla="*/ 40 w 804"/>
                <a:gd name="T1" fmla="*/ 220 h 980"/>
                <a:gd name="T2" fmla="*/ 220 w 804"/>
                <a:gd name="T3" fmla="*/ 40 h 980"/>
                <a:gd name="T4" fmla="*/ 804 w 804"/>
                <a:gd name="T5" fmla="*/ 40 h 980"/>
                <a:gd name="T6" fmla="*/ 804 w 804"/>
                <a:gd name="T7" fmla="*/ 0 h 980"/>
                <a:gd name="T8" fmla="*/ 220 w 804"/>
                <a:gd name="T9" fmla="*/ 0 h 980"/>
                <a:gd name="T10" fmla="*/ 0 w 804"/>
                <a:gd name="T11" fmla="*/ 220 h 980"/>
                <a:gd name="T12" fmla="*/ 0 w 804"/>
                <a:gd name="T13" fmla="*/ 980 h 980"/>
                <a:gd name="T14" fmla="*/ 40 w 804"/>
                <a:gd name="T15" fmla="*/ 980 h 980"/>
                <a:gd name="T16" fmla="*/ 40 w 804"/>
                <a:gd name="T17" fmla="*/ 220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4" h="980">
                  <a:moveTo>
                    <a:pt x="40" y="220"/>
                  </a:moveTo>
                  <a:cubicBezTo>
                    <a:pt x="40" y="121"/>
                    <a:pt x="121" y="40"/>
                    <a:pt x="220" y="40"/>
                  </a:cubicBezTo>
                  <a:cubicBezTo>
                    <a:pt x="804" y="40"/>
                    <a:pt x="804" y="40"/>
                    <a:pt x="804" y="40"/>
                  </a:cubicBezTo>
                  <a:cubicBezTo>
                    <a:pt x="804" y="0"/>
                    <a:pt x="804" y="0"/>
                    <a:pt x="804" y="0"/>
                  </a:cubicBezTo>
                  <a:cubicBezTo>
                    <a:pt x="220" y="0"/>
                    <a:pt x="220" y="0"/>
                    <a:pt x="220" y="0"/>
                  </a:cubicBezTo>
                  <a:cubicBezTo>
                    <a:pt x="99" y="0"/>
                    <a:pt x="0" y="99"/>
                    <a:pt x="0" y="220"/>
                  </a:cubicBezTo>
                  <a:cubicBezTo>
                    <a:pt x="0" y="980"/>
                    <a:pt x="0" y="980"/>
                    <a:pt x="0" y="980"/>
                  </a:cubicBezTo>
                  <a:cubicBezTo>
                    <a:pt x="40" y="980"/>
                    <a:pt x="40" y="980"/>
                    <a:pt x="40" y="980"/>
                  </a:cubicBezTo>
                  <a:lnTo>
                    <a:pt x="40" y="220"/>
                  </a:lnTo>
                  <a:close/>
                </a:path>
              </a:pathLst>
            </a:custGeom>
            <a:solidFill>
              <a:schemeClr val="tx1">
                <a:lumMod val="20000"/>
                <a:lumOff val="80000"/>
              </a:schemeClr>
            </a:solidFill>
            <a:ln>
              <a:noFill/>
            </a:ln>
          </p:spPr>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30" name="ïşľïḑê">
              <a:extLst>
                <a:ext uri="{FF2B5EF4-FFF2-40B4-BE49-F238E27FC236}">
                  <a16:creationId xmlns:a16="http://schemas.microsoft.com/office/drawing/2014/main" id="{6E684420-B9EB-4B14-9EE4-E58A9DD15768}"/>
                </a:ext>
              </a:extLst>
            </p:cNvPr>
            <p:cNvSpPr txBox="1"/>
            <p:nvPr/>
          </p:nvSpPr>
          <p:spPr>
            <a:xfrm flipH="1" flipV="1">
              <a:off x="6824949" y="1957805"/>
              <a:ext cx="766845" cy="623062"/>
            </a:xfrm>
            <a:prstGeom prst="rect">
              <a:avLst/>
            </a:prstGeom>
            <a:noFill/>
          </p:spPr>
          <p:txBody>
            <a:bodyPr wrap="square" lIns="91440" tIns="45720" rIns="91440" bIns="45720">
              <a:prstTxWarp prst="textPlain">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lumMod val="50000"/>
                      <a:lumOff val="50000"/>
                    </a:schemeClr>
                  </a:solidFill>
                  <a:effectLst/>
                  <a:uLnTx/>
                  <a:uFillTx/>
                  <a:cs typeface="+mn-ea"/>
                  <a:sym typeface="+mn-lt"/>
                </a:rPr>
                <a:t>“</a:t>
              </a:r>
            </a:p>
          </p:txBody>
        </p:sp>
        <p:sp>
          <p:nvSpPr>
            <p:cNvPr id="31" name="ísļïḓè">
              <a:extLst>
                <a:ext uri="{FF2B5EF4-FFF2-40B4-BE49-F238E27FC236}">
                  <a16:creationId xmlns:a16="http://schemas.microsoft.com/office/drawing/2014/main" id="{1930EC0D-E7EE-49E4-988C-A2F998D703EF}"/>
                </a:ext>
              </a:extLst>
            </p:cNvPr>
            <p:cNvSpPr txBox="1"/>
            <p:nvPr/>
          </p:nvSpPr>
          <p:spPr>
            <a:xfrm>
              <a:off x="4600206" y="4616119"/>
              <a:ext cx="766845" cy="623062"/>
            </a:xfrm>
            <a:prstGeom prst="rect">
              <a:avLst/>
            </a:prstGeom>
            <a:noFill/>
          </p:spPr>
          <p:txBody>
            <a:bodyPr wrap="square" lIns="91440" tIns="45720" rIns="91440" bIns="45720">
              <a:prstTxWarp prst="textPlain">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lumMod val="50000"/>
                      <a:lumOff val="50000"/>
                    </a:schemeClr>
                  </a:solidFill>
                  <a:effectLst/>
                  <a:uLnTx/>
                  <a:uFillTx/>
                  <a:cs typeface="+mn-ea"/>
                  <a:sym typeface="+mn-lt"/>
                </a:rPr>
                <a:t>“</a:t>
              </a:r>
            </a:p>
          </p:txBody>
        </p:sp>
      </p:grpSp>
      <p:grpSp>
        <p:nvGrpSpPr>
          <p:cNvPr id="32" name="组合 31"/>
          <p:cNvGrpSpPr/>
          <p:nvPr/>
        </p:nvGrpSpPr>
        <p:grpSpPr>
          <a:xfrm>
            <a:off x="465221" y="465582"/>
            <a:ext cx="1939496" cy="461018"/>
            <a:chOff x="6906997" y="4197923"/>
            <a:chExt cx="1939496" cy="461018"/>
          </a:xfrm>
        </p:grpSpPr>
        <p:sp>
          <p:nvSpPr>
            <p:cNvPr id="34" name="矩形 33"/>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文本框 34"/>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grpSp>
        <p:nvGrpSpPr>
          <p:cNvPr id="2" name="组合 1"/>
          <p:cNvGrpSpPr/>
          <p:nvPr/>
        </p:nvGrpSpPr>
        <p:grpSpPr>
          <a:xfrm>
            <a:off x="634560" y="2428049"/>
            <a:ext cx="3376123" cy="1037464"/>
            <a:chOff x="634560" y="2428049"/>
            <a:chExt cx="3376123" cy="1037464"/>
          </a:xfrm>
        </p:grpSpPr>
        <p:sp>
          <p:nvSpPr>
            <p:cNvPr id="20" name="ïśḷíḋé">
              <a:extLst>
                <a:ext uri="{FF2B5EF4-FFF2-40B4-BE49-F238E27FC236}">
                  <a16:creationId xmlns:a16="http://schemas.microsoft.com/office/drawing/2014/main" id="{0D2C5EBB-B05C-4A88-BFDF-B1DA0010805E}"/>
                </a:ext>
              </a:extLst>
            </p:cNvPr>
            <p:cNvSpPr/>
            <p:nvPr/>
          </p:nvSpPr>
          <p:spPr bwMode="auto">
            <a:xfrm>
              <a:off x="3063319" y="2428049"/>
              <a:ext cx="947364" cy="947364"/>
            </a:xfrm>
            <a:prstGeom prst="ellipse">
              <a:avLst/>
            </a:prstGeom>
            <a:solidFill>
              <a:srgbClr val="AE3637"/>
            </a:solidFill>
            <a:ln w="76200">
              <a:solidFill>
                <a:schemeClr val="bg1"/>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cs typeface="+mn-ea"/>
                <a:sym typeface="+mn-lt"/>
              </a:endParaRPr>
            </a:p>
          </p:txBody>
        </p:sp>
        <p:sp>
          <p:nvSpPr>
            <p:cNvPr id="36" name="TextBox 13"/>
            <p:cNvSpPr txBox="1"/>
            <p:nvPr/>
          </p:nvSpPr>
          <p:spPr>
            <a:xfrm>
              <a:off x="634560" y="2431384"/>
              <a:ext cx="2333999" cy="103412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r" defTabSz="1216660">
                <a:lnSpc>
                  <a:spcPct val="120000"/>
                </a:lnSpc>
                <a:spcBef>
                  <a:spcPct val="20000"/>
                </a:spcBef>
                <a:defRPr/>
              </a:pPr>
              <a:r>
                <a:rPr lang="en-US" altLang="zh-CN" sz="1200" dirty="0">
                  <a:cs typeface="+mn-ea"/>
                  <a:sym typeface="+mn-lt"/>
                </a:rPr>
                <a:t>……</a:t>
              </a:r>
            </a:p>
          </p:txBody>
        </p:sp>
      </p:grpSp>
      <p:grpSp>
        <p:nvGrpSpPr>
          <p:cNvPr id="37" name="组合 36"/>
          <p:cNvGrpSpPr/>
          <p:nvPr/>
        </p:nvGrpSpPr>
        <p:grpSpPr>
          <a:xfrm>
            <a:off x="640656" y="4390961"/>
            <a:ext cx="3376123" cy="1037464"/>
            <a:chOff x="634560" y="2428049"/>
            <a:chExt cx="3376123" cy="1037464"/>
          </a:xfrm>
        </p:grpSpPr>
        <p:sp>
          <p:nvSpPr>
            <p:cNvPr id="38" name="ïśḷíḋé">
              <a:extLst>
                <a:ext uri="{FF2B5EF4-FFF2-40B4-BE49-F238E27FC236}">
                  <a16:creationId xmlns:a16="http://schemas.microsoft.com/office/drawing/2014/main" id="{0D2C5EBB-B05C-4A88-BFDF-B1DA0010805E}"/>
                </a:ext>
              </a:extLst>
            </p:cNvPr>
            <p:cNvSpPr/>
            <p:nvPr/>
          </p:nvSpPr>
          <p:spPr bwMode="auto">
            <a:xfrm>
              <a:off x="3063319" y="2428049"/>
              <a:ext cx="947364" cy="947364"/>
            </a:xfrm>
            <a:prstGeom prst="ellipse">
              <a:avLst/>
            </a:prstGeom>
            <a:solidFill>
              <a:srgbClr val="AE3637"/>
            </a:solidFill>
            <a:ln w="76200">
              <a:solidFill>
                <a:schemeClr val="bg1"/>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cs typeface="+mn-ea"/>
                <a:sym typeface="+mn-lt"/>
              </a:endParaRPr>
            </a:p>
          </p:txBody>
        </p:sp>
        <p:sp>
          <p:nvSpPr>
            <p:cNvPr id="39" name="TextBox 13"/>
            <p:cNvSpPr txBox="1"/>
            <p:nvPr/>
          </p:nvSpPr>
          <p:spPr>
            <a:xfrm>
              <a:off x="634560" y="2431384"/>
              <a:ext cx="2333999" cy="103412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r" defTabSz="1216660">
                <a:lnSpc>
                  <a:spcPct val="120000"/>
                </a:lnSpc>
                <a:spcBef>
                  <a:spcPct val="20000"/>
                </a:spcBef>
                <a:defRPr/>
              </a:pPr>
              <a:r>
                <a:rPr lang="en-US" altLang="zh-CN" sz="1200" dirty="0">
                  <a:cs typeface="+mn-ea"/>
                  <a:sym typeface="+mn-lt"/>
                </a:rPr>
                <a:t>……</a:t>
              </a:r>
            </a:p>
          </p:txBody>
        </p:sp>
      </p:grpSp>
      <p:grpSp>
        <p:nvGrpSpPr>
          <p:cNvPr id="40" name="组合 39"/>
          <p:cNvGrpSpPr/>
          <p:nvPr/>
        </p:nvGrpSpPr>
        <p:grpSpPr>
          <a:xfrm>
            <a:off x="8098615" y="2428049"/>
            <a:ext cx="3361865" cy="1037464"/>
            <a:chOff x="3063319" y="2428049"/>
            <a:chExt cx="3361865" cy="1037464"/>
          </a:xfrm>
        </p:grpSpPr>
        <p:sp>
          <p:nvSpPr>
            <p:cNvPr id="41" name="ïśḷíḋé">
              <a:extLst>
                <a:ext uri="{FF2B5EF4-FFF2-40B4-BE49-F238E27FC236}">
                  <a16:creationId xmlns:a16="http://schemas.microsoft.com/office/drawing/2014/main" id="{0D2C5EBB-B05C-4A88-BFDF-B1DA0010805E}"/>
                </a:ext>
              </a:extLst>
            </p:cNvPr>
            <p:cNvSpPr/>
            <p:nvPr/>
          </p:nvSpPr>
          <p:spPr bwMode="auto">
            <a:xfrm>
              <a:off x="3063319" y="2428049"/>
              <a:ext cx="947364" cy="947364"/>
            </a:xfrm>
            <a:prstGeom prst="ellipse">
              <a:avLst/>
            </a:prstGeom>
            <a:solidFill>
              <a:srgbClr val="AE3637"/>
            </a:solidFill>
            <a:ln w="76200">
              <a:solidFill>
                <a:schemeClr val="bg1"/>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cs typeface="+mn-ea"/>
                <a:sym typeface="+mn-lt"/>
              </a:endParaRPr>
            </a:p>
          </p:txBody>
        </p:sp>
        <p:sp>
          <p:nvSpPr>
            <p:cNvPr id="42" name="TextBox 13"/>
            <p:cNvSpPr txBox="1"/>
            <p:nvPr/>
          </p:nvSpPr>
          <p:spPr>
            <a:xfrm>
              <a:off x="4091185" y="2431384"/>
              <a:ext cx="2333999" cy="103412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defTabSz="1216660">
                <a:lnSpc>
                  <a:spcPct val="120000"/>
                </a:lnSpc>
                <a:spcBef>
                  <a:spcPct val="20000"/>
                </a:spcBef>
                <a:defRPr/>
              </a:pPr>
              <a:r>
                <a:rPr lang="en-US" altLang="zh-CN" sz="1200" dirty="0">
                  <a:cs typeface="+mn-ea"/>
                  <a:sym typeface="+mn-lt"/>
                </a:rPr>
                <a:t>……</a:t>
              </a:r>
            </a:p>
          </p:txBody>
        </p:sp>
      </p:grpSp>
      <p:grpSp>
        <p:nvGrpSpPr>
          <p:cNvPr id="43" name="组合 42"/>
          <p:cNvGrpSpPr/>
          <p:nvPr/>
        </p:nvGrpSpPr>
        <p:grpSpPr>
          <a:xfrm>
            <a:off x="8159575" y="4427537"/>
            <a:ext cx="3361865" cy="1037464"/>
            <a:chOff x="3063319" y="2428049"/>
            <a:chExt cx="3361865" cy="1037464"/>
          </a:xfrm>
        </p:grpSpPr>
        <p:sp>
          <p:nvSpPr>
            <p:cNvPr id="44" name="ïśḷíḋé">
              <a:extLst>
                <a:ext uri="{FF2B5EF4-FFF2-40B4-BE49-F238E27FC236}">
                  <a16:creationId xmlns:a16="http://schemas.microsoft.com/office/drawing/2014/main" id="{0D2C5EBB-B05C-4A88-BFDF-B1DA0010805E}"/>
                </a:ext>
              </a:extLst>
            </p:cNvPr>
            <p:cNvSpPr/>
            <p:nvPr/>
          </p:nvSpPr>
          <p:spPr bwMode="auto">
            <a:xfrm>
              <a:off x="3063319" y="2428049"/>
              <a:ext cx="947364" cy="947364"/>
            </a:xfrm>
            <a:prstGeom prst="ellipse">
              <a:avLst/>
            </a:prstGeom>
            <a:solidFill>
              <a:srgbClr val="AE3637"/>
            </a:solidFill>
            <a:ln w="76200">
              <a:solidFill>
                <a:schemeClr val="bg1"/>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cs typeface="+mn-ea"/>
                <a:sym typeface="+mn-lt"/>
              </a:endParaRPr>
            </a:p>
          </p:txBody>
        </p:sp>
        <p:sp>
          <p:nvSpPr>
            <p:cNvPr id="45" name="TextBox 13"/>
            <p:cNvSpPr txBox="1"/>
            <p:nvPr/>
          </p:nvSpPr>
          <p:spPr>
            <a:xfrm>
              <a:off x="4091185" y="2431384"/>
              <a:ext cx="2333999" cy="103412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defTabSz="1216660">
                <a:lnSpc>
                  <a:spcPct val="120000"/>
                </a:lnSpc>
                <a:spcBef>
                  <a:spcPct val="20000"/>
                </a:spcBef>
                <a:defRPr/>
              </a:pPr>
              <a:r>
                <a:rPr lang="en-US" altLang="zh-CN" sz="1200" dirty="0">
                  <a:cs typeface="+mn-ea"/>
                  <a:sym typeface="+mn-lt"/>
                </a:rPr>
                <a:t>……</a:t>
              </a:r>
            </a:p>
          </p:txBody>
        </p:sp>
      </p:grpSp>
      <p:sp>
        <p:nvSpPr>
          <p:cNvPr id="46" name="TextBox 13"/>
          <p:cNvSpPr txBox="1"/>
          <p:nvPr/>
        </p:nvSpPr>
        <p:spPr>
          <a:xfrm>
            <a:off x="4929000" y="3154699"/>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Tree>
    <p:extLst>
      <p:ext uri="{BB962C8B-B14F-4D97-AF65-F5344CB8AC3E}">
        <p14:creationId xmlns:p14="http://schemas.microsoft.com/office/powerpoint/2010/main" val="49343533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anim calcmode="lin" valueType="num">
                                      <p:cBhvr>
                                        <p:cTn id="18" dur="500" fill="hold"/>
                                        <p:tgtEl>
                                          <p:spTgt spid="37"/>
                                        </p:tgtEl>
                                        <p:attrNameLst>
                                          <p:attrName>ppt_x</p:attrName>
                                        </p:attrNameLst>
                                      </p:cBhvr>
                                      <p:tavLst>
                                        <p:tav tm="0">
                                          <p:val>
                                            <p:strVal val="#ppt_x"/>
                                          </p:val>
                                        </p:tav>
                                        <p:tav tm="100000">
                                          <p:val>
                                            <p:strVal val="#ppt_x"/>
                                          </p:val>
                                        </p:tav>
                                      </p:tavLst>
                                    </p:anim>
                                    <p:anim calcmode="lin" valueType="num">
                                      <p:cBhvr>
                                        <p:cTn id="19" dur="500" fill="hold"/>
                                        <p:tgtEl>
                                          <p:spTgt spid="3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anim calcmode="lin" valueType="num">
                                      <p:cBhvr>
                                        <p:cTn id="23" dur="500" fill="hold"/>
                                        <p:tgtEl>
                                          <p:spTgt spid="40"/>
                                        </p:tgtEl>
                                        <p:attrNameLst>
                                          <p:attrName>ppt_x</p:attrName>
                                        </p:attrNameLst>
                                      </p:cBhvr>
                                      <p:tavLst>
                                        <p:tav tm="0">
                                          <p:val>
                                            <p:strVal val="#ppt_x"/>
                                          </p:val>
                                        </p:tav>
                                        <p:tav tm="100000">
                                          <p:val>
                                            <p:strVal val="#ppt_x"/>
                                          </p:val>
                                        </p:tav>
                                      </p:tavLst>
                                    </p:anim>
                                    <p:anim calcmode="lin" valueType="num">
                                      <p:cBhvr>
                                        <p:cTn id="24" dur="500" fill="hold"/>
                                        <p:tgtEl>
                                          <p:spTgt spid="40"/>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anim calcmode="lin" valueType="num">
                                      <p:cBhvr>
                                        <p:cTn id="28" dur="500" fill="hold"/>
                                        <p:tgtEl>
                                          <p:spTgt spid="43"/>
                                        </p:tgtEl>
                                        <p:attrNameLst>
                                          <p:attrName>ppt_x</p:attrName>
                                        </p:attrNameLst>
                                      </p:cBhvr>
                                      <p:tavLst>
                                        <p:tav tm="0">
                                          <p:val>
                                            <p:strVal val="#ppt_x"/>
                                          </p:val>
                                        </p:tav>
                                        <p:tav tm="100000">
                                          <p:val>
                                            <p:strVal val="#ppt_x"/>
                                          </p:val>
                                        </p:tav>
                                      </p:tavLst>
                                    </p:anim>
                                    <p:anim calcmode="lin" valueType="num">
                                      <p:cBhvr>
                                        <p:cTn id="29" dur="500" fill="hold"/>
                                        <p:tgtEl>
                                          <p:spTgt spid="4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500"/>
                                        <p:tgtEl>
                                          <p:spTgt spid="46"/>
                                        </p:tgtEl>
                                      </p:cBhvr>
                                    </p:animEffect>
                                    <p:anim calcmode="lin" valueType="num">
                                      <p:cBhvr>
                                        <p:cTn id="33" dur="500" fill="hold"/>
                                        <p:tgtEl>
                                          <p:spTgt spid="46"/>
                                        </p:tgtEl>
                                        <p:attrNameLst>
                                          <p:attrName>ppt_x</p:attrName>
                                        </p:attrNameLst>
                                      </p:cBhvr>
                                      <p:tavLst>
                                        <p:tav tm="0">
                                          <p:val>
                                            <p:strVal val="#ppt_x"/>
                                          </p:val>
                                        </p:tav>
                                        <p:tav tm="100000">
                                          <p:val>
                                            <p:strVal val="#ppt_x"/>
                                          </p:val>
                                        </p:tav>
                                      </p:tavLst>
                                    </p:anim>
                                    <p:anim calcmode="lin" valueType="num">
                                      <p:cBhvr>
                                        <p:cTn id="34" dur="5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3" name="图片 12"/>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180363" y="811910"/>
            <a:ext cx="5455651" cy="5464045"/>
          </a:xfrm>
          <a:prstGeom prst="rect">
            <a:avLst/>
          </a:prstGeom>
        </p:spPr>
      </p:pic>
      <p:sp>
        <p:nvSpPr>
          <p:cNvPr id="14" name="椭圆 13"/>
          <p:cNvSpPr/>
          <p:nvPr/>
        </p:nvSpPr>
        <p:spPr>
          <a:xfrm>
            <a:off x="7150595" y="1398668"/>
            <a:ext cx="1026893" cy="1026893"/>
          </a:xfrm>
          <a:prstGeom prst="ellipse">
            <a:avLst/>
          </a:prstGeom>
          <a:gradFill>
            <a:gsLst>
              <a:gs pos="33000">
                <a:srgbClr val="BE6360">
                  <a:alpha val="52000"/>
                </a:srgbClr>
              </a:gs>
              <a:gs pos="0">
                <a:srgbClr val="AE3637">
                  <a:alpha val="96000"/>
                </a:srgbClr>
              </a:gs>
              <a:gs pos="66000">
                <a:srgbClr val="CE9089">
                  <a:alpha val="0"/>
                </a:srgbClr>
              </a:gs>
              <a:gs pos="100000">
                <a:srgbClr val="EDEADB">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4582391" y="1977158"/>
            <a:ext cx="3027219" cy="4226048"/>
            <a:chOff x="4582391" y="1315976"/>
            <a:chExt cx="3027219" cy="4226048"/>
          </a:xfrm>
        </p:grpSpPr>
        <p:grpSp>
          <p:nvGrpSpPr>
            <p:cNvPr id="6" name="组合 5"/>
            <p:cNvGrpSpPr/>
            <p:nvPr/>
          </p:nvGrpSpPr>
          <p:grpSpPr>
            <a:xfrm>
              <a:off x="4582391" y="1636872"/>
              <a:ext cx="3027219" cy="3584256"/>
              <a:chOff x="4537363" y="1237125"/>
              <a:chExt cx="3117273" cy="4383749"/>
            </a:xfrm>
          </p:grpSpPr>
          <p:sp>
            <p:nvSpPr>
              <p:cNvPr id="3" name="矩形 2"/>
              <p:cNvSpPr/>
              <p:nvPr/>
            </p:nvSpPr>
            <p:spPr>
              <a:xfrm>
                <a:off x="4537363" y="1237125"/>
                <a:ext cx="3117273" cy="4383749"/>
              </a:xfrm>
              <a:prstGeom prst="rect">
                <a:avLst/>
              </a:prstGeom>
              <a:solidFill>
                <a:srgbClr val="EDEADB"/>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 name="直接连接符 4"/>
              <p:cNvCxnSpPr/>
              <p:nvPr/>
            </p:nvCxnSpPr>
            <p:spPr>
              <a:xfrm>
                <a:off x="6449291" y="1237125"/>
                <a:ext cx="0" cy="4383749"/>
              </a:xfrm>
              <a:prstGeom prst="line">
                <a:avLst/>
              </a:prstGeom>
              <a:ln w="57150">
                <a:solidFill>
                  <a:srgbClr val="0E0505"/>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4741297" y="1315976"/>
              <a:ext cx="1538883" cy="4226048"/>
            </a:xfrm>
            <a:prstGeom prst="rect">
              <a:avLst/>
            </a:prstGeom>
            <a:noFill/>
          </p:spPr>
          <p:txBody>
            <a:bodyPr vert="eaVert" wrap="square" rtlCol="0">
              <a:spAutoFit/>
            </a:bodyPr>
            <a:lstStyle/>
            <a:p>
              <a:pPr algn="ctr"/>
              <a:r>
                <a:rPr lang="zh-CN" altLang="en-US" sz="8800" b="1" dirty="0">
                  <a:cs typeface="+mn-ea"/>
                  <a:sym typeface="+mn-lt"/>
                </a:rPr>
                <a:t>第贰章</a:t>
              </a:r>
            </a:p>
          </p:txBody>
        </p:sp>
        <p:sp>
          <p:nvSpPr>
            <p:cNvPr id="8" name="文本框 7"/>
            <p:cNvSpPr txBox="1"/>
            <p:nvPr/>
          </p:nvSpPr>
          <p:spPr>
            <a:xfrm>
              <a:off x="6562683" y="2137164"/>
              <a:ext cx="923330" cy="2583671"/>
            </a:xfrm>
            <a:prstGeom prst="rect">
              <a:avLst/>
            </a:prstGeom>
            <a:noFill/>
          </p:spPr>
          <p:txBody>
            <a:bodyPr vert="eaVert" wrap="square" rtlCol="0">
              <a:spAutoFit/>
            </a:bodyPr>
            <a:lstStyle/>
            <a:p>
              <a:pPr algn="ctr"/>
              <a:r>
                <a:rPr lang="en-US" altLang="zh-CN" sz="4800" b="1" dirty="0">
                  <a:cs typeface="+mn-ea"/>
                  <a:sym typeface="+mn-lt"/>
                </a:rPr>
                <a:t>Part 02</a:t>
              </a:r>
              <a:endParaRPr lang="zh-CN" altLang="en-US" sz="4800" b="1" dirty="0">
                <a:cs typeface="+mn-ea"/>
                <a:sym typeface="+mn-lt"/>
              </a:endParaRPr>
            </a:p>
          </p:txBody>
        </p:sp>
      </p:grpSp>
      <p:pic>
        <p:nvPicPr>
          <p:cNvPr id="11" name="图片 10"/>
          <p:cNvPicPr>
            <a:picLocks noChangeAspect="1"/>
          </p:cNvPicPr>
          <p:nvPr/>
        </p:nvPicPr>
        <p:blipFill rotWithShape="1">
          <a:blip r:embed="rId3">
            <a:clrChange>
              <a:clrFrom>
                <a:srgbClr val="F6F6F6"/>
              </a:clrFrom>
              <a:clrTo>
                <a:srgbClr val="F6F6F6">
                  <a:alpha val="0"/>
                </a:srgbClr>
              </a:clrTo>
            </a:clrChange>
            <a:extLst>
              <a:ext uri="{28A0092B-C50C-407E-A947-70E740481C1C}">
                <a14:useLocalDpi xmlns:a14="http://schemas.microsoft.com/office/drawing/2010/main" val="0"/>
              </a:ext>
            </a:extLst>
          </a:blip>
          <a:srcRect l="23543"/>
          <a:stretch/>
        </p:blipFill>
        <p:spPr>
          <a:xfrm rot="2323002">
            <a:off x="6697318" y="3143788"/>
            <a:ext cx="3869453" cy="5068727"/>
          </a:xfrm>
          <a:prstGeom prst="rect">
            <a:avLst/>
          </a:prstGeom>
        </p:spPr>
      </p:pic>
      <p:pic>
        <p:nvPicPr>
          <p:cNvPr id="12" name="图片 11"/>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550134" y="4001665"/>
            <a:ext cx="3231797" cy="3236769"/>
          </a:xfrm>
          <a:prstGeom prst="rect">
            <a:avLst/>
          </a:prstGeom>
        </p:spPr>
      </p:pic>
    </p:spTree>
    <p:extLst>
      <p:ext uri="{BB962C8B-B14F-4D97-AF65-F5344CB8AC3E}">
        <p14:creationId xmlns:p14="http://schemas.microsoft.com/office/powerpoint/2010/main" val="8595539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anim calcmode="lin" valueType="num">
                                      <p:cBhvr>
                                        <p:cTn id="28" dur="500" fill="hold"/>
                                        <p:tgtEl>
                                          <p:spTgt spid="13"/>
                                        </p:tgtEl>
                                        <p:attrNameLst>
                                          <p:attrName>ppt_x</p:attrName>
                                        </p:attrNameLst>
                                      </p:cBhvr>
                                      <p:tavLst>
                                        <p:tav tm="0">
                                          <p:val>
                                            <p:strVal val="#ppt_x"/>
                                          </p:val>
                                        </p:tav>
                                        <p:tav tm="100000">
                                          <p:val>
                                            <p:strVal val="#ppt_x"/>
                                          </p:val>
                                        </p:tav>
                                      </p:tavLst>
                                    </p:anim>
                                    <p:anim calcmode="lin" valueType="num">
                                      <p:cBhvr>
                                        <p:cTn id="2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0" name="组合 29"/>
          <p:cNvGrpSpPr/>
          <p:nvPr/>
        </p:nvGrpSpPr>
        <p:grpSpPr>
          <a:xfrm>
            <a:off x="465221" y="465582"/>
            <a:ext cx="1939496" cy="461018"/>
            <a:chOff x="6906997" y="4197923"/>
            <a:chExt cx="1939496" cy="461018"/>
          </a:xfrm>
        </p:grpSpPr>
        <p:sp>
          <p:nvSpPr>
            <p:cNvPr id="31" name="矩形 30"/>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grpSp>
        <p:nvGrpSpPr>
          <p:cNvPr id="2" name="组合 1"/>
          <p:cNvGrpSpPr/>
          <p:nvPr/>
        </p:nvGrpSpPr>
        <p:grpSpPr>
          <a:xfrm>
            <a:off x="465220" y="1121911"/>
            <a:ext cx="11261559" cy="4097284"/>
            <a:chOff x="465220" y="1121911"/>
            <a:chExt cx="11261559" cy="4097284"/>
          </a:xfrm>
        </p:grpSpPr>
        <p:grpSp>
          <p:nvGrpSpPr>
            <p:cNvPr id="3" name="25988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5220" y="1121911"/>
              <a:ext cx="11261559" cy="4097284"/>
              <a:chOff x="465220" y="1121911"/>
              <a:chExt cx="11261559" cy="4097284"/>
            </a:xfrm>
          </p:grpSpPr>
          <p:grpSp>
            <p:nvGrpSpPr>
              <p:cNvPr id="4" name="íṡḷîḑè">
                <a:extLst>
                  <a:ext uri="{FF2B5EF4-FFF2-40B4-BE49-F238E27FC236}">
                    <a16:creationId xmlns:a16="http://schemas.microsoft.com/office/drawing/2014/main" id="{89307DDC-D621-4D72-9905-92CFA9565425}"/>
                  </a:ext>
                </a:extLst>
              </p:cNvPr>
              <p:cNvGrpSpPr/>
              <p:nvPr/>
            </p:nvGrpSpPr>
            <p:grpSpPr>
              <a:xfrm>
                <a:off x="465220" y="2492827"/>
                <a:ext cx="11261559" cy="1300514"/>
                <a:chOff x="465220" y="3178627"/>
                <a:chExt cx="11261559" cy="1300514"/>
              </a:xfrm>
            </p:grpSpPr>
            <p:sp>
              <p:nvSpPr>
                <p:cNvPr id="26" name="ïšlíḓè">
                  <a:extLst>
                    <a:ext uri="{FF2B5EF4-FFF2-40B4-BE49-F238E27FC236}">
                      <a16:creationId xmlns:a16="http://schemas.microsoft.com/office/drawing/2014/main" id="{D92B5639-C11F-4E06-BF05-4859D0A76B48}"/>
                    </a:ext>
                  </a:extLst>
                </p:cNvPr>
                <p:cNvSpPr/>
                <p:nvPr/>
              </p:nvSpPr>
              <p:spPr>
                <a:xfrm flipH="1" flipV="1">
                  <a:off x="465220" y="3666823"/>
                  <a:ext cx="11261557" cy="812318"/>
                </a:xfrm>
                <a:custGeom>
                  <a:avLst/>
                  <a:gdLst>
                    <a:gd name="connsiteX0" fmla="*/ 3369945 w 3362325"/>
                    <a:gd name="connsiteY0" fmla="*/ 512626 h 542925"/>
                    <a:gd name="connsiteX1" fmla="*/ 3369945 w 3362325"/>
                    <a:gd name="connsiteY1" fmla="*/ 545963 h 542925"/>
                    <a:gd name="connsiteX2" fmla="*/ 0 w 3362325"/>
                    <a:gd name="connsiteY2" fmla="*/ 417376 h 542925"/>
                    <a:gd name="connsiteX3" fmla="*/ 0 w 3362325"/>
                    <a:gd name="connsiteY3" fmla="*/ 284026 h 542925"/>
                    <a:gd name="connsiteX4" fmla="*/ 3369945 w 3362325"/>
                    <a:gd name="connsiteY4" fmla="*/ 512626 h 542925"/>
                    <a:gd name="connsiteX0" fmla="*/ 3369945 w 3369945"/>
                    <a:gd name="connsiteY0" fmla="*/ 512626 h 545963"/>
                    <a:gd name="connsiteX1" fmla="*/ 3369945 w 3369945"/>
                    <a:gd name="connsiteY1" fmla="*/ 545963 h 545963"/>
                    <a:gd name="connsiteX2" fmla="*/ 0 w 3369945"/>
                    <a:gd name="connsiteY2" fmla="*/ 468590 h 545963"/>
                    <a:gd name="connsiteX3" fmla="*/ 0 w 3369945"/>
                    <a:gd name="connsiteY3" fmla="*/ 284026 h 545963"/>
                    <a:gd name="connsiteX4" fmla="*/ 3369945 w 3369945"/>
                    <a:gd name="connsiteY4" fmla="*/ 512626 h 545963"/>
                    <a:gd name="connsiteX0" fmla="*/ 3369945 w 3369945"/>
                    <a:gd name="connsiteY0" fmla="*/ 512626 h 545963"/>
                    <a:gd name="connsiteX1" fmla="*/ 3369945 w 3369945"/>
                    <a:gd name="connsiteY1" fmla="*/ 545963 h 545963"/>
                    <a:gd name="connsiteX2" fmla="*/ 0 w 3369945"/>
                    <a:gd name="connsiteY2" fmla="*/ 468590 h 545963"/>
                    <a:gd name="connsiteX3" fmla="*/ 0 w 3369945"/>
                    <a:gd name="connsiteY3" fmla="*/ 284026 h 545963"/>
                    <a:gd name="connsiteX4" fmla="*/ 3369945 w 3369945"/>
                    <a:gd name="connsiteY4" fmla="*/ 512626 h 54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9945" h="545963">
                      <a:moveTo>
                        <a:pt x="3369945" y="512626"/>
                      </a:moveTo>
                      <a:lnTo>
                        <a:pt x="3369945" y="545963"/>
                      </a:lnTo>
                      <a:cubicBezTo>
                        <a:pt x="3369945" y="545963"/>
                        <a:pt x="1883973" y="-346603"/>
                        <a:pt x="0" y="468590"/>
                      </a:cubicBezTo>
                      <a:lnTo>
                        <a:pt x="0" y="284026"/>
                      </a:lnTo>
                      <a:cubicBezTo>
                        <a:pt x="0" y="284026"/>
                        <a:pt x="1654493" y="-487499"/>
                        <a:pt x="3369945" y="512626"/>
                      </a:cubicBezTo>
                      <a:close/>
                    </a:path>
                  </a:pathLst>
                </a:custGeom>
                <a:solidFill>
                  <a:schemeClr val="bg1">
                    <a:lumMod val="85000"/>
                  </a:schemeClr>
                </a:solidFill>
                <a:ln w="9525" cap="flat">
                  <a:noFill/>
                  <a:prstDash val="solid"/>
                  <a:miter/>
                </a:ln>
              </p:spPr>
              <p:txBody>
                <a:bodyPr wrap="square" lIns="91440" tIns="45720" rIns="91440" bIns="45720" rtlCol="0" anchor="ctr">
                  <a:normAutofit/>
                </a:bodyPr>
                <a:lstStyle/>
                <a:p>
                  <a:endParaRPr lang="zh-CN" altLang="en-US">
                    <a:cs typeface="+mn-ea"/>
                    <a:sym typeface="+mn-lt"/>
                  </a:endParaRPr>
                </a:p>
              </p:txBody>
            </p:sp>
            <p:sp>
              <p:nvSpPr>
                <p:cNvPr id="27" name="ïṣḷiďê">
                  <a:extLst>
                    <a:ext uri="{FF2B5EF4-FFF2-40B4-BE49-F238E27FC236}">
                      <a16:creationId xmlns:a16="http://schemas.microsoft.com/office/drawing/2014/main" id="{CC24F839-7732-45AD-8FB9-45D7DAC71CE8}"/>
                    </a:ext>
                  </a:extLst>
                </p:cNvPr>
                <p:cNvSpPr/>
                <p:nvPr/>
              </p:nvSpPr>
              <p:spPr>
                <a:xfrm flipV="1">
                  <a:off x="465221" y="3825327"/>
                  <a:ext cx="11261558" cy="518795"/>
                </a:xfrm>
                <a:custGeom>
                  <a:avLst/>
                  <a:gdLst>
                    <a:gd name="connsiteX0" fmla="*/ 0 w 3362325"/>
                    <a:gd name="connsiteY0" fmla="*/ 485505 h 476250"/>
                    <a:gd name="connsiteX1" fmla="*/ 0 w 3362325"/>
                    <a:gd name="connsiteY1" fmla="*/ 314055 h 476250"/>
                    <a:gd name="connsiteX2" fmla="*/ 3369945 w 3362325"/>
                    <a:gd name="connsiteY2" fmla="*/ 442643 h 476250"/>
                    <a:gd name="connsiteX3" fmla="*/ 3369945 w 3362325"/>
                    <a:gd name="connsiteY3" fmla="*/ 485505 h 476250"/>
                    <a:gd name="connsiteX4" fmla="*/ 0 w 3362325"/>
                    <a:gd name="connsiteY4" fmla="*/ 485505 h 476250"/>
                    <a:gd name="connsiteX0" fmla="*/ 0 w 3369945"/>
                    <a:gd name="connsiteY0" fmla="*/ 515475 h 515475"/>
                    <a:gd name="connsiteX1" fmla="*/ 0 w 3369945"/>
                    <a:gd name="connsiteY1" fmla="*/ 344025 h 515475"/>
                    <a:gd name="connsiteX2" fmla="*/ 3369945 w 3369945"/>
                    <a:gd name="connsiteY2" fmla="*/ 429934 h 515475"/>
                    <a:gd name="connsiteX3" fmla="*/ 3369945 w 3369945"/>
                    <a:gd name="connsiteY3" fmla="*/ 515475 h 515475"/>
                    <a:gd name="connsiteX4" fmla="*/ 0 w 3369945"/>
                    <a:gd name="connsiteY4" fmla="*/ 515475 h 515475"/>
                    <a:gd name="connsiteX0" fmla="*/ 0 w 3369945"/>
                    <a:gd name="connsiteY0" fmla="*/ 489013 h 489013"/>
                    <a:gd name="connsiteX1" fmla="*/ 0 w 3369945"/>
                    <a:gd name="connsiteY1" fmla="*/ 317563 h 489013"/>
                    <a:gd name="connsiteX2" fmla="*/ 3369945 w 3369945"/>
                    <a:gd name="connsiteY2" fmla="*/ 403472 h 489013"/>
                    <a:gd name="connsiteX3" fmla="*/ 3369945 w 3369945"/>
                    <a:gd name="connsiteY3" fmla="*/ 489013 h 489013"/>
                    <a:gd name="connsiteX4" fmla="*/ 0 w 3369945"/>
                    <a:gd name="connsiteY4" fmla="*/ 489013 h 489013"/>
                    <a:gd name="connsiteX0" fmla="*/ 0 w 3369945"/>
                    <a:gd name="connsiteY0" fmla="*/ 501163 h 501163"/>
                    <a:gd name="connsiteX1" fmla="*/ 0 w 3369945"/>
                    <a:gd name="connsiteY1" fmla="*/ 329713 h 501163"/>
                    <a:gd name="connsiteX2" fmla="*/ 3362936 w 3369945"/>
                    <a:gd name="connsiteY2" fmla="*/ 398551 h 501163"/>
                    <a:gd name="connsiteX3" fmla="*/ 3369945 w 3369945"/>
                    <a:gd name="connsiteY3" fmla="*/ 501163 h 501163"/>
                    <a:gd name="connsiteX4" fmla="*/ 0 w 3369945"/>
                    <a:gd name="connsiteY4" fmla="*/ 501163 h 501163"/>
                    <a:gd name="connsiteX0" fmla="*/ 0 w 3369945"/>
                    <a:gd name="connsiteY0" fmla="*/ 478459 h 478459"/>
                    <a:gd name="connsiteX1" fmla="*/ 0 w 3369945"/>
                    <a:gd name="connsiteY1" fmla="*/ 307009 h 478459"/>
                    <a:gd name="connsiteX2" fmla="*/ 3362936 w 3369945"/>
                    <a:gd name="connsiteY2" fmla="*/ 375847 h 478459"/>
                    <a:gd name="connsiteX3" fmla="*/ 3369945 w 3369945"/>
                    <a:gd name="connsiteY3" fmla="*/ 478459 h 478459"/>
                    <a:gd name="connsiteX4" fmla="*/ 0 w 3369945"/>
                    <a:gd name="connsiteY4" fmla="*/ 478459 h 478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9945" h="478459">
                      <a:moveTo>
                        <a:pt x="0" y="478459"/>
                      </a:moveTo>
                      <a:lnTo>
                        <a:pt x="0" y="307009"/>
                      </a:lnTo>
                      <a:cubicBezTo>
                        <a:pt x="0" y="307009"/>
                        <a:pt x="1601207" y="-427589"/>
                        <a:pt x="3362936" y="375847"/>
                      </a:cubicBezTo>
                      <a:lnTo>
                        <a:pt x="3369945" y="478459"/>
                      </a:lnTo>
                      <a:cubicBezTo>
                        <a:pt x="3369945" y="478459"/>
                        <a:pt x="1547813" y="-459753"/>
                        <a:pt x="0" y="478459"/>
                      </a:cubicBezTo>
                      <a:close/>
                    </a:path>
                  </a:pathLst>
                </a:custGeom>
                <a:solidFill>
                  <a:schemeClr val="accent1">
                    <a:lumMod val="60000"/>
                    <a:lumOff val="40000"/>
                  </a:schemeClr>
                </a:solidFill>
                <a:ln w="38100">
                  <a:noFill/>
                </a:ln>
              </p:spPr>
              <p:txBody>
                <a:bodyPr wrap="square" lIns="91440" tIns="45720" rIns="91440" bIns="45720" rtlCol="0" anchor="ctr">
                  <a:normAutofit/>
                </a:bodyPr>
                <a:lstStyle/>
                <a:p>
                  <a:endParaRPr lang="zh-CN" altLang="en-US" sz="2400" kern="0">
                    <a:solidFill>
                      <a:srgbClr val="FFFFFF"/>
                    </a:solidFill>
                    <a:cs typeface="+mn-ea"/>
                    <a:sym typeface="+mn-lt"/>
                  </a:endParaRPr>
                </a:p>
              </p:txBody>
            </p:sp>
            <p:sp>
              <p:nvSpPr>
                <p:cNvPr id="28" name="iSľídé">
                  <a:extLst>
                    <a:ext uri="{FF2B5EF4-FFF2-40B4-BE49-F238E27FC236}">
                      <a16:creationId xmlns:a16="http://schemas.microsoft.com/office/drawing/2014/main" id="{79D133F3-6396-410E-AD11-40B2A2E1A2C3}"/>
                    </a:ext>
                  </a:extLst>
                </p:cNvPr>
                <p:cNvSpPr/>
                <p:nvPr/>
              </p:nvSpPr>
              <p:spPr>
                <a:xfrm flipH="1" flipV="1">
                  <a:off x="5978507" y="3178627"/>
                  <a:ext cx="5748271" cy="977861"/>
                </a:xfrm>
                <a:custGeom>
                  <a:avLst/>
                  <a:gdLst>
                    <a:gd name="connsiteX0" fmla="*/ 0 w 1714500"/>
                    <a:gd name="connsiteY0" fmla="*/ 448169 h 657225"/>
                    <a:gd name="connsiteX1" fmla="*/ 0 w 1714500"/>
                    <a:gd name="connsiteY1" fmla="*/ 662482 h 657225"/>
                    <a:gd name="connsiteX2" fmla="*/ 1714500 w 1714500"/>
                    <a:gd name="connsiteY2" fmla="*/ 494 h 657225"/>
                    <a:gd name="connsiteX3" fmla="*/ 0 w 1714500"/>
                    <a:gd name="connsiteY3" fmla="*/ 448169 h 657225"/>
                  </a:gdLst>
                  <a:ahLst/>
                  <a:cxnLst>
                    <a:cxn ang="0">
                      <a:pos x="connsiteX0" y="connsiteY0"/>
                    </a:cxn>
                    <a:cxn ang="0">
                      <a:pos x="connsiteX1" y="connsiteY1"/>
                    </a:cxn>
                    <a:cxn ang="0">
                      <a:pos x="connsiteX2" y="connsiteY2"/>
                    </a:cxn>
                    <a:cxn ang="0">
                      <a:pos x="connsiteX3" y="connsiteY3"/>
                    </a:cxn>
                  </a:cxnLst>
                  <a:rect l="l" t="t" r="r" b="b"/>
                  <a:pathLst>
                    <a:path w="1714500" h="657225">
                      <a:moveTo>
                        <a:pt x="0" y="448169"/>
                      </a:moveTo>
                      <a:lnTo>
                        <a:pt x="0" y="662482"/>
                      </a:lnTo>
                      <a:cubicBezTo>
                        <a:pt x="0" y="662482"/>
                        <a:pt x="704850" y="62407"/>
                        <a:pt x="1714500" y="494"/>
                      </a:cubicBezTo>
                      <a:cubicBezTo>
                        <a:pt x="1714500" y="494"/>
                        <a:pt x="733425" y="-32843"/>
                        <a:pt x="0" y="448169"/>
                      </a:cubicBezTo>
                      <a:close/>
                    </a:path>
                  </a:pathLst>
                </a:custGeom>
                <a:solidFill>
                  <a:schemeClr val="bg1">
                    <a:lumMod val="85000"/>
                    <a:alpha val="29000"/>
                  </a:schemeClr>
                </a:solidFill>
                <a:ln w="9525" cap="flat">
                  <a:noFill/>
                  <a:prstDash val="solid"/>
                  <a:miter/>
                </a:ln>
              </p:spPr>
              <p:txBody>
                <a:bodyPr wrap="square" lIns="91440" tIns="45720" rIns="91440" bIns="45720" rtlCol="0" anchor="ctr">
                  <a:normAutofit/>
                </a:bodyPr>
                <a:lstStyle/>
                <a:p>
                  <a:endParaRPr lang="zh-CN" altLang="en-US">
                    <a:cs typeface="+mn-ea"/>
                    <a:sym typeface="+mn-lt"/>
                  </a:endParaRPr>
                </a:p>
              </p:txBody>
            </p:sp>
          </p:grpSp>
          <p:grpSp>
            <p:nvGrpSpPr>
              <p:cNvPr id="5" name="í$ľiḑê">
                <a:extLst>
                  <a:ext uri="{FF2B5EF4-FFF2-40B4-BE49-F238E27FC236}">
                    <a16:creationId xmlns:a16="http://schemas.microsoft.com/office/drawing/2014/main" id="{1B8F2836-FE26-403C-85E1-3F22A27419D8}"/>
                  </a:ext>
                </a:extLst>
              </p:cNvPr>
              <p:cNvGrpSpPr/>
              <p:nvPr/>
            </p:nvGrpSpPr>
            <p:grpSpPr>
              <a:xfrm>
                <a:off x="1616168" y="2273499"/>
                <a:ext cx="2114492" cy="2456226"/>
                <a:chOff x="1708208" y="2746987"/>
                <a:chExt cx="2114492" cy="2456226"/>
              </a:xfrm>
            </p:grpSpPr>
            <p:sp>
              <p:nvSpPr>
                <p:cNvPr id="24" name="iṣļîdé">
                  <a:extLst>
                    <a:ext uri="{FF2B5EF4-FFF2-40B4-BE49-F238E27FC236}">
                      <a16:creationId xmlns:a16="http://schemas.microsoft.com/office/drawing/2014/main" id="{055A92E4-0716-4441-A76A-71B0972C6029}"/>
                    </a:ext>
                  </a:extLst>
                </p:cNvPr>
                <p:cNvSpPr/>
                <p:nvPr/>
              </p:nvSpPr>
              <p:spPr bwMode="auto">
                <a:xfrm>
                  <a:off x="1708208" y="2746987"/>
                  <a:ext cx="2114492" cy="2456226"/>
                </a:xfrm>
                <a:custGeom>
                  <a:avLst/>
                  <a:gdLst>
                    <a:gd name="T0" fmla="*/ 495 w 990"/>
                    <a:gd name="T1" fmla="*/ 1150 h 1150"/>
                    <a:gd name="T2" fmla="*/ 0 w 990"/>
                    <a:gd name="T3" fmla="*/ 903 h 1150"/>
                    <a:gd name="T4" fmla="*/ 0 w 990"/>
                    <a:gd name="T5" fmla="*/ 247 h 1150"/>
                    <a:gd name="T6" fmla="*/ 495 w 990"/>
                    <a:gd name="T7" fmla="*/ 0 h 1150"/>
                    <a:gd name="T8" fmla="*/ 990 w 990"/>
                    <a:gd name="T9" fmla="*/ 247 h 1150"/>
                    <a:gd name="T10" fmla="*/ 990 w 990"/>
                    <a:gd name="T11" fmla="*/ 903 h 1150"/>
                    <a:gd name="T12" fmla="*/ 495 w 990"/>
                    <a:gd name="T13" fmla="*/ 1150 h 1150"/>
                  </a:gdLst>
                  <a:ahLst/>
                  <a:cxnLst>
                    <a:cxn ang="0">
                      <a:pos x="T0" y="T1"/>
                    </a:cxn>
                    <a:cxn ang="0">
                      <a:pos x="T2" y="T3"/>
                    </a:cxn>
                    <a:cxn ang="0">
                      <a:pos x="T4" y="T5"/>
                    </a:cxn>
                    <a:cxn ang="0">
                      <a:pos x="T6" y="T7"/>
                    </a:cxn>
                    <a:cxn ang="0">
                      <a:pos x="T8" y="T9"/>
                    </a:cxn>
                    <a:cxn ang="0">
                      <a:pos x="T10" y="T11"/>
                    </a:cxn>
                    <a:cxn ang="0">
                      <a:pos x="T12" y="T13"/>
                    </a:cxn>
                  </a:cxnLst>
                  <a:rect l="0" t="0" r="r" b="b"/>
                  <a:pathLst>
                    <a:path w="990" h="1150">
                      <a:moveTo>
                        <a:pt x="495" y="1150"/>
                      </a:moveTo>
                      <a:lnTo>
                        <a:pt x="0" y="903"/>
                      </a:lnTo>
                      <a:lnTo>
                        <a:pt x="0" y="247"/>
                      </a:lnTo>
                      <a:lnTo>
                        <a:pt x="495" y="0"/>
                      </a:lnTo>
                      <a:lnTo>
                        <a:pt x="990" y="247"/>
                      </a:lnTo>
                      <a:lnTo>
                        <a:pt x="990" y="903"/>
                      </a:lnTo>
                      <a:lnTo>
                        <a:pt x="495" y="1150"/>
                      </a:lnTo>
                      <a:close/>
                    </a:path>
                  </a:pathLst>
                </a:custGeom>
                <a:solidFill>
                  <a:schemeClr val="bg1"/>
                </a:solidFill>
                <a:ln w="76200">
                  <a:solidFill>
                    <a:schemeClr val="bg1">
                      <a:lumMod val="95000"/>
                    </a:schemeClr>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solidFill>
                      <a:schemeClr val="lt1"/>
                    </a:solidFill>
                    <a:cs typeface="+mn-ea"/>
                    <a:sym typeface="+mn-lt"/>
                  </a:endParaRPr>
                </a:p>
              </p:txBody>
            </p:sp>
            <p:sp>
              <p:nvSpPr>
                <p:cNvPr id="25" name="iṧļíďè">
                  <a:extLst>
                    <a:ext uri="{FF2B5EF4-FFF2-40B4-BE49-F238E27FC236}">
                      <a16:creationId xmlns:a16="http://schemas.microsoft.com/office/drawing/2014/main" id="{5242A518-A90A-4CC7-A151-266BDC0DDDB6}"/>
                    </a:ext>
                  </a:extLst>
                </p:cNvPr>
                <p:cNvSpPr/>
                <p:nvPr/>
              </p:nvSpPr>
              <p:spPr bwMode="auto">
                <a:xfrm>
                  <a:off x="1911407" y="2983026"/>
                  <a:ext cx="1708094" cy="1984148"/>
                </a:xfrm>
                <a:custGeom>
                  <a:avLst/>
                  <a:gdLst>
                    <a:gd name="T0" fmla="*/ 495 w 990"/>
                    <a:gd name="T1" fmla="*/ 1150 h 1150"/>
                    <a:gd name="T2" fmla="*/ 0 w 990"/>
                    <a:gd name="T3" fmla="*/ 903 h 1150"/>
                    <a:gd name="T4" fmla="*/ 0 w 990"/>
                    <a:gd name="T5" fmla="*/ 247 h 1150"/>
                    <a:gd name="T6" fmla="*/ 495 w 990"/>
                    <a:gd name="T7" fmla="*/ 0 h 1150"/>
                    <a:gd name="T8" fmla="*/ 990 w 990"/>
                    <a:gd name="T9" fmla="*/ 247 h 1150"/>
                    <a:gd name="T10" fmla="*/ 990 w 990"/>
                    <a:gd name="T11" fmla="*/ 903 h 1150"/>
                    <a:gd name="T12" fmla="*/ 495 w 990"/>
                    <a:gd name="T13" fmla="*/ 1150 h 1150"/>
                  </a:gdLst>
                  <a:ahLst/>
                  <a:cxnLst>
                    <a:cxn ang="0">
                      <a:pos x="T0" y="T1"/>
                    </a:cxn>
                    <a:cxn ang="0">
                      <a:pos x="T2" y="T3"/>
                    </a:cxn>
                    <a:cxn ang="0">
                      <a:pos x="T4" y="T5"/>
                    </a:cxn>
                    <a:cxn ang="0">
                      <a:pos x="T6" y="T7"/>
                    </a:cxn>
                    <a:cxn ang="0">
                      <a:pos x="T8" y="T9"/>
                    </a:cxn>
                    <a:cxn ang="0">
                      <a:pos x="T10" y="T11"/>
                    </a:cxn>
                    <a:cxn ang="0">
                      <a:pos x="T12" y="T13"/>
                    </a:cxn>
                  </a:cxnLst>
                  <a:rect l="0" t="0" r="r" b="b"/>
                  <a:pathLst>
                    <a:path w="990" h="1150">
                      <a:moveTo>
                        <a:pt x="495" y="1150"/>
                      </a:moveTo>
                      <a:lnTo>
                        <a:pt x="0" y="903"/>
                      </a:lnTo>
                      <a:lnTo>
                        <a:pt x="0" y="247"/>
                      </a:lnTo>
                      <a:lnTo>
                        <a:pt x="495" y="0"/>
                      </a:lnTo>
                      <a:lnTo>
                        <a:pt x="990" y="247"/>
                      </a:lnTo>
                      <a:lnTo>
                        <a:pt x="990" y="903"/>
                      </a:lnTo>
                      <a:lnTo>
                        <a:pt x="495" y="1150"/>
                      </a:lnTo>
                      <a:close/>
                    </a:path>
                  </a:pathLst>
                </a:custGeom>
                <a:solidFill>
                  <a:srgbClr val="AE3637"/>
                </a:solidFill>
                <a:ln w="76200">
                  <a:no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solidFill>
                      <a:schemeClr val="lt1"/>
                    </a:solidFill>
                    <a:cs typeface="+mn-ea"/>
                    <a:sym typeface="+mn-lt"/>
                  </a:endParaRPr>
                </a:p>
              </p:txBody>
            </p:sp>
          </p:grpSp>
          <p:grpSp>
            <p:nvGrpSpPr>
              <p:cNvPr id="6" name="ïṡḷide">
                <a:extLst>
                  <a:ext uri="{FF2B5EF4-FFF2-40B4-BE49-F238E27FC236}">
                    <a16:creationId xmlns:a16="http://schemas.microsoft.com/office/drawing/2014/main" id="{F40E8047-7DF9-4053-8338-E7230903F07F}"/>
                  </a:ext>
                </a:extLst>
              </p:cNvPr>
              <p:cNvGrpSpPr/>
              <p:nvPr/>
            </p:nvGrpSpPr>
            <p:grpSpPr>
              <a:xfrm>
                <a:off x="4757457" y="1692478"/>
                <a:ext cx="2677086" cy="3109744"/>
                <a:chOff x="1708208" y="2746987"/>
                <a:chExt cx="2114492" cy="2456226"/>
              </a:xfrm>
            </p:grpSpPr>
            <p:sp>
              <p:nvSpPr>
                <p:cNvPr id="22" name="îṥḻîde">
                  <a:extLst>
                    <a:ext uri="{FF2B5EF4-FFF2-40B4-BE49-F238E27FC236}">
                      <a16:creationId xmlns:a16="http://schemas.microsoft.com/office/drawing/2014/main" id="{8404BE4C-59B6-49F8-B689-7F86D7EB6CC1}"/>
                    </a:ext>
                  </a:extLst>
                </p:cNvPr>
                <p:cNvSpPr/>
                <p:nvPr/>
              </p:nvSpPr>
              <p:spPr bwMode="auto">
                <a:xfrm>
                  <a:off x="1708208" y="2746987"/>
                  <a:ext cx="2114492" cy="2456226"/>
                </a:xfrm>
                <a:custGeom>
                  <a:avLst/>
                  <a:gdLst>
                    <a:gd name="T0" fmla="*/ 495 w 990"/>
                    <a:gd name="T1" fmla="*/ 1150 h 1150"/>
                    <a:gd name="T2" fmla="*/ 0 w 990"/>
                    <a:gd name="T3" fmla="*/ 903 h 1150"/>
                    <a:gd name="T4" fmla="*/ 0 w 990"/>
                    <a:gd name="T5" fmla="*/ 247 h 1150"/>
                    <a:gd name="T6" fmla="*/ 495 w 990"/>
                    <a:gd name="T7" fmla="*/ 0 h 1150"/>
                    <a:gd name="T8" fmla="*/ 990 w 990"/>
                    <a:gd name="T9" fmla="*/ 247 h 1150"/>
                    <a:gd name="T10" fmla="*/ 990 w 990"/>
                    <a:gd name="T11" fmla="*/ 903 h 1150"/>
                    <a:gd name="T12" fmla="*/ 495 w 990"/>
                    <a:gd name="T13" fmla="*/ 1150 h 1150"/>
                  </a:gdLst>
                  <a:ahLst/>
                  <a:cxnLst>
                    <a:cxn ang="0">
                      <a:pos x="T0" y="T1"/>
                    </a:cxn>
                    <a:cxn ang="0">
                      <a:pos x="T2" y="T3"/>
                    </a:cxn>
                    <a:cxn ang="0">
                      <a:pos x="T4" y="T5"/>
                    </a:cxn>
                    <a:cxn ang="0">
                      <a:pos x="T6" y="T7"/>
                    </a:cxn>
                    <a:cxn ang="0">
                      <a:pos x="T8" y="T9"/>
                    </a:cxn>
                    <a:cxn ang="0">
                      <a:pos x="T10" y="T11"/>
                    </a:cxn>
                    <a:cxn ang="0">
                      <a:pos x="T12" y="T13"/>
                    </a:cxn>
                  </a:cxnLst>
                  <a:rect l="0" t="0" r="r" b="b"/>
                  <a:pathLst>
                    <a:path w="990" h="1150">
                      <a:moveTo>
                        <a:pt x="495" y="1150"/>
                      </a:moveTo>
                      <a:lnTo>
                        <a:pt x="0" y="903"/>
                      </a:lnTo>
                      <a:lnTo>
                        <a:pt x="0" y="247"/>
                      </a:lnTo>
                      <a:lnTo>
                        <a:pt x="495" y="0"/>
                      </a:lnTo>
                      <a:lnTo>
                        <a:pt x="990" y="247"/>
                      </a:lnTo>
                      <a:lnTo>
                        <a:pt x="990" y="903"/>
                      </a:lnTo>
                      <a:lnTo>
                        <a:pt x="495" y="1150"/>
                      </a:lnTo>
                      <a:close/>
                    </a:path>
                  </a:pathLst>
                </a:custGeom>
                <a:solidFill>
                  <a:schemeClr val="bg1"/>
                </a:solidFill>
                <a:ln w="76200">
                  <a:solidFill>
                    <a:schemeClr val="bg1">
                      <a:lumMod val="95000"/>
                    </a:schemeClr>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solidFill>
                      <a:schemeClr val="lt1"/>
                    </a:solidFill>
                    <a:cs typeface="+mn-ea"/>
                    <a:sym typeface="+mn-lt"/>
                  </a:endParaRPr>
                </a:p>
              </p:txBody>
            </p:sp>
            <p:sp>
              <p:nvSpPr>
                <p:cNvPr id="23" name="ïṥļiďe">
                  <a:extLst>
                    <a:ext uri="{FF2B5EF4-FFF2-40B4-BE49-F238E27FC236}">
                      <a16:creationId xmlns:a16="http://schemas.microsoft.com/office/drawing/2014/main" id="{981ED038-2A06-471B-B5F4-5E823EA60B39}"/>
                    </a:ext>
                  </a:extLst>
                </p:cNvPr>
                <p:cNvSpPr/>
                <p:nvPr/>
              </p:nvSpPr>
              <p:spPr bwMode="auto">
                <a:xfrm>
                  <a:off x="1911407" y="2983026"/>
                  <a:ext cx="1708094" cy="1984148"/>
                </a:xfrm>
                <a:custGeom>
                  <a:avLst/>
                  <a:gdLst>
                    <a:gd name="T0" fmla="*/ 495 w 990"/>
                    <a:gd name="T1" fmla="*/ 1150 h 1150"/>
                    <a:gd name="T2" fmla="*/ 0 w 990"/>
                    <a:gd name="T3" fmla="*/ 903 h 1150"/>
                    <a:gd name="T4" fmla="*/ 0 w 990"/>
                    <a:gd name="T5" fmla="*/ 247 h 1150"/>
                    <a:gd name="T6" fmla="*/ 495 w 990"/>
                    <a:gd name="T7" fmla="*/ 0 h 1150"/>
                    <a:gd name="T8" fmla="*/ 990 w 990"/>
                    <a:gd name="T9" fmla="*/ 247 h 1150"/>
                    <a:gd name="T10" fmla="*/ 990 w 990"/>
                    <a:gd name="T11" fmla="*/ 903 h 1150"/>
                    <a:gd name="T12" fmla="*/ 495 w 990"/>
                    <a:gd name="T13" fmla="*/ 1150 h 1150"/>
                  </a:gdLst>
                  <a:ahLst/>
                  <a:cxnLst>
                    <a:cxn ang="0">
                      <a:pos x="T0" y="T1"/>
                    </a:cxn>
                    <a:cxn ang="0">
                      <a:pos x="T2" y="T3"/>
                    </a:cxn>
                    <a:cxn ang="0">
                      <a:pos x="T4" y="T5"/>
                    </a:cxn>
                    <a:cxn ang="0">
                      <a:pos x="T6" y="T7"/>
                    </a:cxn>
                    <a:cxn ang="0">
                      <a:pos x="T8" y="T9"/>
                    </a:cxn>
                    <a:cxn ang="0">
                      <a:pos x="T10" y="T11"/>
                    </a:cxn>
                    <a:cxn ang="0">
                      <a:pos x="T12" y="T13"/>
                    </a:cxn>
                  </a:cxnLst>
                  <a:rect l="0" t="0" r="r" b="b"/>
                  <a:pathLst>
                    <a:path w="990" h="1150">
                      <a:moveTo>
                        <a:pt x="495" y="1150"/>
                      </a:moveTo>
                      <a:lnTo>
                        <a:pt x="0" y="903"/>
                      </a:lnTo>
                      <a:lnTo>
                        <a:pt x="0" y="247"/>
                      </a:lnTo>
                      <a:lnTo>
                        <a:pt x="495" y="0"/>
                      </a:lnTo>
                      <a:lnTo>
                        <a:pt x="990" y="247"/>
                      </a:lnTo>
                      <a:lnTo>
                        <a:pt x="990" y="903"/>
                      </a:lnTo>
                      <a:lnTo>
                        <a:pt x="495" y="1150"/>
                      </a:lnTo>
                      <a:close/>
                    </a:path>
                  </a:pathLst>
                </a:custGeom>
                <a:solidFill>
                  <a:srgbClr val="AE3637"/>
                </a:solidFill>
                <a:ln w="76200">
                  <a:no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solidFill>
                      <a:schemeClr val="lt1"/>
                    </a:solidFill>
                    <a:cs typeface="+mn-ea"/>
                    <a:sym typeface="+mn-lt"/>
                  </a:endParaRPr>
                </a:p>
              </p:txBody>
            </p:sp>
          </p:grpSp>
          <p:grpSp>
            <p:nvGrpSpPr>
              <p:cNvPr id="7" name="iśḻíḋê">
                <a:extLst>
                  <a:ext uri="{FF2B5EF4-FFF2-40B4-BE49-F238E27FC236}">
                    <a16:creationId xmlns:a16="http://schemas.microsoft.com/office/drawing/2014/main" id="{074F37B5-C74A-44F4-A34B-16EF9178012A}"/>
                  </a:ext>
                </a:extLst>
              </p:cNvPr>
              <p:cNvGrpSpPr/>
              <p:nvPr/>
            </p:nvGrpSpPr>
            <p:grpSpPr>
              <a:xfrm>
                <a:off x="8461340" y="2273499"/>
                <a:ext cx="2114492" cy="2456226"/>
                <a:chOff x="1708208" y="2746987"/>
                <a:chExt cx="2114492" cy="2456226"/>
              </a:xfrm>
            </p:grpSpPr>
            <p:sp>
              <p:nvSpPr>
                <p:cNvPr id="20" name="işľiḋê">
                  <a:extLst>
                    <a:ext uri="{FF2B5EF4-FFF2-40B4-BE49-F238E27FC236}">
                      <a16:creationId xmlns:a16="http://schemas.microsoft.com/office/drawing/2014/main" id="{ED31A5B7-35AA-4F9B-BE1F-BCACF7433947}"/>
                    </a:ext>
                  </a:extLst>
                </p:cNvPr>
                <p:cNvSpPr/>
                <p:nvPr/>
              </p:nvSpPr>
              <p:spPr bwMode="auto">
                <a:xfrm>
                  <a:off x="1708208" y="2746987"/>
                  <a:ext cx="2114492" cy="2456226"/>
                </a:xfrm>
                <a:custGeom>
                  <a:avLst/>
                  <a:gdLst>
                    <a:gd name="T0" fmla="*/ 495 w 990"/>
                    <a:gd name="T1" fmla="*/ 1150 h 1150"/>
                    <a:gd name="T2" fmla="*/ 0 w 990"/>
                    <a:gd name="T3" fmla="*/ 903 h 1150"/>
                    <a:gd name="T4" fmla="*/ 0 w 990"/>
                    <a:gd name="T5" fmla="*/ 247 h 1150"/>
                    <a:gd name="T6" fmla="*/ 495 w 990"/>
                    <a:gd name="T7" fmla="*/ 0 h 1150"/>
                    <a:gd name="T8" fmla="*/ 990 w 990"/>
                    <a:gd name="T9" fmla="*/ 247 h 1150"/>
                    <a:gd name="T10" fmla="*/ 990 w 990"/>
                    <a:gd name="T11" fmla="*/ 903 h 1150"/>
                    <a:gd name="T12" fmla="*/ 495 w 990"/>
                    <a:gd name="T13" fmla="*/ 1150 h 1150"/>
                  </a:gdLst>
                  <a:ahLst/>
                  <a:cxnLst>
                    <a:cxn ang="0">
                      <a:pos x="T0" y="T1"/>
                    </a:cxn>
                    <a:cxn ang="0">
                      <a:pos x="T2" y="T3"/>
                    </a:cxn>
                    <a:cxn ang="0">
                      <a:pos x="T4" y="T5"/>
                    </a:cxn>
                    <a:cxn ang="0">
                      <a:pos x="T6" y="T7"/>
                    </a:cxn>
                    <a:cxn ang="0">
                      <a:pos x="T8" y="T9"/>
                    </a:cxn>
                    <a:cxn ang="0">
                      <a:pos x="T10" y="T11"/>
                    </a:cxn>
                    <a:cxn ang="0">
                      <a:pos x="T12" y="T13"/>
                    </a:cxn>
                  </a:cxnLst>
                  <a:rect l="0" t="0" r="r" b="b"/>
                  <a:pathLst>
                    <a:path w="990" h="1150">
                      <a:moveTo>
                        <a:pt x="495" y="1150"/>
                      </a:moveTo>
                      <a:lnTo>
                        <a:pt x="0" y="903"/>
                      </a:lnTo>
                      <a:lnTo>
                        <a:pt x="0" y="247"/>
                      </a:lnTo>
                      <a:lnTo>
                        <a:pt x="495" y="0"/>
                      </a:lnTo>
                      <a:lnTo>
                        <a:pt x="990" y="247"/>
                      </a:lnTo>
                      <a:lnTo>
                        <a:pt x="990" y="903"/>
                      </a:lnTo>
                      <a:lnTo>
                        <a:pt x="495" y="1150"/>
                      </a:lnTo>
                      <a:close/>
                    </a:path>
                  </a:pathLst>
                </a:custGeom>
                <a:solidFill>
                  <a:schemeClr val="bg1"/>
                </a:solidFill>
                <a:ln w="76200">
                  <a:solidFill>
                    <a:schemeClr val="bg1">
                      <a:lumMod val="95000"/>
                    </a:schemeClr>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solidFill>
                      <a:schemeClr val="lt1"/>
                    </a:solidFill>
                    <a:cs typeface="+mn-ea"/>
                    <a:sym typeface="+mn-lt"/>
                  </a:endParaRPr>
                </a:p>
              </p:txBody>
            </p:sp>
            <p:sp>
              <p:nvSpPr>
                <p:cNvPr id="21" name="í$ļide">
                  <a:extLst>
                    <a:ext uri="{FF2B5EF4-FFF2-40B4-BE49-F238E27FC236}">
                      <a16:creationId xmlns:a16="http://schemas.microsoft.com/office/drawing/2014/main" id="{90DAA6DA-C586-4413-BB3A-930B3B4DD190}"/>
                    </a:ext>
                  </a:extLst>
                </p:cNvPr>
                <p:cNvSpPr/>
                <p:nvPr/>
              </p:nvSpPr>
              <p:spPr bwMode="auto">
                <a:xfrm>
                  <a:off x="1911407" y="2983026"/>
                  <a:ext cx="1708094" cy="1984148"/>
                </a:xfrm>
                <a:custGeom>
                  <a:avLst/>
                  <a:gdLst>
                    <a:gd name="T0" fmla="*/ 495 w 990"/>
                    <a:gd name="T1" fmla="*/ 1150 h 1150"/>
                    <a:gd name="T2" fmla="*/ 0 w 990"/>
                    <a:gd name="T3" fmla="*/ 903 h 1150"/>
                    <a:gd name="T4" fmla="*/ 0 w 990"/>
                    <a:gd name="T5" fmla="*/ 247 h 1150"/>
                    <a:gd name="T6" fmla="*/ 495 w 990"/>
                    <a:gd name="T7" fmla="*/ 0 h 1150"/>
                    <a:gd name="T8" fmla="*/ 990 w 990"/>
                    <a:gd name="T9" fmla="*/ 247 h 1150"/>
                    <a:gd name="T10" fmla="*/ 990 w 990"/>
                    <a:gd name="T11" fmla="*/ 903 h 1150"/>
                    <a:gd name="T12" fmla="*/ 495 w 990"/>
                    <a:gd name="T13" fmla="*/ 1150 h 1150"/>
                  </a:gdLst>
                  <a:ahLst/>
                  <a:cxnLst>
                    <a:cxn ang="0">
                      <a:pos x="T0" y="T1"/>
                    </a:cxn>
                    <a:cxn ang="0">
                      <a:pos x="T2" y="T3"/>
                    </a:cxn>
                    <a:cxn ang="0">
                      <a:pos x="T4" y="T5"/>
                    </a:cxn>
                    <a:cxn ang="0">
                      <a:pos x="T6" y="T7"/>
                    </a:cxn>
                    <a:cxn ang="0">
                      <a:pos x="T8" y="T9"/>
                    </a:cxn>
                    <a:cxn ang="0">
                      <a:pos x="T10" y="T11"/>
                    </a:cxn>
                    <a:cxn ang="0">
                      <a:pos x="T12" y="T13"/>
                    </a:cxn>
                  </a:cxnLst>
                  <a:rect l="0" t="0" r="r" b="b"/>
                  <a:pathLst>
                    <a:path w="990" h="1150">
                      <a:moveTo>
                        <a:pt x="495" y="1150"/>
                      </a:moveTo>
                      <a:lnTo>
                        <a:pt x="0" y="903"/>
                      </a:lnTo>
                      <a:lnTo>
                        <a:pt x="0" y="247"/>
                      </a:lnTo>
                      <a:lnTo>
                        <a:pt x="495" y="0"/>
                      </a:lnTo>
                      <a:lnTo>
                        <a:pt x="990" y="247"/>
                      </a:lnTo>
                      <a:lnTo>
                        <a:pt x="990" y="903"/>
                      </a:lnTo>
                      <a:lnTo>
                        <a:pt x="495" y="1150"/>
                      </a:lnTo>
                      <a:close/>
                    </a:path>
                  </a:pathLst>
                </a:custGeom>
                <a:solidFill>
                  <a:srgbClr val="AE3637"/>
                </a:solidFill>
                <a:ln w="76200">
                  <a:no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solidFill>
                      <a:schemeClr val="lt1"/>
                    </a:solidFill>
                    <a:cs typeface="+mn-ea"/>
                    <a:sym typeface="+mn-lt"/>
                  </a:endParaRPr>
                </a:p>
              </p:txBody>
            </p:sp>
          </p:grpSp>
          <p:sp>
            <p:nvSpPr>
              <p:cNvPr id="8" name="ïśḷîḋê">
                <a:extLst>
                  <a:ext uri="{FF2B5EF4-FFF2-40B4-BE49-F238E27FC236}">
                    <a16:creationId xmlns:a16="http://schemas.microsoft.com/office/drawing/2014/main" id="{F81279A5-FC70-40C2-89BA-E1CABECF4CC1}"/>
                  </a:ext>
                </a:extLst>
              </p:cNvPr>
              <p:cNvSpPr/>
              <p:nvPr/>
            </p:nvSpPr>
            <p:spPr bwMode="auto">
              <a:xfrm>
                <a:off x="1819367" y="1642604"/>
                <a:ext cx="1708819" cy="512875"/>
              </a:xfrm>
              <a:prstGeom prst="rect">
                <a:avLst/>
              </a:prstGeom>
              <a:noFill/>
              <a:ln>
                <a:noFill/>
              </a:ln>
            </p:spPr>
            <p:txBody>
              <a:bodyPr vert="horz" wrap="square" lIns="91440" tIns="45720" rIns="91440" bIns="45720" anchor="ctr" anchorCtr="1" compatLnSpc="1">
                <a:prstTxWarp prst="textNoShape">
                  <a:avLst/>
                </a:prstTxWarp>
                <a:normAutofit/>
              </a:bodyPr>
              <a:lstStyle/>
              <a:p>
                <a:pPr algn="ctr"/>
                <a:r>
                  <a:rPr lang="en-US" altLang="zh-CN" sz="1600" b="1" dirty="0">
                    <a:cs typeface="+mn-ea"/>
                    <a:sym typeface="+mn-lt"/>
                  </a:rPr>
                  <a:t>COO</a:t>
                </a:r>
                <a:endParaRPr lang="zh-CN" altLang="en-US" sz="1600" b="1" dirty="0">
                  <a:cs typeface="+mn-ea"/>
                  <a:sym typeface="+mn-lt"/>
                </a:endParaRPr>
              </a:p>
            </p:txBody>
          </p:sp>
          <p:sp>
            <p:nvSpPr>
              <p:cNvPr id="9" name="ïṩḷíḑè">
                <a:extLst>
                  <a:ext uri="{FF2B5EF4-FFF2-40B4-BE49-F238E27FC236}">
                    <a16:creationId xmlns:a16="http://schemas.microsoft.com/office/drawing/2014/main" id="{D3B19358-33FD-4E94-A22B-448D5BA10320}"/>
                  </a:ext>
                </a:extLst>
              </p:cNvPr>
              <p:cNvSpPr/>
              <p:nvPr/>
            </p:nvSpPr>
            <p:spPr bwMode="auto">
              <a:xfrm>
                <a:off x="5274647" y="1121911"/>
                <a:ext cx="1708819" cy="512875"/>
              </a:xfrm>
              <a:prstGeom prst="rect">
                <a:avLst/>
              </a:prstGeom>
              <a:noFill/>
              <a:ln>
                <a:noFill/>
              </a:ln>
            </p:spPr>
            <p:txBody>
              <a:bodyPr vert="horz" wrap="square" lIns="91440" tIns="45720" rIns="91440" bIns="45720" anchor="ctr" anchorCtr="1" compatLnSpc="1">
                <a:prstTxWarp prst="textNoShape">
                  <a:avLst/>
                </a:prstTxWarp>
                <a:normAutofit/>
              </a:bodyPr>
              <a:lstStyle/>
              <a:p>
                <a:pPr algn="ctr"/>
                <a:r>
                  <a:rPr lang="en-US" altLang="zh-CN" sz="1600" b="1">
                    <a:cs typeface="+mn-ea"/>
                    <a:sym typeface="+mn-lt"/>
                  </a:rPr>
                  <a:t>CEO</a:t>
                </a:r>
                <a:endParaRPr lang="zh-CN" altLang="en-US" sz="1600" b="1" dirty="0">
                  <a:cs typeface="+mn-ea"/>
                  <a:sym typeface="+mn-lt"/>
                </a:endParaRPr>
              </a:p>
            </p:txBody>
          </p:sp>
          <p:sp>
            <p:nvSpPr>
              <p:cNvPr id="10" name="iṥḻíḍé">
                <a:extLst>
                  <a:ext uri="{FF2B5EF4-FFF2-40B4-BE49-F238E27FC236}">
                    <a16:creationId xmlns:a16="http://schemas.microsoft.com/office/drawing/2014/main" id="{52E95E6C-0FCB-4C69-A5C9-E185349C733E}"/>
                  </a:ext>
                </a:extLst>
              </p:cNvPr>
              <p:cNvSpPr/>
              <p:nvPr/>
            </p:nvSpPr>
            <p:spPr bwMode="auto">
              <a:xfrm>
                <a:off x="8663814" y="1642604"/>
                <a:ext cx="1708819" cy="512875"/>
              </a:xfrm>
              <a:prstGeom prst="rect">
                <a:avLst/>
              </a:prstGeom>
              <a:noFill/>
              <a:ln>
                <a:noFill/>
              </a:ln>
            </p:spPr>
            <p:txBody>
              <a:bodyPr vert="horz" wrap="square" lIns="91440" tIns="45720" rIns="91440" bIns="45720" anchor="ctr" anchorCtr="1" compatLnSpc="1">
                <a:prstTxWarp prst="textNoShape">
                  <a:avLst/>
                </a:prstTxWarp>
                <a:normAutofit/>
              </a:bodyPr>
              <a:lstStyle/>
              <a:p>
                <a:pPr algn="ctr"/>
                <a:r>
                  <a:rPr lang="en-US" altLang="zh-CN" sz="1600" b="1">
                    <a:cs typeface="+mn-ea"/>
                    <a:sym typeface="+mn-lt"/>
                  </a:rPr>
                  <a:t>CTO</a:t>
                </a:r>
                <a:endParaRPr lang="zh-CN" altLang="en-US" sz="1600" b="1" dirty="0">
                  <a:cs typeface="+mn-ea"/>
                  <a:sym typeface="+mn-lt"/>
                </a:endParaRPr>
              </a:p>
            </p:txBody>
          </p:sp>
          <p:sp>
            <p:nvSpPr>
              <p:cNvPr id="19" name="išľîdé">
                <a:extLst>
                  <a:ext uri="{FF2B5EF4-FFF2-40B4-BE49-F238E27FC236}">
                    <a16:creationId xmlns:a16="http://schemas.microsoft.com/office/drawing/2014/main" id="{19A17217-2AB9-479C-A816-5D3FD3BF8EBE}"/>
                  </a:ext>
                </a:extLst>
              </p:cNvPr>
              <p:cNvSpPr txBox="1"/>
              <p:nvPr/>
            </p:nvSpPr>
            <p:spPr bwMode="auto">
              <a:xfrm>
                <a:off x="1285311" y="4777390"/>
                <a:ext cx="275519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b="1">
                    <a:cs typeface="+mn-ea"/>
                    <a:sym typeface="+mn-lt"/>
                  </a:rPr>
                  <a:t>Text </a:t>
                </a:r>
                <a:r>
                  <a:rPr lang="en-US" altLang="zh-CN" b="1" dirty="0">
                    <a:cs typeface="+mn-ea"/>
                    <a:sym typeface="+mn-lt"/>
                  </a:rPr>
                  <a:t>here</a:t>
                </a:r>
              </a:p>
            </p:txBody>
          </p:sp>
          <p:sp>
            <p:nvSpPr>
              <p:cNvPr id="17" name="íślîḋè">
                <a:extLst>
                  <a:ext uri="{FF2B5EF4-FFF2-40B4-BE49-F238E27FC236}">
                    <a16:creationId xmlns:a16="http://schemas.microsoft.com/office/drawing/2014/main" id="{AC80BBEA-552F-4F4A-A886-A14E881BFB21}"/>
                  </a:ext>
                </a:extLst>
              </p:cNvPr>
              <p:cNvSpPr txBox="1"/>
              <p:nvPr/>
            </p:nvSpPr>
            <p:spPr bwMode="auto">
              <a:xfrm>
                <a:off x="4751459" y="4777390"/>
                <a:ext cx="275519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b="1">
                    <a:cs typeface="+mn-ea"/>
                    <a:sym typeface="+mn-lt"/>
                  </a:rPr>
                  <a:t>Text </a:t>
                </a:r>
                <a:r>
                  <a:rPr lang="en-US" altLang="zh-CN" b="1" dirty="0">
                    <a:cs typeface="+mn-ea"/>
                    <a:sym typeface="+mn-lt"/>
                  </a:rPr>
                  <a:t>here</a:t>
                </a:r>
              </a:p>
            </p:txBody>
          </p:sp>
          <p:sp>
            <p:nvSpPr>
              <p:cNvPr id="15" name="ïsḷidê">
                <a:extLst>
                  <a:ext uri="{FF2B5EF4-FFF2-40B4-BE49-F238E27FC236}">
                    <a16:creationId xmlns:a16="http://schemas.microsoft.com/office/drawing/2014/main" id="{82F0BF4F-E12F-423B-B0DA-289BC597A15A}"/>
                  </a:ext>
                </a:extLst>
              </p:cNvPr>
              <p:cNvSpPr txBox="1"/>
              <p:nvPr/>
            </p:nvSpPr>
            <p:spPr bwMode="auto">
              <a:xfrm>
                <a:off x="8217607" y="4777390"/>
                <a:ext cx="275519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b="1">
                    <a:cs typeface="+mn-ea"/>
                    <a:sym typeface="+mn-lt"/>
                  </a:rPr>
                  <a:t>Text </a:t>
                </a:r>
                <a:r>
                  <a:rPr lang="en-US" altLang="zh-CN" b="1" dirty="0">
                    <a:cs typeface="+mn-ea"/>
                    <a:sym typeface="+mn-lt"/>
                  </a:rPr>
                  <a:t>here</a:t>
                </a:r>
              </a:p>
            </p:txBody>
          </p:sp>
        </p:grpSp>
        <p:sp>
          <p:nvSpPr>
            <p:cNvPr id="33" name="Freeform 82"/>
            <p:cNvSpPr>
              <a:spLocks noEditPoints="1"/>
            </p:cNvSpPr>
            <p:nvPr/>
          </p:nvSpPr>
          <p:spPr bwMode="auto">
            <a:xfrm>
              <a:off x="5743105" y="2779776"/>
              <a:ext cx="705789" cy="834114"/>
            </a:xfrm>
            <a:custGeom>
              <a:avLst/>
              <a:gdLst/>
              <a:ahLst/>
              <a:cxnLst>
                <a:cxn ang="0">
                  <a:pos x="61" y="26"/>
                </a:cxn>
                <a:cxn ang="0">
                  <a:pos x="61" y="68"/>
                </a:cxn>
                <a:cxn ang="0">
                  <a:pos x="58" y="72"/>
                </a:cxn>
                <a:cxn ang="0">
                  <a:pos x="4" y="72"/>
                </a:cxn>
                <a:cxn ang="0">
                  <a:pos x="0" y="68"/>
                </a:cxn>
                <a:cxn ang="0">
                  <a:pos x="0" y="4"/>
                </a:cxn>
                <a:cxn ang="0">
                  <a:pos x="4" y="0"/>
                </a:cxn>
                <a:cxn ang="0">
                  <a:pos x="36" y="0"/>
                </a:cxn>
                <a:cxn ang="0">
                  <a:pos x="36" y="22"/>
                </a:cxn>
                <a:cxn ang="0">
                  <a:pos x="40" y="26"/>
                </a:cxn>
                <a:cxn ang="0">
                  <a:pos x="61" y="26"/>
                </a:cxn>
                <a:cxn ang="0">
                  <a:pos x="46" y="32"/>
                </a:cxn>
                <a:cxn ang="0">
                  <a:pos x="45" y="31"/>
                </a:cxn>
                <a:cxn ang="0">
                  <a:pos x="16" y="31"/>
                </a:cxn>
                <a:cxn ang="0">
                  <a:pos x="15" y="32"/>
                </a:cxn>
                <a:cxn ang="0">
                  <a:pos x="15" y="35"/>
                </a:cxn>
                <a:cxn ang="0">
                  <a:pos x="16" y="36"/>
                </a:cxn>
                <a:cxn ang="0">
                  <a:pos x="45" y="36"/>
                </a:cxn>
                <a:cxn ang="0">
                  <a:pos x="46" y="35"/>
                </a:cxn>
                <a:cxn ang="0">
                  <a:pos x="46" y="32"/>
                </a:cxn>
                <a:cxn ang="0">
                  <a:pos x="46" y="43"/>
                </a:cxn>
                <a:cxn ang="0">
                  <a:pos x="45" y="41"/>
                </a:cxn>
                <a:cxn ang="0">
                  <a:pos x="16" y="41"/>
                </a:cxn>
                <a:cxn ang="0">
                  <a:pos x="15" y="43"/>
                </a:cxn>
                <a:cxn ang="0">
                  <a:pos x="15" y="45"/>
                </a:cxn>
                <a:cxn ang="0">
                  <a:pos x="16" y="47"/>
                </a:cxn>
                <a:cxn ang="0">
                  <a:pos x="45" y="47"/>
                </a:cxn>
                <a:cxn ang="0">
                  <a:pos x="46" y="45"/>
                </a:cxn>
                <a:cxn ang="0">
                  <a:pos x="46" y="43"/>
                </a:cxn>
                <a:cxn ang="0">
                  <a:pos x="46" y="53"/>
                </a:cxn>
                <a:cxn ang="0">
                  <a:pos x="45" y="52"/>
                </a:cxn>
                <a:cxn ang="0">
                  <a:pos x="16" y="52"/>
                </a:cxn>
                <a:cxn ang="0">
                  <a:pos x="15" y="53"/>
                </a:cxn>
                <a:cxn ang="0">
                  <a:pos x="15" y="56"/>
                </a:cxn>
                <a:cxn ang="0">
                  <a:pos x="16" y="57"/>
                </a:cxn>
                <a:cxn ang="0">
                  <a:pos x="45" y="57"/>
                </a:cxn>
                <a:cxn ang="0">
                  <a:pos x="46" y="56"/>
                </a:cxn>
                <a:cxn ang="0">
                  <a:pos x="46" y="53"/>
                </a:cxn>
                <a:cxn ang="0">
                  <a:pos x="60" y="21"/>
                </a:cxn>
                <a:cxn ang="0">
                  <a:pos x="41" y="21"/>
                </a:cxn>
                <a:cxn ang="0">
                  <a:pos x="41" y="2"/>
                </a:cxn>
                <a:cxn ang="0">
                  <a:pos x="42" y="3"/>
                </a:cxn>
                <a:cxn ang="0">
                  <a:pos x="59" y="19"/>
                </a:cxn>
                <a:cxn ang="0">
                  <a:pos x="60" y="21"/>
                </a:cxn>
              </a:cxnLst>
              <a:rect l="0" t="0" r="r" b="b"/>
              <a:pathLst>
                <a:path w="61" h="72">
                  <a:moveTo>
                    <a:pt x="61" y="26"/>
                  </a:moveTo>
                  <a:cubicBezTo>
                    <a:pt x="61" y="68"/>
                    <a:pt x="61" y="68"/>
                    <a:pt x="61" y="68"/>
                  </a:cubicBezTo>
                  <a:cubicBezTo>
                    <a:pt x="61" y="71"/>
                    <a:pt x="60" y="72"/>
                    <a:pt x="58" y="72"/>
                  </a:cubicBezTo>
                  <a:cubicBezTo>
                    <a:pt x="4" y="72"/>
                    <a:pt x="4" y="72"/>
                    <a:pt x="4" y="72"/>
                  </a:cubicBezTo>
                  <a:cubicBezTo>
                    <a:pt x="1" y="72"/>
                    <a:pt x="0" y="71"/>
                    <a:pt x="0" y="68"/>
                  </a:cubicBezTo>
                  <a:cubicBezTo>
                    <a:pt x="0" y="4"/>
                    <a:pt x="0" y="4"/>
                    <a:pt x="0" y="4"/>
                  </a:cubicBezTo>
                  <a:cubicBezTo>
                    <a:pt x="0" y="2"/>
                    <a:pt x="1" y="0"/>
                    <a:pt x="4" y="0"/>
                  </a:cubicBezTo>
                  <a:cubicBezTo>
                    <a:pt x="36" y="0"/>
                    <a:pt x="36" y="0"/>
                    <a:pt x="36" y="0"/>
                  </a:cubicBezTo>
                  <a:cubicBezTo>
                    <a:pt x="36" y="22"/>
                    <a:pt x="36" y="22"/>
                    <a:pt x="36" y="22"/>
                  </a:cubicBezTo>
                  <a:cubicBezTo>
                    <a:pt x="36" y="24"/>
                    <a:pt x="37" y="26"/>
                    <a:pt x="40" y="26"/>
                  </a:cubicBezTo>
                  <a:lnTo>
                    <a:pt x="61" y="26"/>
                  </a:lnTo>
                  <a:close/>
                  <a:moveTo>
                    <a:pt x="46" y="32"/>
                  </a:moveTo>
                  <a:cubicBezTo>
                    <a:pt x="46" y="32"/>
                    <a:pt x="45" y="31"/>
                    <a:pt x="45" y="31"/>
                  </a:cubicBezTo>
                  <a:cubicBezTo>
                    <a:pt x="16" y="31"/>
                    <a:pt x="16" y="31"/>
                    <a:pt x="16" y="31"/>
                  </a:cubicBezTo>
                  <a:cubicBezTo>
                    <a:pt x="16" y="31"/>
                    <a:pt x="15" y="32"/>
                    <a:pt x="15" y="32"/>
                  </a:cubicBezTo>
                  <a:cubicBezTo>
                    <a:pt x="15" y="35"/>
                    <a:pt x="15" y="35"/>
                    <a:pt x="15" y="35"/>
                  </a:cubicBezTo>
                  <a:cubicBezTo>
                    <a:pt x="15" y="36"/>
                    <a:pt x="16" y="36"/>
                    <a:pt x="16" y="36"/>
                  </a:cubicBezTo>
                  <a:cubicBezTo>
                    <a:pt x="45" y="36"/>
                    <a:pt x="45" y="36"/>
                    <a:pt x="45" y="36"/>
                  </a:cubicBezTo>
                  <a:cubicBezTo>
                    <a:pt x="45" y="36"/>
                    <a:pt x="46" y="36"/>
                    <a:pt x="46" y="35"/>
                  </a:cubicBezTo>
                  <a:lnTo>
                    <a:pt x="46" y="32"/>
                  </a:lnTo>
                  <a:close/>
                  <a:moveTo>
                    <a:pt x="46" y="43"/>
                  </a:moveTo>
                  <a:cubicBezTo>
                    <a:pt x="46" y="42"/>
                    <a:pt x="45" y="41"/>
                    <a:pt x="45" y="41"/>
                  </a:cubicBezTo>
                  <a:cubicBezTo>
                    <a:pt x="16" y="41"/>
                    <a:pt x="16" y="41"/>
                    <a:pt x="16" y="41"/>
                  </a:cubicBezTo>
                  <a:cubicBezTo>
                    <a:pt x="16" y="41"/>
                    <a:pt x="15" y="42"/>
                    <a:pt x="15" y="43"/>
                  </a:cubicBezTo>
                  <a:cubicBezTo>
                    <a:pt x="15" y="45"/>
                    <a:pt x="15" y="45"/>
                    <a:pt x="15" y="45"/>
                  </a:cubicBezTo>
                  <a:cubicBezTo>
                    <a:pt x="15" y="46"/>
                    <a:pt x="16" y="47"/>
                    <a:pt x="16" y="47"/>
                  </a:cubicBezTo>
                  <a:cubicBezTo>
                    <a:pt x="45" y="47"/>
                    <a:pt x="45" y="47"/>
                    <a:pt x="45" y="47"/>
                  </a:cubicBezTo>
                  <a:cubicBezTo>
                    <a:pt x="45" y="47"/>
                    <a:pt x="46" y="46"/>
                    <a:pt x="46" y="45"/>
                  </a:cubicBezTo>
                  <a:lnTo>
                    <a:pt x="46" y="43"/>
                  </a:lnTo>
                  <a:close/>
                  <a:moveTo>
                    <a:pt x="46" y="53"/>
                  </a:moveTo>
                  <a:cubicBezTo>
                    <a:pt x="46" y="52"/>
                    <a:pt x="45" y="52"/>
                    <a:pt x="45" y="52"/>
                  </a:cubicBezTo>
                  <a:cubicBezTo>
                    <a:pt x="16" y="52"/>
                    <a:pt x="16" y="52"/>
                    <a:pt x="16" y="52"/>
                  </a:cubicBezTo>
                  <a:cubicBezTo>
                    <a:pt x="16" y="52"/>
                    <a:pt x="15" y="52"/>
                    <a:pt x="15" y="53"/>
                  </a:cubicBezTo>
                  <a:cubicBezTo>
                    <a:pt x="15" y="56"/>
                    <a:pt x="15" y="56"/>
                    <a:pt x="15" y="56"/>
                  </a:cubicBezTo>
                  <a:cubicBezTo>
                    <a:pt x="15" y="56"/>
                    <a:pt x="16" y="57"/>
                    <a:pt x="16" y="57"/>
                  </a:cubicBezTo>
                  <a:cubicBezTo>
                    <a:pt x="45" y="57"/>
                    <a:pt x="45" y="57"/>
                    <a:pt x="45" y="57"/>
                  </a:cubicBezTo>
                  <a:cubicBezTo>
                    <a:pt x="45" y="57"/>
                    <a:pt x="46" y="56"/>
                    <a:pt x="46" y="56"/>
                  </a:cubicBezTo>
                  <a:lnTo>
                    <a:pt x="46" y="53"/>
                  </a:lnTo>
                  <a:close/>
                  <a:moveTo>
                    <a:pt x="60" y="21"/>
                  </a:moveTo>
                  <a:cubicBezTo>
                    <a:pt x="41" y="21"/>
                    <a:pt x="41" y="21"/>
                    <a:pt x="41" y="21"/>
                  </a:cubicBezTo>
                  <a:cubicBezTo>
                    <a:pt x="41" y="2"/>
                    <a:pt x="41" y="2"/>
                    <a:pt x="41" y="2"/>
                  </a:cubicBezTo>
                  <a:cubicBezTo>
                    <a:pt x="41" y="2"/>
                    <a:pt x="42" y="3"/>
                    <a:pt x="42" y="3"/>
                  </a:cubicBezTo>
                  <a:cubicBezTo>
                    <a:pt x="59" y="19"/>
                    <a:pt x="59" y="19"/>
                    <a:pt x="59" y="19"/>
                  </a:cubicBezTo>
                  <a:cubicBezTo>
                    <a:pt x="59" y="20"/>
                    <a:pt x="59" y="20"/>
                    <a:pt x="60" y="21"/>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a:solidFill>
                  <a:prstClr val="black"/>
                </a:solidFill>
                <a:cs typeface="+mn-ea"/>
                <a:sym typeface="+mn-lt"/>
              </a:endParaRPr>
            </a:p>
          </p:txBody>
        </p:sp>
        <p:sp>
          <p:nvSpPr>
            <p:cNvPr id="34" name="Freeform 21"/>
            <p:cNvSpPr>
              <a:spLocks noEditPoints="1"/>
            </p:cNvSpPr>
            <p:nvPr/>
          </p:nvSpPr>
          <p:spPr bwMode="auto">
            <a:xfrm>
              <a:off x="9259724" y="3005588"/>
              <a:ext cx="629627" cy="919849"/>
            </a:xfrm>
            <a:custGeom>
              <a:avLst/>
              <a:gdLst/>
              <a:ahLst/>
              <a:cxnLst>
                <a:cxn ang="0">
                  <a:pos x="35" y="0"/>
                </a:cxn>
                <a:cxn ang="0">
                  <a:pos x="0" y="35"/>
                </a:cxn>
                <a:cxn ang="0">
                  <a:pos x="16" y="74"/>
                </a:cxn>
                <a:cxn ang="0">
                  <a:pos x="35" y="102"/>
                </a:cxn>
                <a:cxn ang="0">
                  <a:pos x="54" y="74"/>
                </a:cxn>
                <a:cxn ang="0">
                  <a:pos x="70" y="35"/>
                </a:cxn>
                <a:cxn ang="0">
                  <a:pos x="35" y="0"/>
                </a:cxn>
                <a:cxn ang="0">
                  <a:pos x="43" y="87"/>
                </a:cxn>
                <a:cxn ang="0">
                  <a:pos x="27" y="89"/>
                </a:cxn>
                <a:cxn ang="0">
                  <a:pos x="26" y="83"/>
                </a:cxn>
                <a:cxn ang="0">
                  <a:pos x="26" y="83"/>
                </a:cxn>
                <a:cxn ang="0">
                  <a:pos x="45" y="80"/>
                </a:cxn>
                <a:cxn ang="0">
                  <a:pos x="44" y="83"/>
                </a:cxn>
                <a:cxn ang="0">
                  <a:pos x="43" y="87"/>
                </a:cxn>
                <a:cxn ang="0">
                  <a:pos x="25" y="79"/>
                </a:cxn>
                <a:cxn ang="0">
                  <a:pos x="23" y="73"/>
                </a:cxn>
                <a:cxn ang="0">
                  <a:pos x="47" y="73"/>
                </a:cxn>
                <a:cxn ang="0">
                  <a:pos x="46" y="77"/>
                </a:cxn>
                <a:cxn ang="0">
                  <a:pos x="25" y="79"/>
                </a:cxn>
                <a:cxn ang="0">
                  <a:pos x="35" y="96"/>
                </a:cxn>
                <a:cxn ang="0">
                  <a:pos x="29" y="92"/>
                </a:cxn>
                <a:cxn ang="0">
                  <a:pos x="42" y="90"/>
                </a:cxn>
                <a:cxn ang="0">
                  <a:pos x="35" y="96"/>
                </a:cxn>
                <a:cxn ang="0">
                  <a:pos x="50" y="67"/>
                </a:cxn>
                <a:cxn ang="0">
                  <a:pos x="20" y="67"/>
                </a:cxn>
                <a:cxn ang="0">
                  <a:pos x="15" y="57"/>
                </a:cxn>
                <a:cxn ang="0">
                  <a:pos x="6" y="35"/>
                </a:cxn>
                <a:cxn ang="0">
                  <a:pos x="35" y="6"/>
                </a:cxn>
                <a:cxn ang="0">
                  <a:pos x="64" y="35"/>
                </a:cxn>
                <a:cxn ang="0">
                  <a:pos x="55" y="57"/>
                </a:cxn>
                <a:cxn ang="0">
                  <a:pos x="50" y="67"/>
                </a:cxn>
                <a:cxn ang="0">
                  <a:pos x="50" y="67"/>
                </a:cxn>
                <a:cxn ang="0">
                  <a:pos x="50" y="67"/>
                </a:cxn>
              </a:cxnLst>
              <a:rect l="0" t="0" r="r" b="b"/>
              <a:pathLst>
                <a:path w="70" h="102">
                  <a:moveTo>
                    <a:pt x="35" y="0"/>
                  </a:moveTo>
                  <a:cubicBezTo>
                    <a:pt x="16" y="0"/>
                    <a:pt x="0" y="16"/>
                    <a:pt x="0" y="35"/>
                  </a:cubicBezTo>
                  <a:cubicBezTo>
                    <a:pt x="0" y="48"/>
                    <a:pt x="12" y="62"/>
                    <a:pt x="16" y="74"/>
                  </a:cubicBezTo>
                  <a:cubicBezTo>
                    <a:pt x="22" y="91"/>
                    <a:pt x="22" y="102"/>
                    <a:pt x="35" y="102"/>
                  </a:cubicBezTo>
                  <a:cubicBezTo>
                    <a:pt x="49" y="102"/>
                    <a:pt x="48" y="92"/>
                    <a:pt x="54" y="74"/>
                  </a:cubicBezTo>
                  <a:cubicBezTo>
                    <a:pt x="58" y="62"/>
                    <a:pt x="70" y="48"/>
                    <a:pt x="70" y="35"/>
                  </a:cubicBezTo>
                  <a:cubicBezTo>
                    <a:pt x="70" y="16"/>
                    <a:pt x="54" y="0"/>
                    <a:pt x="35" y="0"/>
                  </a:cubicBezTo>
                  <a:close/>
                  <a:moveTo>
                    <a:pt x="43" y="87"/>
                  </a:moveTo>
                  <a:cubicBezTo>
                    <a:pt x="27" y="89"/>
                    <a:pt x="27" y="89"/>
                    <a:pt x="27" y="89"/>
                  </a:cubicBezTo>
                  <a:cubicBezTo>
                    <a:pt x="27" y="87"/>
                    <a:pt x="26" y="85"/>
                    <a:pt x="26" y="83"/>
                  </a:cubicBezTo>
                  <a:cubicBezTo>
                    <a:pt x="26" y="83"/>
                    <a:pt x="26" y="83"/>
                    <a:pt x="26" y="83"/>
                  </a:cubicBezTo>
                  <a:cubicBezTo>
                    <a:pt x="45" y="80"/>
                    <a:pt x="45" y="80"/>
                    <a:pt x="45" y="80"/>
                  </a:cubicBezTo>
                  <a:cubicBezTo>
                    <a:pt x="45" y="81"/>
                    <a:pt x="45" y="82"/>
                    <a:pt x="44" y="83"/>
                  </a:cubicBezTo>
                  <a:cubicBezTo>
                    <a:pt x="44" y="84"/>
                    <a:pt x="44" y="86"/>
                    <a:pt x="43" y="87"/>
                  </a:cubicBezTo>
                  <a:close/>
                  <a:moveTo>
                    <a:pt x="25" y="79"/>
                  </a:moveTo>
                  <a:cubicBezTo>
                    <a:pt x="24" y="78"/>
                    <a:pt x="23" y="76"/>
                    <a:pt x="23" y="73"/>
                  </a:cubicBezTo>
                  <a:cubicBezTo>
                    <a:pt x="47" y="73"/>
                    <a:pt x="47" y="73"/>
                    <a:pt x="47" y="73"/>
                  </a:cubicBezTo>
                  <a:cubicBezTo>
                    <a:pt x="47" y="75"/>
                    <a:pt x="47" y="76"/>
                    <a:pt x="46" y="77"/>
                  </a:cubicBezTo>
                  <a:lnTo>
                    <a:pt x="25" y="79"/>
                  </a:lnTo>
                  <a:close/>
                  <a:moveTo>
                    <a:pt x="35" y="96"/>
                  </a:moveTo>
                  <a:cubicBezTo>
                    <a:pt x="32" y="96"/>
                    <a:pt x="30" y="95"/>
                    <a:pt x="29" y="92"/>
                  </a:cubicBezTo>
                  <a:cubicBezTo>
                    <a:pt x="42" y="90"/>
                    <a:pt x="42" y="90"/>
                    <a:pt x="42" y="90"/>
                  </a:cubicBezTo>
                  <a:cubicBezTo>
                    <a:pt x="40" y="95"/>
                    <a:pt x="39" y="96"/>
                    <a:pt x="35" y="96"/>
                  </a:cubicBezTo>
                  <a:close/>
                  <a:moveTo>
                    <a:pt x="50" y="67"/>
                  </a:moveTo>
                  <a:cubicBezTo>
                    <a:pt x="20" y="67"/>
                    <a:pt x="20" y="67"/>
                    <a:pt x="20" y="67"/>
                  </a:cubicBezTo>
                  <a:cubicBezTo>
                    <a:pt x="19" y="64"/>
                    <a:pt x="17" y="60"/>
                    <a:pt x="15" y="57"/>
                  </a:cubicBezTo>
                  <a:cubicBezTo>
                    <a:pt x="11" y="49"/>
                    <a:pt x="6" y="41"/>
                    <a:pt x="6" y="35"/>
                  </a:cubicBezTo>
                  <a:cubicBezTo>
                    <a:pt x="6" y="19"/>
                    <a:pt x="19" y="6"/>
                    <a:pt x="35" y="6"/>
                  </a:cubicBezTo>
                  <a:cubicBezTo>
                    <a:pt x="51" y="6"/>
                    <a:pt x="64" y="19"/>
                    <a:pt x="64" y="35"/>
                  </a:cubicBezTo>
                  <a:cubicBezTo>
                    <a:pt x="64" y="41"/>
                    <a:pt x="60" y="49"/>
                    <a:pt x="55" y="57"/>
                  </a:cubicBezTo>
                  <a:cubicBezTo>
                    <a:pt x="53" y="60"/>
                    <a:pt x="52" y="64"/>
                    <a:pt x="50" y="67"/>
                  </a:cubicBezTo>
                  <a:close/>
                  <a:moveTo>
                    <a:pt x="50" y="67"/>
                  </a:moveTo>
                  <a:cubicBezTo>
                    <a:pt x="50" y="67"/>
                    <a:pt x="50" y="67"/>
                    <a:pt x="50" y="67"/>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a:solidFill>
                  <a:prstClr val="black"/>
                </a:solidFill>
                <a:cs typeface="+mn-ea"/>
                <a:sym typeface="+mn-lt"/>
              </a:endParaRPr>
            </a:p>
          </p:txBody>
        </p:sp>
        <p:grpSp>
          <p:nvGrpSpPr>
            <p:cNvPr id="35" name="组合 34"/>
            <p:cNvGrpSpPr/>
            <p:nvPr/>
          </p:nvGrpSpPr>
          <p:grpSpPr>
            <a:xfrm>
              <a:off x="2314086" y="3035937"/>
              <a:ext cx="740010" cy="887517"/>
              <a:chOff x="5361711" y="5339567"/>
              <a:chExt cx="472038" cy="566130"/>
            </a:xfrm>
            <a:solidFill>
              <a:schemeClr val="bg1"/>
            </a:solidFill>
          </p:grpSpPr>
          <p:sp>
            <p:nvSpPr>
              <p:cNvPr id="36" name="Freeform 1486"/>
              <p:cNvSpPr>
                <a:spLocks/>
              </p:cNvSpPr>
              <p:nvPr/>
            </p:nvSpPr>
            <p:spPr bwMode="auto">
              <a:xfrm>
                <a:off x="5361711" y="5445245"/>
                <a:ext cx="472038" cy="460452"/>
              </a:xfrm>
              <a:custGeom>
                <a:avLst/>
                <a:gdLst>
                  <a:gd name="T0" fmla="*/ 46 w 75"/>
                  <a:gd name="T1" fmla="*/ 0 h 74"/>
                  <a:gd name="T2" fmla="*/ 46 w 75"/>
                  <a:gd name="T3" fmla="*/ 11 h 74"/>
                  <a:gd name="T4" fmla="*/ 65 w 75"/>
                  <a:gd name="T5" fmla="*/ 36 h 74"/>
                  <a:gd name="T6" fmla="*/ 38 w 75"/>
                  <a:gd name="T7" fmla="*/ 63 h 74"/>
                  <a:gd name="T8" fmla="*/ 11 w 75"/>
                  <a:gd name="T9" fmla="*/ 36 h 74"/>
                  <a:gd name="T10" fmla="*/ 29 w 75"/>
                  <a:gd name="T11" fmla="*/ 11 h 74"/>
                  <a:gd name="T12" fmla="*/ 29 w 75"/>
                  <a:gd name="T13" fmla="*/ 0 h 74"/>
                  <a:gd name="T14" fmla="*/ 0 w 75"/>
                  <a:gd name="T15" fmla="*/ 36 h 74"/>
                  <a:gd name="T16" fmla="*/ 38 w 75"/>
                  <a:gd name="T17" fmla="*/ 74 h 74"/>
                  <a:gd name="T18" fmla="*/ 75 w 75"/>
                  <a:gd name="T19" fmla="*/ 36 h 74"/>
                  <a:gd name="T20" fmla="*/ 46 w 75"/>
                  <a:gd name="T21"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4">
                    <a:moveTo>
                      <a:pt x="46" y="0"/>
                    </a:moveTo>
                    <a:cubicBezTo>
                      <a:pt x="46" y="11"/>
                      <a:pt x="46" y="11"/>
                      <a:pt x="46" y="11"/>
                    </a:cubicBezTo>
                    <a:cubicBezTo>
                      <a:pt x="57" y="14"/>
                      <a:pt x="65" y="24"/>
                      <a:pt x="65" y="36"/>
                    </a:cubicBezTo>
                    <a:cubicBezTo>
                      <a:pt x="65" y="51"/>
                      <a:pt x="53" y="63"/>
                      <a:pt x="38" y="63"/>
                    </a:cubicBezTo>
                    <a:cubicBezTo>
                      <a:pt x="23" y="63"/>
                      <a:pt x="11" y="51"/>
                      <a:pt x="11" y="36"/>
                    </a:cubicBezTo>
                    <a:cubicBezTo>
                      <a:pt x="11" y="24"/>
                      <a:pt x="18" y="14"/>
                      <a:pt x="29" y="11"/>
                    </a:cubicBezTo>
                    <a:cubicBezTo>
                      <a:pt x="29" y="0"/>
                      <a:pt x="29" y="0"/>
                      <a:pt x="29" y="0"/>
                    </a:cubicBezTo>
                    <a:cubicBezTo>
                      <a:pt x="13" y="4"/>
                      <a:pt x="0" y="19"/>
                      <a:pt x="0" y="36"/>
                    </a:cubicBezTo>
                    <a:cubicBezTo>
                      <a:pt x="0" y="57"/>
                      <a:pt x="17" y="74"/>
                      <a:pt x="38" y="74"/>
                    </a:cubicBezTo>
                    <a:cubicBezTo>
                      <a:pt x="58" y="74"/>
                      <a:pt x="75" y="57"/>
                      <a:pt x="75" y="36"/>
                    </a:cubicBezTo>
                    <a:cubicBezTo>
                      <a:pt x="75" y="19"/>
                      <a:pt x="63" y="4"/>
                      <a:pt x="46" y="0"/>
                    </a:cubicBez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prstClr val="black"/>
                  </a:solidFill>
                  <a:cs typeface="+mn-ea"/>
                  <a:sym typeface="+mn-lt"/>
                </a:endParaRPr>
              </a:p>
            </p:txBody>
          </p:sp>
          <p:sp>
            <p:nvSpPr>
              <p:cNvPr id="37" name="Freeform 1487"/>
              <p:cNvSpPr>
                <a:spLocks/>
              </p:cNvSpPr>
              <p:nvPr/>
            </p:nvSpPr>
            <p:spPr bwMode="auto">
              <a:xfrm>
                <a:off x="5556521" y="5339567"/>
                <a:ext cx="89913" cy="271741"/>
              </a:xfrm>
              <a:custGeom>
                <a:avLst/>
                <a:gdLst>
                  <a:gd name="T0" fmla="*/ 10 w 14"/>
                  <a:gd name="T1" fmla="*/ 0 h 43"/>
                  <a:gd name="T2" fmla="*/ 3 w 14"/>
                  <a:gd name="T3" fmla="*/ 0 h 43"/>
                  <a:gd name="T4" fmla="*/ 0 w 14"/>
                  <a:gd name="T5" fmla="*/ 4 h 43"/>
                  <a:gd name="T6" fmla="*/ 0 w 14"/>
                  <a:gd name="T7" fmla="*/ 16 h 43"/>
                  <a:gd name="T8" fmla="*/ 0 w 14"/>
                  <a:gd name="T9" fmla="*/ 25 h 43"/>
                  <a:gd name="T10" fmla="*/ 0 w 14"/>
                  <a:gd name="T11" fmla="*/ 40 h 43"/>
                  <a:gd name="T12" fmla="*/ 3 w 14"/>
                  <a:gd name="T13" fmla="*/ 43 h 43"/>
                  <a:gd name="T14" fmla="*/ 10 w 14"/>
                  <a:gd name="T15" fmla="*/ 43 h 43"/>
                  <a:gd name="T16" fmla="*/ 14 w 14"/>
                  <a:gd name="T17" fmla="*/ 40 h 43"/>
                  <a:gd name="T18" fmla="*/ 14 w 14"/>
                  <a:gd name="T19" fmla="*/ 25 h 43"/>
                  <a:gd name="T20" fmla="*/ 14 w 14"/>
                  <a:gd name="T21" fmla="*/ 16 h 43"/>
                  <a:gd name="T22" fmla="*/ 14 w 14"/>
                  <a:gd name="T23" fmla="*/ 4 h 43"/>
                  <a:gd name="T24" fmla="*/ 10 w 14"/>
                  <a:gd name="T25"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43">
                    <a:moveTo>
                      <a:pt x="10" y="0"/>
                    </a:moveTo>
                    <a:cubicBezTo>
                      <a:pt x="3" y="0"/>
                      <a:pt x="3" y="0"/>
                      <a:pt x="3" y="0"/>
                    </a:cubicBezTo>
                    <a:cubicBezTo>
                      <a:pt x="1" y="0"/>
                      <a:pt x="0" y="2"/>
                      <a:pt x="0" y="4"/>
                    </a:cubicBezTo>
                    <a:cubicBezTo>
                      <a:pt x="0" y="16"/>
                      <a:pt x="0" y="16"/>
                      <a:pt x="0" y="16"/>
                    </a:cubicBezTo>
                    <a:cubicBezTo>
                      <a:pt x="0" y="25"/>
                      <a:pt x="0" y="25"/>
                      <a:pt x="0" y="25"/>
                    </a:cubicBezTo>
                    <a:cubicBezTo>
                      <a:pt x="0" y="40"/>
                      <a:pt x="0" y="40"/>
                      <a:pt x="0" y="40"/>
                    </a:cubicBezTo>
                    <a:cubicBezTo>
                      <a:pt x="0" y="42"/>
                      <a:pt x="1" y="43"/>
                      <a:pt x="3" y="43"/>
                    </a:cubicBezTo>
                    <a:cubicBezTo>
                      <a:pt x="10" y="43"/>
                      <a:pt x="10" y="43"/>
                      <a:pt x="10" y="43"/>
                    </a:cubicBezTo>
                    <a:cubicBezTo>
                      <a:pt x="12" y="43"/>
                      <a:pt x="14" y="42"/>
                      <a:pt x="14" y="40"/>
                    </a:cubicBezTo>
                    <a:cubicBezTo>
                      <a:pt x="14" y="25"/>
                      <a:pt x="14" y="25"/>
                      <a:pt x="14" y="25"/>
                    </a:cubicBezTo>
                    <a:cubicBezTo>
                      <a:pt x="14" y="16"/>
                      <a:pt x="14" y="16"/>
                      <a:pt x="14" y="16"/>
                    </a:cubicBezTo>
                    <a:cubicBezTo>
                      <a:pt x="14" y="4"/>
                      <a:pt x="14" y="4"/>
                      <a:pt x="14" y="4"/>
                    </a:cubicBezTo>
                    <a:cubicBezTo>
                      <a:pt x="14" y="2"/>
                      <a:pt x="12" y="0"/>
                      <a:pt x="10" y="0"/>
                    </a:cubicBez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prstClr val="black"/>
                  </a:solidFill>
                  <a:cs typeface="+mn-ea"/>
                  <a:sym typeface="+mn-lt"/>
                </a:endParaRPr>
              </a:p>
            </p:txBody>
          </p:sp>
        </p:grpSp>
      </p:grpSp>
      <p:sp>
        <p:nvSpPr>
          <p:cNvPr id="38" name="TextBox 13"/>
          <p:cNvSpPr txBox="1"/>
          <p:nvPr/>
        </p:nvSpPr>
        <p:spPr>
          <a:xfrm>
            <a:off x="1500385" y="519287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9" name="TextBox 13"/>
          <p:cNvSpPr txBox="1"/>
          <p:nvPr/>
        </p:nvSpPr>
        <p:spPr>
          <a:xfrm>
            <a:off x="8474209" y="519287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40" name="TextBox 13"/>
          <p:cNvSpPr txBox="1"/>
          <p:nvPr/>
        </p:nvSpPr>
        <p:spPr>
          <a:xfrm>
            <a:off x="4987297" y="519287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Tree>
    <p:extLst>
      <p:ext uri="{BB962C8B-B14F-4D97-AF65-F5344CB8AC3E}">
        <p14:creationId xmlns:p14="http://schemas.microsoft.com/office/powerpoint/2010/main" val="316238741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250" fill="hold"/>
                                        <p:tgtEl>
                                          <p:spTgt spid="38"/>
                                        </p:tgtEl>
                                        <p:attrNameLst>
                                          <p:attrName>ppt_x</p:attrName>
                                        </p:attrNameLst>
                                      </p:cBhvr>
                                      <p:tavLst>
                                        <p:tav tm="0">
                                          <p:val>
                                            <p:strVal val="#ppt_x"/>
                                          </p:val>
                                        </p:tav>
                                        <p:tav tm="100000">
                                          <p:val>
                                            <p:strVal val="#ppt_x"/>
                                          </p:val>
                                        </p:tav>
                                      </p:tavLst>
                                    </p:anim>
                                    <p:anim calcmode="lin" valueType="num">
                                      <p:cBhvr additive="base">
                                        <p:cTn id="8" dur="250" fill="hold"/>
                                        <p:tgtEl>
                                          <p:spTgt spid="3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250" fill="hold"/>
                                        <p:tgtEl>
                                          <p:spTgt spid="39"/>
                                        </p:tgtEl>
                                        <p:attrNameLst>
                                          <p:attrName>ppt_x</p:attrName>
                                        </p:attrNameLst>
                                      </p:cBhvr>
                                      <p:tavLst>
                                        <p:tav tm="0">
                                          <p:val>
                                            <p:strVal val="#ppt_x"/>
                                          </p:val>
                                        </p:tav>
                                        <p:tav tm="100000">
                                          <p:val>
                                            <p:strVal val="#ppt_x"/>
                                          </p:val>
                                        </p:tav>
                                      </p:tavLst>
                                    </p:anim>
                                    <p:anim calcmode="lin" valueType="num">
                                      <p:cBhvr additive="base">
                                        <p:cTn id="12" dur="250" fill="hold"/>
                                        <p:tgtEl>
                                          <p:spTgt spid="3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250" fill="hold"/>
                                        <p:tgtEl>
                                          <p:spTgt spid="40"/>
                                        </p:tgtEl>
                                        <p:attrNameLst>
                                          <p:attrName>ppt_x</p:attrName>
                                        </p:attrNameLst>
                                      </p:cBhvr>
                                      <p:tavLst>
                                        <p:tav tm="0">
                                          <p:val>
                                            <p:strVal val="#ppt_x"/>
                                          </p:val>
                                        </p:tav>
                                        <p:tav tm="100000">
                                          <p:val>
                                            <p:strVal val="#ppt_x"/>
                                          </p:val>
                                        </p:tav>
                                      </p:tavLst>
                                    </p:anim>
                                    <p:anim calcmode="lin" valueType="num">
                                      <p:cBhvr additive="base">
                                        <p:cTn id="16" dur="250" fill="hold"/>
                                        <p:tgtEl>
                                          <p:spTgt spid="4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250" fill="hold"/>
                                        <p:tgtEl>
                                          <p:spTgt spid="2"/>
                                        </p:tgtEl>
                                        <p:attrNameLst>
                                          <p:attrName>ppt_x</p:attrName>
                                        </p:attrNameLst>
                                      </p:cBhvr>
                                      <p:tavLst>
                                        <p:tav tm="0">
                                          <p:val>
                                            <p:strVal val="#ppt_x"/>
                                          </p:val>
                                        </p:tav>
                                        <p:tav tm="100000">
                                          <p:val>
                                            <p:strVal val="#ppt_x"/>
                                          </p:val>
                                        </p:tav>
                                      </p:tavLst>
                                    </p:anim>
                                    <p:anim calcmode="lin" valueType="num">
                                      <p:cBhvr additive="base">
                                        <p:cTn id="20" dur="2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25838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5220" y="1028701"/>
            <a:ext cx="11261559" cy="5049729"/>
            <a:chOff x="465220" y="1028701"/>
            <a:chExt cx="11261559" cy="5049729"/>
          </a:xfrm>
        </p:grpSpPr>
        <p:sp>
          <p:nvSpPr>
            <p:cNvPr id="4" name="îsḷïḋe"/>
            <p:cNvSpPr/>
            <p:nvPr/>
          </p:nvSpPr>
          <p:spPr>
            <a:xfrm>
              <a:off x="465220" y="1028701"/>
              <a:ext cx="7504029" cy="2590800"/>
            </a:xfrm>
            <a:prstGeom prst="rect">
              <a:avLst/>
            </a:prstGeom>
            <a:solidFill>
              <a:srgbClr val="AE3637"/>
            </a:solidFill>
            <a:ln>
              <a:no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5" name="îṣļîḑe"/>
            <p:cNvSpPr/>
            <p:nvPr/>
          </p:nvSpPr>
          <p:spPr>
            <a:xfrm>
              <a:off x="7969250" y="1028701"/>
              <a:ext cx="3757529" cy="2590800"/>
            </a:xfrm>
            <a:prstGeom prst="rect">
              <a:avLst/>
            </a:prstGeom>
            <a:solidFill>
              <a:schemeClr val="bg2">
                <a:lumMod val="90000"/>
              </a:schemeClr>
            </a:solidFill>
            <a:ln w="3175">
              <a:noFill/>
              <a:prstDash val="sysDash"/>
              <a:miter lim="800000"/>
              <a:headEnd/>
              <a:tailEnd/>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cs typeface="+mn-ea"/>
                <a:sym typeface="+mn-lt"/>
              </a:endParaRPr>
            </a:p>
          </p:txBody>
        </p:sp>
        <p:grpSp>
          <p:nvGrpSpPr>
            <p:cNvPr id="6" name="ísḷîḓê"/>
            <p:cNvGrpSpPr/>
            <p:nvPr/>
          </p:nvGrpSpPr>
          <p:grpSpPr>
            <a:xfrm>
              <a:off x="916681" y="3943134"/>
              <a:ext cx="2865638" cy="1002684"/>
              <a:chOff x="673100" y="3943134"/>
              <a:chExt cx="2865638" cy="1002684"/>
            </a:xfrm>
          </p:grpSpPr>
          <p:sp>
            <p:nvSpPr>
              <p:cNvPr id="18" name="ïšḻïď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cs typeface="+mn-ea"/>
                    <a:sym typeface="+mn-lt"/>
                  </a:rPr>
                  <a:t>Text here</a:t>
                </a:r>
              </a:p>
            </p:txBody>
          </p:sp>
          <p:sp>
            <p:nvSpPr>
              <p:cNvPr id="20" name="íśḻiḍê">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dirty="0">
                    <a:solidFill>
                      <a:srgbClr val="AE3637"/>
                    </a:solidFill>
                    <a:cs typeface="+mn-ea"/>
                    <a:sym typeface="+mn-lt"/>
                  </a:rPr>
                  <a:t>... </a:t>
                </a:r>
                <a:r>
                  <a:rPr lang="zh-CN" altLang="en-US" sz="2000" b="1" dirty="0">
                    <a:solidFill>
                      <a:srgbClr val="AE3637"/>
                    </a:solidFill>
                    <a:cs typeface="+mn-ea"/>
                    <a:sym typeface="+mn-lt"/>
                  </a:rPr>
                  <a:t>￥ </a:t>
                </a:r>
                <a:r>
                  <a:rPr lang="en-US" altLang="zh-CN" sz="2000" b="1" dirty="0">
                    <a:solidFill>
                      <a:srgbClr val="AE3637"/>
                    </a:solidFill>
                    <a:cs typeface="+mn-ea"/>
                    <a:sym typeface="+mn-lt"/>
                  </a:rPr>
                  <a:t>| 20 %</a:t>
                </a:r>
              </a:p>
            </p:txBody>
          </p:sp>
        </p:grpSp>
        <p:grpSp>
          <p:nvGrpSpPr>
            <p:cNvPr id="7" name="işľïḋè"/>
            <p:cNvGrpSpPr/>
            <p:nvPr/>
          </p:nvGrpSpPr>
          <p:grpSpPr>
            <a:xfrm>
              <a:off x="4663181" y="3943134"/>
              <a:ext cx="2865638" cy="1002684"/>
              <a:chOff x="673100" y="3943134"/>
              <a:chExt cx="2865638" cy="1002684"/>
            </a:xfrm>
          </p:grpSpPr>
          <p:sp>
            <p:nvSpPr>
              <p:cNvPr id="15" name="îṩ1id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cs typeface="+mn-ea"/>
                    <a:sym typeface="+mn-lt"/>
                  </a:rPr>
                  <a:t>Text here</a:t>
                </a:r>
              </a:p>
            </p:txBody>
          </p:sp>
          <p:sp>
            <p:nvSpPr>
              <p:cNvPr id="17" name="îśḻíḓe">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dirty="0">
                    <a:solidFill>
                      <a:srgbClr val="AE3637"/>
                    </a:solidFill>
                    <a:cs typeface="+mn-ea"/>
                    <a:sym typeface="+mn-lt"/>
                  </a:rPr>
                  <a:t>... </a:t>
                </a:r>
                <a:r>
                  <a:rPr lang="zh-CN" altLang="en-US" sz="2000" b="1" dirty="0">
                    <a:solidFill>
                      <a:srgbClr val="AE3637"/>
                    </a:solidFill>
                    <a:cs typeface="+mn-ea"/>
                    <a:sym typeface="+mn-lt"/>
                  </a:rPr>
                  <a:t>￥ </a:t>
                </a:r>
                <a:r>
                  <a:rPr lang="en-US" altLang="zh-CN" sz="2000" b="1" dirty="0">
                    <a:solidFill>
                      <a:srgbClr val="AE3637"/>
                    </a:solidFill>
                    <a:cs typeface="+mn-ea"/>
                    <a:sym typeface="+mn-lt"/>
                  </a:rPr>
                  <a:t>| 55 %</a:t>
                </a:r>
              </a:p>
            </p:txBody>
          </p:sp>
        </p:grpSp>
        <p:grpSp>
          <p:nvGrpSpPr>
            <p:cNvPr id="8" name="íṧḻîdê"/>
            <p:cNvGrpSpPr/>
            <p:nvPr/>
          </p:nvGrpSpPr>
          <p:grpSpPr>
            <a:xfrm>
              <a:off x="8409681" y="3943134"/>
              <a:ext cx="2865638" cy="1002684"/>
              <a:chOff x="673100" y="3943134"/>
              <a:chExt cx="2865638" cy="1002684"/>
            </a:xfrm>
          </p:grpSpPr>
          <p:sp>
            <p:nvSpPr>
              <p:cNvPr id="12" name="ïSľîḑ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cs typeface="+mn-ea"/>
                    <a:sym typeface="+mn-lt"/>
                  </a:rPr>
                  <a:t>Text here</a:t>
                </a:r>
              </a:p>
            </p:txBody>
          </p:sp>
          <p:sp>
            <p:nvSpPr>
              <p:cNvPr id="14" name="iślîde">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rgbClr val="AE3637"/>
                    </a:solidFill>
                    <a:cs typeface="+mn-ea"/>
                    <a:sym typeface="+mn-lt"/>
                  </a:rPr>
                  <a:t>... </a:t>
                </a:r>
                <a:r>
                  <a:rPr lang="zh-CN" altLang="en-US" sz="2000" b="1" dirty="0">
                    <a:solidFill>
                      <a:srgbClr val="AE3637"/>
                    </a:solidFill>
                    <a:cs typeface="+mn-ea"/>
                    <a:sym typeface="+mn-lt"/>
                  </a:rPr>
                  <a:t>￥ </a:t>
                </a:r>
                <a:r>
                  <a:rPr lang="en-US" altLang="zh-CN" sz="2000" b="1" dirty="0">
                    <a:solidFill>
                      <a:srgbClr val="AE3637"/>
                    </a:solidFill>
                    <a:cs typeface="+mn-ea"/>
                    <a:sym typeface="+mn-lt"/>
                  </a:rPr>
                  <a:t>| 96 %</a:t>
                </a:r>
              </a:p>
            </p:txBody>
          </p:sp>
        </p:grpSp>
        <p:cxnSp>
          <p:nvCxnSpPr>
            <p:cNvPr id="9" name="直接连接符 8"/>
            <p:cNvCxnSpPr/>
            <p:nvPr/>
          </p:nvCxnSpPr>
          <p:spPr>
            <a:xfrm>
              <a:off x="42227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9692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1" name="išḷîďé">
              <a:extLst>
                <a:ext uri="{FF2B5EF4-FFF2-40B4-BE49-F238E27FC236}">
                  <a16:creationId xmlns:a16="http://schemas.microsoft.com/office/drawing/2014/main" id="{F71784BE-1591-4F48-BDD6-1D22D409CF79}"/>
                </a:ext>
              </a:extLst>
            </p:cNvPr>
            <p:cNvSpPr txBox="1"/>
            <p:nvPr/>
          </p:nvSpPr>
          <p:spPr>
            <a:xfrm>
              <a:off x="1177031" y="1600580"/>
              <a:ext cx="4918969" cy="144704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en-US" sz="2800" b="1" dirty="0">
                  <a:solidFill>
                    <a:schemeClr val="bg1"/>
                  </a:solidFill>
                  <a:cs typeface="+mn-ea"/>
                  <a:sym typeface="+mn-lt"/>
                </a:rPr>
                <a:t>C</a:t>
              </a:r>
              <a:r>
                <a:rPr lang="en-US" altLang="zh-CN" sz="2800" b="1" dirty="0">
                  <a:solidFill>
                    <a:schemeClr val="bg1"/>
                  </a:solidFill>
                  <a:cs typeface="+mn-ea"/>
                  <a:sym typeface="+mn-lt"/>
                </a:rPr>
                <a:t>lick to add the content, click to add the content</a:t>
              </a:r>
              <a:endParaRPr lang="en-US" sz="2800" b="1" dirty="0">
                <a:solidFill>
                  <a:schemeClr val="bg1"/>
                </a:solidFill>
                <a:cs typeface="+mn-ea"/>
                <a:sym typeface="+mn-lt"/>
              </a:endParaRPr>
            </a:p>
          </p:txBody>
        </p:sp>
      </p:grpSp>
      <p:grpSp>
        <p:nvGrpSpPr>
          <p:cNvPr id="19" name="组合 18"/>
          <p:cNvGrpSpPr/>
          <p:nvPr/>
        </p:nvGrpSpPr>
        <p:grpSpPr>
          <a:xfrm>
            <a:off x="465221" y="465582"/>
            <a:ext cx="1939496" cy="461018"/>
            <a:chOff x="6906997" y="4197923"/>
            <a:chExt cx="1939496" cy="461018"/>
          </a:xfrm>
        </p:grpSpPr>
        <p:sp>
          <p:nvSpPr>
            <p:cNvPr id="22" name="矩形 21"/>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sp>
        <p:nvSpPr>
          <p:cNvPr id="24" name="TextBox 13"/>
          <p:cNvSpPr txBox="1"/>
          <p:nvPr/>
        </p:nvSpPr>
        <p:spPr>
          <a:xfrm>
            <a:off x="1244353" y="500999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25" name="TextBox 13"/>
          <p:cNvSpPr txBox="1"/>
          <p:nvPr/>
        </p:nvSpPr>
        <p:spPr>
          <a:xfrm>
            <a:off x="8760721" y="4955128"/>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26" name="TextBox 13"/>
          <p:cNvSpPr txBox="1"/>
          <p:nvPr/>
        </p:nvSpPr>
        <p:spPr>
          <a:xfrm>
            <a:off x="4929000" y="4906360"/>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27" name="Freeform 178"/>
          <p:cNvSpPr>
            <a:spLocks noEditPoints="1"/>
          </p:cNvSpPr>
          <p:nvPr/>
        </p:nvSpPr>
        <p:spPr bwMode="auto">
          <a:xfrm>
            <a:off x="9204983" y="1755648"/>
            <a:ext cx="1664341" cy="1253523"/>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AE3637"/>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a:solidFill>
                <a:srgbClr val="AE3637"/>
              </a:solidFill>
              <a:cs typeface="+mn-ea"/>
              <a:sym typeface="+mn-lt"/>
            </a:endParaRPr>
          </a:p>
        </p:txBody>
      </p:sp>
    </p:spTree>
    <p:extLst>
      <p:ext uri="{BB962C8B-B14F-4D97-AF65-F5344CB8AC3E}">
        <p14:creationId xmlns:p14="http://schemas.microsoft.com/office/powerpoint/2010/main" val="325193097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0-#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0-#ppt_w/2"/>
                                          </p:val>
                                        </p:tav>
                                        <p:tav tm="100000">
                                          <p:val>
                                            <p:strVal val="#ppt_x"/>
                                          </p:val>
                                        </p:tav>
                                      </p:tavLst>
                                    </p:anim>
                                    <p:anim calcmode="lin" valueType="num">
                                      <p:cBhvr additive="base">
                                        <p:cTn id="16" dur="500" fill="hold"/>
                                        <p:tgtEl>
                                          <p:spTgt spid="2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0-#ppt_w/2"/>
                                          </p:val>
                                        </p:tav>
                                        <p:tav tm="100000">
                                          <p:val>
                                            <p:strVal val="#ppt_x"/>
                                          </p:val>
                                        </p:tav>
                                      </p:tavLst>
                                    </p:anim>
                                    <p:anim calcmode="lin" valueType="num">
                                      <p:cBhvr additive="base">
                                        <p:cTn id="20" dur="500" fill="hold"/>
                                        <p:tgtEl>
                                          <p:spTgt spid="2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0-#ppt_w/2"/>
                                          </p:val>
                                        </p:tav>
                                        <p:tav tm="100000">
                                          <p:val>
                                            <p:strVal val="#ppt_x"/>
                                          </p:val>
                                        </p:tav>
                                      </p:tavLst>
                                    </p:anim>
                                    <p:anim calcmode="lin" valueType="num">
                                      <p:cBhvr additive="base">
                                        <p:cTn id="24"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2598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5221" y="1268478"/>
            <a:ext cx="7985313" cy="4813494"/>
            <a:chOff x="465221" y="1268478"/>
            <a:chExt cx="7985313" cy="4813494"/>
          </a:xfrm>
        </p:grpSpPr>
        <p:sp>
          <p:nvSpPr>
            <p:cNvPr id="4" name="ïś1ídé">
              <a:extLst>
                <a:ext uri="{FF2B5EF4-FFF2-40B4-BE49-F238E27FC236}">
                  <a16:creationId xmlns:a16="http://schemas.microsoft.com/office/drawing/2014/main" id="{E8ACE1D2-C469-4E12-9081-E4385AC772C7}"/>
                </a:ext>
              </a:extLst>
            </p:cNvPr>
            <p:cNvSpPr/>
            <p:nvPr/>
          </p:nvSpPr>
          <p:spPr>
            <a:xfrm rot="5400000" flipH="1">
              <a:off x="1544579" y="2081557"/>
              <a:ext cx="4813494" cy="3187335"/>
            </a:xfrm>
            <a:prstGeom prst="donut">
              <a:avLst>
                <a:gd name="adj" fmla="val 22322"/>
              </a:avLst>
            </a:prstGeom>
            <a:gradFill flip="none" rotWithShape="1">
              <a:gsLst>
                <a:gs pos="57000">
                  <a:schemeClr val="accent1">
                    <a:lumMod val="0"/>
                    <a:lumOff val="100000"/>
                    <a:alpha val="0"/>
                  </a:schemeClr>
                </a:gs>
                <a:gs pos="100000">
                  <a:schemeClr val="bg1">
                    <a:lumMod val="85000"/>
                    <a:alpha val="39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cs typeface="+mn-ea"/>
                <a:sym typeface="+mn-lt"/>
              </a:endParaRPr>
            </a:p>
          </p:txBody>
        </p:sp>
        <p:sp>
          <p:nvSpPr>
            <p:cNvPr id="5" name="iŝ1îďé">
              <a:extLst>
                <a:ext uri="{FF2B5EF4-FFF2-40B4-BE49-F238E27FC236}">
                  <a16:creationId xmlns:a16="http://schemas.microsoft.com/office/drawing/2014/main" id="{34346AF0-9F28-4F10-B74E-3E0C9066F02A}"/>
                </a:ext>
              </a:extLst>
            </p:cNvPr>
            <p:cNvSpPr/>
            <p:nvPr/>
          </p:nvSpPr>
          <p:spPr>
            <a:xfrm>
              <a:off x="465221" y="2937038"/>
              <a:ext cx="2727656" cy="1561578"/>
            </a:xfrm>
            <a:prstGeom prst="roundRect">
              <a:avLst>
                <a:gd name="adj" fmla="val 0"/>
              </a:avLst>
            </a:prstGeom>
            <a:solidFill>
              <a:schemeClr val="bg2">
                <a:lumMod val="90000"/>
              </a:schemeClr>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en-US">
                <a:cs typeface="+mn-ea"/>
                <a:sym typeface="+mn-lt"/>
              </a:endParaRPr>
            </a:p>
          </p:txBody>
        </p:sp>
        <p:sp>
          <p:nvSpPr>
            <p:cNvPr id="6" name="ïS1ïďé">
              <a:extLst>
                <a:ext uri="{FF2B5EF4-FFF2-40B4-BE49-F238E27FC236}">
                  <a16:creationId xmlns:a16="http://schemas.microsoft.com/office/drawing/2014/main" id="{5BEAD4C2-0439-45F3-9DA2-912594E6AD57}"/>
                </a:ext>
              </a:extLst>
            </p:cNvPr>
            <p:cNvSpPr/>
            <p:nvPr/>
          </p:nvSpPr>
          <p:spPr>
            <a:xfrm>
              <a:off x="2279444" y="2894436"/>
              <a:ext cx="1561578" cy="1561578"/>
            </a:xfrm>
            <a:prstGeom prst="ellipse">
              <a:avLst/>
            </a:prstGeom>
            <a:solidFill>
              <a:srgbClr val="AE3637"/>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altLang="zh-CN" sz="2400" b="1" i="1" dirty="0">
                  <a:solidFill>
                    <a:schemeClr val="bg1"/>
                  </a:solidFill>
                  <a:cs typeface="+mn-ea"/>
                  <a:sym typeface="+mn-lt"/>
                </a:rPr>
                <a:t>Text</a:t>
              </a:r>
              <a:endParaRPr lang="zh-CN" altLang="en-US" sz="2400" b="1" i="1" dirty="0">
                <a:solidFill>
                  <a:schemeClr val="bg1"/>
                </a:solidFill>
                <a:cs typeface="+mn-ea"/>
                <a:sym typeface="+mn-lt"/>
              </a:endParaRPr>
            </a:p>
          </p:txBody>
        </p:sp>
        <p:sp>
          <p:nvSpPr>
            <p:cNvPr id="7" name="îṧľîdê">
              <a:extLst>
                <a:ext uri="{FF2B5EF4-FFF2-40B4-BE49-F238E27FC236}">
                  <a16:creationId xmlns:a16="http://schemas.microsoft.com/office/drawing/2014/main" id="{28C0D44F-16F9-4570-B651-93A9E4766D8F}"/>
                </a:ext>
              </a:extLst>
            </p:cNvPr>
            <p:cNvSpPr/>
            <p:nvPr/>
          </p:nvSpPr>
          <p:spPr>
            <a:xfrm>
              <a:off x="4152892" y="2707000"/>
              <a:ext cx="1905000" cy="1905000"/>
            </a:xfrm>
            <a:prstGeom prst="ellipse">
              <a:avLst/>
            </a:prstGeom>
            <a:solidFill>
              <a:srgbClr val="AE3637"/>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altLang="zh-CN" sz="2400" b="1" i="1" dirty="0">
                  <a:solidFill>
                    <a:schemeClr val="bg1"/>
                  </a:solidFill>
                  <a:cs typeface="+mn-ea"/>
                  <a:sym typeface="+mn-lt"/>
                </a:rPr>
                <a:t>Text</a:t>
              </a:r>
              <a:endParaRPr lang="zh-CN" altLang="en-US" sz="2400" b="1" i="1" dirty="0">
                <a:solidFill>
                  <a:schemeClr val="bg1"/>
                </a:solidFill>
                <a:cs typeface="+mn-ea"/>
                <a:sym typeface="+mn-lt"/>
              </a:endParaRPr>
            </a:p>
          </p:txBody>
        </p:sp>
        <p:sp>
          <p:nvSpPr>
            <p:cNvPr id="8" name="íś1íḋè">
              <a:extLst>
                <a:ext uri="{FF2B5EF4-FFF2-40B4-BE49-F238E27FC236}">
                  <a16:creationId xmlns:a16="http://schemas.microsoft.com/office/drawing/2014/main" id="{3670D3D9-5DDA-498F-928F-B5A4CC494F3C}"/>
                </a:ext>
              </a:extLst>
            </p:cNvPr>
            <p:cNvSpPr/>
            <p:nvPr/>
          </p:nvSpPr>
          <p:spPr>
            <a:xfrm rot="5400000">
              <a:off x="3783851" y="3589368"/>
              <a:ext cx="171711" cy="171711"/>
            </a:xfrm>
            <a:prstGeom prst="flowChartExtra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cs typeface="+mn-ea"/>
                <a:sym typeface="+mn-lt"/>
              </a:endParaRPr>
            </a:p>
          </p:txBody>
        </p:sp>
        <p:sp>
          <p:nvSpPr>
            <p:cNvPr id="28" name="ïśḻiḑe">
              <a:extLst>
                <a:ext uri="{FF2B5EF4-FFF2-40B4-BE49-F238E27FC236}">
                  <a16:creationId xmlns:a16="http://schemas.microsoft.com/office/drawing/2014/main" id="{E70679CF-63E3-458E-8F69-324B77903AB4}"/>
                </a:ext>
              </a:extLst>
            </p:cNvPr>
            <p:cNvSpPr txBox="1"/>
            <p:nvPr/>
          </p:nvSpPr>
          <p:spPr bwMode="auto">
            <a:xfrm>
              <a:off x="6848446" y="1349672"/>
              <a:ext cx="1602088" cy="441805"/>
            </a:xfrm>
            <a:prstGeom prst="rect">
              <a:avLst/>
            </a:prstGeom>
            <a:solidFill>
              <a:schemeClr val="bg1">
                <a:lumMod val="95000"/>
              </a:schemeClr>
            </a:solidFill>
            <a:ln>
              <a:noFill/>
            </a:ln>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b="1">
                  <a:cs typeface="+mn-ea"/>
                  <a:sym typeface="+mn-lt"/>
                </a:rPr>
                <a:t>…Text</a:t>
              </a:r>
              <a:endParaRPr lang="en-US" altLang="zh-CN" b="1" dirty="0">
                <a:cs typeface="+mn-ea"/>
                <a:sym typeface="+mn-lt"/>
              </a:endParaRPr>
            </a:p>
          </p:txBody>
        </p:sp>
        <p:sp>
          <p:nvSpPr>
            <p:cNvPr id="26" name="işḷiḍè">
              <a:extLst>
                <a:ext uri="{FF2B5EF4-FFF2-40B4-BE49-F238E27FC236}">
                  <a16:creationId xmlns:a16="http://schemas.microsoft.com/office/drawing/2014/main" id="{2A6EB302-6011-4F9A-AB84-84F91057D845}"/>
                </a:ext>
              </a:extLst>
            </p:cNvPr>
            <p:cNvSpPr txBox="1"/>
            <p:nvPr/>
          </p:nvSpPr>
          <p:spPr bwMode="auto">
            <a:xfrm>
              <a:off x="6848446" y="2394135"/>
              <a:ext cx="1602088" cy="441805"/>
            </a:xfrm>
            <a:prstGeom prst="rect">
              <a:avLst/>
            </a:prstGeom>
            <a:solidFill>
              <a:schemeClr val="bg1">
                <a:lumMod val="95000"/>
              </a:schemeClr>
            </a:solidFill>
            <a:ln>
              <a:noFill/>
            </a:ln>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b="1">
                  <a:cs typeface="+mn-ea"/>
                  <a:sym typeface="+mn-lt"/>
                </a:rPr>
                <a:t>…Text</a:t>
              </a:r>
              <a:endParaRPr lang="en-US" altLang="zh-CN" b="1" dirty="0">
                <a:cs typeface="+mn-ea"/>
                <a:sym typeface="+mn-lt"/>
              </a:endParaRPr>
            </a:p>
          </p:txBody>
        </p:sp>
        <p:sp>
          <p:nvSpPr>
            <p:cNvPr id="24" name="îŝľîḋé">
              <a:extLst>
                <a:ext uri="{FF2B5EF4-FFF2-40B4-BE49-F238E27FC236}">
                  <a16:creationId xmlns:a16="http://schemas.microsoft.com/office/drawing/2014/main" id="{FEDDDA2F-0A4B-4C2B-974F-637BA480FE38}"/>
                </a:ext>
              </a:extLst>
            </p:cNvPr>
            <p:cNvSpPr txBox="1"/>
            <p:nvPr/>
          </p:nvSpPr>
          <p:spPr bwMode="auto">
            <a:xfrm>
              <a:off x="6848446" y="3438598"/>
              <a:ext cx="1602088" cy="441805"/>
            </a:xfrm>
            <a:prstGeom prst="rect">
              <a:avLst/>
            </a:prstGeom>
            <a:solidFill>
              <a:schemeClr val="bg1">
                <a:lumMod val="95000"/>
              </a:schemeClr>
            </a:solidFill>
            <a:ln>
              <a:noFill/>
            </a:ln>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b="1">
                  <a:cs typeface="+mn-ea"/>
                  <a:sym typeface="+mn-lt"/>
                </a:rPr>
                <a:t>…Text</a:t>
              </a:r>
              <a:endParaRPr lang="en-US" altLang="zh-CN" b="1" dirty="0">
                <a:cs typeface="+mn-ea"/>
                <a:sym typeface="+mn-lt"/>
              </a:endParaRPr>
            </a:p>
          </p:txBody>
        </p:sp>
        <p:sp>
          <p:nvSpPr>
            <p:cNvPr id="22" name="îṩlíḓê">
              <a:extLst>
                <a:ext uri="{FF2B5EF4-FFF2-40B4-BE49-F238E27FC236}">
                  <a16:creationId xmlns:a16="http://schemas.microsoft.com/office/drawing/2014/main" id="{B3950239-55C4-4104-A579-99D557C1E7BA}"/>
                </a:ext>
              </a:extLst>
            </p:cNvPr>
            <p:cNvSpPr txBox="1"/>
            <p:nvPr/>
          </p:nvSpPr>
          <p:spPr bwMode="auto">
            <a:xfrm>
              <a:off x="6848446" y="4483060"/>
              <a:ext cx="1602088" cy="441805"/>
            </a:xfrm>
            <a:prstGeom prst="rect">
              <a:avLst/>
            </a:prstGeom>
            <a:solidFill>
              <a:schemeClr val="bg1">
                <a:lumMod val="95000"/>
              </a:schemeClr>
            </a:solidFill>
            <a:ln>
              <a:noFill/>
            </a:ln>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b="1">
                  <a:cs typeface="+mn-ea"/>
                  <a:sym typeface="+mn-lt"/>
                </a:rPr>
                <a:t>…Text</a:t>
              </a:r>
              <a:endParaRPr lang="en-US" altLang="zh-CN" b="1" dirty="0">
                <a:cs typeface="+mn-ea"/>
                <a:sym typeface="+mn-lt"/>
              </a:endParaRPr>
            </a:p>
          </p:txBody>
        </p:sp>
        <p:sp>
          <p:nvSpPr>
            <p:cNvPr id="20" name="îṩḻîḋe">
              <a:extLst>
                <a:ext uri="{FF2B5EF4-FFF2-40B4-BE49-F238E27FC236}">
                  <a16:creationId xmlns:a16="http://schemas.microsoft.com/office/drawing/2014/main" id="{925AB34A-190B-4C1F-A515-39F2224F75D7}"/>
                </a:ext>
              </a:extLst>
            </p:cNvPr>
            <p:cNvSpPr txBox="1"/>
            <p:nvPr/>
          </p:nvSpPr>
          <p:spPr bwMode="auto">
            <a:xfrm>
              <a:off x="6848446" y="5527522"/>
              <a:ext cx="1602088" cy="441805"/>
            </a:xfrm>
            <a:prstGeom prst="rect">
              <a:avLst/>
            </a:prstGeom>
            <a:solidFill>
              <a:schemeClr val="bg1">
                <a:lumMod val="95000"/>
              </a:schemeClr>
            </a:solidFill>
            <a:ln>
              <a:noFill/>
            </a:ln>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b="1">
                  <a:cs typeface="+mn-ea"/>
                  <a:sym typeface="+mn-lt"/>
                </a:rPr>
                <a:t>…Text</a:t>
              </a:r>
              <a:endParaRPr lang="en-US" altLang="zh-CN" b="1" dirty="0">
                <a:cs typeface="+mn-ea"/>
                <a:sym typeface="+mn-lt"/>
              </a:endParaRPr>
            </a:p>
          </p:txBody>
        </p:sp>
        <p:cxnSp>
          <p:nvCxnSpPr>
            <p:cNvPr id="14" name="肘形连接符 13">
              <a:extLst>
                <a:ext uri="{FF2B5EF4-FFF2-40B4-BE49-F238E27FC236}">
                  <a16:creationId xmlns:a16="http://schemas.microsoft.com/office/drawing/2014/main" id="{38A06AC1-E7DC-40FA-B7E6-ADC87FE3BC23}"/>
                </a:ext>
              </a:extLst>
            </p:cNvPr>
            <p:cNvCxnSpPr>
              <a:stCxn id="7" idx="6"/>
              <a:endCxn id="28" idx="1"/>
            </p:cNvCxnSpPr>
            <p:nvPr/>
          </p:nvCxnSpPr>
          <p:spPr>
            <a:xfrm flipV="1">
              <a:off x="6057892" y="1570575"/>
              <a:ext cx="790554" cy="2088925"/>
            </a:xfrm>
            <a:prstGeom prst="bentConnector3">
              <a:avLst/>
            </a:prstGeom>
            <a:ln w="3175" cap="rnd">
              <a:solidFill>
                <a:schemeClr val="bg1">
                  <a:lumMod val="75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5" name="肘形连接符 14">
              <a:extLst>
                <a:ext uri="{FF2B5EF4-FFF2-40B4-BE49-F238E27FC236}">
                  <a16:creationId xmlns:a16="http://schemas.microsoft.com/office/drawing/2014/main" id="{F17AD88B-14EF-47D6-A857-109B5080AD28}"/>
                </a:ext>
              </a:extLst>
            </p:cNvPr>
            <p:cNvCxnSpPr>
              <a:stCxn id="7" idx="6"/>
              <a:endCxn id="26" idx="1"/>
            </p:cNvCxnSpPr>
            <p:nvPr/>
          </p:nvCxnSpPr>
          <p:spPr>
            <a:xfrm flipV="1">
              <a:off x="6057892" y="2615038"/>
              <a:ext cx="790554" cy="1044462"/>
            </a:xfrm>
            <a:prstGeom prst="bentConnector3">
              <a:avLst/>
            </a:prstGeom>
            <a:ln w="3175" cap="rnd">
              <a:solidFill>
                <a:schemeClr val="bg1">
                  <a:lumMod val="75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6" name="肘形连接符 15">
              <a:extLst>
                <a:ext uri="{FF2B5EF4-FFF2-40B4-BE49-F238E27FC236}">
                  <a16:creationId xmlns:a16="http://schemas.microsoft.com/office/drawing/2014/main" id="{3E587E0B-2C8F-4C6D-B861-23C939EE5DB6}"/>
                </a:ext>
              </a:extLst>
            </p:cNvPr>
            <p:cNvCxnSpPr>
              <a:stCxn id="7" idx="6"/>
              <a:endCxn id="22" idx="1"/>
            </p:cNvCxnSpPr>
            <p:nvPr/>
          </p:nvCxnSpPr>
          <p:spPr>
            <a:xfrm>
              <a:off x="6057892" y="3659500"/>
              <a:ext cx="790554" cy="1044463"/>
            </a:xfrm>
            <a:prstGeom prst="bentConnector3">
              <a:avLst/>
            </a:prstGeom>
            <a:ln w="3175" cap="rnd">
              <a:solidFill>
                <a:schemeClr val="bg1">
                  <a:lumMod val="75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7" name="肘形连接符 16">
              <a:extLst>
                <a:ext uri="{FF2B5EF4-FFF2-40B4-BE49-F238E27FC236}">
                  <a16:creationId xmlns:a16="http://schemas.microsoft.com/office/drawing/2014/main" id="{AC830ED6-0DE8-4E0B-8FBB-E2FDE4CADF5B}"/>
                </a:ext>
              </a:extLst>
            </p:cNvPr>
            <p:cNvCxnSpPr>
              <a:stCxn id="7" idx="6"/>
              <a:endCxn id="20" idx="1"/>
            </p:cNvCxnSpPr>
            <p:nvPr/>
          </p:nvCxnSpPr>
          <p:spPr>
            <a:xfrm>
              <a:off x="6057892" y="3659500"/>
              <a:ext cx="790554" cy="2088925"/>
            </a:xfrm>
            <a:prstGeom prst="bentConnector3">
              <a:avLst/>
            </a:prstGeom>
            <a:ln w="3175" cap="rnd">
              <a:solidFill>
                <a:schemeClr val="bg1">
                  <a:lumMod val="75000"/>
                </a:schemeClr>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ECE6BFEE-4597-4BBE-A972-1820746E84E7}"/>
                </a:ext>
              </a:extLst>
            </p:cNvPr>
            <p:cNvCxnSpPr>
              <a:stCxn id="7" idx="6"/>
              <a:endCxn id="24" idx="1"/>
            </p:cNvCxnSpPr>
            <p:nvPr/>
          </p:nvCxnSpPr>
          <p:spPr>
            <a:xfrm>
              <a:off x="6057892" y="3659500"/>
              <a:ext cx="790554" cy="1"/>
            </a:xfrm>
            <a:prstGeom prst="straightConnector1">
              <a:avLst/>
            </a:prstGeom>
            <a:ln w="3175" cap="rnd">
              <a:solidFill>
                <a:schemeClr val="bg1">
                  <a:lumMod val="75000"/>
                </a:schemeClr>
              </a:solidFill>
              <a:round/>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465221" y="465582"/>
            <a:ext cx="1939496" cy="461018"/>
            <a:chOff x="6906997" y="4197923"/>
            <a:chExt cx="1939496" cy="461018"/>
          </a:xfrm>
        </p:grpSpPr>
        <p:sp>
          <p:nvSpPr>
            <p:cNvPr id="21" name="矩形 20"/>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sp>
        <p:nvSpPr>
          <p:cNvPr id="25" name="TextBox 13"/>
          <p:cNvSpPr txBox="1"/>
          <p:nvPr/>
        </p:nvSpPr>
        <p:spPr>
          <a:xfrm>
            <a:off x="8499144" y="1243924"/>
            <a:ext cx="2522424" cy="78604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defTabSz="1216660">
              <a:lnSpc>
                <a:spcPct val="120000"/>
              </a:lnSpc>
              <a:spcBef>
                <a:spcPct val="20000"/>
              </a:spcBef>
              <a:defRPr/>
            </a:pPr>
            <a:r>
              <a:rPr lang="en-US" altLang="zh-CN" sz="1400" dirty="0">
                <a:cs typeface="+mn-ea"/>
                <a:sym typeface="+mn-lt"/>
              </a:rPr>
              <a:t>……</a:t>
            </a:r>
          </a:p>
        </p:txBody>
      </p:sp>
      <p:sp>
        <p:nvSpPr>
          <p:cNvPr id="30" name="TextBox 13"/>
          <p:cNvSpPr txBox="1"/>
          <p:nvPr/>
        </p:nvSpPr>
        <p:spPr>
          <a:xfrm>
            <a:off x="8499144" y="2283292"/>
            <a:ext cx="2522424" cy="78604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defTabSz="1216660">
              <a:lnSpc>
                <a:spcPct val="120000"/>
              </a:lnSpc>
              <a:spcBef>
                <a:spcPct val="20000"/>
              </a:spcBef>
              <a:defRPr/>
            </a:pPr>
            <a:r>
              <a:rPr lang="en-US" altLang="zh-CN" sz="1400" dirty="0">
                <a:cs typeface="+mn-ea"/>
                <a:sym typeface="+mn-lt"/>
              </a:rPr>
              <a:t>……</a:t>
            </a:r>
          </a:p>
        </p:txBody>
      </p:sp>
      <p:sp>
        <p:nvSpPr>
          <p:cNvPr id="31" name="TextBox 13"/>
          <p:cNvSpPr txBox="1"/>
          <p:nvPr/>
        </p:nvSpPr>
        <p:spPr>
          <a:xfrm>
            <a:off x="8499144" y="3322660"/>
            <a:ext cx="2522424" cy="78604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defTabSz="1216660">
              <a:lnSpc>
                <a:spcPct val="120000"/>
              </a:lnSpc>
              <a:spcBef>
                <a:spcPct val="20000"/>
              </a:spcBef>
              <a:defRPr/>
            </a:pPr>
            <a:r>
              <a:rPr lang="en-US" altLang="zh-CN" sz="1400" dirty="0">
                <a:cs typeface="+mn-ea"/>
                <a:sym typeface="+mn-lt"/>
              </a:rPr>
              <a:t>……</a:t>
            </a:r>
          </a:p>
        </p:txBody>
      </p:sp>
      <p:sp>
        <p:nvSpPr>
          <p:cNvPr id="32" name="TextBox 13"/>
          <p:cNvSpPr txBox="1"/>
          <p:nvPr/>
        </p:nvSpPr>
        <p:spPr>
          <a:xfrm>
            <a:off x="8499144" y="4362028"/>
            <a:ext cx="2522424" cy="78604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defTabSz="1216660">
              <a:lnSpc>
                <a:spcPct val="120000"/>
              </a:lnSpc>
              <a:spcBef>
                <a:spcPct val="20000"/>
              </a:spcBef>
              <a:defRPr/>
            </a:pPr>
            <a:r>
              <a:rPr lang="en-US" altLang="zh-CN" sz="1400" dirty="0">
                <a:cs typeface="+mn-ea"/>
                <a:sym typeface="+mn-lt"/>
              </a:rPr>
              <a:t>……</a:t>
            </a:r>
          </a:p>
        </p:txBody>
      </p:sp>
      <p:sp>
        <p:nvSpPr>
          <p:cNvPr id="33" name="TextBox 13"/>
          <p:cNvSpPr txBox="1"/>
          <p:nvPr/>
        </p:nvSpPr>
        <p:spPr>
          <a:xfrm>
            <a:off x="8499144" y="5401396"/>
            <a:ext cx="2522424" cy="78604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defTabSz="1216660">
              <a:lnSpc>
                <a:spcPct val="120000"/>
              </a:lnSpc>
              <a:spcBef>
                <a:spcPct val="20000"/>
              </a:spcBef>
              <a:defRPr/>
            </a:pPr>
            <a:r>
              <a:rPr lang="en-US" altLang="zh-CN" sz="1400" dirty="0">
                <a:cs typeface="+mn-ea"/>
                <a:sym typeface="+mn-lt"/>
              </a:rPr>
              <a:t>……</a:t>
            </a:r>
          </a:p>
        </p:txBody>
      </p:sp>
    </p:spTree>
    <p:extLst>
      <p:ext uri="{BB962C8B-B14F-4D97-AF65-F5344CB8AC3E}">
        <p14:creationId xmlns:p14="http://schemas.microsoft.com/office/powerpoint/2010/main" val="52862660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25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250"/>
                                        <p:tgtEl>
                                          <p:spTgt spid="3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25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2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0" grpId="0"/>
      <p:bldP spid="31" grpId="0"/>
      <p:bldP spid="32" grpId="0"/>
      <p:bldP spid="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5988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2547" y="-14288"/>
            <a:ext cx="12226325" cy="6930695"/>
            <a:chOff x="-22547" y="-14288"/>
            <a:chExt cx="12226325" cy="6930695"/>
          </a:xfrm>
        </p:grpSpPr>
        <p:sp>
          <p:nvSpPr>
            <p:cNvPr id="4" name="îṣļiďé">
              <a:extLst>
                <a:ext uri="{FF2B5EF4-FFF2-40B4-BE49-F238E27FC236}">
                  <a16:creationId xmlns:a16="http://schemas.microsoft.com/office/drawing/2014/main" id="{AC6C78C2-1725-4717-815D-667CEF3ED035}"/>
                </a:ext>
              </a:extLst>
            </p:cNvPr>
            <p:cNvSpPr/>
            <p:nvPr/>
          </p:nvSpPr>
          <p:spPr>
            <a:xfrm>
              <a:off x="-22547" y="-14288"/>
              <a:ext cx="12198349" cy="6930695"/>
            </a:xfrm>
            <a:prstGeom prst="rect">
              <a:avLst/>
            </a:prstGeom>
            <a:gradFill flip="none" rotWithShape="1">
              <a:gsLst>
                <a:gs pos="50000">
                  <a:srgbClr val="BD8B95"/>
                </a:gs>
                <a:gs pos="0">
                  <a:schemeClr val="accent1">
                    <a:lumMod val="32000"/>
                    <a:lumOff val="68000"/>
                  </a:schemeClr>
                </a:gs>
                <a:gs pos="100000">
                  <a:srgbClr val="AE3637"/>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rmAutofit/>
            </a:bodyPr>
            <a:lstStyle/>
            <a:p>
              <a:pPr algn="ctr"/>
              <a:endParaRPr dirty="0">
                <a:solidFill>
                  <a:schemeClr val="bg1"/>
                </a:solidFill>
                <a:cs typeface="+mn-ea"/>
                <a:sym typeface="+mn-lt"/>
              </a:endParaRPr>
            </a:p>
          </p:txBody>
        </p:sp>
        <p:sp>
          <p:nvSpPr>
            <p:cNvPr id="5" name="î$lîḋe">
              <a:extLst>
                <a:ext uri="{FF2B5EF4-FFF2-40B4-BE49-F238E27FC236}">
                  <a16:creationId xmlns:a16="http://schemas.microsoft.com/office/drawing/2014/main" id="{39DB6048-6050-4E44-9FA0-3C3467E3D755}"/>
                </a:ext>
              </a:extLst>
            </p:cNvPr>
            <p:cNvSpPr txBox="1"/>
            <p:nvPr/>
          </p:nvSpPr>
          <p:spPr bwMode="auto">
            <a:xfrm>
              <a:off x="814761" y="2736022"/>
              <a:ext cx="1577974" cy="62692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en-US" altLang="zh-CN" sz="2000" b="1">
                  <a:solidFill>
                    <a:schemeClr val="bg1"/>
                  </a:solidFill>
                  <a:cs typeface="+mn-ea"/>
                  <a:sym typeface="+mn-lt"/>
                </a:rPr>
                <a:t>…text</a:t>
              </a:r>
              <a:endParaRPr lang="zh-CN" altLang="en-US" sz="1100" dirty="0">
                <a:solidFill>
                  <a:schemeClr val="bg1"/>
                </a:solidFill>
                <a:cs typeface="+mn-ea"/>
                <a:sym typeface="+mn-lt"/>
              </a:endParaRPr>
            </a:p>
          </p:txBody>
        </p:sp>
        <p:sp>
          <p:nvSpPr>
            <p:cNvPr id="6" name="iṧḷïďè">
              <a:extLst>
                <a:ext uri="{FF2B5EF4-FFF2-40B4-BE49-F238E27FC236}">
                  <a16:creationId xmlns:a16="http://schemas.microsoft.com/office/drawing/2014/main" id="{BFAA9EED-92E2-4346-91D7-95E7385292BF}"/>
                </a:ext>
              </a:extLst>
            </p:cNvPr>
            <p:cNvSpPr txBox="1"/>
            <p:nvPr/>
          </p:nvSpPr>
          <p:spPr bwMode="auto">
            <a:xfrm>
              <a:off x="2593258" y="3465513"/>
              <a:ext cx="1577974" cy="62692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en-US" altLang="zh-CN" sz="2000" b="1" dirty="0">
                  <a:solidFill>
                    <a:schemeClr val="bg1"/>
                  </a:solidFill>
                  <a:cs typeface="+mn-ea"/>
                  <a:sym typeface="+mn-lt"/>
                </a:rPr>
                <a:t>…text</a:t>
              </a:r>
              <a:endParaRPr lang="zh-CN" altLang="en-US" sz="1100" dirty="0">
                <a:solidFill>
                  <a:schemeClr val="bg1"/>
                </a:solidFill>
                <a:cs typeface="+mn-ea"/>
                <a:sym typeface="+mn-lt"/>
              </a:endParaRPr>
            </a:p>
          </p:txBody>
        </p:sp>
        <p:sp>
          <p:nvSpPr>
            <p:cNvPr id="7" name="îṩľiḍè">
              <a:extLst>
                <a:ext uri="{FF2B5EF4-FFF2-40B4-BE49-F238E27FC236}">
                  <a16:creationId xmlns:a16="http://schemas.microsoft.com/office/drawing/2014/main" id="{A823E429-6110-479F-ACFA-A7FF79C2B093}"/>
                </a:ext>
              </a:extLst>
            </p:cNvPr>
            <p:cNvSpPr txBox="1"/>
            <p:nvPr/>
          </p:nvSpPr>
          <p:spPr bwMode="auto">
            <a:xfrm>
              <a:off x="4444907" y="2736022"/>
              <a:ext cx="1577974" cy="62692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en-US" altLang="zh-CN" sz="2000" b="1">
                  <a:solidFill>
                    <a:schemeClr val="bg1"/>
                  </a:solidFill>
                  <a:cs typeface="+mn-ea"/>
                  <a:sym typeface="+mn-lt"/>
                </a:rPr>
                <a:t>…text</a:t>
              </a:r>
              <a:endParaRPr lang="zh-CN" altLang="en-US" sz="1100" dirty="0">
                <a:solidFill>
                  <a:schemeClr val="bg1"/>
                </a:solidFill>
                <a:cs typeface="+mn-ea"/>
                <a:sym typeface="+mn-lt"/>
              </a:endParaRPr>
            </a:p>
          </p:txBody>
        </p:sp>
        <p:sp>
          <p:nvSpPr>
            <p:cNvPr id="8" name="i$ḻiďè">
              <a:extLst>
                <a:ext uri="{FF2B5EF4-FFF2-40B4-BE49-F238E27FC236}">
                  <a16:creationId xmlns:a16="http://schemas.microsoft.com/office/drawing/2014/main" id="{7FE87827-099F-4D98-9410-2AA6B291B15A}"/>
                </a:ext>
              </a:extLst>
            </p:cNvPr>
            <p:cNvSpPr txBox="1"/>
            <p:nvPr/>
          </p:nvSpPr>
          <p:spPr bwMode="auto">
            <a:xfrm>
              <a:off x="6278268" y="3705286"/>
              <a:ext cx="1577974" cy="62692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en-US" altLang="zh-CN" sz="2000" b="1" dirty="0">
                  <a:solidFill>
                    <a:schemeClr val="bg1"/>
                  </a:solidFill>
                  <a:cs typeface="+mn-ea"/>
                  <a:sym typeface="+mn-lt"/>
                </a:rPr>
                <a:t>…text</a:t>
              </a:r>
              <a:endParaRPr lang="zh-CN" altLang="en-US" sz="1100" dirty="0">
                <a:solidFill>
                  <a:schemeClr val="bg1"/>
                </a:solidFill>
                <a:cs typeface="+mn-ea"/>
                <a:sym typeface="+mn-lt"/>
              </a:endParaRPr>
            </a:p>
          </p:txBody>
        </p:sp>
        <p:sp>
          <p:nvSpPr>
            <p:cNvPr id="9" name="iṩļïḓé">
              <a:extLst>
                <a:ext uri="{FF2B5EF4-FFF2-40B4-BE49-F238E27FC236}">
                  <a16:creationId xmlns:a16="http://schemas.microsoft.com/office/drawing/2014/main" id="{D8F30D71-14C5-4479-B54A-B3DE0DBB255A}"/>
                </a:ext>
              </a:extLst>
            </p:cNvPr>
            <p:cNvSpPr txBox="1"/>
            <p:nvPr/>
          </p:nvSpPr>
          <p:spPr bwMode="auto">
            <a:xfrm>
              <a:off x="8075053" y="2736022"/>
              <a:ext cx="1577974" cy="62692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en-US" altLang="zh-CN" sz="2000" b="1">
                  <a:solidFill>
                    <a:schemeClr val="bg1"/>
                  </a:solidFill>
                  <a:cs typeface="+mn-ea"/>
                  <a:sym typeface="+mn-lt"/>
                </a:rPr>
                <a:t>…text</a:t>
              </a:r>
              <a:endParaRPr lang="zh-CN" altLang="en-US" sz="1100" dirty="0">
                <a:solidFill>
                  <a:schemeClr val="bg1"/>
                </a:solidFill>
                <a:cs typeface="+mn-ea"/>
                <a:sym typeface="+mn-lt"/>
              </a:endParaRPr>
            </a:p>
          </p:txBody>
        </p:sp>
        <p:sp>
          <p:nvSpPr>
            <p:cNvPr id="10" name="ï$1íḋè">
              <a:extLst>
                <a:ext uri="{FF2B5EF4-FFF2-40B4-BE49-F238E27FC236}">
                  <a16:creationId xmlns:a16="http://schemas.microsoft.com/office/drawing/2014/main" id="{B635D70A-D52A-4F95-BA68-567F042D91B9}"/>
                </a:ext>
              </a:extLst>
            </p:cNvPr>
            <p:cNvSpPr txBox="1"/>
            <p:nvPr/>
          </p:nvSpPr>
          <p:spPr bwMode="auto">
            <a:xfrm>
              <a:off x="9890127" y="3465513"/>
              <a:ext cx="1577974" cy="62692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en-US" altLang="zh-CN" sz="2000" b="1" dirty="0">
                  <a:solidFill>
                    <a:schemeClr val="bg1"/>
                  </a:solidFill>
                  <a:cs typeface="+mn-ea"/>
                  <a:sym typeface="+mn-lt"/>
                </a:rPr>
                <a:t>…text</a:t>
              </a:r>
              <a:endParaRPr lang="zh-CN" altLang="en-US" sz="1100" dirty="0">
                <a:solidFill>
                  <a:schemeClr val="bg1"/>
                </a:solidFill>
                <a:cs typeface="+mn-ea"/>
                <a:sym typeface="+mn-lt"/>
              </a:endParaRPr>
            </a:p>
          </p:txBody>
        </p:sp>
        <p:sp>
          <p:nvSpPr>
            <p:cNvPr id="11" name="isḷîḍe">
              <a:extLst>
                <a:ext uri="{FF2B5EF4-FFF2-40B4-BE49-F238E27FC236}">
                  <a16:creationId xmlns:a16="http://schemas.microsoft.com/office/drawing/2014/main" id="{E4278C76-CCDB-4A46-9569-C2AD5480521F}"/>
                </a:ext>
              </a:extLst>
            </p:cNvPr>
            <p:cNvSpPr/>
            <p:nvPr/>
          </p:nvSpPr>
          <p:spPr>
            <a:xfrm>
              <a:off x="1" y="5010588"/>
              <a:ext cx="12198348" cy="761563"/>
            </a:xfrm>
            <a:custGeom>
              <a:avLst/>
              <a:gdLst>
                <a:gd name="connsiteX0" fmla="*/ 9884260 w 12198348"/>
                <a:gd name="connsiteY0" fmla="*/ 1 h 761563"/>
                <a:gd name="connsiteX1" fmla="*/ 12031031 w 12198348"/>
                <a:gd name="connsiteY1" fmla="*/ 323664 h 761563"/>
                <a:gd name="connsiteX2" fmla="*/ 12191998 w 12198348"/>
                <a:gd name="connsiteY2" fmla="*/ 354352 h 761563"/>
                <a:gd name="connsiteX3" fmla="*/ 12198348 w 12198348"/>
                <a:gd name="connsiteY3" fmla="*/ 696071 h 761563"/>
                <a:gd name="connsiteX4" fmla="*/ 11964908 w 12198348"/>
                <a:gd name="connsiteY4" fmla="*/ 616486 h 761563"/>
                <a:gd name="connsiteX5" fmla="*/ 9882540 w 12198348"/>
                <a:gd name="connsiteY5" fmla="*/ 321608 h 761563"/>
                <a:gd name="connsiteX6" fmla="*/ 8020936 w 12198348"/>
                <a:gd name="connsiteY6" fmla="*/ 665649 h 761563"/>
                <a:gd name="connsiteX7" fmla="*/ 7868466 w 12198348"/>
                <a:gd name="connsiteY7" fmla="*/ 688006 h 761563"/>
                <a:gd name="connsiteX8" fmla="*/ 7735514 w 12198348"/>
                <a:gd name="connsiteY8" fmla="*/ 716943 h 761563"/>
                <a:gd name="connsiteX9" fmla="*/ 7250619 w 12198348"/>
                <a:gd name="connsiteY9" fmla="*/ 761502 h 761563"/>
                <a:gd name="connsiteX10" fmla="*/ 6676931 w 12198348"/>
                <a:gd name="connsiteY10" fmla="*/ 695380 h 761563"/>
                <a:gd name="connsiteX11" fmla="*/ 6602954 w 12198348"/>
                <a:gd name="connsiteY11" fmla="*/ 680689 h 761563"/>
                <a:gd name="connsiteX12" fmla="*/ 6328547 w 12198348"/>
                <a:gd name="connsiteY12" fmla="*/ 644471 h 761563"/>
                <a:gd name="connsiteX13" fmla="*/ 5821528 w 12198348"/>
                <a:gd name="connsiteY13" fmla="*/ 548122 h 761563"/>
                <a:gd name="connsiteX14" fmla="*/ 5540401 w 12198348"/>
                <a:gd name="connsiteY14" fmla="*/ 461789 h 761563"/>
                <a:gd name="connsiteX15" fmla="*/ 5276618 w 12198348"/>
                <a:gd name="connsiteY15" fmla="*/ 413737 h 761563"/>
                <a:gd name="connsiteX16" fmla="*/ 4594564 w 12198348"/>
                <a:gd name="connsiteY16" fmla="*/ 349702 h 761563"/>
                <a:gd name="connsiteX17" fmla="*/ 2131596 w 12198348"/>
                <a:gd name="connsiteY17" fmla="*/ 756963 h 761563"/>
                <a:gd name="connsiteX18" fmla="*/ 143723 w 12198348"/>
                <a:gd name="connsiteY18" fmla="*/ 456501 h 761563"/>
                <a:gd name="connsiteX19" fmla="*/ 0 w 12198348"/>
                <a:gd name="connsiteY19" fmla="*/ 381278 h 761563"/>
                <a:gd name="connsiteX20" fmla="*/ 0 w 12198348"/>
                <a:gd name="connsiteY20" fmla="*/ 66998 h 761563"/>
                <a:gd name="connsiteX21" fmla="*/ 15278 w 12198348"/>
                <a:gd name="connsiteY21" fmla="*/ 66768 h 761563"/>
                <a:gd name="connsiteX22" fmla="*/ 145442 w 12198348"/>
                <a:gd name="connsiteY22" fmla="*/ 134893 h 761563"/>
                <a:gd name="connsiteX23" fmla="*/ 2133315 w 12198348"/>
                <a:gd name="connsiteY23" fmla="*/ 435355 h 761563"/>
                <a:gd name="connsiteX24" fmla="*/ 4596283 w 12198348"/>
                <a:gd name="connsiteY24" fmla="*/ 28095 h 761563"/>
                <a:gd name="connsiteX25" fmla="*/ 4934533 w 12198348"/>
                <a:gd name="connsiteY25" fmla="*/ 43683 h 761563"/>
                <a:gd name="connsiteX26" fmla="*/ 5287977 w 12198348"/>
                <a:gd name="connsiteY26" fmla="*/ 83460 h 761563"/>
                <a:gd name="connsiteX27" fmla="*/ 5287977 w 12198348"/>
                <a:gd name="connsiteY27" fmla="*/ 38904 h 761563"/>
                <a:gd name="connsiteX28" fmla="*/ 5303255 w 12198348"/>
                <a:gd name="connsiteY28" fmla="*/ 38674 h 761563"/>
                <a:gd name="connsiteX29" fmla="*/ 5430292 w 12198348"/>
                <a:gd name="connsiteY29" fmla="*/ 105162 h 761563"/>
                <a:gd name="connsiteX30" fmla="*/ 5677696 w 12198348"/>
                <a:gd name="connsiteY30" fmla="*/ 143786 h 761563"/>
                <a:gd name="connsiteX31" fmla="*/ 6743055 w 12198348"/>
                <a:gd name="connsiteY31" fmla="*/ 351758 h 761563"/>
                <a:gd name="connsiteX32" fmla="*/ 6941720 w 12198348"/>
                <a:gd name="connsiteY32" fmla="*/ 389633 h 761563"/>
                <a:gd name="connsiteX33" fmla="*/ 7160363 w 12198348"/>
                <a:gd name="connsiteY33" fmla="*/ 402684 h 761563"/>
                <a:gd name="connsiteX34" fmla="*/ 7421291 w 12198348"/>
                <a:gd name="connsiteY34" fmla="*/ 407261 h 761563"/>
                <a:gd name="connsiteX35" fmla="*/ 9884260 w 12198348"/>
                <a:gd name="connsiteY35" fmla="*/ 1 h 761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8348" h="761563">
                  <a:moveTo>
                    <a:pt x="9884260" y="1"/>
                  </a:moveTo>
                  <a:cubicBezTo>
                    <a:pt x="10524138" y="568"/>
                    <a:pt x="11412560" y="200057"/>
                    <a:pt x="12031031" y="323664"/>
                  </a:cubicBezTo>
                  <a:lnTo>
                    <a:pt x="12191998" y="354352"/>
                  </a:lnTo>
                  <a:lnTo>
                    <a:pt x="12198348" y="696071"/>
                  </a:lnTo>
                  <a:cubicBezTo>
                    <a:pt x="12122651" y="684359"/>
                    <a:pt x="12040605" y="628198"/>
                    <a:pt x="11964908" y="616486"/>
                  </a:cubicBezTo>
                  <a:cubicBezTo>
                    <a:pt x="11324969" y="500217"/>
                    <a:pt x="10640096" y="302878"/>
                    <a:pt x="9882540" y="321608"/>
                  </a:cubicBezTo>
                  <a:cubicBezTo>
                    <a:pt x="9314373" y="335656"/>
                    <a:pt x="8643778" y="554756"/>
                    <a:pt x="8020936" y="665649"/>
                  </a:cubicBezTo>
                  <a:lnTo>
                    <a:pt x="7868466" y="688006"/>
                  </a:lnTo>
                  <a:lnTo>
                    <a:pt x="7735514" y="716943"/>
                  </a:lnTo>
                  <a:cubicBezTo>
                    <a:pt x="7594705" y="744203"/>
                    <a:pt x="7439320" y="762777"/>
                    <a:pt x="7250619" y="761502"/>
                  </a:cubicBezTo>
                  <a:cubicBezTo>
                    <a:pt x="7085490" y="760385"/>
                    <a:pt x="6890244" y="734137"/>
                    <a:pt x="6676931" y="695380"/>
                  </a:cubicBezTo>
                  <a:lnTo>
                    <a:pt x="6602954" y="680689"/>
                  </a:lnTo>
                  <a:lnTo>
                    <a:pt x="6328547" y="644471"/>
                  </a:lnTo>
                  <a:cubicBezTo>
                    <a:pt x="6147636" y="617310"/>
                    <a:pt x="5974816" y="584663"/>
                    <a:pt x="5821528" y="548122"/>
                  </a:cubicBezTo>
                  <a:lnTo>
                    <a:pt x="5540401" y="461789"/>
                  </a:lnTo>
                  <a:lnTo>
                    <a:pt x="5276618" y="413737"/>
                  </a:lnTo>
                  <a:cubicBezTo>
                    <a:pt x="5039224" y="375444"/>
                    <a:pt x="4807856" y="349892"/>
                    <a:pt x="4594564" y="349702"/>
                  </a:cubicBezTo>
                  <a:cubicBezTo>
                    <a:pt x="3741393" y="348946"/>
                    <a:pt x="2897357" y="751701"/>
                    <a:pt x="2131596" y="756963"/>
                  </a:cubicBezTo>
                  <a:cubicBezTo>
                    <a:pt x="1461556" y="761567"/>
                    <a:pt x="554856" y="627452"/>
                    <a:pt x="143723" y="456501"/>
                  </a:cubicBezTo>
                  <a:lnTo>
                    <a:pt x="0" y="381278"/>
                  </a:lnTo>
                  <a:lnTo>
                    <a:pt x="0" y="66998"/>
                  </a:lnTo>
                  <a:lnTo>
                    <a:pt x="15278" y="66768"/>
                  </a:lnTo>
                  <a:lnTo>
                    <a:pt x="145442" y="134893"/>
                  </a:lnTo>
                  <a:cubicBezTo>
                    <a:pt x="556575" y="305846"/>
                    <a:pt x="1463274" y="439959"/>
                    <a:pt x="2133315" y="435355"/>
                  </a:cubicBezTo>
                  <a:cubicBezTo>
                    <a:pt x="2899076" y="430093"/>
                    <a:pt x="3743112" y="27338"/>
                    <a:pt x="4596283" y="28095"/>
                  </a:cubicBezTo>
                  <a:cubicBezTo>
                    <a:pt x="4702929" y="28189"/>
                    <a:pt x="4816479" y="33809"/>
                    <a:pt x="4934533" y="43683"/>
                  </a:cubicBezTo>
                  <a:lnTo>
                    <a:pt x="5287977" y="83460"/>
                  </a:lnTo>
                  <a:lnTo>
                    <a:pt x="5287977" y="38904"/>
                  </a:lnTo>
                  <a:lnTo>
                    <a:pt x="5303255" y="38674"/>
                  </a:lnTo>
                  <a:lnTo>
                    <a:pt x="5430292" y="105162"/>
                  </a:lnTo>
                  <a:lnTo>
                    <a:pt x="5677696" y="143786"/>
                  </a:lnTo>
                  <a:cubicBezTo>
                    <a:pt x="6057096" y="209180"/>
                    <a:pt x="6433819" y="289954"/>
                    <a:pt x="6743055" y="351758"/>
                  </a:cubicBezTo>
                  <a:lnTo>
                    <a:pt x="6941720" y="389633"/>
                  </a:lnTo>
                  <a:lnTo>
                    <a:pt x="7160363" y="402684"/>
                  </a:lnTo>
                  <a:cubicBezTo>
                    <a:pt x="7250083" y="406245"/>
                    <a:pt x="7337536" y="407837"/>
                    <a:pt x="7421291" y="407261"/>
                  </a:cubicBezTo>
                  <a:cubicBezTo>
                    <a:pt x="8187053" y="401999"/>
                    <a:pt x="9031088" y="-756"/>
                    <a:pt x="9884260" y="1"/>
                  </a:cubicBezTo>
                  <a:close/>
                </a:path>
              </a:pathLst>
            </a:custGeom>
            <a:solidFill>
              <a:schemeClr val="bg1">
                <a:lumMod val="95000"/>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cs typeface="+mn-ea"/>
                <a:sym typeface="+mn-lt"/>
              </a:endParaRPr>
            </a:p>
          </p:txBody>
        </p:sp>
        <p:sp>
          <p:nvSpPr>
            <p:cNvPr id="12" name="iṥḻíḋè">
              <a:extLst>
                <a:ext uri="{FF2B5EF4-FFF2-40B4-BE49-F238E27FC236}">
                  <a16:creationId xmlns:a16="http://schemas.microsoft.com/office/drawing/2014/main" id="{62CBB729-2475-48CF-B84A-28AE3ACC7C7E}"/>
                </a:ext>
              </a:extLst>
            </p:cNvPr>
            <p:cNvSpPr/>
            <p:nvPr/>
          </p:nvSpPr>
          <p:spPr>
            <a:xfrm>
              <a:off x="1" y="5324722"/>
              <a:ext cx="12203777" cy="1591685"/>
            </a:xfrm>
            <a:custGeom>
              <a:avLst/>
              <a:gdLst>
                <a:gd name="connsiteX0" fmla="*/ 9793334 w 12203777"/>
                <a:gd name="connsiteY0" fmla="*/ 407 h 1591685"/>
                <a:gd name="connsiteX1" fmla="*/ 12195507 w 12203777"/>
                <a:gd name="connsiteY1" fmla="*/ 359240 h 1591685"/>
                <a:gd name="connsiteX2" fmla="*/ 12203736 w 12203777"/>
                <a:gd name="connsiteY2" fmla="*/ 1523448 h 1591685"/>
                <a:gd name="connsiteX3" fmla="*/ 12203777 w 12203777"/>
                <a:gd name="connsiteY3" fmla="*/ 1591685 h 1591685"/>
                <a:gd name="connsiteX4" fmla="*/ 0 w 12203777"/>
                <a:gd name="connsiteY4" fmla="*/ 1591685 h 1591685"/>
                <a:gd name="connsiteX5" fmla="*/ 0 w 12203777"/>
                <a:gd name="connsiteY5" fmla="*/ 52738 h 1591685"/>
                <a:gd name="connsiteX6" fmla="*/ 2131598 w 12203777"/>
                <a:gd name="connsiteY6" fmla="*/ 425529 h 1591685"/>
                <a:gd name="connsiteX7" fmla="*/ 4594566 w 12203777"/>
                <a:gd name="connsiteY7" fmla="*/ 21407 h 1591685"/>
                <a:gd name="connsiteX8" fmla="*/ 7250621 w 12203777"/>
                <a:gd name="connsiteY8" fmla="*/ 430033 h 1591685"/>
                <a:gd name="connsiteX9" fmla="*/ 9793334 w 12203777"/>
                <a:gd name="connsiteY9" fmla="*/ 407 h 159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3777" h="1591685">
                  <a:moveTo>
                    <a:pt x="9793334" y="407"/>
                  </a:moveTo>
                  <a:cubicBezTo>
                    <a:pt x="10617482" y="-11392"/>
                    <a:pt x="11697192" y="236686"/>
                    <a:pt x="12195507" y="359240"/>
                  </a:cubicBezTo>
                  <a:cubicBezTo>
                    <a:pt x="12198996" y="660525"/>
                    <a:pt x="12202726" y="1080010"/>
                    <a:pt x="12203736" y="1523448"/>
                  </a:cubicBezTo>
                  <a:lnTo>
                    <a:pt x="12203777" y="1591685"/>
                  </a:lnTo>
                  <a:lnTo>
                    <a:pt x="0" y="1591685"/>
                  </a:lnTo>
                  <a:lnTo>
                    <a:pt x="0" y="52738"/>
                  </a:lnTo>
                  <a:cubicBezTo>
                    <a:pt x="290971" y="256185"/>
                    <a:pt x="1365838" y="430750"/>
                    <a:pt x="2131598" y="425529"/>
                  </a:cubicBezTo>
                  <a:cubicBezTo>
                    <a:pt x="2897359" y="420307"/>
                    <a:pt x="3741395" y="20656"/>
                    <a:pt x="4594566" y="21407"/>
                  </a:cubicBezTo>
                  <a:cubicBezTo>
                    <a:pt x="5447736" y="22158"/>
                    <a:pt x="6384160" y="433532"/>
                    <a:pt x="7250621" y="430033"/>
                  </a:cubicBezTo>
                  <a:cubicBezTo>
                    <a:pt x="8117082" y="426533"/>
                    <a:pt x="8969187" y="12206"/>
                    <a:pt x="9793334" y="40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13" name="iṩlídê">
              <a:extLst>
                <a:ext uri="{FF2B5EF4-FFF2-40B4-BE49-F238E27FC236}">
                  <a16:creationId xmlns:a16="http://schemas.microsoft.com/office/drawing/2014/main" id="{31AB2E91-2A5D-4FD7-B563-F44CFFD41D22}"/>
                </a:ext>
              </a:extLst>
            </p:cNvPr>
            <p:cNvSpPr/>
            <p:nvPr/>
          </p:nvSpPr>
          <p:spPr>
            <a:xfrm>
              <a:off x="3090209" y="4773903"/>
              <a:ext cx="657225" cy="657225"/>
            </a:xfrm>
            <a:prstGeom prst="ellipse">
              <a:avLst/>
            </a:prstGeom>
            <a:solidFill>
              <a:schemeClr val="tx1">
                <a:lumMod val="50000"/>
                <a:lumOff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altLang="zh-CN">
                  <a:cs typeface="+mn-ea"/>
                  <a:sym typeface="+mn-lt"/>
                </a:rPr>
                <a:t>02</a:t>
              </a:r>
              <a:endParaRPr lang="zh-CN" altLang="en-US">
                <a:cs typeface="+mn-ea"/>
                <a:sym typeface="+mn-lt"/>
              </a:endParaRPr>
            </a:p>
          </p:txBody>
        </p:sp>
        <p:sp>
          <p:nvSpPr>
            <p:cNvPr id="14" name="îṩliḑé">
              <a:extLst>
                <a:ext uri="{FF2B5EF4-FFF2-40B4-BE49-F238E27FC236}">
                  <a16:creationId xmlns:a16="http://schemas.microsoft.com/office/drawing/2014/main" id="{5FAD8A70-1AD7-46C4-B233-B9DB6F7C42F9}"/>
                </a:ext>
              </a:extLst>
            </p:cNvPr>
            <p:cNvSpPr/>
            <p:nvPr/>
          </p:nvSpPr>
          <p:spPr>
            <a:xfrm>
              <a:off x="4905282" y="4634919"/>
              <a:ext cx="657225" cy="657225"/>
            </a:xfrm>
            <a:prstGeom prst="ellipse">
              <a:avLst/>
            </a:prstGeom>
            <a:solidFill>
              <a:schemeClr val="tx1">
                <a:lumMod val="50000"/>
                <a:lumOff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altLang="zh-CN">
                  <a:cs typeface="+mn-ea"/>
                  <a:sym typeface="+mn-lt"/>
                </a:rPr>
                <a:t>03</a:t>
              </a:r>
              <a:endParaRPr lang="zh-CN" altLang="en-US">
                <a:cs typeface="+mn-ea"/>
                <a:sym typeface="+mn-lt"/>
              </a:endParaRPr>
            </a:p>
          </p:txBody>
        </p:sp>
        <p:sp>
          <p:nvSpPr>
            <p:cNvPr id="15" name="íṡ1iďê">
              <a:extLst>
                <a:ext uri="{FF2B5EF4-FFF2-40B4-BE49-F238E27FC236}">
                  <a16:creationId xmlns:a16="http://schemas.microsoft.com/office/drawing/2014/main" id="{49452F54-F58C-41C3-ADD5-83504E7106CF}"/>
                </a:ext>
              </a:extLst>
            </p:cNvPr>
            <p:cNvSpPr/>
            <p:nvPr/>
          </p:nvSpPr>
          <p:spPr>
            <a:xfrm>
              <a:off x="6720355" y="4977103"/>
              <a:ext cx="657225" cy="657225"/>
            </a:xfrm>
            <a:prstGeom prst="ellipse">
              <a:avLst/>
            </a:prstGeom>
            <a:solidFill>
              <a:schemeClr val="tx1">
                <a:lumMod val="50000"/>
                <a:lumOff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altLang="zh-CN">
                  <a:cs typeface="+mn-ea"/>
                  <a:sym typeface="+mn-lt"/>
                </a:rPr>
                <a:t>04</a:t>
              </a:r>
              <a:endParaRPr lang="zh-CN" altLang="en-US">
                <a:cs typeface="+mn-ea"/>
                <a:sym typeface="+mn-lt"/>
              </a:endParaRPr>
            </a:p>
          </p:txBody>
        </p:sp>
        <p:sp>
          <p:nvSpPr>
            <p:cNvPr id="16" name="í$lïde">
              <a:extLst>
                <a:ext uri="{FF2B5EF4-FFF2-40B4-BE49-F238E27FC236}">
                  <a16:creationId xmlns:a16="http://schemas.microsoft.com/office/drawing/2014/main" id="{B233391C-815C-450A-AE76-AF8A9DF97A73}"/>
                </a:ext>
              </a:extLst>
            </p:cNvPr>
            <p:cNvSpPr/>
            <p:nvPr/>
          </p:nvSpPr>
          <p:spPr>
            <a:xfrm>
              <a:off x="8535428" y="4748190"/>
              <a:ext cx="657225" cy="657225"/>
            </a:xfrm>
            <a:prstGeom prst="ellipse">
              <a:avLst/>
            </a:prstGeom>
            <a:solidFill>
              <a:schemeClr val="tx1">
                <a:lumMod val="50000"/>
                <a:lumOff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altLang="zh-CN">
                  <a:cs typeface="+mn-ea"/>
                  <a:sym typeface="+mn-lt"/>
                </a:rPr>
                <a:t>05</a:t>
              </a:r>
              <a:endParaRPr lang="zh-CN" altLang="en-US">
                <a:cs typeface="+mn-ea"/>
                <a:sym typeface="+mn-lt"/>
              </a:endParaRPr>
            </a:p>
          </p:txBody>
        </p:sp>
        <p:sp>
          <p:nvSpPr>
            <p:cNvPr id="17" name="îṩḻïďè">
              <a:extLst>
                <a:ext uri="{FF2B5EF4-FFF2-40B4-BE49-F238E27FC236}">
                  <a16:creationId xmlns:a16="http://schemas.microsoft.com/office/drawing/2014/main" id="{A157E5C7-A657-481F-A3C0-7AA6DC422D58}"/>
                </a:ext>
              </a:extLst>
            </p:cNvPr>
            <p:cNvSpPr/>
            <p:nvPr/>
          </p:nvSpPr>
          <p:spPr>
            <a:xfrm>
              <a:off x="10350502" y="4634918"/>
              <a:ext cx="657225" cy="657225"/>
            </a:xfrm>
            <a:prstGeom prst="ellipse">
              <a:avLst/>
            </a:prstGeom>
            <a:solidFill>
              <a:schemeClr val="tx1">
                <a:lumMod val="50000"/>
                <a:lumOff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altLang="zh-CN">
                  <a:cs typeface="+mn-ea"/>
                  <a:sym typeface="+mn-lt"/>
                </a:rPr>
                <a:t>06</a:t>
              </a:r>
              <a:endParaRPr lang="zh-CN" altLang="en-US">
                <a:cs typeface="+mn-ea"/>
                <a:sym typeface="+mn-lt"/>
              </a:endParaRPr>
            </a:p>
          </p:txBody>
        </p:sp>
        <p:sp>
          <p:nvSpPr>
            <p:cNvPr id="18" name="íṧlíḓè">
              <a:extLst>
                <a:ext uri="{FF2B5EF4-FFF2-40B4-BE49-F238E27FC236}">
                  <a16:creationId xmlns:a16="http://schemas.microsoft.com/office/drawing/2014/main" id="{634AAF19-26EC-4C16-9831-F3790561B437}"/>
                </a:ext>
              </a:extLst>
            </p:cNvPr>
            <p:cNvSpPr/>
            <p:nvPr/>
          </p:nvSpPr>
          <p:spPr>
            <a:xfrm>
              <a:off x="1275136" y="4977103"/>
              <a:ext cx="657225" cy="657225"/>
            </a:xfrm>
            <a:prstGeom prst="ellipse">
              <a:avLst/>
            </a:prstGeom>
            <a:solidFill>
              <a:schemeClr val="tx1">
                <a:lumMod val="50000"/>
                <a:lumOff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altLang="zh-CN">
                  <a:cs typeface="+mn-ea"/>
                  <a:sym typeface="+mn-lt"/>
                </a:rPr>
                <a:t>01</a:t>
              </a:r>
              <a:endParaRPr lang="zh-CN" altLang="en-US">
                <a:cs typeface="+mn-ea"/>
                <a:sym typeface="+mn-lt"/>
              </a:endParaRPr>
            </a:p>
          </p:txBody>
        </p:sp>
        <p:cxnSp>
          <p:nvCxnSpPr>
            <p:cNvPr id="19" name="直接连接符 18">
              <a:extLst>
                <a:ext uri="{FF2B5EF4-FFF2-40B4-BE49-F238E27FC236}">
                  <a16:creationId xmlns:a16="http://schemas.microsoft.com/office/drawing/2014/main" id="{BD622ADB-3357-427F-8AD4-E62DE6178873}"/>
                </a:ext>
              </a:extLst>
            </p:cNvPr>
            <p:cNvCxnSpPr>
              <a:cxnSpLocks/>
              <a:stCxn id="18" idx="0"/>
            </p:cNvCxnSpPr>
            <p:nvPr/>
          </p:nvCxnSpPr>
          <p:spPr>
            <a:xfrm flipV="1">
              <a:off x="1603749" y="3458202"/>
              <a:ext cx="0" cy="1518901"/>
            </a:xfrm>
            <a:prstGeom prst="line">
              <a:avLst/>
            </a:prstGeom>
            <a:ln w="12700" cap="rnd">
              <a:gradFill>
                <a:gsLst>
                  <a:gs pos="0">
                    <a:schemeClr val="bg1">
                      <a:alpha val="0"/>
                    </a:schemeClr>
                  </a:gs>
                  <a:gs pos="100000">
                    <a:schemeClr val="bg1"/>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9926146F-3CE7-46E6-8B5D-699490A6CBB0}"/>
                </a:ext>
              </a:extLst>
            </p:cNvPr>
            <p:cNvCxnSpPr>
              <a:cxnSpLocks/>
              <a:stCxn id="13" idx="0"/>
            </p:cNvCxnSpPr>
            <p:nvPr/>
          </p:nvCxnSpPr>
          <p:spPr>
            <a:xfrm flipV="1">
              <a:off x="3418822" y="4133088"/>
              <a:ext cx="1034" cy="640815"/>
            </a:xfrm>
            <a:prstGeom prst="line">
              <a:avLst/>
            </a:prstGeom>
            <a:ln w="12700" cap="rnd">
              <a:gradFill>
                <a:gsLst>
                  <a:gs pos="0">
                    <a:schemeClr val="bg1">
                      <a:alpha val="0"/>
                    </a:schemeClr>
                  </a:gs>
                  <a:gs pos="100000">
                    <a:schemeClr val="bg1"/>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BFCFC7E-3930-4937-B9A7-10FDAAF9228D}"/>
                </a:ext>
              </a:extLst>
            </p:cNvPr>
            <p:cNvCxnSpPr>
              <a:cxnSpLocks/>
            </p:cNvCxnSpPr>
            <p:nvPr/>
          </p:nvCxnSpPr>
          <p:spPr>
            <a:xfrm flipV="1">
              <a:off x="5233891" y="3458203"/>
              <a:ext cx="0" cy="1176715"/>
            </a:xfrm>
            <a:prstGeom prst="line">
              <a:avLst/>
            </a:prstGeom>
            <a:ln w="12700" cap="rnd">
              <a:gradFill>
                <a:gsLst>
                  <a:gs pos="0">
                    <a:schemeClr val="bg1">
                      <a:alpha val="0"/>
                    </a:schemeClr>
                  </a:gs>
                  <a:gs pos="100000">
                    <a:schemeClr val="bg1"/>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9143C8B-55EA-4BCC-A654-1AB630436741}"/>
                </a:ext>
              </a:extLst>
            </p:cNvPr>
            <p:cNvCxnSpPr>
              <a:cxnSpLocks/>
              <a:stCxn id="15" idx="0"/>
            </p:cNvCxnSpPr>
            <p:nvPr/>
          </p:nvCxnSpPr>
          <p:spPr>
            <a:xfrm flipV="1">
              <a:off x="7048968" y="4224528"/>
              <a:ext cx="0" cy="752575"/>
            </a:xfrm>
            <a:prstGeom prst="line">
              <a:avLst/>
            </a:prstGeom>
            <a:ln w="12700" cap="rnd">
              <a:gradFill>
                <a:gsLst>
                  <a:gs pos="0">
                    <a:schemeClr val="bg1">
                      <a:alpha val="0"/>
                    </a:schemeClr>
                  </a:gs>
                  <a:gs pos="100000">
                    <a:schemeClr val="bg1"/>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AD5CFA6-985D-475E-A951-9E5366A5000F}"/>
                </a:ext>
              </a:extLst>
            </p:cNvPr>
            <p:cNvCxnSpPr>
              <a:cxnSpLocks/>
              <a:stCxn id="16" idx="0"/>
            </p:cNvCxnSpPr>
            <p:nvPr/>
          </p:nvCxnSpPr>
          <p:spPr>
            <a:xfrm flipH="1" flipV="1">
              <a:off x="8864033" y="3458204"/>
              <a:ext cx="8" cy="1289986"/>
            </a:xfrm>
            <a:prstGeom prst="line">
              <a:avLst/>
            </a:prstGeom>
            <a:ln w="12700" cap="rnd">
              <a:gradFill>
                <a:gsLst>
                  <a:gs pos="0">
                    <a:schemeClr val="bg1">
                      <a:alpha val="0"/>
                    </a:schemeClr>
                  </a:gs>
                  <a:gs pos="100000">
                    <a:schemeClr val="bg1"/>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622712C-976B-4377-A225-93DC889A3210}"/>
                </a:ext>
              </a:extLst>
            </p:cNvPr>
            <p:cNvCxnSpPr>
              <a:cxnSpLocks/>
              <a:stCxn id="17" idx="0"/>
            </p:cNvCxnSpPr>
            <p:nvPr/>
          </p:nvCxnSpPr>
          <p:spPr>
            <a:xfrm flipV="1">
              <a:off x="10679115" y="4169664"/>
              <a:ext cx="37653" cy="465254"/>
            </a:xfrm>
            <a:prstGeom prst="line">
              <a:avLst/>
            </a:prstGeom>
            <a:ln w="12700" cap="rnd">
              <a:gradFill>
                <a:gsLst>
                  <a:gs pos="0">
                    <a:schemeClr val="bg1">
                      <a:alpha val="0"/>
                    </a:schemeClr>
                  </a:gs>
                  <a:gs pos="100000">
                    <a:schemeClr val="bg1"/>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5" name="íṣ1íḓê">
              <a:extLst>
                <a:ext uri="{FF2B5EF4-FFF2-40B4-BE49-F238E27FC236}">
                  <a16:creationId xmlns:a16="http://schemas.microsoft.com/office/drawing/2014/main" id="{BC799D31-DD05-4E40-BBC7-3F75897279A5}"/>
                </a:ext>
              </a:extLst>
            </p:cNvPr>
            <p:cNvSpPr/>
            <p:nvPr/>
          </p:nvSpPr>
          <p:spPr>
            <a:xfrm>
              <a:off x="4449712" y="940331"/>
              <a:ext cx="3853040" cy="653988"/>
            </a:xfrm>
            <a:prstGeom prst="rect">
              <a:avLst/>
            </a:prstGeom>
            <a:noFill/>
          </p:spPr>
          <p:txBody>
            <a:bodyPr wrap="square" lIns="91440" tIns="45720" rIns="91440" bIns="45720" anchor="ctr">
              <a:normAutofit/>
            </a:bodyPr>
            <a:lstStyle/>
            <a:p>
              <a:pPr algn="ctr"/>
              <a:r>
                <a:rPr lang="en-US" altLang="zh-CN" sz="3200" dirty="0">
                  <a:solidFill>
                    <a:schemeClr val="bg1"/>
                  </a:solidFill>
                  <a:cs typeface="+mn-ea"/>
                  <a:sym typeface="+mn-lt"/>
                </a:rPr>
                <a:t>Click to add the title</a:t>
              </a:r>
            </a:p>
          </p:txBody>
        </p:sp>
      </p:grpSp>
      <p:grpSp>
        <p:nvGrpSpPr>
          <p:cNvPr id="26" name="组合 25"/>
          <p:cNvGrpSpPr/>
          <p:nvPr/>
        </p:nvGrpSpPr>
        <p:grpSpPr>
          <a:xfrm>
            <a:off x="465221" y="465582"/>
            <a:ext cx="1939496" cy="461018"/>
            <a:chOff x="6906997" y="4197923"/>
            <a:chExt cx="1939496" cy="461018"/>
          </a:xfrm>
        </p:grpSpPr>
        <p:sp>
          <p:nvSpPr>
            <p:cNvPr id="27" name="矩形 26"/>
            <p:cNvSpPr/>
            <p:nvPr/>
          </p:nvSpPr>
          <p:spPr>
            <a:xfrm>
              <a:off x="6906997" y="4197923"/>
              <a:ext cx="1939496" cy="461018"/>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文本框 27"/>
            <p:cNvSpPr txBox="1"/>
            <p:nvPr/>
          </p:nvSpPr>
          <p:spPr>
            <a:xfrm>
              <a:off x="7007009" y="4228377"/>
              <a:ext cx="1739471" cy="400110"/>
            </a:xfrm>
            <a:prstGeom prst="rect">
              <a:avLst/>
            </a:prstGeom>
            <a:noFill/>
          </p:spPr>
          <p:txBody>
            <a:bodyPr wrap="square" rtlCol="0">
              <a:spAutoFit/>
            </a:bodyPr>
            <a:lstStyle/>
            <a:p>
              <a:pPr algn="ctr"/>
              <a:r>
                <a:rPr lang="zh-CN" altLang="en-US" sz="2000" b="1" dirty="0">
                  <a:solidFill>
                    <a:schemeClr val="bg1"/>
                  </a:solidFill>
                  <a:cs typeface="+mn-ea"/>
                  <a:sym typeface="+mn-lt"/>
                </a:rPr>
                <a:t>点击输入标题</a:t>
              </a:r>
            </a:p>
          </p:txBody>
        </p:sp>
      </p:grpSp>
      <p:sp>
        <p:nvSpPr>
          <p:cNvPr id="29" name="TextBox 13"/>
          <p:cNvSpPr txBox="1"/>
          <p:nvPr/>
        </p:nvSpPr>
        <p:spPr>
          <a:xfrm>
            <a:off x="854760" y="2030308"/>
            <a:ext cx="1815288" cy="7432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400" dirty="0">
                <a:solidFill>
                  <a:schemeClr val="bg1"/>
                </a:solidFill>
                <a:cs typeface="+mn-ea"/>
                <a:sym typeface="+mn-lt"/>
              </a:rPr>
              <a:t>单击此处可编辑内容，根据您的需要自由拉伸文本框大小</a:t>
            </a:r>
            <a:endParaRPr lang="en-US" altLang="zh-CN" sz="1400" dirty="0">
              <a:solidFill>
                <a:schemeClr val="bg1"/>
              </a:solidFill>
              <a:cs typeface="+mn-ea"/>
              <a:sym typeface="+mn-lt"/>
            </a:endParaRPr>
          </a:p>
        </p:txBody>
      </p:sp>
      <p:sp>
        <p:nvSpPr>
          <p:cNvPr id="30" name="TextBox 13"/>
          <p:cNvSpPr txBox="1"/>
          <p:nvPr/>
        </p:nvSpPr>
        <p:spPr>
          <a:xfrm>
            <a:off x="2616504" y="2705818"/>
            <a:ext cx="1815288" cy="7432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400" dirty="0">
                <a:solidFill>
                  <a:schemeClr val="bg1"/>
                </a:solidFill>
                <a:cs typeface="+mn-ea"/>
                <a:sym typeface="+mn-lt"/>
              </a:rPr>
              <a:t>单击此处可编辑内容，根据您的需要自由拉伸文本框大小</a:t>
            </a:r>
            <a:endParaRPr lang="en-US" altLang="zh-CN" sz="1400" dirty="0">
              <a:solidFill>
                <a:schemeClr val="bg1"/>
              </a:solidFill>
              <a:cs typeface="+mn-ea"/>
              <a:sym typeface="+mn-lt"/>
            </a:endParaRPr>
          </a:p>
        </p:txBody>
      </p:sp>
      <p:sp>
        <p:nvSpPr>
          <p:cNvPr id="31" name="TextBox 13"/>
          <p:cNvSpPr txBox="1"/>
          <p:nvPr/>
        </p:nvSpPr>
        <p:spPr>
          <a:xfrm>
            <a:off x="4414824" y="2030308"/>
            <a:ext cx="1815288" cy="7432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400" dirty="0">
                <a:solidFill>
                  <a:schemeClr val="bg1"/>
                </a:solidFill>
                <a:cs typeface="+mn-ea"/>
                <a:sym typeface="+mn-lt"/>
              </a:rPr>
              <a:t>单击此处可编辑内容，根据您的需要自由拉伸文本框大小</a:t>
            </a:r>
            <a:endParaRPr lang="en-US" altLang="zh-CN" sz="1400" dirty="0">
              <a:solidFill>
                <a:schemeClr val="bg1"/>
              </a:solidFill>
              <a:cs typeface="+mn-ea"/>
              <a:sym typeface="+mn-lt"/>
            </a:endParaRPr>
          </a:p>
        </p:txBody>
      </p:sp>
      <p:sp>
        <p:nvSpPr>
          <p:cNvPr id="32" name="TextBox 13"/>
          <p:cNvSpPr txBox="1"/>
          <p:nvPr/>
        </p:nvSpPr>
        <p:spPr>
          <a:xfrm>
            <a:off x="6322872" y="3085665"/>
            <a:ext cx="1815288" cy="7432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400" dirty="0">
                <a:solidFill>
                  <a:schemeClr val="bg1"/>
                </a:solidFill>
                <a:cs typeface="+mn-ea"/>
                <a:sym typeface="+mn-lt"/>
              </a:rPr>
              <a:t>单击此处可编辑内容，根据您的需要自由拉伸文本框大小</a:t>
            </a:r>
            <a:endParaRPr lang="en-US" altLang="zh-CN" sz="1400" dirty="0">
              <a:solidFill>
                <a:schemeClr val="bg1"/>
              </a:solidFill>
              <a:cs typeface="+mn-ea"/>
              <a:sym typeface="+mn-lt"/>
            </a:endParaRPr>
          </a:p>
        </p:txBody>
      </p:sp>
      <p:sp>
        <p:nvSpPr>
          <p:cNvPr id="33" name="TextBox 13"/>
          <p:cNvSpPr txBox="1"/>
          <p:nvPr/>
        </p:nvSpPr>
        <p:spPr>
          <a:xfrm>
            <a:off x="7974888" y="2030308"/>
            <a:ext cx="1815288" cy="7432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400" dirty="0">
                <a:solidFill>
                  <a:schemeClr val="bg1"/>
                </a:solidFill>
                <a:cs typeface="+mn-ea"/>
                <a:sym typeface="+mn-lt"/>
              </a:rPr>
              <a:t>单击此处可编辑内容，根据您的需要自由拉伸文本框大小</a:t>
            </a:r>
            <a:endParaRPr lang="en-US" altLang="zh-CN" sz="1400" dirty="0">
              <a:solidFill>
                <a:schemeClr val="bg1"/>
              </a:solidFill>
              <a:cs typeface="+mn-ea"/>
              <a:sym typeface="+mn-lt"/>
            </a:endParaRPr>
          </a:p>
        </p:txBody>
      </p:sp>
      <p:sp>
        <p:nvSpPr>
          <p:cNvPr id="34" name="TextBox 13"/>
          <p:cNvSpPr txBox="1"/>
          <p:nvPr/>
        </p:nvSpPr>
        <p:spPr>
          <a:xfrm>
            <a:off x="9773208" y="2871556"/>
            <a:ext cx="1815288" cy="7432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400" dirty="0">
                <a:solidFill>
                  <a:schemeClr val="bg1"/>
                </a:solidFill>
                <a:cs typeface="+mn-ea"/>
                <a:sym typeface="+mn-lt"/>
              </a:rPr>
              <a:t>单击此处可编辑内容，根据您的需要自由拉伸文本框大小</a:t>
            </a:r>
            <a:endParaRPr lang="en-US" altLang="zh-CN" sz="1400" dirty="0">
              <a:solidFill>
                <a:schemeClr val="bg1"/>
              </a:solidFill>
              <a:cs typeface="+mn-ea"/>
              <a:sym typeface="+mn-lt"/>
            </a:endParaRPr>
          </a:p>
        </p:txBody>
      </p:sp>
    </p:spTree>
    <p:extLst>
      <p:ext uri="{BB962C8B-B14F-4D97-AF65-F5344CB8AC3E}">
        <p14:creationId xmlns:p14="http://schemas.microsoft.com/office/powerpoint/2010/main" val="336305680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additive="base">
                                        <p:cTn id="23" dur="500" fill="hold"/>
                                        <p:tgtEl>
                                          <p:spTgt spid="32"/>
                                        </p:tgtEl>
                                        <p:attrNameLst>
                                          <p:attrName>ppt_x</p:attrName>
                                        </p:attrNameLst>
                                      </p:cBhvr>
                                      <p:tavLst>
                                        <p:tav tm="0">
                                          <p:val>
                                            <p:strVal val="#ppt_x"/>
                                          </p:val>
                                        </p:tav>
                                        <p:tav tm="100000">
                                          <p:val>
                                            <p:strVal val="#ppt_x"/>
                                          </p:val>
                                        </p:tav>
                                      </p:tavLst>
                                    </p:anim>
                                    <p:anim calcmode="lin" valueType="num">
                                      <p:cBhvr additive="base">
                                        <p:cTn id="24" dur="500" fill="hold"/>
                                        <p:tgtEl>
                                          <p:spTgt spid="3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 calcmode="lin" valueType="num">
                                      <p:cBhvr additive="base">
                                        <p:cTn id="27" dur="500" fill="hold"/>
                                        <p:tgtEl>
                                          <p:spTgt spid="33"/>
                                        </p:tgtEl>
                                        <p:attrNameLst>
                                          <p:attrName>ppt_x</p:attrName>
                                        </p:attrNameLst>
                                      </p:cBhvr>
                                      <p:tavLst>
                                        <p:tav tm="0">
                                          <p:val>
                                            <p:strVal val="#ppt_x"/>
                                          </p:val>
                                        </p:tav>
                                        <p:tav tm="100000">
                                          <p:val>
                                            <p:strVal val="#ppt_x"/>
                                          </p:val>
                                        </p:tav>
                                      </p:tavLst>
                                    </p:anim>
                                    <p:anim calcmode="lin" valueType="num">
                                      <p:cBhvr additive="base">
                                        <p:cTn id="28" dur="500" fill="hold"/>
                                        <p:tgtEl>
                                          <p:spTgt spid="3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3" name="图片 12"/>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180363" y="811910"/>
            <a:ext cx="5455651" cy="5464045"/>
          </a:xfrm>
          <a:prstGeom prst="rect">
            <a:avLst/>
          </a:prstGeom>
        </p:spPr>
      </p:pic>
      <p:sp>
        <p:nvSpPr>
          <p:cNvPr id="14" name="椭圆 13"/>
          <p:cNvSpPr/>
          <p:nvPr/>
        </p:nvSpPr>
        <p:spPr>
          <a:xfrm>
            <a:off x="7150595" y="1398668"/>
            <a:ext cx="1026893" cy="1026893"/>
          </a:xfrm>
          <a:prstGeom prst="ellipse">
            <a:avLst/>
          </a:prstGeom>
          <a:gradFill>
            <a:gsLst>
              <a:gs pos="33000">
                <a:srgbClr val="BE6360">
                  <a:alpha val="52000"/>
                </a:srgbClr>
              </a:gs>
              <a:gs pos="0">
                <a:srgbClr val="AE3637">
                  <a:alpha val="96000"/>
                </a:srgbClr>
              </a:gs>
              <a:gs pos="66000">
                <a:srgbClr val="CE9089">
                  <a:alpha val="0"/>
                </a:srgbClr>
              </a:gs>
              <a:gs pos="100000">
                <a:srgbClr val="EDEADB">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4582391" y="1977158"/>
            <a:ext cx="3027219" cy="4226048"/>
            <a:chOff x="4582391" y="1315976"/>
            <a:chExt cx="3027219" cy="4226048"/>
          </a:xfrm>
        </p:grpSpPr>
        <p:grpSp>
          <p:nvGrpSpPr>
            <p:cNvPr id="6" name="组合 5"/>
            <p:cNvGrpSpPr/>
            <p:nvPr/>
          </p:nvGrpSpPr>
          <p:grpSpPr>
            <a:xfrm>
              <a:off x="4582391" y="1636872"/>
              <a:ext cx="3027219" cy="3584256"/>
              <a:chOff x="4537363" y="1237125"/>
              <a:chExt cx="3117273" cy="4383749"/>
            </a:xfrm>
          </p:grpSpPr>
          <p:sp>
            <p:nvSpPr>
              <p:cNvPr id="3" name="矩形 2"/>
              <p:cNvSpPr/>
              <p:nvPr/>
            </p:nvSpPr>
            <p:spPr>
              <a:xfrm>
                <a:off x="4537363" y="1237125"/>
                <a:ext cx="3117273" cy="4383749"/>
              </a:xfrm>
              <a:prstGeom prst="rect">
                <a:avLst/>
              </a:prstGeom>
              <a:solidFill>
                <a:srgbClr val="EDEADB"/>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 name="直接连接符 4"/>
              <p:cNvCxnSpPr/>
              <p:nvPr/>
            </p:nvCxnSpPr>
            <p:spPr>
              <a:xfrm>
                <a:off x="6449291" y="1237125"/>
                <a:ext cx="0" cy="4383749"/>
              </a:xfrm>
              <a:prstGeom prst="line">
                <a:avLst/>
              </a:prstGeom>
              <a:ln w="57150">
                <a:solidFill>
                  <a:srgbClr val="0E0505"/>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4741297" y="1315976"/>
              <a:ext cx="1538883" cy="4226048"/>
            </a:xfrm>
            <a:prstGeom prst="rect">
              <a:avLst/>
            </a:prstGeom>
            <a:noFill/>
          </p:spPr>
          <p:txBody>
            <a:bodyPr vert="eaVert" wrap="square" rtlCol="0">
              <a:spAutoFit/>
            </a:bodyPr>
            <a:lstStyle/>
            <a:p>
              <a:pPr algn="ctr"/>
              <a:r>
                <a:rPr lang="zh-CN" altLang="en-US" sz="8800" b="1" dirty="0">
                  <a:cs typeface="+mn-ea"/>
                  <a:sym typeface="+mn-lt"/>
                </a:rPr>
                <a:t>第叁章</a:t>
              </a:r>
            </a:p>
          </p:txBody>
        </p:sp>
        <p:sp>
          <p:nvSpPr>
            <p:cNvPr id="8" name="文本框 7"/>
            <p:cNvSpPr txBox="1"/>
            <p:nvPr/>
          </p:nvSpPr>
          <p:spPr>
            <a:xfrm>
              <a:off x="6562683" y="2137164"/>
              <a:ext cx="923330" cy="2583671"/>
            </a:xfrm>
            <a:prstGeom prst="rect">
              <a:avLst/>
            </a:prstGeom>
            <a:noFill/>
          </p:spPr>
          <p:txBody>
            <a:bodyPr vert="eaVert" wrap="square" rtlCol="0">
              <a:spAutoFit/>
            </a:bodyPr>
            <a:lstStyle/>
            <a:p>
              <a:pPr algn="ctr"/>
              <a:r>
                <a:rPr lang="en-US" altLang="zh-CN" sz="4800" b="1" dirty="0">
                  <a:cs typeface="+mn-ea"/>
                  <a:sym typeface="+mn-lt"/>
                </a:rPr>
                <a:t>Part 03</a:t>
              </a:r>
              <a:endParaRPr lang="zh-CN" altLang="en-US" sz="4800" b="1" dirty="0">
                <a:cs typeface="+mn-ea"/>
                <a:sym typeface="+mn-lt"/>
              </a:endParaRPr>
            </a:p>
          </p:txBody>
        </p:sp>
      </p:grpSp>
      <p:pic>
        <p:nvPicPr>
          <p:cNvPr id="11" name="图片 10"/>
          <p:cNvPicPr>
            <a:picLocks noChangeAspect="1"/>
          </p:cNvPicPr>
          <p:nvPr/>
        </p:nvPicPr>
        <p:blipFill rotWithShape="1">
          <a:blip r:embed="rId3">
            <a:clrChange>
              <a:clrFrom>
                <a:srgbClr val="F6F6F6"/>
              </a:clrFrom>
              <a:clrTo>
                <a:srgbClr val="F6F6F6">
                  <a:alpha val="0"/>
                </a:srgbClr>
              </a:clrTo>
            </a:clrChange>
            <a:extLst>
              <a:ext uri="{28A0092B-C50C-407E-A947-70E740481C1C}">
                <a14:useLocalDpi xmlns:a14="http://schemas.microsoft.com/office/drawing/2010/main" val="0"/>
              </a:ext>
            </a:extLst>
          </a:blip>
          <a:srcRect l="23543"/>
          <a:stretch/>
        </p:blipFill>
        <p:spPr>
          <a:xfrm rot="2323002">
            <a:off x="6697318" y="3143788"/>
            <a:ext cx="3869453" cy="5068727"/>
          </a:xfrm>
          <a:prstGeom prst="rect">
            <a:avLst/>
          </a:prstGeom>
        </p:spPr>
      </p:pic>
      <p:pic>
        <p:nvPicPr>
          <p:cNvPr id="12" name="图片 11"/>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550134" y="4001665"/>
            <a:ext cx="3231797" cy="3236769"/>
          </a:xfrm>
          <a:prstGeom prst="rect">
            <a:avLst/>
          </a:prstGeom>
        </p:spPr>
      </p:pic>
    </p:spTree>
    <p:extLst>
      <p:ext uri="{BB962C8B-B14F-4D97-AF65-F5344CB8AC3E}">
        <p14:creationId xmlns:p14="http://schemas.microsoft.com/office/powerpoint/2010/main" val="147583806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anim calcmode="lin" valueType="num">
                                      <p:cBhvr>
                                        <p:cTn id="28" dur="500" fill="hold"/>
                                        <p:tgtEl>
                                          <p:spTgt spid="13"/>
                                        </p:tgtEl>
                                        <p:attrNameLst>
                                          <p:attrName>ppt_x</p:attrName>
                                        </p:attrNameLst>
                                      </p:cBhvr>
                                      <p:tavLst>
                                        <p:tav tm="0">
                                          <p:val>
                                            <p:strVal val="#ppt_x"/>
                                          </p:val>
                                        </p:tav>
                                        <p:tav tm="100000">
                                          <p:val>
                                            <p:strVal val="#ppt_x"/>
                                          </p:val>
                                        </p:tav>
                                      </p:tavLst>
                                    </p:anim>
                                    <p:anim calcmode="lin" valueType="num">
                                      <p:cBhvr>
                                        <p:cTn id="2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îṧļíḑê"/>
          <p:cNvSpPr/>
          <p:nvPr/>
        </p:nvSpPr>
        <p:spPr>
          <a:xfrm>
            <a:off x="673100" y="1437178"/>
            <a:ext cx="9786260" cy="2095683"/>
          </a:xfrm>
          <a:prstGeom prst="frame">
            <a:avLst>
              <a:gd name="adj1" fmla="val 704"/>
            </a:avLst>
          </a:prstGeom>
          <a:solidFill>
            <a:schemeClr val="bg1">
              <a:lumMod val="85000"/>
            </a:schemeClr>
          </a:solidFill>
          <a:ln w="3175">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i="1">
              <a:solidFill>
                <a:schemeClr val="tx1"/>
              </a:solidFill>
              <a:cs typeface="+mn-ea"/>
              <a:sym typeface="+mn-lt"/>
            </a:endParaRPr>
          </a:p>
        </p:txBody>
      </p:sp>
      <p:grpSp>
        <p:nvGrpSpPr>
          <p:cNvPr id="23" name="ïş1îďe">
            <a:extLst>
              <a:ext uri="{FF2B5EF4-FFF2-40B4-BE49-F238E27FC236}">
                <a16:creationId xmlns:a16="http://schemas.microsoft.com/office/drawing/2014/main" id="{9C62B737-0C1F-4521-B0DF-FBDD7AA43FA7}"/>
              </a:ext>
            </a:extLst>
          </p:cNvPr>
          <p:cNvGrpSpPr/>
          <p:nvPr/>
        </p:nvGrpSpPr>
        <p:grpSpPr>
          <a:xfrm>
            <a:off x="938397" y="2649848"/>
            <a:ext cx="603250" cy="0"/>
            <a:chOff x="7150100" y="3662052"/>
            <a:chExt cx="603250" cy="0"/>
          </a:xfrm>
        </p:grpSpPr>
        <p:cxnSp>
          <p:nvCxnSpPr>
            <p:cNvPr id="24" name="直接连接符 23">
              <a:extLst>
                <a:ext uri="{FF2B5EF4-FFF2-40B4-BE49-F238E27FC236}">
                  <a16:creationId xmlns:a16="http://schemas.microsoft.com/office/drawing/2014/main" id="{A66C5E03-204B-40E4-82A1-0C83FE8AB211}"/>
                </a:ext>
              </a:extLst>
            </p:cNvPr>
            <p:cNvCxnSpPr>
              <a:cxnSpLocks/>
            </p:cNvCxnSpPr>
            <p:nvPr/>
          </p:nvCxnSpPr>
          <p:spPr>
            <a:xfrm>
              <a:off x="7150100" y="3662052"/>
              <a:ext cx="336550" cy="0"/>
            </a:xfrm>
            <a:prstGeom prst="line">
              <a:avLst/>
            </a:prstGeom>
            <a:ln w="63500" cap="rnd">
              <a:solidFill>
                <a:srgbClr val="AE3637"/>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2807115-45D8-4114-97F1-7B115458E337}"/>
                </a:ext>
              </a:extLst>
            </p:cNvPr>
            <p:cNvCxnSpPr>
              <a:cxnSpLocks/>
            </p:cNvCxnSpPr>
            <p:nvPr/>
          </p:nvCxnSpPr>
          <p:spPr>
            <a:xfrm>
              <a:off x="7620000" y="3662052"/>
              <a:ext cx="0" cy="0"/>
            </a:xfrm>
            <a:prstGeom prst="line">
              <a:avLst/>
            </a:prstGeom>
            <a:ln w="63500" cap="rnd">
              <a:solidFill>
                <a:srgbClr val="AE3637"/>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AD33679-3A43-436F-BB79-3B0DC445259C}"/>
                </a:ext>
              </a:extLst>
            </p:cNvPr>
            <p:cNvCxnSpPr>
              <a:cxnSpLocks/>
            </p:cNvCxnSpPr>
            <p:nvPr/>
          </p:nvCxnSpPr>
          <p:spPr>
            <a:xfrm>
              <a:off x="7753350" y="3662052"/>
              <a:ext cx="0" cy="0"/>
            </a:xfrm>
            <a:prstGeom prst="line">
              <a:avLst/>
            </a:prstGeom>
            <a:ln w="63500" cap="rnd">
              <a:solidFill>
                <a:srgbClr val="AE3637"/>
              </a:solidFill>
            </a:ln>
          </p:spPr>
          <p:style>
            <a:lnRef idx="1">
              <a:schemeClr val="accent1"/>
            </a:lnRef>
            <a:fillRef idx="0">
              <a:schemeClr val="accent1"/>
            </a:fillRef>
            <a:effectRef idx="0">
              <a:schemeClr val="accent1"/>
            </a:effectRef>
            <a:fontRef idx="minor">
              <a:schemeClr val="tx1"/>
            </a:fontRef>
          </p:style>
        </p:cxnSp>
      </p:grpSp>
      <p:sp>
        <p:nvSpPr>
          <p:cNvPr id="20" name="ïṥļïḋé">
            <a:extLst>
              <a:ext uri="{FF2B5EF4-FFF2-40B4-BE49-F238E27FC236}">
                <a16:creationId xmlns:a16="http://schemas.microsoft.com/office/drawing/2014/main" id="{33F60DCC-6C87-4CBA-91FC-1B22B49BC6C3}"/>
              </a:ext>
            </a:extLst>
          </p:cNvPr>
          <p:cNvSpPr/>
          <p:nvPr/>
        </p:nvSpPr>
        <p:spPr>
          <a:xfrm>
            <a:off x="673100" y="4608702"/>
            <a:ext cx="2287383" cy="381013"/>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i="1" dirty="0">
                <a:cs typeface="+mn-ea"/>
                <a:sym typeface="+mn-lt"/>
              </a:rPr>
              <a:t>01.Text here</a:t>
            </a:r>
            <a:endParaRPr lang="zh-CN" altLang="en-US" i="1" dirty="0">
              <a:cs typeface="+mn-ea"/>
              <a:sym typeface="+mn-lt"/>
            </a:endParaRPr>
          </a:p>
        </p:txBody>
      </p:sp>
      <p:sp>
        <p:nvSpPr>
          <p:cNvPr id="8" name="í$ḷïdé">
            <a:extLst>
              <a:ext uri="{FF2B5EF4-FFF2-40B4-BE49-F238E27FC236}">
                <a16:creationId xmlns:a16="http://schemas.microsoft.com/office/drawing/2014/main" id="{17FAC7B1-A792-473D-A238-262F6580C949}"/>
              </a:ext>
            </a:extLst>
          </p:cNvPr>
          <p:cNvSpPr/>
          <p:nvPr/>
        </p:nvSpPr>
        <p:spPr>
          <a:xfrm>
            <a:off x="1561795" y="3990025"/>
            <a:ext cx="509992" cy="556186"/>
          </a:xfrm>
          <a:custGeom>
            <a:avLst/>
            <a:gdLst>
              <a:gd name="T0" fmla="*/ 2518 w 2518"/>
              <a:gd name="T1" fmla="*/ 2650 h 2750"/>
              <a:gd name="T2" fmla="*/ 100 w 2518"/>
              <a:gd name="T3" fmla="*/ 2750 h 2750"/>
              <a:gd name="T4" fmla="*/ 0 w 2518"/>
              <a:gd name="T5" fmla="*/ 2207 h 2750"/>
              <a:gd name="T6" fmla="*/ 735 w 2518"/>
              <a:gd name="T7" fmla="*/ 1547 h 2750"/>
              <a:gd name="T8" fmla="*/ 871 w 2518"/>
              <a:gd name="T9" fmla="*/ 1596 h 2750"/>
              <a:gd name="T10" fmla="*/ 1098 w 2518"/>
              <a:gd name="T11" fmla="*/ 1922 h 2750"/>
              <a:gd name="T12" fmla="*/ 1069 w 2518"/>
              <a:gd name="T13" fmla="*/ 1733 h 2750"/>
              <a:gd name="T14" fmla="*/ 1366 w 2518"/>
              <a:gd name="T15" fmla="*/ 1688 h 2750"/>
              <a:gd name="T16" fmla="*/ 1459 w 2518"/>
              <a:gd name="T17" fmla="*/ 1826 h 2750"/>
              <a:gd name="T18" fmla="*/ 1453 w 2518"/>
              <a:gd name="T19" fmla="*/ 2031 h 2750"/>
              <a:gd name="T20" fmla="*/ 1705 w 2518"/>
              <a:gd name="T21" fmla="*/ 1543 h 2750"/>
              <a:gd name="T22" fmla="*/ 2221 w 2518"/>
              <a:gd name="T23" fmla="*/ 1765 h 2750"/>
              <a:gd name="T24" fmla="*/ 1774 w 2518"/>
              <a:gd name="T25" fmla="*/ 827 h 2750"/>
              <a:gd name="T26" fmla="*/ 1774 w 2518"/>
              <a:gd name="T27" fmla="*/ 827 h 2750"/>
              <a:gd name="T28" fmla="*/ 1752 w 2518"/>
              <a:gd name="T29" fmla="*/ 1190 h 2750"/>
              <a:gd name="T30" fmla="*/ 1453 w 2518"/>
              <a:gd name="T31" fmla="*/ 1525 h 2750"/>
              <a:gd name="T32" fmla="*/ 1065 w 2518"/>
              <a:gd name="T33" fmla="*/ 1525 h 2750"/>
              <a:gd name="T34" fmla="*/ 766 w 2518"/>
              <a:gd name="T35" fmla="*/ 1190 h 2750"/>
              <a:gd name="T36" fmla="*/ 582 w 2518"/>
              <a:gd name="T37" fmla="*/ 719 h 2750"/>
              <a:gd name="T38" fmla="*/ 632 w 2518"/>
              <a:gd name="T39" fmla="*/ 594 h 2750"/>
              <a:gd name="T40" fmla="*/ 633 w 2518"/>
              <a:gd name="T41" fmla="*/ 586 h 2750"/>
              <a:gd name="T42" fmla="*/ 874 w 2518"/>
              <a:gd name="T43" fmla="*/ 132 h 2750"/>
              <a:gd name="T44" fmla="*/ 1259 w 2518"/>
              <a:gd name="T45" fmla="*/ 0 h 2750"/>
              <a:gd name="T46" fmla="*/ 1292 w 2518"/>
              <a:gd name="T47" fmla="*/ 2 h 2750"/>
              <a:gd name="T48" fmla="*/ 1891 w 2518"/>
              <a:gd name="T49" fmla="*/ 669 h 2750"/>
              <a:gd name="T50" fmla="*/ 1959 w 2518"/>
              <a:gd name="T51" fmla="*/ 960 h 2750"/>
              <a:gd name="T52" fmla="*/ 1691 w 2518"/>
              <a:gd name="T53" fmla="*/ 720 h 2750"/>
              <a:gd name="T54" fmla="*/ 1526 w 2518"/>
              <a:gd name="T55" fmla="*/ 617 h 2750"/>
              <a:gd name="T56" fmla="*/ 1041 w 2518"/>
              <a:gd name="T57" fmla="*/ 482 h 2750"/>
              <a:gd name="T58" fmla="*/ 827 w 2518"/>
              <a:gd name="T59" fmla="*/ 674 h 2750"/>
              <a:gd name="T60" fmla="*/ 751 w 2518"/>
              <a:gd name="T61" fmla="*/ 826 h 2750"/>
              <a:gd name="T62" fmla="*/ 813 w 2518"/>
              <a:gd name="T63" fmla="*/ 996 h 2750"/>
              <a:gd name="T64" fmla="*/ 921 w 2518"/>
              <a:gd name="T65" fmla="*/ 1052 h 2750"/>
              <a:gd name="T66" fmla="*/ 1151 w 2518"/>
              <a:gd name="T67" fmla="*/ 1344 h 2750"/>
              <a:gd name="T68" fmla="*/ 1439 w 2518"/>
              <a:gd name="T69" fmla="*/ 1304 h 2750"/>
              <a:gd name="T70" fmla="*/ 1705 w 2518"/>
              <a:gd name="T71" fmla="*/ 996 h 2750"/>
              <a:gd name="T72" fmla="*/ 1774 w 2518"/>
              <a:gd name="T73" fmla="*/ 827 h 2750"/>
              <a:gd name="T74" fmla="*/ 1692 w 2518"/>
              <a:gd name="T75" fmla="*/ 72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18" h="2750">
                <a:moveTo>
                  <a:pt x="2518" y="2207"/>
                </a:moveTo>
                <a:lnTo>
                  <a:pt x="2518" y="2650"/>
                </a:lnTo>
                <a:cubicBezTo>
                  <a:pt x="2518" y="2705"/>
                  <a:pt x="2473" y="2750"/>
                  <a:pt x="2418" y="2750"/>
                </a:cubicBezTo>
                <a:lnTo>
                  <a:pt x="100" y="2750"/>
                </a:lnTo>
                <a:cubicBezTo>
                  <a:pt x="45" y="2750"/>
                  <a:pt x="0" y="2705"/>
                  <a:pt x="0" y="2650"/>
                </a:cubicBezTo>
                <a:lnTo>
                  <a:pt x="0" y="2207"/>
                </a:lnTo>
                <a:cubicBezTo>
                  <a:pt x="0" y="2012"/>
                  <a:pt x="117" y="1839"/>
                  <a:pt x="297" y="1765"/>
                </a:cubicBezTo>
                <a:lnTo>
                  <a:pt x="735" y="1547"/>
                </a:lnTo>
                <a:cubicBezTo>
                  <a:pt x="760" y="1535"/>
                  <a:pt x="788" y="1534"/>
                  <a:pt x="813" y="1543"/>
                </a:cubicBezTo>
                <a:cubicBezTo>
                  <a:pt x="839" y="1552"/>
                  <a:pt x="860" y="1571"/>
                  <a:pt x="871" y="1596"/>
                </a:cubicBezTo>
                <a:lnTo>
                  <a:pt x="1066" y="2031"/>
                </a:lnTo>
                <a:lnTo>
                  <a:pt x="1098" y="1922"/>
                </a:lnTo>
                <a:lnTo>
                  <a:pt x="1059" y="1826"/>
                </a:lnTo>
                <a:cubicBezTo>
                  <a:pt x="1047" y="1795"/>
                  <a:pt x="1050" y="1760"/>
                  <a:pt x="1069" y="1733"/>
                </a:cubicBezTo>
                <a:cubicBezTo>
                  <a:pt x="1087" y="1705"/>
                  <a:pt x="1118" y="1688"/>
                  <a:pt x="1152" y="1688"/>
                </a:cubicBezTo>
                <a:lnTo>
                  <a:pt x="1366" y="1688"/>
                </a:lnTo>
                <a:cubicBezTo>
                  <a:pt x="1400" y="1688"/>
                  <a:pt x="1431" y="1705"/>
                  <a:pt x="1449" y="1733"/>
                </a:cubicBezTo>
                <a:cubicBezTo>
                  <a:pt x="1468" y="1760"/>
                  <a:pt x="1472" y="1795"/>
                  <a:pt x="1459" y="1826"/>
                </a:cubicBezTo>
                <a:lnTo>
                  <a:pt x="1420" y="1922"/>
                </a:lnTo>
                <a:lnTo>
                  <a:pt x="1453" y="2031"/>
                </a:lnTo>
                <a:lnTo>
                  <a:pt x="1647" y="1596"/>
                </a:lnTo>
                <a:cubicBezTo>
                  <a:pt x="1658" y="1571"/>
                  <a:pt x="1679" y="1552"/>
                  <a:pt x="1705" y="1543"/>
                </a:cubicBezTo>
                <a:cubicBezTo>
                  <a:pt x="1730" y="1534"/>
                  <a:pt x="1759" y="1535"/>
                  <a:pt x="1783" y="1547"/>
                </a:cubicBezTo>
                <a:lnTo>
                  <a:pt x="2221" y="1765"/>
                </a:lnTo>
                <a:cubicBezTo>
                  <a:pt x="2402" y="1839"/>
                  <a:pt x="2518" y="2012"/>
                  <a:pt x="2518" y="2207"/>
                </a:cubicBezTo>
                <a:close/>
                <a:moveTo>
                  <a:pt x="1774" y="827"/>
                </a:moveTo>
                <a:cubicBezTo>
                  <a:pt x="1774" y="827"/>
                  <a:pt x="1771" y="827"/>
                  <a:pt x="1774" y="827"/>
                </a:cubicBezTo>
                <a:lnTo>
                  <a:pt x="1774" y="827"/>
                </a:lnTo>
                <a:close/>
                <a:moveTo>
                  <a:pt x="1959" y="960"/>
                </a:moveTo>
                <a:cubicBezTo>
                  <a:pt x="1915" y="1126"/>
                  <a:pt x="1817" y="1176"/>
                  <a:pt x="1752" y="1190"/>
                </a:cubicBezTo>
                <a:cubicBezTo>
                  <a:pt x="1715" y="1262"/>
                  <a:pt x="1646" y="1385"/>
                  <a:pt x="1576" y="1450"/>
                </a:cubicBezTo>
                <a:cubicBezTo>
                  <a:pt x="1544" y="1481"/>
                  <a:pt x="1502" y="1506"/>
                  <a:pt x="1453" y="1525"/>
                </a:cubicBezTo>
                <a:cubicBezTo>
                  <a:pt x="1391" y="1550"/>
                  <a:pt x="1326" y="1562"/>
                  <a:pt x="1259" y="1562"/>
                </a:cubicBezTo>
                <a:cubicBezTo>
                  <a:pt x="1192" y="1562"/>
                  <a:pt x="1127" y="1550"/>
                  <a:pt x="1065" y="1525"/>
                </a:cubicBezTo>
                <a:cubicBezTo>
                  <a:pt x="1016" y="1506"/>
                  <a:pt x="974" y="1481"/>
                  <a:pt x="942" y="1450"/>
                </a:cubicBezTo>
                <a:cubicBezTo>
                  <a:pt x="872" y="1385"/>
                  <a:pt x="803" y="1262"/>
                  <a:pt x="766" y="1190"/>
                </a:cubicBezTo>
                <a:cubicBezTo>
                  <a:pt x="701" y="1176"/>
                  <a:pt x="603" y="1126"/>
                  <a:pt x="560" y="960"/>
                </a:cubicBezTo>
                <a:cubicBezTo>
                  <a:pt x="534" y="862"/>
                  <a:pt x="541" y="781"/>
                  <a:pt x="582" y="719"/>
                </a:cubicBezTo>
                <a:cubicBezTo>
                  <a:pt x="595" y="698"/>
                  <a:pt x="611" y="681"/>
                  <a:pt x="627" y="669"/>
                </a:cubicBezTo>
                <a:cubicBezTo>
                  <a:pt x="627" y="648"/>
                  <a:pt x="629" y="622"/>
                  <a:pt x="632" y="594"/>
                </a:cubicBezTo>
                <a:cubicBezTo>
                  <a:pt x="632" y="593"/>
                  <a:pt x="632" y="592"/>
                  <a:pt x="632" y="591"/>
                </a:cubicBezTo>
                <a:cubicBezTo>
                  <a:pt x="633" y="589"/>
                  <a:pt x="633" y="588"/>
                  <a:pt x="633" y="586"/>
                </a:cubicBezTo>
                <a:cubicBezTo>
                  <a:pt x="646" y="480"/>
                  <a:pt x="683" y="337"/>
                  <a:pt x="783" y="219"/>
                </a:cubicBezTo>
                <a:cubicBezTo>
                  <a:pt x="811" y="185"/>
                  <a:pt x="842" y="156"/>
                  <a:pt x="874" y="132"/>
                </a:cubicBezTo>
                <a:cubicBezTo>
                  <a:pt x="965" y="54"/>
                  <a:pt x="1085" y="0"/>
                  <a:pt x="1241" y="0"/>
                </a:cubicBezTo>
                <a:cubicBezTo>
                  <a:pt x="1247" y="0"/>
                  <a:pt x="1253" y="0"/>
                  <a:pt x="1259" y="0"/>
                </a:cubicBezTo>
                <a:lnTo>
                  <a:pt x="1259" y="0"/>
                </a:lnTo>
                <a:cubicBezTo>
                  <a:pt x="1261" y="0"/>
                  <a:pt x="1273" y="0"/>
                  <a:pt x="1292" y="2"/>
                </a:cubicBezTo>
                <a:cubicBezTo>
                  <a:pt x="1693" y="28"/>
                  <a:pt x="1843" y="326"/>
                  <a:pt x="1867" y="486"/>
                </a:cubicBezTo>
                <a:cubicBezTo>
                  <a:pt x="1884" y="558"/>
                  <a:pt x="1890" y="623"/>
                  <a:pt x="1891" y="669"/>
                </a:cubicBezTo>
                <a:cubicBezTo>
                  <a:pt x="1907" y="681"/>
                  <a:pt x="1923" y="698"/>
                  <a:pt x="1937" y="719"/>
                </a:cubicBezTo>
                <a:cubicBezTo>
                  <a:pt x="1977" y="781"/>
                  <a:pt x="1984" y="862"/>
                  <a:pt x="1959" y="960"/>
                </a:cubicBezTo>
                <a:close/>
                <a:moveTo>
                  <a:pt x="1692" y="720"/>
                </a:moveTo>
                <a:lnTo>
                  <a:pt x="1691" y="720"/>
                </a:lnTo>
                <a:cubicBezTo>
                  <a:pt x="1691" y="719"/>
                  <a:pt x="1694" y="674"/>
                  <a:pt x="1687" y="611"/>
                </a:cubicBezTo>
                <a:cubicBezTo>
                  <a:pt x="1642" y="615"/>
                  <a:pt x="1586" y="617"/>
                  <a:pt x="1526" y="617"/>
                </a:cubicBezTo>
                <a:cubicBezTo>
                  <a:pt x="1377" y="617"/>
                  <a:pt x="1268" y="601"/>
                  <a:pt x="1193" y="568"/>
                </a:cubicBezTo>
                <a:cubicBezTo>
                  <a:pt x="1131" y="540"/>
                  <a:pt x="1081" y="510"/>
                  <a:pt x="1041" y="482"/>
                </a:cubicBezTo>
                <a:cubicBezTo>
                  <a:pt x="1027" y="508"/>
                  <a:pt x="1009" y="534"/>
                  <a:pt x="988" y="557"/>
                </a:cubicBezTo>
                <a:cubicBezTo>
                  <a:pt x="934" y="615"/>
                  <a:pt x="873" y="652"/>
                  <a:pt x="827" y="674"/>
                </a:cubicBezTo>
                <a:cubicBezTo>
                  <a:pt x="826" y="702"/>
                  <a:pt x="827" y="720"/>
                  <a:pt x="827" y="720"/>
                </a:cubicBezTo>
                <a:cubicBezTo>
                  <a:pt x="832" y="770"/>
                  <a:pt x="799" y="815"/>
                  <a:pt x="751" y="826"/>
                </a:cubicBezTo>
                <a:cubicBezTo>
                  <a:pt x="746" y="829"/>
                  <a:pt x="738" y="854"/>
                  <a:pt x="753" y="909"/>
                </a:cubicBezTo>
                <a:cubicBezTo>
                  <a:pt x="767" y="962"/>
                  <a:pt x="789" y="994"/>
                  <a:pt x="813" y="996"/>
                </a:cubicBezTo>
                <a:cubicBezTo>
                  <a:pt x="822" y="993"/>
                  <a:pt x="831" y="992"/>
                  <a:pt x="839" y="992"/>
                </a:cubicBezTo>
                <a:cubicBezTo>
                  <a:pt x="875" y="992"/>
                  <a:pt x="904" y="1016"/>
                  <a:pt x="921" y="1052"/>
                </a:cubicBezTo>
                <a:cubicBezTo>
                  <a:pt x="955" y="1124"/>
                  <a:pt x="1027" y="1256"/>
                  <a:pt x="1079" y="1304"/>
                </a:cubicBezTo>
                <a:cubicBezTo>
                  <a:pt x="1094" y="1319"/>
                  <a:pt x="1120" y="1333"/>
                  <a:pt x="1151" y="1344"/>
                </a:cubicBezTo>
                <a:cubicBezTo>
                  <a:pt x="1221" y="1368"/>
                  <a:pt x="1297" y="1368"/>
                  <a:pt x="1367" y="1344"/>
                </a:cubicBezTo>
                <a:cubicBezTo>
                  <a:pt x="1398" y="1333"/>
                  <a:pt x="1424" y="1319"/>
                  <a:pt x="1439" y="1304"/>
                </a:cubicBezTo>
                <a:cubicBezTo>
                  <a:pt x="1491" y="1256"/>
                  <a:pt x="1564" y="1124"/>
                  <a:pt x="1597" y="1052"/>
                </a:cubicBezTo>
                <a:cubicBezTo>
                  <a:pt x="1618" y="1007"/>
                  <a:pt x="1658" y="982"/>
                  <a:pt x="1705" y="996"/>
                </a:cubicBezTo>
                <a:cubicBezTo>
                  <a:pt x="1729" y="994"/>
                  <a:pt x="1751" y="962"/>
                  <a:pt x="1765" y="909"/>
                </a:cubicBezTo>
                <a:cubicBezTo>
                  <a:pt x="1778" y="860"/>
                  <a:pt x="1774" y="840"/>
                  <a:pt x="1774" y="827"/>
                </a:cubicBezTo>
                <a:cubicBezTo>
                  <a:pt x="1774" y="824"/>
                  <a:pt x="1774" y="825"/>
                  <a:pt x="1774" y="826"/>
                </a:cubicBezTo>
                <a:cubicBezTo>
                  <a:pt x="1783" y="773"/>
                  <a:pt x="1745" y="725"/>
                  <a:pt x="1692" y="720"/>
                </a:cubicBezTo>
                <a:close/>
              </a:path>
            </a:pathLst>
          </a:cu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cs typeface="+mn-ea"/>
              <a:sym typeface="+mn-lt"/>
            </a:endParaRPr>
          </a:p>
        </p:txBody>
      </p:sp>
      <p:sp>
        <p:nvSpPr>
          <p:cNvPr id="18" name="íSḻíḓe">
            <a:extLst>
              <a:ext uri="{FF2B5EF4-FFF2-40B4-BE49-F238E27FC236}">
                <a16:creationId xmlns:a16="http://schemas.microsoft.com/office/drawing/2014/main" id="{33F60DCC-6C87-4CBA-91FC-1B22B49BC6C3}"/>
              </a:ext>
            </a:extLst>
          </p:cNvPr>
          <p:cNvSpPr/>
          <p:nvPr/>
        </p:nvSpPr>
        <p:spPr>
          <a:xfrm>
            <a:off x="3557285" y="4608702"/>
            <a:ext cx="2287383" cy="381013"/>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i="1" dirty="0">
                <a:cs typeface="+mn-ea"/>
                <a:sym typeface="+mn-lt"/>
              </a:rPr>
              <a:t>02.Text here</a:t>
            </a:r>
            <a:endParaRPr lang="zh-CN" altLang="en-US" i="1" dirty="0">
              <a:cs typeface="+mn-ea"/>
              <a:sym typeface="+mn-lt"/>
            </a:endParaRPr>
          </a:p>
        </p:txBody>
      </p:sp>
      <p:sp>
        <p:nvSpPr>
          <p:cNvPr id="10" name="ïSḻíďe">
            <a:extLst>
              <a:ext uri="{FF2B5EF4-FFF2-40B4-BE49-F238E27FC236}">
                <a16:creationId xmlns:a16="http://schemas.microsoft.com/office/drawing/2014/main" id="{17FAC7B1-A792-473D-A238-262F6580C949}"/>
              </a:ext>
            </a:extLst>
          </p:cNvPr>
          <p:cNvSpPr/>
          <p:nvPr/>
        </p:nvSpPr>
        <p:spPr>
          <a:xfrm>
            <a:off x="4445980" y="3990025"/>
            <a:ext cx="509992" cy="556186"/>
          </a:xfrm>
          <a:custGeom>
            <a:avLst/>
            <a:gdLst>
              <a:gd name="T0" fmla="*/ 2518 w 2518"/>
              <a:gd name="T1" fmla="*/ 2650 h 2750"/>
              <a:gd name="T2" fmla="*/ 100 w 2518"/>
              <a:gd name="T3" fmla="*/ 2750 h 2750"/>
              <a:gd name="T4" fmla="*/ 0 w 2518"/>
              <a:gd name="T5" fmla="*/ 2207 h 2750"/>
              <a:gd name="T6" fmla="*/ 735 w 2518"/>
              <a:gd name="T7" fmla="*/ 1547 h 2750"/>
              <a:gd name="T8" fmla="*/ 871 w 2518"/>
              <a:gd name="T9" fmla="*/ 1596 h 2750"/>
              <a:gd name="T10" fmla="*/ 1098 w 2518"/>
              <a:gd name="T11" fmla="*/ 1922 h 2750"/>
              <a:gd name="T12" fmla="*/ 1069 w 2518"/>
              <a:gd name="T13" fmla="*/ 1733 h 2750"/>
              <a:gd name="T14" fmla="*/ 1366 w 2518"/>
              <a:gd name="T15" fmla="*/ 1688 h 2750"/>
              <a:gd name="T16" fmla="*/ 1459 w 2518"/>
              <a:gd name="T17" fmla="*/ 1826 h 2750"/>
              <a:gd name="T18" fmla="*/ 1453 w 2518"/>
              <a:gd name="T19" fmla="*/ 2031 h 2750"/>
              <a:gd name="T20" fmla="*/ 1705 w 2518"/>
              <a:gd name="T21" fmla="*/ 1543 h 2750"/>
              <a:gd name="T22" fmla="*/ 2221 w 2518"/>
              <a:gd name="T23" fmla="*/ 1765 h 2750"/>
              <a:gd name="T24" fmla="*/ 1774 w 2518"/>
              <a:gd name="T25" fmla="*/ 827 h 2750"/>
              <a:gd name="T26" fmla="*/ 1774 w 2518"/>
              <a:gd name="T27" fmla="*/ 827 h 2750"/>
              <a:gd name="T28" fmla="*/ 1752 w 2518"/>
              <a:gd name="T29" fmla="*/ 1190 h 2750"/>
              <a:gd name="T30" fmla="*/ 1453 w 2518"/>
              <a:gd name="T31" fmla="*/ 1525 h 2750"/>
              <a:gd name="T32" fmla="*/ 1065 w 2518"/>
              <a:gd name="T33" fmla="*/ 1525 h 2750"/>
              <a:gd name="T34" fmla="*/ 766 w 2518"/>
              <a:gd name="T35" fmla="*/ 1190 h 2750"/>
              <a:gd name="T36" fmla="*/ 582 w 2518"/>
              <a:gd name="T37" fmla="*/ 719 h 2750"/>
              <a:gd name="T38" fmla="*/ 632 w 2518"/>
              <a:gd name="T39" fmla="*/ 594 h 2750"/>
              <a:gd name="T40" fmla="*/ 633 w 2518"/>
              <a:gd name="T41" fmla="*/ 586 h 2750"/>
              <a:gd name="T42" fmla="*/ 874 w 2518"/>
              <a:gd name="T43" fmla="*/ 132 h 2750"/>
              <a:gd name="T44" fmla="*/ 1259 w 2518"/>
              <a:gd name="T45" fmla="*/ 0 h 2750"/>
              <a:gd name="T46" fmla="*/ 1292 w 2518"/>
              <a:gd name="T47" fmla="*/ 2 h 2750"/>
              <a:gd name="T48" fmla="*/ 1891 w 2518"/>
              <a:gd name="T49" fmla="*/ 669 h 2750"/>
              <a:gd name="T50" fmla="*/ 1959 w 2518"/>
              <a:gd name="T51" fmla="*/ 960 h 2750"/>
              <a:gd name="T52" fmla="*/ 1691 w 2518"/>
              <a:gd name="T53" fmla="*/ 720 h 2750"/>
              <a:gd name="T54" fmla="*/ 1526 w 2518"/>
              <a:gd name="T55" fmla="*/ 617 h 2750"/>
              <a:gd name="T56" fmla="*/ 1041 w 2518"/>
              <a:gd name="T57" fmla="*/ 482 h 2750"/>
              <a:gd name="T58" fmla="*/ 827 w 2518"/>
              <a:gd name="T59" fmla="*/ 674 h 2750"/>
              <a:gd name="T60" fmla="*/ 751 w 2518"/>
              <a:gd name="T61" fmla="*/ 826 h 2750"/>
              <a:gd name="T62" fmla="*/ 813 w 2518"/>
              <a:gd name="T63" fmla="*/ 996 h 2750"/>
              <a:gd name="T64" fmla="*/ 921 w 2518"/>
              <a:gd name="T65" fmla="*/ 1052 h 2750"/>
              <a:gd name="T66" fmla="*/ 1151 w 2518"/>
              <a:gd name="T67" fmla="*/ 1344 h 2750"/>
              <a:gd name="T68" fmla="*/ 1439 w 2518"/>
              <a:gd name="T69" fmla="*/ 1304 h 2750"/>
              <a:gd name="T70" fmla="*/ 1705 w 2518"/>
              <a:gd name="T71" fmla="*/ 996 h 2750"/>
              <a:gd name="T72" fmla="*/ 1774 w 2518"/>
              <a:gd name="T73" fmla="*/ 827 h 2750"/>
              <a:gd name="T74" fmla="*/ 1692 w 2518"/>
              <a:gd name="T75" fmla="*/ 72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18" h="2750">
                <a:moveTo>
                  <a:pt x="2518" y="2207"/>
                </a:moveTo>
                <a:lnTo>
                  <a:pt x="2518" y="2650"/>
                </a:lnTo>
                <a:cubicBezTo>
                  <a:pt x="2518" y="2705"/>
                  <a:pt x="2473" y="2750"/>
                  <a:pt x="2418" y="2750"/>
                </a:cubicBezTo>
                <a:lnTo>
                  <a:pt x="100" y="2750"/>
                </a:lnTo>
                <a:cubicBezTo>
                  <a:pt x="45" y="2750"/>
                  <a:pt x="0" y="2705"/>
                  <a:pt x="0" y="2650"/>
                </a:cubicBezTo>
                <a:lnTo>
                  <a:pt x="0" y="2207"/>
                </a:lnTo>
                <a:cubicBezTo>
                  <a:pt x="0" y="2012"/>
                  <a:pt x="117" y="1839"/>
                  <a:pt x="297" y="1765"/>
                </a:cubicBezTo>
                <a:lnTo>
                  <a:pt x="735" y="1547"/>
                </a:lnTo>
                <a:cubicBezTo>
                  <a:pt x="760" y="1535"/>
                  <a:pt x="788" y="1534"/>
                  <a:pt x="813" y="1543"/>
                </a:cubicBezTo>
                <a:cubicBezTo>
                  <a:pt x="839" y="1552"/>
                  <a:pt x="860" y="1571"/>
                  <a:pt x="871" y="1596"/>
                </a:cubicBezTo>
                <a:lnTo>
                  <a:pt x="1066" y="2031"/>
                </a:lnTo>
                <a:lnTo>
                  <a:pt x="1098" y="1922"/>
                </a:lnTo>
                <a:lnTo>
                  <a:pt x="1059" y="1826"/>
                </a:lnTo>
                <a:cubicBezTo>
                  <a:pt x="1047" y="1795"/>
                  <a:pt x="1050" y="1760"/>
                  <a:pt x="1069" y="1733"/>
                </a:cubicBezTo>
                <a:cubicBezTo>
                  <a:pt x="1087" y="1705"/>
                  <a:pt x="1118" y="1688"/>
                  <a:pt x="1152" y="1688"/>
                </a:cubicBezTo>
                <a:lnTo>
                  <a:pt x="1366" y="1688"/>
                </a:lnTo>
                <a:cubicBezTo>
                  <a:pt x="1400" y="1688"/>
                  <a:pt x="1431" y="1705"/>
                  <a:pt x="1449" y="1733"/>
                </a:cubicBezTo>
                <a:cubicBezTo>
                  <a:pt x="1468" y="1760"/>
                  <a:pt x="1472" y="1795"/>
                  <a:pt x="1459" y="1826"/>
                </a:cubicBezTo>
                <a:lnTo>
                  <a:pt x="1420" y="1922"/>
                </a:lnTo>
                <a:lnTo>
                  <a:pt x="1453" y="2031"/>
                </a:lnTo>
                <a:lnTo>
                  <a:pt x="1647" y="1596"/>
                </a:lnTo>
                <a:cubicBezTo>
                  <a:pt x="1658" y="1571"/>
                  <a:pt x="1679" y="1552"/>
                  <a:pt x="1705" y="1543"/>
                </a:cubicBezTo>
                <a:cubicBezTo>
                  <a:pt x="1730" y="1534"/>
                  <a:pt x="1759" y="1535"/>
                  <a:pt x="1783" y="1547"/>
                </a:cubicBezTo>
                <a:lnTo>
                  <a:pt x="2221" y="1765"/>
                </a:lnTo>
                <a:cubicBezTo>
                  <a:pt x="2402" y="1839"/>
                  <a:pt x="2518" y="2012"/>
                  <a:pt x="2518" y="2207"/>
                </a:cubicBezTo>
                <a:close/>
                <a:moveTo>
                  <a:pt x="1774" y="827"/>
                </a:moveTo>
                <a:cubicBezTo>
                  <a:pt x="1774" y="827"/>
                  <a:pt x="1771" y="827"/>
                  <a:pt x="1774" y="827"/>
                </a:cubicBezTo>
                <a:lnTo>
                  <a:pt x="1774" y="827"/>
                </a:lnTo>
                <a:close/>
                <a:moveTo>
                  <a:pt x="1959" y="960"/>
                </a:moveTo>
                <a:cubicBezTo>
                  <a:pt x="1915" y="1126"/>
                  <a:pt x="1817" y="1176"/>
                  <a:pt x="1752" y="1190"/>
                </a:cubicBezTo>
                <a:cubicBezTo>
                  <a:pt x="1715" y="1262"/>
                  <a:pt x="1646" y="1385"/>
                  <a:pt x="1576" y="1450"/>
                </a:cubicBezTo>
                <a:cubicBezTo>
                  <a:pt x="1544" y="1481"/>
                  <a:pt x="1502" y="1506"/>
                  <a:pt x="1453" y="1525"/>
                </a:cubicBezTo>
                <a:cubicBezTo>
                  <a:pt x="1391" y="1550"/>
                  <a:pt x="1326" y="1562"/>
                  <a:pt x="1259" y="1562"/>
                </a:cubicBezTo>
                <a:cubicBezTo>
                  <a:pt x="1192" y="1562"/>
                  <a:pt x="1127" y="1550"/>
                  <a:pt x="1065" y="1525"/>
                </a:cubicBezTo>
                <a:cubicBezTo>
                  <a:pt x="1016" y="1506"/>
                  <a:pt x="974" y="1481"/>
                  <a:pt x="942" y="1450"/>
                </a:cubicBezTo>
                <a:cubicBezTo>
                  <a:pt x="872" y="1385"/>
                  <a:pt x="803" y="1262"/>
                  <a:pt x="766" y="1190"/>
                </a:cubicBezTo>
                <a:cubicBezTo>
                  <a:pt x="701" y="1176"/>
                  <a:pt x="603" y="1126"/>
                  <a:pt x="560" y="960"/>
                </a:cubicBezTo>
                <a:cubicBezTo>
                  <a:pt x="534" y="862"/>
                  <a:pt x="541" y="781"/>
                  <a:pt x="582" y="719"/>
                </a:cubicBezTo>
                <a:cubicBezTo>
                  <a:pt x="595" y="698"/>
                  <a:pt x="611" y="681"/>
                  <a:pt x="627" y="669"/>
                </a:cubicBezTo>
                <a:cubicBezTo>
                  <a:pt x="627" y="648"/>
                  <a:pt x="629" y="622"/>
                  <a:pt x="632" y="594"/>
                </a:cubicBezTo>
                <a:cubicBezTo>
                  <a:pt x="632" y="593"/>
                  <a:pt x="632" y="592"/>
                  <a:pt x="632" y="591"/>
                </a:cubicBezTo>
                <a:cubicBezTo>
                  <a:pt x="633" y="589"/>
                  <a:pt x="633" y="588"/>
                  <a:pt x="633" y="586"/>
                </a:cubicBezTo>
                <a:cubicBezTo>
                  <a:pt x="646" y="480"/>
                  <a:pt x="683" y="337"/>
                  <a:pt x="783" y="219"/>
                </a:cubicBezTo>
                <a:cubicBezTo>
                  <a:pt x="811" y="185"/>
                  <a:pt x="842" y="156"/>
                  <a:pt x="874" y="132"/>
                </a:cubicBezTo>
                <a:cubicBezTo>
                  <a:pt x="965" y="54"/>
                  <a:pt x="1085" y="0"/>
                  <a:pt x="1241" y="0"/>
                </a:cubicBezTo>
                <a:cubicBezTo>
                  <a:pt x="1247" y="0"/>
                  <a:pt x="1253" y="0"/>
                  <a:pt x="1259" y="0"/>
                </a:cubicBezTo>
                <a:lnTo>
                  <a:pt x="1259" y="0"/>
                </a:lnTo>
                <a:cubicBezTo>
                  <a:pt x="1261" y="0"/>
                  <a:pt x="1273" y="0"/>
                  <a:pt x="1292" y="2"/>
                </a:cubicBezTo>
                <a:cubicBezTo>
                  <a:pt x="1693" y="28"/>
                  <a:pt x="1843" y="326"/>
                  <a:pt x="1867" y="486"/>
                </a:cubicBezTo>
                <a:cubicBezTo>
                  <a:pt x="1884" y="558"/>
                  <a:pt x="1890" y="623"/>
                  <a:pt x="1891" y="669"/>
                </a:cubicBezTo>
                <a:cubicBezTo>
                  <a:pt x="1907" y="681"/>
                  <a:pt x="1923" y="698"/>
                  <a:pt x="1937" y="719"/>
                </a:cubicBezTo>
                <a:cubicBezTo>
                  <a:pt x="1977" y="781"/>
                  <a:pt x="1984" y="862"/>
                  <a:pt x="1959" y="960"/>
                </a:cubicBezTo>
                <a:close/>
                <a:moveTo>
                  <a:pt x="1692" y="720"/>
                </a:moveTo>
                <a:lnTo>
                  <a:pt x="1691" y="720"/>
                </a:lnTo>
                <a:cubicBezTo>
                  <a:pt x="1691" y="719"/>
                  <a:pt x="1694" y="674"/>
                  <a:pt x="1687" y="611"/>
                </a:cubicBezTo>
                <a:cubicBezTo>
                  <a:pt x="1642" y="615"/>
                  <a:pt x="1586" y="617"/>
                  <a:pt x="1526" y="617"/>
                </a:cubicBezTo>
                <a:cubicBezTo>
                  <a:pt x="1377" y="617"/>
                  <a:pt x="1268" y="601"/>
                  <a:pt x="1193" y="568"/>
                </a:cubicBezTo>
                <a:cubicBezTo>
                  <a:pt x="1131" y="540"/>
                  <a:pt x="1081" y="510"/>
                  <a:pt x="1041" y="482"/>
                </a:cubicBezTo>
                <a:cubicBezTo>
                  <a:pt x="1027" y="508"/>
                  <a:pt x="1009" y="534"/>
                  <a:pt x="988" y="557"/>
                </a:cubicBezTo>
                <a:cubicBezTo>
                  <a:pt x="934" y="615"/>
                  <a:pt x="873" y="652"/>
                  <a:pt x="827" y="674"/>
                </a:cubicBezTo>
                <a:cubicBezTo>
                  <a:pt x="826" y="702"/>
                  <a:pt x="827" y="720"/>
                  <a:pt x="827" y="720"/>
                </a:cubicBezTo>
                <a:cubicBezTo>
                  <a:pt x="832" y="770"/>
                  <a:pt x="799" y="815"/>
                  <a:pt x="751" y="826"/>
                </a:cubicBezTo>
                <a:cubicBezTo>
                  <a:pt x="746" y="829"/>
                  <a:pt x="738" y="854"/>
                  <a:pt x="753" y="909"/>
                </a:cubicBezTo>
                <a:cubicBezTo>
                  <a:pt x="767" y="962"/>
                  <a:pt x="789" y="994"/>
                  <a:pt x="813" y="996"/>
                </a:cubicBezTo>
                <a:cubicBezTo>
                  <a:pt x="822" y="993"/>
                  <a:pt x="831" y="992"/>
                  <a:pt x="839" y="992"/>
                </a:cubicBezTo>
                <a:cubicBezTo>
                  <a:pt x="875" y="992"/>
                  <a:pt x="904" y="1016"/>
                  <a:pt x="921" y="1052"/>
                </a:cubicBezTo>
                <a:cubicBezTo>
                  <a:pt x="955" y="1124"/>
                  <a:pt x="1027" y="1256"/>
                  <a:pt x="1079" y="1304"/>
                </a:cubicBezTo>
                <a:cubicBezTo>
                  <a:pt x="1094" y="1319"/>
                  <a:pt x="1120" y="1333"/>
                  <a:pt x="1151" y="1344"/>
                </a:cubicBezTo>
                <a:cubicBezTo>
                  <a:pt x="1221" y="1368"/>
                  <a:pt x="1297" y="1368"/>
                  <a:pt x="1367" y="1344"/>
                </a:cubicBezTo>
                <a:cubicBezTo>
                  <a:pt x="1398" y="1333"/>
                  <a:pt x="1424" y="1319"/>
                  <a:pt x="1439" y="1304"/>
                </a:cubicBezTo>
                <a:cubicBezTo>
                  <a:pt x="1491" y="1256"/>
                  <a:pt x="1564" y="1124"/>
                  <a:pt x="1597" y="1052"/>
                </a:cubicBezTo>
                <a:cubicBezTo>
                  <a:pt x="1618" y="1007"/>
                  <a:pt x="1658" y="982"/>
                  <a:pt x="1705" y="996"/>
                </a:cubicBezTo>
                <a:cubicBezTo>
                  <a:pt x="1729" y="994"/>
                  <a:pt x="1751" y="962"/>
                  <a:pt x="1765" y="909"/>
                </a:cubicBezTo>
                <a:cubicBezTo>
                  <a:pt x="1778" y="860"/>
                  <a:pt x="1774" y="840"/>
                  <a:pt x="1774" y="827"/>
                </a:cubicBezTo>
                <a:cubicBezTo>
                  <a:pt x="1774" y="824"/>
                  <a:pt x="1774" y="825"/>
                  <a:pt x="1774" y="826"/>
                </a:cubicBezTo>
                <a:cubicBezTo>
                  <a:pt x="1783" y="773"/>
                  <a:pt x="1745" y="725"/>
                  <a:pt x="1692" y="720"/>
                </a:cubicBezTo>
                <a:close/>
              </a:path>
            </a:pathLst>
          </a:cu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cs typeface="+mn-ea"/>
              <a:sym typeface="+mn-lt"/>
            </a:endParaRPr>
          </a:p>
        </p:txBody>
      </p:sp>
      <p:sp>
        <p:nvSpPr>
          <p:cNvPr id="16" name="ïṡlïḋé">
            <a:extLst>
              <a:ext uri="{FF2B5EF4-FFF2-40B4-BE49-F238E27FC236}">
                <a16:creationId xmlns:a16="http://schemas.microsoft.com/office/drawing/2014/main" id="{33F60DCC-6C87-4CBA-91FC-1B22B49BC6C3}"/>
              </a:ext>
            </a:extLst>
          </p:cNvPr>
          <p:cNvSpPr/>
          <p:nvPr/>
        </p:nvSpPr>
        <p:spPr>
          <a:xfrm>
            <a:off x="6441472" y="4608702"/>
            <a:ext cx="2287383" cy="381013"/>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i="1" dirty="0">
                <a:cs typeface="+mn-ea"/>
                <a:sym typeface="+mn-lt"/>
              </a:rPr>
              <a:t>03.Text here</a:t>
            </a:r>
            <a:endParaRPr lang="zh-CN" altLang="en-US" i="1" dirty="0">
              <a:cs typeface="+mn-ea"/>
              <a:sym typeface="+mn-lt"/>
            </a:endParaRPr>
          </a:p>
        </p:txBody>
      </p:sp>
      <p:sp>
        <p:nvSpPr>
          <p:cNvPr id="12" name="íšḷiḍé">
            <a:extLst>
              <a:ext uri="{FF2B5EF4-FFF2-40B4-BE49-F238E27FC236}">
                <a16:creationId xmlns:a16="http://schemas.microsoft.com/office/drawing/2014/main" id="{17FAC7B1-A792-473D-A238-262F6580C949}"/>
              </a:ext>
            </a:extLst>
          </p:cNvPr>
          <p:cNvSpPr/>
          <p:nvPr/>
        </p:nvSpPr>
        <p:spPr>
          <a:xfrm>
            <a:off x="7330167" y="3990025"/>
            <a:ext cx="509992" cy="556186"/>
          </a:xfrm>
          <a:custGeom>
            <a:avLst/>
            <a:gdLst>
              <a:gd name="T0" fmla="*/ 2518 w 2518"/>
              <a:gd name="T1" fmla="*/ 2650 h 2750"/>
              <a:gd name="T2" fmla="*/ 100 w 2518"/>
              <a:gd name="T3" fmla="*/ 2750 h 2750"/>
              <a:gd name="T4" fmla="*/ 0 w 2518"/>
              <a:gd name="T5" fmla="*/ 2207 h 2750"/>
              <a:gd name="T6" fmla="*/ 735 w 2518"/>
              <a:gd name="T7" fmla="*/ 1547 h 2750"/>
              <a:gd name="T8" fmla="*/ 871 w 2518"/>
              <a:gd name="T9" fmla="*/ 1596 h 2750"/>
              <a:gd name="T10" fmla="*/ 1098 w 2518"/>
              <a:gd name="T11" fmla="*/ 1922 h 2750"/>
              <a:gd name="T12" fmla="*/ 1069 w 2518"/>
              <a:gd name="T13" fmla="*/ 1733 h 2750"/>
              <a:gd name="T14" fmla="*/ 1366 w 2518"/>
              <a:gd name="T15" fmla="*/ 1688 h 2750"/>
              <a:gd name="T16" fmla="*/ 1459 w 2518"/>
              <a:gd name="T17" fmla="*/ 1826 h 2750"/>
              <a:gd name="T18" fmla="*/ 1453 w 2518"/>
              <a:gd name="T19" fmla="*/ 2031 h 2750"/>
              <a:gd name="T20" fmla="*/ 1705 w 2518"/>
              <a:gd name="T21" fmla="*/ 1543 h 2750"/>
              <a:gd name="T22" fmla="*/ 2221 w 2518"/>
              <a:gd name="T23" fmla="*/ 1765 h 2750"/>
              <a:gd name="T24" fmla="*/ 1774 w 2518"/>
              <a:gd name="T25" fmla="*/ 827 h 2750"/>
              <a:gd name="T26" fmla="*/ 1774 w 2518"/>
              <a:gd name="T27" fmla="*/ 827 h 2750"/>
              <a:gd name="T28" fmla="*/ 1752 w 2518"/>
              <a:gd name="T29" fmla="*/ 1190 h 2750"/>
              <a:gd name="T30" fmla="*/ 1453 w 2518"/>
              <a:gd name="T31" fmla="*/ 1525 h 2750"/>
              <a:gd name="T32" fmla="*/ 1065 w 2518"/>
              <a:gd name="T33" fmla="*/ 1525 h 2750"/>
              <a:gd name="T34" fmla="*/ 766 w 2518"/>
              <a:gd name="T35" fmla="*/ 1190 h 2750"/>
              <a:gd name="T36" fmla="*/ 582 w 2518"/>
              <a:gd name="T37" fmla="*/ 719 h 2750"/>
              <a:gd name="T38" fmla="*/ 632 w 2518"/>
              <a:gd name="T39" fmla="*/ 594 h 2750"/>
              <a:gd name="T40" fmla="*/ 633 w 2518"/>
              <a:gd name="T41" fmla="*/ 586 h 2750"/>
              <a:gd name="T42" fmla="*/ 874 w 2518"/>
              <a:gd name="T43" fmla="*/ 132 h 2750"/>
              <a:gd name="T44" fmla="*/ 1259 w 2518"/>
              <a:gd name="T45" fmla="*/ 0 h 2750"/>
              <a:gd name="T46" fmla="*/ 1292 w 2518"/>
              <a:gd name="T47" fmla="*/ 2 h 2750"/>
              <a:gd name="T48" fmla="*/ 1891 w 2518"/>
              <a:gd name="T49" fmla="*/ 669 h 2750"/>
              <a:gd name="T50" fmla="*/ 1959 w 2518"/>
              <a:gd name="T51" fmla="*/ 960 h 2750"/>
              <a:gd name="T52" fmla="*/ 1691 w 2518"/>
              <a:gd name="T53" fmla="*/ 720 h 2750"/>
              <a:gd name="T54" fmla="*/ 1526 w 2518"/>
              <a:gd name="T55" fmla="*/ 617 h 2750"/>
              <a:gd name="T56" fmla="*/ 1041 w 2518"/>
              <a:gd name="T57" fmla="*/ 482 h 2750"/>
              <a:gd name="T58" fmla="*/ 827 w 2518"/>
              <a:gd name="T59" fmla="*/ 674 h 2750"/>
              <a:gd name="T60" fmla="*/ 751 w 2518"/>
              <a:gd name="T61" fmla="*/ 826 h 2750"/>
              <a:gd name="T62" fmla="*/ 813 w 2518"/>
              <a:gd name="T63" fmla="*/ 996 h 2750"/>
              <a:gd name="T64" fmla="*/ 921 w 2518"/>
              <a:gd name="T65" fmla="*/ 1052 h 2750"/>
              <a:gd name="T66" fmla="*/ 1151 w 2518"/>
              <a:gd name="T67" fmla="*/ 1344 h 2750"/>
              <a:gd name="T68" fmla="*/ 1439 w 2518"/>
              <a:gd name="T69" fmla="*/ 1304 h 2750"/>
              <a:gd name="T70" fmla="*/ 1705 w 2518"/>
              <a:gd name="T71" fmla="*/ 996 h 2750"/>
              <a:gd name="T72" fmla="*/ 1774 w 2518"/>
              <a:gd name="T73" fmla="*/ 827 h 2750"/>
              <a:gd name="T74" fmla="*/ 1692 w 2518"/>
              <a:gd name="T75" fmla="*/ 72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18" h="2750">
                <a:moveTo>
                  <a:pt x="2518" y="2207"/>
                </a:moveTo>
                <a:lnTo>
                  <a:pt x="2518" y="2650"/>
                </a:lnTo>
                <a:cubicBezTo>
                  <a:pt x="2518" y="2705"/>
                  <a:pt x="2473" y="2750"/>
                  <a:pt x="2418" y="2750"/>
                </a:cubicBezTo>
                <a:lnTo>
                  <a:pt x="100" y="2750"/>
                </a:lnTo>
                <a:cubicBezTo>
                  <a:pt x="45" y="2750"/>
                  <a:pt x="0" y="2705"/>
                  <a:pt x="0" y="2650"/>
                </a:cubicBezTo>
                <a:lnTo>
                  <a:pt x="0" y="2207"/>
                </a:lnTo>
                <a:cubicBezTo>
                  <a:pt x="0" y="2012"/>
                  <a:pt x="117" y="1839"/>
                  <a:pt x="297" y="1765"/>
                </a:cubicBezTo>
                <a:lnTo>
                  <a:pt x="735" y="1547"/>
                </a:lnTo>
                <a:cubicBezTo>
                  <a:pt x="760" y="1535"/>
                  <a:pt x="788" y="1534"/>
                  <a:pt x="813" y="1543"/>
                </a:cubicBezTo>
                <a:cubicBezTo>
                  <a:pt x="839" y="1552"/>
                  <a:pt x="860" y="1571"/>
                  <a:pt x="871" y="1596"/>
                </a:cubicBezTo>
                <a:lnTo>
                  <a:pt x="1066" y="2031"/>
                </a:lnTo>
                <a:lnTo>
                  <a:pt x="1098" y="1922"/>
                </a:lnTo>
                <a:lnTo>
                  <a:pt x="1059" y="1826"/>
                </a:lnTo>
                <a:cubicBezTo>
                  <a:pt x="1047" y="1795"/>
                  <a:pt x="1050" y="1760"/>
                  <a:pt x="1069" y="1733"/>
                </a:cubicBezTo>
                <a:cubicBezTo>
                  <a:pt x="1087" y="1705"/>
                  <a:pt x="1118" y="1688"/>
                  <a:pt x="1152" y="1688"/>
                </a:cubicBezTo>
                <a:lnTo>
                  <a:pt x="1366" y="1688"/>
                </a:lnTo>
                <a:cubicBezTo>
                  <a:pt x="1400" y="1688"/>
                  <a:pt x="1431" y="1705"/>
                  <a:pt x="1449" y="1733"/>
                </a:cubicBezTo>
                <a:cubicBezTo>
                  <a:pt x="1468" y="1760"/>
                  <a:pt x="1472" y="1795"/>
                  <a:pt x="1459" y="1826"/>
                </a:cubicBezTo>
                <a:lnTo>
                  <a:pt x="1420" y="1922"/>
                </a:lnTo>
                <a:lnTo>
                  <a:pt x="1453" y="2031"/>
                </a:lnTo>
                <a:lnTo>
                  <a:pt x="1647" y="1596"/>
                </a:lnTo>
                <a:cubicBezTo>
                  <a:pt x="1658" y="1571"/>
                  <a:pt x="1679" y="1552"/>
                  <a:pt x="1705" y="1543"/>
                </a:cubicBezTo>
                <a:cubicBezTo>
                  <a:pt x="1730" y="1534"/>
                  <a:pt x="1759" y="1535"/>
                  <a:pt x="1783" y="1547"/>
                </a:cubicBezTo>
                <a:lnTo>
                  <a:pt x="2221" y="1765"/>
                </a:lnTo>
                <a:cubicBezTo>
                  <a:pt x="2402" y="1839"/>
                  <a:pt x="2518" y="2012"/>
                  <a:pt x="2518" y="2207"/>
                </a:cubicBezTo>
                <a:close/>
                <a:moveTo>
                  <a:pt x="1774" y="827"/>
                </a:moveTo>
                <a:cubicBezTo>
                  <a:pt x="1774" y="827"/>
                  <a:pt x="1771" y="827"/>
                  <a:pt x="1774" y="827"/>
                </a:cubicBezTo>
                <a:lnTo>
                  <a:pt x="1774" y="827"/>
                </a:lnTo>
                <a:close/>
                <a:moveTo>
                  <a:pt x="1959" y="960"/>
                </a:moveTo>
                <a:cubicBezTo>
                  <a:pt x="1915" y="1126"/>
                  <a:pt x="1817" y="1176"/>
                  <a:pt x="1752" y="1190"/>
                </a:cubicBezTo>
                <a:cubicBezTo>
                  <a:pt x="1715" y="1262"/>
                  <a:pt x="1646" y="1385"/>
                  <a:pt x="1576" y="1450"/>
                </a:cubicBezTo>
                <a:cubicBezTo>
                  <a:pt x="1544" y="1481"/>
                  <a:pt x="1502" y="1506"/>
                  <a:pt x="1453" y="1525"/>
                </a:cubicBezTo>
                <a:cubicBezTo>
                  <a:pt x="1391" y="1550"/>
                  <a:pt x="1326" y="1562"/>
                  <a:pt x="1259" y="1562"/>
                </a:cubicBezTo>
                <a:cubicBezTo>
                  <a:pt x="1192" y="1562"/>
                  <a:pt x="1127" y="1550"/>
                  <a:pt x="1065" y="1525"/>
                </a:cubicBezTo>
                <a:cubicBezTo>
                  <a:pt x="1016" y="1506"/>
                  <a:pt x="974" y="1481"/>
                  <a:pt x="942" y="1450"/>
                </a:cubicBezTo>
                <a:cubicBezTo>
                  <a:pt x="872" y="1385"/>
                  <a:pt x="803" y="1262"/>
                  <a:pt x="766" y="1190"/>
                </a:cubicBezTo>
                <a:cubicBezTo>
                  <a:pt x="701" y="1176"/>
                  <a:pt x="603" y="1126"/>
                  <a:pt x="560" y="960"/>
                </a:cubicBezTo>
                <a:cubicBezTo>
                  <a:pt x="534" y="862"/>
                  <a:pt x="541" y="781"/>
                  <a:pt x="582" y="719"/>
                </a:cubicBezTo>
                <a:cubicBezTo>
                  <a:pt x="595" y="698"/>
                  <a:pt x="611" y="681"/>
                  <a:pt x="627" y="669"/>
                </a:cubicBezTo>
                <a:cubicBezTo>
                  <a:pt x="627" y="648"/>
                  <a:pt x="629" y="622"/>
                  <a:pt x="632" y="594"/>
                </a:cubicBezTo>
                <a:cubicBezTo>
                  <a:pt x="632" y="593"/>
                  <a:pt x="632" y="592"/>
                  <a:pt x="632" y="591"/>
                </a:cubicBezTo>
                <a:cubicBezTo>
                  <a:pt x="633" y="589"/>
                  <a:pt x="633" y="588"/>
                  <a:pt x="633" y="586"/>
                </a:cubicBezTo>
                <a:cubicBezTo>
                  <a:pt x="646" y="480"/>
                  <a:pt x="683" y="337"/>
                  <a:pt x="783" y="219"/>
                </a:cubicBezTo>
                <a:cubicBezTo>
                  <a:pt x="811" y="185"/>
                  <a:pt x="842" y="156"/>
                  <a:pt x="874" y="132"/>
                </a:cubicBezTo>
                <a:cubicBezTo>
                  <a:pt x="965" y="54"/>
                  <a:pt x="1085" y="0"/>
                  <a:pt x="1241" y="0"/>
                </a:cubicBezTo>
                <a:cubicBezTo>
                  <a:pt x="1247" y="0"/>
                  <a:pt x="1253" y="0"/>
                  <a:pt x="1259" y="0"/>
                </a:cubicBezTo>
                <a:lnTo>
                  <a:pt x="1259" y="0"/>
                </a:lnTo>
                <a:cubicBezTo>
                  <a:pt x="1261" y="0"/>
                  <a:pt x="1273" y="0"/>
                  <a:pt x="1292" y="2"/>
                </a:cubicBezTo>
                <a:cubicBezTo>
                  <a:pt x="1693" y="28"/>
                  <a:pt x="1843" y="326"/>
                  <a:pt x="1867" y="486"/>
                </a:cubicBezTo>
                <a:cubicBezTo>
                  <a:pt x="1884" y="558"/>
                  <a:pt x="1890" y="623"/>
                  <a:pt x="1891" y="669"/>
                </a:cubicBezTo>
                <a:cubicBezTo>
                  <a:pt x="1907" y="681"/>
                  <a:pt x="1923" y="698"/>
                  <a:pt x="1937" y="719"/>
                </a:cubicBezTo>
                <a:cubicBezTo>
                  <a:pt x="1977" y="781"/>
                  <a:pt x="1984" y="862"/>
                  <a:pt x="1959" y="960"/>
                </a:cubicBezTo>
                <a:close/>
                <a:moveTo>
                  <a:pt x="1692" y="720"/>
                </a:moveTo>
                <a:lnTo>
                  <a:pt x="1691" y="720"/>
                </a:lnTo>
                <a:cubicBezTo>
                  <a:pt x="1691" y="719"/>
                  <a:pt x="1694" y="674"/>
                  <a:pt x="1687" y="611"/>
                </a:cubicBezTo>
                <a:cubicBezTo>
                  <a:pt x="1642" y="615"/>
                  <a:pt x="1586" y="617"/>
                  <a:pt x="1526" y="617"/>
                </a:cubicBezTo>
                <a:cubicBezTo>
                  <a:pt x="1377" y="617"/>
                  <a:pt x="1268" y="601"/>
                  <a:pt x="1193" y="568"/>
                </a:cubicBezTo>
                <a:cubicBezTo>
                  <a:pt x="1131" y="540"/>
                  <a:pt x="1081" y="510"/>
                  <a:pt x="1041" y="482"/>
                </a:cubicBezTo>
                <a:cubicBezTo>
                  <a:pt x="1027" y="508"/>
                  <a:pt x="1009" y="534"/>
                  <a:pt x="988" y="557"/>
                </a:cubicBezTo>
                <a:cubicBezTo>
                  <a:pt x="934" y="615"/>
                  <a:pt x="873" y="652"/>
                  <a:pt x="827" y="674"/>
                </a:cubicBezTo>
                <a:cubicBezTo>
                  <a:pt x="826" y="702"/>
                  <a:pt x="827" y="720"/>
                  <a:pt x="827" y="720"/>
                </a:cubicBezTo>
                <a:cubicBezTo>
                  <a:pt x="832" y="770"/>
                  <a:pt x="799" y="815"/>
                  <a:pt x="751" y="826"/>
                </a:cubicBezTo>
                <a:cubicBezTo>
                  <a:pt x="746" y="829"/>
                  <a:pt x="738" y="854"/>
                  <a:pt x="753" y="909"/>
                </a:cubicBezTo>
                <a:cubicBezTo>
                  <a:pt x="767" y="962"/>
                  <a:pt x="789" y="994"/>
                  <a:pt x="813" y="996"/>
                </a:cubicBezTo>
                <a:cubicBezTo>
                  <a:pt x="822" y="993"/>
                  <a:pt x="831" y="992"/>
                  <a:pt x="839" y="992"/>
                </a:cubicBezTo>
                <a:cubicBezTo>
                  <a:pt x="875" y="992"/>
                  <a:pt x="904" y="1016"/>
                  <a:pt x="921" y="1052"/>
                </a:cubicBezTo>
                <a:cubicBezTo>
                  <a:pt x="955" y="1124"/>
                  <a:pt x="1027" y="1256"/>
                  <a:pt x="1079" y="1304"/>
                </a:cubicBezTo>
                <a:cubicBezTo>
                  <a:pt x="1094" y="1319"/>
                  <a:pt x="1120" y="1333"/>
                  <a:pt x="1151" y="1344"/>
                </a:cubicBezTo>
                <a:cubicBezTo>
                  <a:pt x="1221" y="1368"/>
                  <a:pt x="1297" y="1368"/>
                  <a:pt x="1367" y="1344"/>
                </a:cubicBezTo>
                <a:cubicBezTo>
                  <a:pt x="1398" y="1333"/>
                  <a:pt x="1424" y="1319"/>
                  <a:pt x="1439" y="1304"/>
                </a:cubicBezTo>
                <a:cubicBezTo>
                  <a:pt x="1491" y="1256"/>
                  <a:pt x="1564" y="1124"/>
                  <a:pt x="1597" y="1052"/>
                </a:cubicBezTo>
                <a:cubicBezTo>
                  <a:pt x="1618" y="1007"/>
                  <a:pt x="1658" y="982"/>
                  <a:pt x="1705" y="996"/>
                </a:cubicBezTo>
                <a:cubicBezTo>
                  <a:pt x="1729" y="994"/>
                  <a:pt x="1751" y="962"/>
                  <a:pt x="1765" y="909"/>
                </a:cubicBezTo>
                <a:cubicBezTo>
                  <a:pt x="1778" y="860"/>
                  <a:pt x="1774" y="840"/>
                  <a:pt x="1774" y="827"/>
                </a:cubicBezTo>
                <a:cubicBezTo>
                  <a:pt x="1774" y="824"/>
                  <a:pt x="1774" y="825"/>
                  <a:pt x="1774" y="826"/>
                </a:cubicBezTo>
                <a:cubicBezTo>
                  <a:pt x="1783" y="773"/>
                  <a:pt x="1745" y="725"/>
                  <a:pt x="1692" y="720"/>
                </a:cubicBezTo>
                <a:close/>
              </a:path>
            </a:pathLst>
          </a:cu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cs typeface="+mn-ea"/>
              <a:sym typeface="+mn-lt"/>
            </a:endParaRPr>
          </a:p>
        </p:txBody>
      </p:sp>
      <p:cxnSp>
        <p:nvCxnSpPr>
          <p:cNvPr id="13" name="直接连接符 12"/>
          <p:cNvCxnSpPr/>
          <p:nvPr/>
        </p:nvCxnSpPr>
        <p:spPr>
          <a:xfrm>
            <a:off x="3258884" y="4027515"/>
            <a:ext cx="0" cy="1832746"/>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143069" y="4027515"/>
            <a:ext cx="0" cy="1832746"/>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465221" y="465582"/>
            <a:ext cx="1939496" cy="461018"/>
            <a:chOff x="6906997" y="4197923"/>
            <a:chExt cx="1939496" cy="461018"/>
          </a:xfrm>
        </p:grpSpPr>
        <p:sp>
          <p:nvSpPr>
            <p:cNvPr id="19" name="矩形 18"/>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文本框 20"/>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grpSp>
        <p:nvGrpSpPr>
          <p:cNvPr id="22" name="组合 21"/>
          <p:cNvGrpSpPr/>
          <p:nvPr/>
        </p:nvGrpSpPr>
        <p:grpSpPr>
          <a:xfrm>
            <a:off x="1803203" y="1856380"/>
            <a:ext cx="6078923" cy="1599926"/>
            <a:chOff x="6913755" y="1772509"/>
            <a:chExt cx="4003388" cy="1599926"/>
          </a:xfrm>
          <a:effectLst/>
        </p:grpSpPr>
        <p:sp>
          <p:nvSpPr>
            <p:cNvPr id="27" name="TextBox 3"/>
            <p:cNvSpPr txBox="1"/>
            <p:nvPr/>
          </p:nvSpPr>
          <p:spPr>
            <a:xfrm>
              <a:off x="6913755" y="1772509"/>
              <a:ext cx="3931126" cy="646331"/>
            </a:xfrm>
            <a:prstGeom prst="rect">
              <a:avLst/>
            </a:prstGeom>
            <a:solidFill>
              <a:srgbClr val="AE3637"/>
            </a:solidFill>
          </p:spPr>
          <p:txBody>
            <a:bodyPr wrap="square" lIns="91440" tIns="45720" rIns="91440" bIns="45720" rtlCol="0">
              <a:spAutoFit/>
            </a:bodyPr>
            <a:lstStyle/>
            <a:p>
              <a:pPr algn="dist"/>
              <a:r>
                <a:rPr lang="id-ID" sz="3600" b="1" dirty="0">
                  <a:solidFill>
                    <a:schemeClr val="bg1"/>
                  </a:solidFill>
                  <a:cs typeface="+mn-ea"/>
                  <a:sym typeface="+mn-lt"/>
                </a:rPr>
                <a:t>Completion of the projects</a:t>
              </a:r>
            </a:p>
          </p:txBody>
        </p:sp>
        <p:sp>
          <p:nvSpPr>
            <p:cNvPr id="28" name="TextBox 6"/>
            <p:cNvSpPr txBox="1"/>
            <p:nvPr/>
          </p:nvSpPr>
          <p:spPr>
            <a:xfrm>
              <a:off x="7924009" y="2458312"/>
              <a:ext cx="2993134" cy="646331"/>
            </a:xfrm>
            <a:prstGeom prst="rect">
              <a:avLst/>
            </a:prstGeom>
            <a:noFill/>
          </p:spPr>
          <p:txBody>
            <a:bodyPr wrap="square" rtlCol="0">
              <a:spAutoFit/>
            </a:bodyPr>
            <a:lstStyle/>
            <a:p>
              <a:pPr algn="just"/>
              <a:r>
                <a:rPr lang="id-ID" b="1" dirty="0">
                  <a:cs typeface="+mn-ea"/>
                  <a:sym typeface="+mn-lt"/>
                </a:rPr>
                <a:t>Lorem ipsum dolro sit amet kalori joula paribus eteca vuram pari doloupta volup estante</a:t>
              </a:r>
              <a:endParaRPr lang="en-US" b="1" dirty="0">
                <a:cs typeface="+mn-ea"/>
                <a:sym typeface="+mn-lt"/>
              </a:endParaRPr>
            </a:p>
          </p:txBody>
        </p:sp>
        <p:sp>
          <p:nvSpPr>
            <p:cNvPr id="29" name="TextBox 7"/>
            <p:cNvSpPr txBox="1"/>
            <p:nvPr/>
          </p:nvSpPr>
          <p:spPr>
            <a:xfrm>
              <a:off x="6965864" y="2449105"/>
              <a:ext cx="1084831" cy="923330"/>
            </a:xfrm>
            <a:prstGeom prst="rect">
              <a:avLst/>
            </a:prstGeom>
            <a:noFill/>
          </p:spPr>
          <p:txBody>
            <a:bodyPr wrap="square" lIns="91440" tIns="45720" rIns="91440" bIns="45720" rtlCol="0">
              <a:spAutoFit/>
            </a:bodyPr>
            <a:lstStyle/>
            <a:p>
              <a:r>
                <a:rPr lang="id-ID" sz="5400" dirty="0">
                  <a:cs typeface="+mn-ea"/>
                  <a:sym typeface="+mn-lt"/>
                </a:rPr>
                <a:t>9</a:t>
              </a:r>
              <a:r>
                <a:rPr lang="en-US" sz="5400" dirty="0">
                  <a:cs typeface="+mn-ea"/>
                  <a:sym typeface="+mn-lt"/>
                </a:rPr>
                <a:t>0</a:t>
              </a:r>
              <a:r>
                <a:rPr lang="id-ID" sz="5400" dirty="0">
                  <a:cs typeface="+mn-ea"/>
                  <a:sym typeface="+mn-lt"/>
                </a:rPr>
                <a:t>%</a:t>
              </a:r>
            </a:p>
          </p:txBody>
        </p:sp>
      </p:grpSp>
      <p:sp>
        <p:nvSpPr>
          <p:cNvPr id="30" name="TextBox 13"/>
          <p:cNvSpPr txBox="1"/>
          <p:nvPr/>
        </p:nvSpPr>
        <p:spPr>
          <a:xfrm>
            <a:off x="622561" y="500999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1" name="TextBox 13"/>
          <p:cNvSpPr txBox="1"/>
          <p:nvPr/>
        </p:nvSpPr>
        <p:spPr>
          <a:xfrm>
            <a:off x="3512065" y="500999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2" name="TextBox 13"/>
          <p:cNvSpPr txBox="1"/>
          <p:nvPr/>
        </p:nvSpPr>
        <p:spPr>
          <a:xfrm>
            <a:off x="6401569" y="500999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7" name="任意多边形 36">
            <a:extLst>
              <a:ext uri="{FF2B5EF4-FFF2-40B4-BE49-F238E27FC236}">
                <a16:creationId xmlns:a16="http://schemas.microsoft.com/office/drawing/2014/main" id="{28C0D44F-16F9-4570-B651-93A9E4766D8F}"/>
              </a:ext>
            </a:extLst>
          </p:cNvPr>
          <p:cNvSpPr/>
          <p:nvPr/>
        </p:nvSpPr>
        <p:spPr>
          <a:xfrm>
            <a:off x="9902951" y="2326290"/>
            <a:ext cx="1807465" cy="3339148"/>
          </a:xfrm>
          <a:custGeom>
            <a:avLst/>
            <a:gdLst>
              <a:gd name="connsiteX0" fmla="*/ 1669574 w 1807465"/>
              <a:gd name="connsiteY0" fmla="*/ 0 h 3339148"/>
              <a:gd name="connsiteX1" fmla="*/ 1807465 w 1807465"/>
              <a:gd name="connsiteY1" fmla="*/ 6963 h 3339148"/>
              <a:gd name="connsiteX2" fmla="*/ 1807465 w 1807465"/>
              <a:gd name="connsiteY2" fmla="*/ 3332185 h 3339148"/>
              <a:gd name="connsiteX3" fmla="*/ 1669574 w 1807465"/>
              <a:gd name="connsiteY3" fmla="*/ 3339148 h 3339148"/>
              <a:gd name="connsiteX4" fmla="*/ 0 w 1807465"/>
              <a:gd name="connsiteY4" fmla="*/ 1669574 h 3339148"/>
              <a:gd name="connsiteX5" fmla="*/ 1669574 w 1807465"/>
              <a:gd name="connsiteY5" fmla="*/ 0 h 3339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7465" h="3339148">
                <a:moveTo>
                  <a:pt x="1669574" y="0"/>
                </a:moveTo>
                <a:lnTo>
                  <a:pt x="1807465" y="6963"/>
                </a:lnTo>
                <a:lnTo>
                  <a:pt x="1807465" y="3332185"/>
                </a:lnTo>
                <a:lnTo>
                  <a:pt x="1669574" y="3339148"/>
                </a:lnTo>
                <a:cubicBezTo>
                  <a:pt x="747494" y="3339148"/>
                  <a:pt x="0" y="2591654"/>
                  <a:pt x="0" y="1669574"/>
                </a:cubicBezTo>
                <a:cubicBezTo>
                  <a:pt x="0" y="747494"/>
                  <a:pt x="747494" y="0"/>
                  <a:pt x="1669574" y="0"/>
                </a:cubicBezTo>
                <a:close/>
              </a:path>
            </a:pathLst>
          </a:custGeom>
          <a:solidFill>
            <a:srgbClr val="AE3637"/>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endParaRPr lang="zh-CN" altLang="en-US" sz="2400" b="1" i="1" dirty="0">
              <a:solidFill>
                <a:schemeClr val="bg1"/>
              </a:solidFill>
              <a:cs typeface="+mn-ea"/>
              <a:sym typeface="+mn-lt"/>
            </a:endParaRPr>
          </a:p>
        </p:txBody>
      </p:sp>
    </p:spTree>
    <p:extLst>
      <p:ext uri="{BB962C8B-B14F-4D97-AF65-F5344CB8AC3E}">
        <p14:creationId xmlns:p14="http://schemas.microsoft.com/office/powerpoint/2010/main" val="288073148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250" fill="hold"/>
                                        <p:tgtEl>
                                          <p:spTgt spid="22"/>
                                        </p:tgtEl>
                                        <p:attrNameLst>
                                          <p:attrName>ppt_x</p:attrName>
                                        </p:attrNameLst>
                                      </p:cBhvr>
                                      <p:tavLst>
                                        <p:tav tm="0">
                                          <p:val>
                                            <p:strVal val="#ppt_x"/>
                                          </p:val>
                                        </p:tav>
                                        <p:tav tm="100000">
                                          <p:val>
                                            <p:strVal val="#ppt_x"/>
                                          </p:val>
                                        </p:tav>
                                      </p:tavLst>
                                    </p:anim>
                                    <p:anim calcmode="lin" valueType="num">
                                      <p:cBhvr additive="base">
                                        <p:cTn id="8" dur="250" fill="hold"/>
                                        <p:tgtEl>
                                          <p:spTgt spid="22"/>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250" fill="hold"/>
                                        <p:tgtEl>
                                          <p:spTgt spid="4"/>
                                        </p:tgtEl>
                                        <p:attrNameLst>
                                          <p:attrName>ppt_x</p:attrName>
                                        </p:attrNameLst>
                                      </p:cBhvr>
                                      <p:tavLst>
                                        <p:tav tm="0">
                                          <p:val>
                                            <p:strVal val="#ppt_x"/>
                                          </p:val>
                                        </p:tav>
                                        <p:tav tm="100000">
                                          <p:val>
                                            <p:strVal val="#ppt_x"/>
                                          </p:val>
                                        </p:tav>
                                      </p:tavLst>
                                    </p:anim>
                                    <p:anim calcmode="lin" valueType="num">
                                      <p:cBhvr additive="base">
                                        <p:cTn id="12" dur="25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250" fill="hold"/>
                                        <p:tgtEl>
                                          <p:spTgt spid="23"/>
                                        </p:tgtEl>
                                        <p:attrNameLst>
                                          <p:attrName>ppt_x</p:attrName>
                                        </p:attrNameLst>
                                      </p:cBhvr>
                                      <p:tavLst>
                                        <p:tav tm="0">
                                          <p:val>
                                            <p:strVal val="#ppt_x"/>
                                          </p:val>
                                        </p:tav>
                                        <p:tav tm="100000">
                                          <p:val>
                                            <p:strVal val="#ppt_x"/>
                                          </p:val>
                                        </p:tav>
                                      </p:tavLst>
                                    </p:anim>
                                    <p:anim calcmode="lin" valueType="num">
                                      <p:cBhvr additive="base">
                                        <p:cTn id="16" dur="250" fill="hold"/>
                                        <p:tgtEl>
                                          <p:spTgt spid="2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250" fill="hold"/>
                                        <p:tgtEl>
                                          <p:spTgt spid="20"/>
                                        </p:tgtEl>
                                        <p:attrNameLst>
                                          <p:attrName>ppt_x</p:attrName>
                                        </p:attrNameLst>
                                      </p:cBhvr>
                                      <p:tavLst>
                                        <p:tav tm="0">
                                          <p:val>
                                            <p:strVal val="#ppt_x"/>
                                          </p:val>
                                        </p:tav>
                                        <p:tav tm="100000">
                                          <p:val>
                                            <p:strVal val="#ppt_x"/>
                                          </p:val>
                                        </p:tav>
                                      </p:tavLst>
                                    </p:anim>
                                    <p:anim calcmode="lin" valueType="num">
                                      <p:cBhvr additive="base">
                                        <p:cTn id="20" dur="250" fill="hold"/>
                                        <p:tgtEl>
                                          <p:spTgt spid="20"/>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250" fill="hold"/>
                                        <p:tgtEl>
                                          <p:spTgt spid="8"/>
                                        </p:tgtEl>
                                        <p:attrNameLst>
                                          <p:attrName>ppt_x</p:attrName>
                                        </p:attrNameLst>
                                      </p:cBhvr>
                                      <p:tavLst>
                                        <p:tav tm="0">
                                          <p:val>
                                            <p:strVal val="#ppt_x"/>
                                          </p:val>
                                        </p:tav>
                                        <p:tav tm="100000">
                                          <p:val>
                                            <p:strVal val="#ppt_x"/>
                                          </p:val>
                                        </p:tav>
                                      </p:tavLst>
                                    </p:anim>
                                    <p:anim calcmode="lin" valueType="num">
                                      <p:cBhvr additive="base">
                                        <p:cTn id="24" dur="25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250" fill="hold"/>
                                        <p:tgtEl>
                                          <p:spTgt spid="18"/>
                                        </p:tgtEl>
                                        <p:attrNameLst>
                                          <p:attrName>ppt_x</p:attrName>
                                        </p:attrNameLst>
                                      </p:cBhvr>
                                      <p:tavLst>
                                        <p:tav tm="0">
                                          <p:val>
                                            <p:strVal val="#ppt_x"/>
                                          </p:val>
                                        </p:tav>
                                        <p:tav tm="100000">
                                          <p:val>
                                            <p:strVal val="#ppt_x"/>
                                          </p:val>
                                        </p:tav>
                                      </p:tavLst>
                                    </p:anim>
                                    <p:anim calcmode="lin" valueType="num">
                                      <p:cBhvr additive="base">
                                        <p:cTn id="28" dur="250" fill="hold"/>
                                        <p:tgtEl>
                                          <p:spTgt spid="18"/>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250" fill="hold"/>
                                        <p:tgtEl>
                                          <p:spTgt spid="10"/>
                                        </p:tgtEl>
                                        <p:attrNameLst>
                                          <p:attrName>ppt_x</p:attrName>
                                        </p:attrNameLst>
                                      </p:cBhvr>
                                      <p:tavLst>
                                        <p:tav tm="0">
                                          <p:val>
                                            <p:strVal val="#ppt_x"/>
                                          </p:val>
                                        </p:tav>
                                        <p:tav tm="100000">
                                          <p:val>
                                            <p:strVal val="#ppt_x"/>
                                          </p:val>
                                        </p:tav>
                                      </p:tavLst>
                                    </p:anim>
                                    <p:anim calcmode="lin" valueType="num">
                                      <p:cBhvr additive="base">
                                        <p:cTn id="32" dur="25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250" fill="hold"/>
                                        <p:tgtEl>
                                          <p:spTgt spid="16"/>
                                        </p:tgtEl>
                                        <p:attrNameLst>
                                          <p:attrName>ppt_x</p:attrName>
                                        </p:attrNameLst>
                                      </p:cBhvr>
                                      <p:tavLst>
                                        <p:tav tm="0">
                                          <p:val>
                                            <p:strVal val="#ppt_x"/>
                                          </p:val>
                                        </p:tav>
                                        <p:tav tm="100000">
                                          <p:val>
                                            <p:strVal val="#ppt_x"/>
                                          </p:val>
                                        </p:tav>
                                      </p:tavLst>
                                    </p:anim>
                                    <p:anim calcmode="lin" valueType="num">
                                      <p:cBhvr additive="base">
                                        <p:cTn id="36" dur="250" fill="hold"/>
                                        <p:tgtEl>
                                          <p:spTgt spid="16"/>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250" fill="hold"/>
                                        <p:tgtEl>
                                          <p:spTgt spid="12"/>
                                        </p:tgtEl>
                                        <p:attrNameLst>
                                          <p:attrName>ppt_x</p:attrName>
                                        </p:attrNameLst>
                                      </p:cBhvr>
                                      <p:tavLst>
                                        <p:tav tm="0">
                                          <p:val>
                                            <p:strVal val="#ppt_x"/>
                                          </p:val>
                                        </p:tav>
                                        <p:tav tm="100000">
                                          <p:val>
                                            <p:strVal val="#ppt_x"/>
                                          </p:val>
                                        </p:tav>
                                      </p:tavLst>
                                    </p:anim>
                                    <p:anim calcmode="lin" valueType="num">
                                      <p:cBhvr additive="base">
                                        <p:cTn id="40" dur="250" fill="hold"/>
                                        <p:tgtEl>
                                          <p:spTgt spid="12"/>
                                        </p:tgtEl>
                                        <p:attrNameLst>
                                          <p:attrName>ppt_y</p:attrName>
                                        </p:attrNameLst>
                                      </p:cBhvr>
                                      <p:tavLst>
                                        <p:tav tm="0">
                                          <p:val>
                                            <p:strVal val="0-#ppt_h/2"/>
                                          </p:val>
                                        </p:tav>
                                        <p:tav tm="100000">
                                          <p:val>
                                            <p:strVal val="#ppt_y"/>
                                          </p:val>
                                        </p:tav>
                                      </p:tavLst>
                                    </p:anim>
                                  </p:childTnLst>
                                </p:cTn>
                              </p:par>
                              <p:par>
                                <p:cTn id="41" presetID="2" presetClass="entr" presetSubtype="1"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250" fill="hold"/>
                                        <p:tgtEl>
                                          <p:spTgt spid="13"/>
                                        </p:tgtEl>
                                        <p:attrNameLst>
                                          <p:attrName>ppt_x</p:attrName>
                                        </p:attrNameLst>
                                      </p:cBhvr>
                                      <p:tavLst>
                                        <p:tav tm="0">
                                          <p:val>
                                            <p:strVal val="#ppt_x"/>
                                          </p:val>
                                        </p:tav>
                                        <p:tav tm="100000">
                                          <p:val>
                                            <p:strVal val="#ppt_x"/>
                                          </p:val>
                                        </p:tav>
                                      </p:tavLst>
                                    </p:anim>
                                    <p:anim calcmode="lin" valueType="num">
                                      <p:cBhvr additive="base">
                                        <p:cTn id="44" dur="250" fill="hold"/>
                                        <p:tgtEl>
                                          <p:spTgt spid="13"/>
                                        </p:tgtEl>
                                        <p:attrNameLst>
                                          <p:attrName>ppt_y</p:attrName>
                                        </p:attrNameLst>
                                      </p:cBhvr>
                                      <p:tavLst>
                                        <p:tav tm="0">
                                          <p:val>
                                            <p:strVal val="0-#ppt_h/2"/>
                                          </p:val>
                                        </p:tav>
                                        <p:tav tm="100000">
                                          <p:val>
                                            <p:strVal val="#ppt_y"/>
                                          </p:val>
                                        </p:tav>
                                      </p:tavLst>
                                    </p:anim>
                                  </p:childTnLst>
                                </p:cTn>
                              </p:par>
                              <p:par>
                                <p:cTn id="45" presetID="2" presetClass="entr" presetSubtype="1"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250" fill="hold"/>
                                        <p:tgtEl>
                                          <p:spTgt spid="14"/>
                                        </p:tgtEl>
                                        <p:attrNameLst>
                                          <p:attrName>ppt_x</p:attrName>
                                        </p:attrNameLst>
                                      </p:cBhvr>
                                      <p:tavLst>
                                        <p:tav tm="0">
                                          <p:val>
                                            <p:strVal val="#ppt_x"/>
                                          </p:val>
                                        </p:tav>
                                        <p:tav tm="100000">
                                          <p:val>
                                            <p:strVal val="#ppt_x"/>
                                          </p:val>
                                        </p:tav>
                                      </p:tavLst>
                                    </p:anim>
                                    <p:anim calcmode="lin" valueType="num">
                                      <p:cBhvr additive="base">
                                        <p:cTn id="48" dur="250" fill="hold"/>
                                        <p:tgtEl>
                                          <p:spTgt spid="14"/>
                                        </p:tgtEl>
                                        <p:attrNameLst>
                                          <p:attrName>ppt_y</p:attrName>
                                        </p:attrNameLst>
                                      </p:cBhvr>
                                      <p:tavLst>
                                        <p:tav tm="0">
                                          <p:val>
                                            <p:strVal val="0-#ppt_h/2"/>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 calcmode="lin" valueType="num">
                                      <p:cBhvr additive="base">
                                        <p:cTn id="51" dur="250" fill="hold"/>
                                        <p:tgtEl>
                                          <p:spTgt spid="30"/>
                                        </p:tgtEl>
                                        <p:attrNameLst>
                                          <p:attrName>ppt_x</p:attrName>
                                        </p:attrNameLst>
                                      </p:cBhvr>
                                      <p:tavLst>
                                        <p:tav tm="0">
                                          <p:val>
                                            <p:strVal val="#ppt_x"/>
                                          </p:val>
                                        </p:tav>
                                        <p:tav tm="100000">
                                          <p:val>
                                            <p:strVal val="#ppt_x"/>
                                          </p:val>
                                        </p:tav>
                                      </p:tavLst>
                                    </p:anim>
                                    <p:anim calcmode="lin" valueType="num">
                                      <p:cBhvr additive="base">
                                        <p:cTn id="52" dur="250" fill="hold"/>
                                        <p:tgtEl>
                                          <p:spTgt spid="30"/>
                                        </p:tgtEl>
                                        <p:attrNameLst>
                                          <p:attrName>ppt_y</p:attrName>
                                        </p:attrNameLst>
                                      </p:cBhvr>
                                      <p:tavLst>
                                        <p:tav tm="0">
                                          <p:val>
                                            <p:strVal val="0-#ppt_h/2"/>
                                          </p:val>
                                        </p:tav>
                                        <p:tav tm="100000">
                                          <p:val>
                                            <p:strVal val="#ppt_y"/>
                                          </p:val>
                                        </p:tav>
                                      </p:tavLst>
                                    </p:anim>
                                  </p:childTnLst>
                                </p:cTn>
                              </p:par>
                              <p:par>
                                <p:cTn id="53" presetID="2" presetClass="entr" presetSubtype="1"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cBhvr additive="base">
                                        <p:cTn id="55" dur="250" fill="hold"/>
                                        <p:tgtEl>
                                          <p:spTgt spid="31"/>
                                        </p:tgtEl>
                                        <p:attrNameLst>
                                          <p:attrName>ppt_x</p:attrName>
                                        </p:attrNameLst>
                                      </p:cBhvr>
                                      <p:tavLst>
                                        <p:tav tm="0">
                                          <p:val>
                                            <p:strVal val="#ppt_x"/>
                                          </p:val>
                                        </p:tav>
                                        <p:tav tm="100000">
                                          <p:val>
                                            <p:strVal val="#ppt_x"/>
                                          </p:val>
                                        </p:tav>
                                      </p:tavLst>
                                    </p:anim>
                                    <p:anim calcmode="lin" valueType="num">
                                      <p:cBhvr additive="base">
                                        <p:cTn id="56" dur="250" fill="hold"/>
                                        <p:tgtEl>
                                          <p:spTgt spid="31"/>
                                        </p:tgtEl>
                                        <p:attrNameLst>
                                          <p:attrName>ppt_y</p:attrName>
                                        </p:attrNameLst>
                                      </p:cBhvr>
                                      <p:tavLst>
                                        <p:tav tm="0">
                                          <p:val>
                                            <p:strVal val="0-#ppt_h/2"/>
                                          </p:val>
                                        </p:tav>
                                        <p:tav tm="100000">
                                          <p:val>
                                            <p:strVal val="#ppt_y"/>
                                          </p:val>
                                        </p:tav>
                                      </p:tavLst>
                                    </p:anim>
                                  </p:childTnLst>
                                </p:cTn>
                              </p:par>
                              <p:par>
                                <p:cTn id="57" presetID="2" presetClass="entr" presetSubtype="1"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anim calcmode="lin" valueType="num">
                                      <p:cBhvr additive="base">
                                        <p:cTn id="59" dur="250" fill="hold"/>
                                        <p:tgtEl>
                                          <p:spTgt spid="32"/>
                                        </p:tgtEl>
                                        <p:attrNameLst>
                                          <p:attrName>ppt_x</p:attrName>
                                        </p:attrNameLst>
                                      </p:cBhvr>
                                      <p:tavLst>
                                        <p:tav tm="0">
                                          <p:val>
                                            <p:strVal val="#ppt_x"/>
                                          </p:val>
                                        </p:tav>
                                        <p:tav tm="100000">
                                          <p:val>
                                            <p:strVal val="#ppt_x"/>
                                          </p:val>
                                        </p:tav>
                                      </p:tavLst>
                                    </p:anim>
                                    <p:anim calcmode="lin" valueType="num">
                                      <p:cBhvr additive="base">
                                        <p:cTn id="60" dur="250" fill="hold"/>
                                        <p:tgtEl>
                                          <p:spTgt spid="32"/>
                                        </p:tgtEl>
                                        <p:attrNameLst>
                                          <p:attrName>ppt_y</p:attrName>
                                        </p:attrNameLst>
                                      </p:cBhvr>
                                      <p:tavLst>
                                        <p:tav tm="0">
                                          <p:val>
                                            <p:strVal val="0-#ppt_h/2"/>
                                          </p:val>
                                        </p:tav>
                                        <p:tav tm="100000">
                                          <p:val>
                                            <p:strVal val="#ppt_y"/>
                                          </p:val>
                                        </p:tav>
                                      </p:tavLst>
                                    </p:anim>
                                  </p:childTnLst>
                                </p:cTn>
                              </p:par>
                              <p:par>
                                <p:cTn id="61" presetID="2" presetClass="entr" presetSubtype="1"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 calcmode="lin" valueType="num">
                                      <p:cBhvr additive="base">
                                        <p:cTn id="63" dur="250" fill="hold"/>
                                        <p:tgtEl>
                                          <p:spTgt spid="37"/>
                                        </p:tgtEl>
                                        <p:attrNameLst>
                                          <p:attrName>ppt_x</p:attrName>
                                        </p:attrNameLst>
                                      </p:cBhvr>
                                      <p:tavLst>
                                        <p:tav tm="0">
                                          <p:val>
                                            <p:strVal val="#ppt_x"/>
                                          </p:val>
                                        </p:tav>
                                        <p:tav tm="100000">
                                          <p:val>
                                            <p:strVal val="#ppt_x"/>
                                          </p:val>
                                        </p:tav>
                                      </p:tavLst>
                                    </p:anim>
                                    <p:anim calcmode="lin" valueType="num">
                                      <p:cBhvr additive="base">
                                        <p:cTn id="64" dur="250" fill="hold"/>
                                        <p:tgtEl>
                                          <p:spTgt spid="3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8" grpId="0" animBg="1"/>
      <p:bldP spid="18" grpId="0"/>
      <p:bldP spid="10" grpId="0" animBg="1"/>
      <p:bldP spid="16" grpId="0"/>
      <p:bldP spid="12" grpId="0" animBg="1"/>
      <p:bldP spid="30" grpId="0"/>
      <p:bldP spid="31" grpId="0"/>
      <p:bldP spid="32" grpId="0"/>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4" name="组合 43"/>
          <p:cNvGrpSpPr/>
          <p:nvPr/>
        </p:nvGrpSpPr>
        <p:grpSpPr>
          <a:xfrm>
            <a:off x="465221" y="465582"/>
            <a:ext cx="1939496" cy="461018"/>
            <a:chOff x="6906997" y="4197923"/>
            <a:chExt cx="1939496" cy="461018"/>
          </a:xfrm>
        </p:grpSpPr>
        <p:sp>
          <p:nvSpPr>
            <p:cNvPr id="45" name="矩形 44"/>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文本框 45"/>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grpSp>
        <p:nvGrpSpPr>
          <p:cNvPr id="2" name="组合 1"/>
          <p:cNvGrpSpPr/>
          <p:nvPr/>
        </p:nvGrpSpPr>
        <p:grpSpPr>
          <a:xfrm>
            <a:off x="1482097" y="1444341"/>
            <a:ext cx="9216383" cy="3984084"/>
            <a:chOff x="1482097" y="1444341"/>
            <a:chExt cx="9216383" cy="3984084"/>
          </a:xfrm>
        </p:grpSpPr>
        <p:grpSp>
          <p:nvGrpSpPr>
            <p:cNvPr id="3" name="25986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305127" y="1444341"/>
              <a:ext cx="7569045" cy="2752886"/>
              <a:chOff x="2305127" y="1444341"/>
              <a:chExt cx="7569045" cy="2752886"/>
            </a:xfrm>
          </p:grpSpPr>
          <p:sp>
            <p:nvSpPr>
              <p:cNvPr id="4" name="îşḻîḑé">
                <a:extLst>
                  <a:ext uri="{FF2B5EF4-FFF2-40B4-BE49-F238E27FC236}">
                    <a16:creationId xmlns:a16="http://schemas.microsoft.com/office/drawing/2014/main" id="{ACABD59D-D52E-4F51-8FB2-173FDFA9BEDA}"/>
                  </a:ext>
                </a:extLst>
              </p:cNvPr>
              <p:cNvSpPr/>
              <p:nvPr/>
            </p:nvSpPr>
            <p:spPr bwMode="auto">
              <a:xfrm rot="868439" flipH="1">
                <a:off x="4190174" y="3530922"/>
                <a:ext cx="2059446" cy="208906"/>
              </a:xfrm>
              <a:prstGeom prst="rect">
                <a:avLst/>
              </a:prstGeom>
              <a:solidFill>
                <a:schemeClr val="bg1">
                  <a:lumMod val="95000"/>
                </a:schemeClr>
              </a:solidFill>
              <a:ln w="19050">
                <a:noFill/>
                <a:round/>
                <a:headEnd/>
                <a:tailEnd/>
              </a:ln>
            </p:spPr>
            <p:txBody>
              <a:bodyPr wrap="square" lIns="91440" tIns="45720" rIns="91440" bIns="45720" anchor="ctr">
                <a:normAutofit fontScale="47500" lnSpcReduction="20000"/>
              </a:bodyPr>
              <a:lstStyle/>
              <a:p>
                <a:pPr algn="ctr"/>
                <a:endParaRPr>
                  <a:cs typeface="+mn-ea"/>
                  <a:sym typeface="+mn-lt"/>
                </a:endParaRPr>
              </a:p>
            </p:txBody>
          </p:sp>
          <p:sp>
            <p:nvSpPr>
              <p:cNvPr id="5" name="íšliḍê">
                <a:extLst>
                  <a:ext uri="{FF2B5EF4-FFF2-40B4-BE49-F238E27FC236}">
                    <a16:creationId xmlns:a16="http://schemas.microsoft.com/office/drawing/2014/main" id="{1B6F858F-CD7D-4746-AB17-A0EDCFAC97A9}"/>
                  </a:ext>
                </a:extLst>
              </p:cNvPr>
              <p:cNvSpPr/>
              <p:nvPr/>
            </p:nvSpPr>
            <p:spPr bwMode="auto">
              <a:xfrm rot="20731561">
                <a:off x="5910703" y="3530922"/>
                <a:ext cx="2059446" cy="208906"/>
              </a:xfrm>
              <a:prstGeom prst="rect">
                <a:avLst/>
              </a:prstGeom>
              <a:solidFill>
                <a:schemeClr val="bg1">
                  <a:lumMod val="95000"/>
                </a:schemeClr>
              </a:solidFill>
              <a:ln w="19050">
                <a:noFill/>
                <a:round/>
                <a:headEnd/>
                <a:tailEnd/>
              </a:ln>
            </p:spPr>
            <p:txBody>
              <a:bodyPr wrap="square" lIns="91440" tIns="45720" rIns="91440" bIns="45720" anchor="ctr">
                <a:normAutofit fontScale="47500" lnSpcReduction="20000"/>
              </a:bodyPr>
              <a:lstStyle/>
              <a:p>
                <a:pPr algn="ctr"/>
                <a:endParaRPr>
                  <a:cs typeface="+mn-ea"/>
                  <a:sym typeface="+mn-lt"/>
                </a:endParaRPr>
              </a:p>
            </p:txBody>
          </p:sp>
          <p:sp>
            <p:nvSpPr>
              <p:cNvPr id="6" name="íṥľidè">
                <a:extLst>
                  <a:ext uri="{FF2B5EF4-FFF2-40B4-BE49-F238E27FC236}">
                    <a16:creationId xmlns:a16="http://schemas.microsoft.com/office/drawing/2014/main" id="{FDE6F10D-9DA6-4BE5-9E0E-E41E235C3202}"/>
                  </a:ext>
                </a:extLst>
              </p:cNvPr>
              <p:cNvSpPr/>
              <p:nvPr/>
            </p:nvSpPr>
            <p:spPr bwMode="auto">
              <a:xfrm rot="868439" flipH="1">
                <a:off x="7631232" y="3530922"/>
                <a:ext cx="2059446" cy="208906"/>
              </a:xfrm>
              <a:prstGeom prst="rect">
                <a:avLst/>
              </a:prstGeom>
              <a:solidFill>
                <a:schemeClr val="bg1">
                  <a:lumMod val="95000"/>
                </a:schemeClr>
              </a:solidFill>
              <a:ln w="19050">
                <a:noFill/>
                <a:round/>
                <a:headEnd/>
                <a:tailEnd/>
              </a:ln>
            </p:spPr>
            <p:txBody>
              <a:bodyPr wrap="square" lIns="91440" tIns="45720" rIns="91440" bIns="45720" anchor="ctr">
                <a:normAutofit fontScale="47500" lnSpcReduction="20000"/>
              </a:bodyPr>
              <a:lstStyle/>
              <a:p>
                <a:pPr algn="ctr"/>
                <a:endParaRPr>
                  <a:cs typeface="+mn-ea"/>
                  <a:sym typeface="+mn-lt"/>
                </a:endParaRPr>
              </a:p>
            </p:txBody>
          </p:sp>
          <p:sp>
            <p:nvSpPr>
              <p:cNvPr id="7" name="í$ļïďê">
                <a:extLst>
                  <a:ext uri="{FF2B5EF4-FFF2-40B4-BE49-F238E27FC236}">
                    <a16:creationId xmlns:a16="http://schemas.microsoft.com/office/drawing/2014/main" id="{749D736B-C722-4B50-95C4-45F155AA22D0}"/>
                  </a:ext>
                </a:extLst>
              </p:cNvPr>
              <p:cNvSpPr/>
              <p:nvPr/>
            </p:nvSpPr>
            <p:spPr bwMode="auto">
              <a:xfrm rot="20731561">
                <a:off x="2469646" y="3530922"/>
                <a:ext cx="2059446" cy="208906"/>
              </a:xfrm>
              <a:prstGeom prst="rect">
                <a:avLst/>
              </a:prstGeom>
              <a:solidFill>
                <a:schemeClr val="bg1">
                  <a:lumMod val="95000"/>
                </a:schemeClr>
              </a:solidFill>
              <a:ln w="19050">
                <a:noFill/>
                <a:round/>
                <a:headEnd/>
                <a:tailEnd/>
              </a:ln>
            </p:spPr>
            <p:txBody>
              <a:bodyPr wrap="square" lIns="91440" tIns="45720" rIns="91440" bIns="45720" anchor="ctr">
                <a:normAutofit fontScale="47500" lnSpcReduction="20000"/>
              </a:bodyPr>
              <a:lstStyle/>
              <a:p>
                <a:pPr algn="ctr"/>
                <a:endParaRPr>
                  <a:cs typeface="+mn-ea"/>
                  <a:sym typeface="+mn-lt"/>
                </a:endParaRPr>
              </a:p>
            </p:txBody>
          </p:sp>
          <p:sp>
            <p:nvSpPr>
              <p:cNvPr id="40" name="íṥḻidê">
                <a:extLst>
                  <a:ext uri="{FF2B5EF4-FFF2-40B4-BE49-F238E27FC236}">
                    <a16:creationId xmlns:a16="http://schemas.microsoft.com/office/drawing/2014/main" id="{A18600CA-FD93-45B2-B9A6-6D4C0AE879DB}"/>
                  </a:ext>
                </a:extLst>
              </p:cNvPr>
              <p:cNvSpPr/>
              <p:nvPr/>
            </p:nvSpPr>
            <p:spPr bwMode="auto">
              <a:xfrm>
                <a:off x="2305127" y="3526332"/>
                <a:ext cx="670895" cy="670895"/>
              </a:xfrm>
              <a:prstGeom prst="ellipse">
                <a:avLst/>
              </a:prstGeom>
              <a:solidFill>
                <a:srgbClr val="AE3637"/>
              </a:solidFill>
              <a:ln w="127000">
                <a:solidFill>
                  <a:schemeClr val="bg1"/>
                </a:solidFill>
                <a:round/>
                <a:headEnd/>
                <a:tailEnd/>
              </a:ln>
            </p:spPr>
            <p:txBody>
              <a:bodyPr vert="horz" wrap="square" lIns="91440" tIns="45720" rIns="91440" bIns="45720" anchor="ctr" anchorCtr="0" compatLnSpc="1">
                <a:prstTxWarp prst="textNoShape">
                  <a:avLst/>
                </a:prstTxWarp>
                <a:normAutofit/>
              </a:bodyPr>
              <a:lstStyle/>
              <a:p>
                <a:pPr algn="ctr"/>
                <a:r>
                  <a:rPr lang="en-US" altLang="zh-CN" sz="2000" b="1" dirty="0">
                    <a:solidFill>
                      <a:schemeClr val="bg1"/>
                    </a:solidFill>
                    <a:cs typeface="+mn-ea"/>
                    <a:sym typeface="+mn-lt"/>
                  </a:rPr>
                  <a:t>01</a:t>
                </a:r>
              </a:p>
            </p:txBody>
          </p:sp>
          <p:sp>
            <p:nvSpPr>
              <p:cNvPr id="39" name="iŝ1ïḋe">
                <a:extLst>
                  <a:ext uri="{FF2B5EF4-FFF2-40B4-BE49-F238E27FC236}">
                    <a16:creationId xmlns:a16="http://schemas.microsoft.com/office/drawing/2014/main" id="{A5C42446-B32B-4FDB-9A0E-5F7A37689419}"/>
                  </a:ext>
                </a:extLst>
              </p:cNvPr>
              <p:cNvSpPr/>
              <p:nvPr/>
            </p:nvSpPr>
            <p:spPr bwMode="auto">
              <a:xfrm>
                <a:off x="5754202" y="3526332"/>
                <a:ext cx="670895" cy="670895"/>
              </a:xfrm>
              <a:prstGeom prst="ellipse">
                <a:avLst/>
              </a:prstGeom>
              <a:solidFill>
                <a:srgbClr val="AE3637"/>
              </a:solidFill>
              <a:ln w="127000">
                <a:solidFill>
                  <a:schemeClr val="bg1"/>
                </a:solidFill>
                <a:round/>
                <a:headEnd/>
                <a:tailEnd/>
              </a:ln>
            </p:spPr>
            <p:txBody>
              <a:bodyPr vert="horz" wrap="square" lIns="91440" tIns="45720" rIns="91440" bIns="45720" anchor="ctr" anchorCtr="0" compatLnSpc="1">
                <a:prstTxWarp prst="textNoShape">
                  <a:avLst/>
                </a:prstTxWarp>
                <a:normAutofit/>
              </a:bodyPr>
              <a:lstStyle/>
              <a:p>
                <a:pPr algn="ctr"/>
                <a:r>
                  <a:rPr lang="en-US" altLang="zh-CN" sz="2000" b="1" dirty="0">
                    <a:solidFill>
                      <a:schemeClr val="bg1"/>
                    </a:solidFill>
                    <a:cs typeface="+mn-ea"/>
                    <a:sym typeface="+mn-lt"/>
                  </a:rPr>
                  <a:t>03</a:t>
                </a:r>
              </a:p>
            </p:txBody>
          </p:sp>
          <p:sp>
            <p:nvSpPr>
              <p:cNvPr id="36" name="isḷîḍè">
                <a:extLst>
                  <a:ext uri="{FF2B5EF4-FFF2-40B4-BE49-F238E27FC236}">
                    <a16:creationId xmlns:a16="http://schemas.microsoft.com/office/drawing/2014/main" id="{A6DCC5FF-0073-4FB9-94A7-9AD695FEC2BE}"/>
                  </a:ext>
                </a:extLst>
              </p:cNvPr>
              <p:cNvSpPr/>
              <p:nvPr/>
            </p:nvSpPr>
            <p:spPr bwMode="auto">
              <a:xfrm>
                <a:off x="9203277" y="3526332"/>
                <a:ext cx="670895" cy="670895"/>
              </a:xfrm>
              <a:prstGeom prst="ellipse">
                <a:avLst/>
              </a:prstGeom>
              <a:solidFill>
                <a:srgbClr val="AE3637"/>
              </a:solidFill>
              <a:ln w="127000">
                <a:solidFill>
                  <a:schemeClr val="bg1"/>
                </a:solidFill>
                <a:round/>
                <a:headEnd/>
                <a:tailEnd/>
              </a:ln>
            </p:spPr>
            <p:txBody>
              <a:bodyPr vert="horz" wrap="square" lIns="91440" tIns="45720" rIns="91440" bIns="45720" anchor="ctr" anchorCtr="0" compatLnSpc="1">
                <a:prstTxWarp prst="textNoShape">
                  <a:avLst/>
                </a:prstTxWarp>
                <a:normAutofit/>
              </a:bodyPr>
              <a:lstStyle/>
              <a:p>
                <a:pPr algn="ctr"/>
                <a:r>
                  <a:rPr lang="en-US" altLang="zh-CN" sz="2000" b="1">
                    <a:solidFill>
                      <a:schemeClr val="bg1"/>
                    </a:solidFill>
                    <a:cs typeface="+mn-ea"/>
                    <a:sym typeface="+mn-lt"/>
                  </a:rPr>
                  <a:t>05</a:t>
                </a:r>
              </a:p>
            </p:txBody>
          </p:sp>
          <p:grpSp>
            <p:nvGrpSpPr>
              <p:cNvPr id="11" name="îSḷïḋe"/>
              <p:cNvGrpSpPr/>
              <p:nvPr/>
            </p:nvGrpSpPr>
            <p:grpSpPr>
              <a:xfrm>
                <a:off x="3660288" y="1444341"/>
                <a:ext cx="1409650" cy="2293725"/>
                <a:chOff x="3660287" y="1444341"/>
                <a:chExt cx="1409650" cy="2293725"/>
              </a:xfrm>
            </p:grpSpPr>
            <p:sp>
              <p:nvSpPr>
                <p:cNvPr id="31" name="í$ḷïďé">
                  <a:extLst>
                    <a:ext uri="{FF2B5EF4-FFF2-40B4-BE49-F238E27FC236}">
                      <a16:creationId xmlns:a16="http://schemas.microsoft.com/office/drawing/2014/main" id="{D84AA193-3BD6-4873-B1C7-CD8668D477A5}"/>
                    </a:ext>
                  </a:extLst>
                </p:cNvPr>
                <p:cNvSpPr/>
                <p:nvPr/>
              </p:nvSpPr>
              <p:spPr bwMode="auto">
                <a:xfrm>
                  <a:off x="3660287" y="1444341"/>
                  <a:ext cx="1409650" cy="1622831"/>
                </a:xfrm>
                <a:custGeom>
                  <a:avLst/>
                  <a:gdLst>
                    <a:gd name="connsiteX0" fmla="*/ 846908 w 1693816"/>
                    <a:gd name="connsiteY0" fmla="*/ 0 h 1949972"/>
                    <a:gd name="connsiteX1" fmla="*/ 1693816 w 1693816"/>
                    <a:gd name="connsiteY1" fmla="*/ 846909 h 1949972"/>
                    <a:gd name="connsiteX2" fmla="*/ 1017590 w 1693816"/>
                    <a:gd name="connsiteY2" fmla="*/ 1676612 h 1949972"/>
                    <a:gd name="connsiteX3" fmla="*/ 972430 w 1693816"/>
                    <a:gd name="connsiteY3" fmla="*/ 1683504 h 1949972"/>
                    <a:gd name="connsiteX4" fmla="*/ 972430 w 1693816"/>
                    <a:gd name="connsiteY4" fmla="*/ 1949972 h 1949972"/>
                    <a:gd name="connsiteX5" fmla="*/ 721383 w 1693816"/>
                    <a:gd name="connsiteY5" fmla="*/ 1949972 h 1949972"/>
                    <a:gd name="connsiteX6" fmla="*/ 721383 w 1693816"/>
                    <a:gd name="connsiteY6" fmla="*/ 1683504 h 1949972"/>
                    <a:gd name="connsiteX7" fmla="*/ 676226 w 1693816"/>
                    <a:gd name="connsiteY7" fmla="*/ 1676612 h 1949972"/>
                    <a:gd name="connsiteX8" fmla="*/ 0 w 1693816"/>
                    <a:gd name="connsiteY8" fmla="*/ 846909 h 1949972"/>
                    <a:gd name="connsiteX9" fmla="*/ 846908 w 1693816"/>
                    <a:gd name="connsiteY9" fmla="*/ 0 h 194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93816" h="1949972">
                      <a:moveTo>
                        <a:pt x="846908" y="0"/>
                      </a:moveTo>
                      <a:cubicBezTo>
                        <a:pt x="1314642" y="0"/>
                        <a:pt x="1693816" y="379174"/>
                        <a:pt x="1693816" y="846909"/>
                      </a:cubicBezTo>
                      <a:cubicBezTo>
                        <a:pt x="1693816" y="1256177"/>
                        <a:pt x="1403511" y="1597641"/>
                        <a:pt x="1017590" y="1676612"/>
                      </a:cubicBezTo>
                      <a:lnTo>
                        <a:pt x="972430" y="1683504"/>
                      </a:lnTo>
                      <a:lnTo>
                        <a:pt x="972430" y="1949972"/>
                      </a:lnTo>
                      <a:lnTo>
                        <a:pt x="721383" y="1949972"/>
                      </a:lnTo>
                      <a:lnTo>
                        <a:pt x="721383" y="1683504"/>
                      </a:lnTo>
                      <a:lnTo>
                        <a:pt x="676226" y="1676612"/>
                      </a:lnTo>
                      <a:cubicBezTo>
                        <a:pt x="290305" y="1597641"/>
                        <a:pt x="0" y="1256177"/>
                        <a:pt x="0" y="846909"/>
                      </a:cubicBezTo>
                      <a:cubicBezTo>
                        <a:pt x="0" y="379174"/>
                        <a:pt x="379174" y="0"/>
                        <a:pt x="846908" y="0"/>
                      </a:cubicBezTo>
                      <a:close/>
                    </a:path>
                  </a:pathLst>
                </a:custGeom>
                <a:pattFill prst="wdDnDiag">
                  <a:fgClr>
                    <a:schemeClr val="accent2">
                      <a:lumMod val="20000"/>
                      <a:lumOff val="80000"/>
                    </a:schemeClr>
                  </a:fgClr>
                  <a:bgClr>
                    <a:schemeClr val="bg1"/>
                  </a:bgClr>
                </a:pattFill>
                <a:ln w="19050">
                  <a:noFill/>
                  <a:round/>
                  <a:headEnd/>
                  <a:tailEnd/>
                </a:ln>
              </p:spPr>
              <p:txBody>
                <a:bodyPr wrap="square" lIns="91440" tIns="45720" rIns="91440" bIns="45720" anchor="ctr">
                  <a:normAutofit/>
                </a:bodyPr>
                <a:lstStyle/>
                <a:p>
                  <a:pPr algn="ctr"/>
                  <a:endParaRPr>
                    <a:cs typeface="+mn-ea"/>
                    <a:sym typeface="+mn-lt"/>
                  </a:endParaRPr>
                </a:p>
              </p:txBody>
            </p:sp>
            <p:sp>
              <p:nvSpPr>
                <p:cNvPr id="32" name="íšļíde">
                  <a:extLst>
                    <a:ext uri="{FF2B5EF4-FFF2-40B4-BE49-F238E27FC236}">
                      <a16:creationId xmlns:a16="http://schemas.microsoft.com/office/drawing/2014/main" id="{07E3D1D9-3F91-4544-A61F-85A277366A87}"/>
                    </a:ext>
                  </a:extLst>
                </p:cNvPr>
                <p:cNvSpPr/>
                <p:nvPr/>
              </p:nvSpPr>
              <p:spPr bwMode="auto">
                <a:xfrm>
                  <a:off x="3747663" y="1531718"/>
                  <a:ext cx="1234896" cy="1234896"/>
                </a:xfrm>
                <a:prstGeom prst="ellipse">
                  <a:avLst/>
                </a:prstGeom>
                <a:solidFill>
                  <a:srgbClr val="AE363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cs typeface="+mn-ea"/>
                    <a:sym typeface="+mn-lt"/>
                  </a:endParaRPr>
                </a:p>
              </p:txBody>
            </p:sp>
            <p:sp>
              <p:nvSpPr>
                <p:cNvPr id="33" name="îsliḑe">
                  <a:extLst>
                    <a:ext uri="{FF2B5EF4-FFF2-40B4-BE49-F238E27FC236}">
                      <a16:creationId xmlns:a16="http://schemas.microsoft.com/office/drawing/2014/main" id="{1D6E96F6-7FCC-44C0-AAFE-FAB9DFED412F}"/>
                    </a:ext>
                  </a:extLst>
                </p:cNvPr>
                <p:cNvSpPr/>
                <p:nvPr/>
              </p:nvSpPr>
              <p:spPr bwMode="auto">
                <a:xfrm>
                  <a:off x="4029665" y="3067171"/>
                  <a:ext cx="670895" cy="670895"/>
                </a:xfrm>
                <a:prstGeom prst="ellipse">
                  <a:avLst/>
                </a:prstGeom>
                <a:solidFill>
                  <a:srgbClr val="AE3637"/>
                </a:solidFill>
                <a:ln w="127000">
                  <a:solidFill>
                    <a:schemeClr val="bg1"/>
                  </a:solidFill>
                  <a:round/>
                  <a:headEnd/>
                  <a:tailEnd/>
                </a:ln>
              </p:spPr>
              <p:txBody>
                <a:bodyPr vert="horz" wrap="square" lIns="91440" tIns="45720" rIns="91440" bIns="45720" anchor="ctr" anchorCtr="0" compatLnSpc="1">
                  <a:prstTxWarp prst="textNoShape">
                    <a:avLst/>
                  </a:prstTxWarp>
                  <a:normAutofit/>
                </a:bodyPr>
                <a:lstStyle/>
                <a:p>
                  <a:pPr algn="ctr"/>
                  <a:r>
                    <a:rPr lang="en-US" altLang="zh-CN" sz="2000" b="1" dirty="0">
                      <a:solidFill>
                        <a:schemeClr val="bg1"/>
                      </a:solidFill>
                      <a:cs typeface="+mn-ea"/>
                      <a:sym typeface="+mn-lt"/>
                    </a:rPr>
                    <a:t>02</a:t>
                  </a:r>
                </a:p>
              </p:txBody>
            </p:sp>
          </p:grpSp>
          <p:grpSp>
            <p:nvGrpSpPr>
              <p:cNvPr id="12" name="ïṧlïḋè"/>
              <p:cNvGrpSpPr/>
              <p:nvPr/>
            </p:nvGrpSpPr>
            <p:grpSpPr>
              <a:xfrm>
                <a:off x="7109362" y="1444341"/>
                <a:ext cx="1409650" cy="2293725"/>
                <a:chOff x="7109364" y="1444341"/>
                <a:chExt cx="1409650" cy="2293725"/>
              </a:xfrm>
            </p:grpSpPr>
            <p:sp>
              <p:nvSpPr>
                <p:cNvPr id="28" name="isľîďé">
                  <a:extLst>
                    <a:ext uri="{FF2B5EF4-FFF2-40B4-BE49-F238E27FC236}">
                      <a16:creationId xmlns:a16="http://schemas.microsoft.com/office/drawing/2014/main" id="{D84AA193-3BD6-4873-B1C7-CD8668D477A5}"/>
                    </a:ext>
                  </a:extLst>
                </p:cNvPr>
                <p:cNvSpPr/>
                <p:nvPr/>
              </p:nvSpPr>
              <p:spPr bwMode="auto">
                <a:xfrm>
                  <a:off x="7109364" y="1444341"/>
                  <a:ext cx="1409650" cy="1622831"/>
                </a:xfrm>
                <a:custGeom>
                  <a:avLst/>
                  <a:gdLst>
                    <a:gd name="connsiteX0" fmla="*/ 846908 w 1693816"/>
                    <a:gd name="connsiteY0" fmla="*/ 0 h 1949972"/>
                    <a:gd name="connsiteX1" fmla="*/ 1693816 w 1693816"/>
                    <a:gd name="connsiteY1" fmla="*/ 846909 h 1949972"/>
                    <a:gd name="connsiteX2" fmla="*/ 1017590 w 1693816"/>
                    <a:gd name="connsiteY2" fmla="*/ 1676612 h 1949972"/>
                    <a:gd name="connsiteX3" fmla="*/ 972430 w 1693816"/>
                    <a:gd name="connsiteY3" fmla="*/ 1683504 h 1949972"/>
                    <a:gd name="connsiteX4" fmla="*/ 972430 w 1693816"/>
                    <a:gd name="connsiteY4" fmla="*/ 1949972 h 1949972"/>
                    <a:gd name="connsiteX5" fmla="*/ 721383 w 1693816"/>
                    <a:gd name="connsiteY5" fmla="*/ 1949972 h 1949972"/>
                    <a:gd name="connsiteX6" fmla="*/ 721383 w 1693816"/>
                    <a:gd name="connsiteY6" fmla="*/ 1683504 h 1949972"/>
                    <a:gd name="connsiteX7" fmla="*/ 676226 w 1693816"/>
                    <a:gd name="connsiteY7" fmla="*/ 1676612 h 1949972"/>
                    <a:gd name="connsiteX8" fmla="*/ 0 w 1693816"/>
                    <a:gd name="connsiteY8" fmla="*/ 846909 h 1949972"/>
                    <a:gd name="connsiteX9" fmla="*/ 846908 w 1693816"/>
                    <a:gd name="connsiteY9" fmla="*/ 0 h 194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93816" h="1949972">
                      <a:moveTo>
                        <a:pt x="846908" y="0"/>
                      </a:moveTo>
                      <a:cubicBezTo>
                        <a:pt x="1314642" y="0"/>
                        <a:pt x="1693816" y="379174"/>
                        <a:pt x="1693816" y="846909"/>
                      </a:cubicBezTo>
                      <a:cubicBezTo>
                        <a:pt x="1693816" y="1256177"/>
                        <a:pt x="1403511" y="1597641"/>
                        <a:pt x="1017590" y="1676612"/>
                      </a:cubicBezTo>
                      <a:lnTo>
                        <a:pt x="972430" y="1683504"/>
                      </a:lnTo>
                      <a:lnTo>
                        <a:pt x="972430" y="1949972"/>
                      </a:lnTo>
                      <a:lnTo>
                        <a:pt x="721383" y="1949972"/>
                      </a:lnTo>
                      <a:lnTo>
                        <a:pt x="721383" y="1683504"/>
                      </a:lnTo>
                      <a:lnTo>
                        <a:pt x="676226" y="1676612"/>
                      </a:lnTo>
                      <a:cubicBezTo>
                        <a:pt x="290305" y="1597641"/>
                        <a:pt x="0" y="1256177"/>
                        <a:pt x="0" y="846909"/>
                      </a:cubicBezTo>
                      <a:cubicBezTo>
                        <a:pt x="0" y="379174"/>
                        <a:pt x="379174" y="0"/>
                        <a:pt x="846908" y="0"/>
                      </a:cubicBezTo>
                      <a:close/>
                    </a:path>
                  </a:pathLst>
                </a:custGeom>
                <a:pattFill prst="wdDnDiag">
                  <a:fgClr>
                    <a:schemeClr val="accent2">
                      <a:lumMod val="20000"/>
                      <a:lumOff val="80000"/>
                    </a:schemeClr>
                  </a:fgClr>
                  <a:bgClr>
                    <a:schemeClr val="bg1"/>
                  </a:bgClr>
                </a:pattFill>
                <a:ln w="19050">
                  <a:noFill/>
                  <a:round/>
                  <a:headEnd/>
                  <a:tailEnd/>
                </a:ln>
              </p:spPr>
              <p:txBody>
                <a:bodyPr wrap="square" lIns="91440" tIns="45720" rIns="91440" bIns="45720" anchor="ctr">
                  <a:normAutofit/>
                </a:bodyPr>
                <a:lstStyle/>
                <a:p>
                  <a:pPr algn="ctr"/>
                  <a:endParaRPr>
                    <a:cs typeface="+mn-ea"/>
                    <a:sym typeface="+mn-lt"/>
                  </a:endParaRPr>
                </a:p>
              </p:txBody>
            </p:sp>
            <p:sp>
              <p:nvSpPr>
                <p:cNvPr id="29" name="íṥlidê">
                  <a:extLst>
                    <a:ext uri="{FF2B5EF4-FFF2-40B4-BE49-F238E27FC236}">
                      <a16:creationId xmlns:a16="http://schemas.microsoft.com/office/drawing/2014/main" id="{67473EE4-176C-450D-AC5A-8A110DC81953}"/>
                    </a:ext>
                  </a:extLst>
                </p:cNvPr>
                <p:cNvSpPr/>
                <p:nvPr/>
              </p:nvSpPr>
              <p:spPr bwMode="auto">
                <a:xfrm>
                  <a:off x="7196741" y="1531718"/>
                  <a:ext cx="1234896" cy="1234896"/>
                </a:xfrm>
                <a:prstGeom prst="ellipse">
                  <a:avLst/>
                </a:prstGeom>
                <a:solidFill>
                  <a:srgbClr val="AE363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cs typeface="+mn-ea"/>
                    <a:sym typeface="+mn-lt"/>
                  </a:endParaRPr>
                </a:p>
              </p:txBody>
            </p:sp>
            <p:sp>
              <p:nvSpPr>
                <p:cNvPr id="30" name="îṩlîḍe">
                  <a:extLst>
                    <a:ext uri="{FF2B5EF4-FFF2-40B4-BE49-F238E27FC236}">
                      <a16:creationId xmlns:a16="http://schemas.microsoft.com/office/drawing/2014/main" id="{ED76A98C-6B9A-44F1-B9FA-C5D7EFC4A296}"/>
                    </a:ext>
                  </a:extLst>
                </p:cNvPr>
                <p:cNvSpPr/>
                <p:nvPr/>
              </p:nvSpPr>
              <p:spPr bwMode="auto">
                <a:xfrm>
                  <a:off x="7478740" y="3067171"/>
                  <a:ext cx="670895" cy="670895"/>
                </a:xfrm>
                <a:prstGeom prst="ellipse">
                  <a:avLst/>
                </a:prstGeom>
                <a:solidFill>
                  <a:srgbClr val="AE3637"/>
                </a:solidFill>
                <a:ln w="127000">
                  <a:solidFill>
                    <a:schemeClr val="bg1"/>
                  </a:solidFill>
                  <a:round/>
                  <a:headEnd/>
                  <a:tailEnd/>
                </a:ln>
              </p:spPr>
              <p:txBody>
                <a:bodyPr vert="horz" wrap="square" lIns="91440" tIns="45720" rIns="91440" bIns="45720" anchor="ctr" anchorCtr="0" compatLnSpc="1">
                  <a:prstTxWarp prst="textNoShape">
                    <a:avLst/>
                  </a:prstTxWarp>
                  <a:normAutofit/>
                </a:bodyPr>
                <a:lstStyle/>
                <a:p>
                  <a:pPr algn="ctr"/>
                  <a:r>
                    <a:rPr lang="en-US" altLang="zh-CN" sz="2000" b="1" dirty="0">
                      <a:solidFill>
                        <a:schemeClr val="bg1"/>
                      </a:solidFill>
                      <a:cs typeface="+mn-ea"/>
                      <a:sym typeface="+mn-lt"/>
                    </a:rPr>
                    <a:t>04</a:t>
                  </a:r>
                </a:p>
              </p:txBody>
            </p:sp>
          </p:grpSp>
        </p:grpSp>
        <p:sp>
          <p:nvSpPr>
            <p:cNvPr id="47" name="Freeform 483"/>
            <p:cNvSpPr>
              <a:spLocks/>
            </p:cNvSpPr>
            <p:nvPr/>
          </p:nvSpPr>
          <p:spPr bwMode="auto">
            <a:xfrm>
              <a:off x="4298200" y="1856498"/>
              <a:ext cx="370261" cy="589051"/>
            </a:xfrm>
            <a:custGeom>
              <a:avLst/>
              <a:gdLst>
                <a:gd name="T0" fmla="*/ 132 w 132"/>
                <a:gd name="T1" fmla="*/ 119 h 210"/>
                <a:gd name="T2" fmla="*/ 0 w 132"/>
                <a:gd name="T3" fmla="*/ 0 h 210"/>
                <a:gd name="T4" fmla="*/ 0 w 132"/>
                <a:gd name="T5" fmla="*/ 0 h 210"/>
                <a:gd name="T6" fmla="*/ 0 w 132"/>
                <a:gd name="T7" fmla="*/ 0 h 210"/>
                <a:gd name="T8" fmla="*/ 0 w 132"/>
                <a:gd name="T9" fmla="*/ 0 h 210"/>
                <a:gd name="T10" fmla="*/ 0 w 132"/>
                <a:gd name="T11" fmla="*/ 178 h 210"/>
                <a:gd name="T12" fmla="*/ 45 w 132"/>
                <a:gd name="T13" fmla="*/ 147 h 210"/>
                <a:gd name="T14" fmla="*/ 74 w 132"/>
                <a:gd name="T15" fmla="*/ 210 h 210"/>
                <a:gd name="T16" fmla="*/ 106 w 132"/>
                <a:gd name="T17" fmla="*/ 196 h 210"/>
                <a:gd name="T18" fmla="*/ 78 w 132"/>
                <a:gd name="T19" fmla="*/ 132 h 210"/>
                <a:gd name="T20" fmla="*/ 132 w 132"/>
                <a:gd name="T21" fmla="*/ 11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210">
                  <a:moveTo>
                    <a:pt x="132" y="119"/>
                  </a:moveTo>
                  <a:lnTo>
                    <a:pt x="0" y="0"/>
                  </a:lnTo>
                  <a:lnTo>
                    <a:pt x="0" y="0"/>
                  </a:lnTo>
                  <a:lnTo>
                    <a:pt x="0" y="0"/>
                  </a:lnTo>
                  <a:lnTo>
                    <a:pt x="0" y="0"/>
                  </a:lnTo>
                  <a:lnTo>
                    <a:pt x="0" y="178"/>
                  </a:lnTo>
                  <a:lnTo>
                    <a:pt x="45" y="147"/>
                  </a:lnTo>
                  <a:lnTo>
                    <a:pt x="74" y="210"/>
                  </a:lnTo>
                  <a:lnTo>
                    <a:pt x="106" y="196"/>
                  </a:lnTo>
                  <a:lnTo>
                    <a:pt x="78" y="132"/>
                  </a:lnTo>
                  <a:lnTo>
                    <a:pt x="132" y="11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prstClr val="black"/>
                </a:solidFill>
                <a:cs typeface="+mn-ea"/>
                <a:sym typeface="+mn-lt"/>
              </a:endParaRPr>
            </a:p>
          </p:txBody>
        </p:sp>
        <p:sp>
          <p:nvSpPr>
            <p:cNvPr id="48" name="Freeform 570"/>
            <p:cNvSpPr>
              <a:spLocks/>
            </p:cNvSpPr>
            <p:nvPr/>
          </p:nvSpPr>
          <p:spPr bwMode="auto">
            <a:xfrm>
              <a:off x="7584706" y="1883664"/>
              <a:ext cx="594661" cy="591857"/>
            </a:xfrm>
            <a:custGeom>
              <a:avLst/>
              <a:gdLst>
                <a:gd name="T0" fmla="*/ 268 w 290"/>
                <a:gd name="T1" fmla="*/ 181 h 290"/>
                <a:gd name="T2" fmla="*/ 217 w 290"/>
                <a:gd name="T3" fmla="*/ 186 h 290"/>
                <a:gd name="T4" fmla="*/ 159 w 290"/>
                <a:gd name="T5" fmla="*/ 127 h 290"/>
                <a:gd name="T6" fmla="*/ 287 w 290"/>
                <a:gd name="T7" fmla="*/ 50 h 290"/>
                <a:gd name="T8" fmla="*/ 265 w 290"/>
                <a:gd name="T9" fmla="*/ 28 h 290"/>
                <a:gd name="T10" fmla="*/ 101 w 290"/>
                <a:gd name="T11" fmla="*/ 70 h 290"/>
                <a:gd name="T12" fmla="*/ 41 w 290"/>
                <a:gd name="T13" fmla="*/ 9 h 290"/>
                <a:gd name="T14" fmla="*/ 9 w 290"/>
                <a:gd name="T15" fmla="*/ 9 h 290"/>
                <a:gd name="T16" fmla="*/ 9 w 290"/>
                <a:gd name="T17" fmla="*/ 41 h 290"/>
                <a:gd name="T18" fmla="*/ 70 w 290"/>
                <a:gd name="T19" fmla="*/ 101 h 290"/>
                <a:gd name="T20" fmla="*/ 28 w 290"/>
                <a:gd name="T21" fmla="*/ 265 h 290"/>
                <a:gd name="T22" fmla="*/ 50 w 290"/>
                <a:gd name="T23" fmla="*/ 287 h 290"/>
                <a:gd name="T24" fmla="*/ 127 w 290"/>
                <a:gd name="T25" fmla="*/ 159 h 290"/>
                <a:gd name="T26" fmla="*/ 185 w 290"/>
                <a:gd name="T27" fmla="*/ 217 h 290"/>
                <a:gd name="T28" fmla="*/ 181 w 290"/>
                <a:gd name="T29" fmla="*/ 269 h 290"/>
                <a:gd name="T30" fmla="*/ 203 w 290"/>
                <a:gd name="T31" fmla="*/ 290 h 290"/>
                <a:gd name="T32" fmla="*/ 234 w 290"/>
                <a:gd name="T33" fmla="*/ 234 h 290"/>
                <a:gd name="T34" fmla="*/ 290 w 290"/>
                <a:gd name="T35" fmla="*/ 203 h 290"/>
                <a:gd name="T36" fmla="*/ 268 w 290"/>
                <a:gd name="T37" fmla="*/ 181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0" h="290">
                  <a:moveTo>
                    <a:pt x="268" y="181"/>
                  </a:moveTo>
                  <a:cubicBezTo>
                    <a:pt x="217" y="186"/>
                    <a:pt x="217" y="186"/>
                    <a:pt x="217" y="186"/>
                  </a:cubicBezTo>
                  <a:cubicBezTo>
                    <a:pt x="159" y="127"/>
                    <a:pt x="159" y="127"/>
                    <a:pt x="159" y="127"/>
                  </a:cubicBezTo>
                  <a:cubicBezTo>
                    <a:pt x="287" y="50"/>
                    <a:pt x="287" y="50"/>
                    <a:pt x="287" y="50"/>
                  </a:cubicBezTo>
                  <a:cubicBezTo>
                    <a:pt x="265" y="28"/>
                    <a:pt x="265" y="28"/>
                    <a:pt x="265" y="28"/>
                  </a:cubicBezTo>
                  <a:cubicBezTo>
                    <a:pt x="101" y="70"/>
                    <a:pt x="101" y="70"/>
                    <a:pt x="101" y="70"/>
                  </a:cubicBezTo>
                  <a:cubicBezTo>
                    <a:pt x="41" y="9"/>
                    <a:pt x="41" y="9"/>
                    <a:pt x="41" y="9"/>
                  </a:cubicBezTo>
                  <a:cubicBezTo>
                    <a:pt x="32" y="0"/>
                    <a:pt x="18" y="0"/>
                    <a:pt x="9" y="9"/>
                  </a:cubicBezTo>
                  <a:cubicBezTo>
                    <a:pt x="0" y="18"/>
                    <a:pt x="0" y="32"/>
                    <a:pt x="9" y="41"/>
                  </a:cubicBezTo>
                  <a:cubicBezTo>
                    <a:pt x="70" y="101"/>
                    <a:pt x="70" y="101"/>
                    <a:pt x="70" y="101"/>
                  </a:cubicBezTo>
                  <a:cubicBezTo>
                    <a:pt x="28" y="265"/>
                    <a:pt x="28" y="265"/>
                    <a:pt x="28" y="265"/>
                  </a:cubicBezTo>
                  <a:cubicBezTo>
                    <a:pt x="50" y="287"/>
                    <a:pt x="50" y="287"/>
                    <a:pt x="50" y="287"/>
                  </a:cubicBezTo>
                  <a:cubicBezTo>
                    <a:pt x="127" y="159"/>
                    <a:pt x="127" y="159"/>
                    <a:pt x="127" y="159"/>
                  </a:cubicBezTo>
                  <a:cubicBezTo>
                    <a:pt x="185" y="217"/>
                    <a:pt x="185" y="217"/>
                    <a:pt x="185" y="217"/>
                  </a:cubicBezTo>
                  <a:cubicBezTo>
                    <a:pt x="181" y="269"/>
                    <a:pt x="181" y="269"/>
                    <a:pt x="181" y="269"/>
                  </a:cubicBezTo>
                  <a:cubicBezTo>
                    <a:pt x="203" y="290"/>
                    <a:pt x="203" y="290"/>
                    <a:pt x="203" y="290"/>
                  </a:cubicBezTo>
                  <a:cubicBezTo>
                    <a:pt x="234" y="234"/>
                    <a:pt x="234" y="234"/>
                    <a:pt x="234" y="234"/>
                  </a:cubicBezTo>
                  <a:cubicBezTo>
                    <a:pt x="290" y="203"/>
                    <a:pt x="290" y="203"/>
                    <a:pt x="290" y="203"/>
                  </a:cubicBezTo>
                  <a:lnTo>
                    <a:pt x="268" y="18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prstClr val="black"/>
                </a:solidFill>
                <a:cs typeface="+mn-ea"/>
                <a:sym typeface="+mn-lt"/>
              </a:endParaRPr>
            </a:p>
          </p:txBody>
        </p:sp>
        <p:sp>
          <p:nvSpPr>
            <p:cNvPr id="49" name="TextBox 13"/>
            <p:cNvSpPr txBox="1"/>
            <p:nvPr/>
          </p:nvSpPr>
          <p:spPr>
            <a:xfrm>
              <a:off x="1482097" y="4394296"/>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50" name="TextBox 13"/>
            <p:cNvSpPr txBox="1"/>
            <p:nvPr/>
          </p:nvSpPr>
          <p:spPr>
            <a:xfrm>
              <a:off x="8364481" y="4394296"/>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51" name="TextBox 13"/>
            <p:cNvSpPr txBox="1"/>
            <p:nvPr/>
          </p:nvSpPr>
          <p:spPr>
            <a:xfrm>
              <a:off x="4923289" y="4394296"/>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grpSp>
    </p:spTree>
    <p:extLst>
      <p:ext uri="{BB962C8B-B14F-4D97-AF65-F5344CB8AC3E}">
        <p14:creationId xmlns:p14="http://schemas.microsoft.com/office/powerpoint/2010/main" val="221385700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50" fill="hold"/>
                                        <p:tgtEl>
                                          <p:spTgt spid="2"/>
                                        </p:tgtEl>
                                        <p:attrNameLst>
                                          <p:attrName>ppt_w</p:attrName>
                                        </p:attrNameLst>
                                      </p:cBhvr>
                                      <p:tavLst>
                                        <p:tav tm="0">
                                          <p:val>
                                            <p:fltVal val="0"/>
                                          </p:val>
                                        </p:tav>
                                        <p:tav tm="100000">
                                          <p:val>
                                            <p:strVal val="#ppt_w"/>
                                          </p:val>
                                        </p:tav>
                                      </p:tavLst>
                                    </p:anim>
                                    <p:anim calcmode="lin" valueType="num">
                                      <p:cBhvr>
                                        <p:cTn id="8" dur="250" fill="hold"/>
                                        <p:tgtEl>
                                          <p:spTgt spid="2"/>
                                        </p:tgtEl>
                                        <p:attrNameLst>
                                          <p:attrName>ppt_h</p:attrName>
                                        </p:attrNameLst>
                                      </p:cBhvr>
                                      <p:tavLst>
                                        <p:tav tm="0">
                                          <p:val>
                                            <p:fltVal val="0"/>
                                          </p:val>
                                        </p:tav>
                                        <p:tav tm="100000">
                                          <p:val>
                                            <p:strVal val="#ppt_h"/>
                                          </p:val>
                                        </p:tav>
                                      </p:tavLst>
                                    </p:anim>
                                    <p:animEffect transition="in" filter="fade">
                                      <p:cBhvr>
                                        <p:cTn id="9"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25839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165716" y="1408112"/>
            <a:ext cx="9847868" cy="4448176"/>
            <a:chOff x="1165716" y="1408112"/>
            <a:chExt cx="9847868" cy="4448176"/>
          </a:xfrm>
        </p:grpSpPr>
        <p:grpSp>
          <p:nvGrpSpPr>
            <p:cNvPr id="4" name="í$ľîḓê"/>
            <p:cNvGrpSpPr/>
            <p:nvPr/>
          </p:nvGrpSpPr>
          <p:grpSpPr>
            <a:xfrm>
              <a:off x="1165716" y="1408112"/>
              <a:ext cx="3020359" cy="3399021"/>
              <a:chOff x="1918820" y="1685925"/>
              <a:chExt cx="3020359" cy="3399021"/>
            </a:xfrm>
          </p:grpSpPr>
          <p:cxnSp>
            <p:nvCxnSpPr>
              <p:cNvPr id="18" name="直接连接符 17"/>
              <p:cNvCxnSpPr>
                <a:stCxn id="19" idx="2"/>
                <a:endCxn id="22" idx="0"/>
              </p:cNvCxnSpPr>
              <p:nvPr/>
            </p:nvCxnSpPr>
            <p:spPr>
              <a:xfrm>
                <a:off x="3428999" y="2251572"/>
                <a:ext cx="1" cy="195217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9" name="ïs1îḑè">
                <a:extLst>
                  <a:ext uri="{FF2B5EF4-FFF2-40B4-BE49-F238E27FC236}">
                    <a16:creationId xmlns:a16="http://schemas.microsoft.com/office/drawing/2014/main" id="{F5AE9F43-3D5D-489E-BBCF-DB75D6EB9C81}"/>
                  </a:ext>
                </a:extLst>
              </p:cNvPr>
              <p:cNvSpPr/>
              <p:nvPr/>
            </p:nvSpPr>
            <p:spPr>
              <a:xfrm>
                <a:off x="2477484" y="2196709"/>
                <a:ext cx="1903030" cy="54863"/>
              </a:xfrm>
              <a:prstGeom prst="roundRect">
                <a:avLst>
                  <a:gd name="adj" fmla="val 50000"/>
                </a:avLst>
              </a:pr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cs typeface="+mn-ea"/>
                  <a:sym typeface="+mn-lt"/>
                </a:endParaRPr>
              </a:p>
            </p:txBody>
          </p:sp>
          <p:sp>
            <p:nvSpPr>
              <p:cNvPr id="20" name="ïśḻíḋé">
                <a:extLst>
                  <a:ext uri="{FF2B5EF4-FFF2-40B4-BE49-F238E27FC236}">
                    <a16:creationId xmlns:a16="http://schemas.microsoft.com/office/drawing/2014/main" id="{E7BACC0B-4EF3-4D35-9000-A6A49C5EB357}"/>
                  </a:ext>
                </a:extLst>
              </p:cNvPr>
              <p:cNvSpPr/>
              <p:nvPr/>
            </p:nvSpPr>
            <p:spPr>
              <a:xfrm>
                <a:off x="2720865" y="2595728"/>
                <a:ext cx="1416269" cy="1416638"/>
              </a:xfrm>
              <a:prstGeom prst="ellipse">
                <a:avLst/>
              </a:prstGeom>
              <a:pattFill prst="pct5">
                <a:fgClr>
                  <a:srgbClr val="E4E6EA"/>
                </a:fgClr>
                <a:bgClr>
                  <a:srgbClr val="AE3637"/>
                </a:bgClr>
              </a:pattFill>
              <a:ln w="12700" cap="flat" cmpd="sng" algn="ctr">
                <a:noFill/>
                <a:prstDash val="solid"/>
                <a:miter lim="800000"/>
              </a:ln>
              <a:effectLst>
                <a:outerShdw dist="38100" dir="2700000" algn="tl" rotWithShape="0">
                  <a:prstClr val="black">
                    <a:alpha val="15000"/>
                  </a:prst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1" name="iśļiḓe">
                <a:extLst>
                  <a:ext uri="{FF2B5EF4-FFF2-40B4-BE49-F238E27FC236}">
                    <a16:creationId xmlns:a16="http://schemas.microsoft.com/office/drawing/2014/main" id="{7F5F7E6B-7EEE-4E5A-AF94-5488014522D1}"/>
                  </a:ext>
                </a:extLst>
              </p:cNvPr>
              <p:cNvSpPr/>
              <p:nvPr/>
            </p:nvSpPr>
            <p:spPr bwMode="auto">
              <a:xfrm>
                <a:off x="2641274" y="1685925"/>
                <a:ext cx="1575450" cy="444109"/>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u="sng" dirty="0">
                    <a:cs typeface="+mn-ea"/>
                    <a:sym typeface="+mn-lt"/>
                  </a:rPr>
                  <a:t>01.Text here</a:t>
                </a:r>
                <a:endParaRPr lang="id-ID" altLang="zh-CN" sz="1600" b="1" u="sng" dirty="0">
                  <a:cs typeface="+mn-ea"/>
                  <a:sym typeface="+mn-lt"/>
                </a:endParaRPr>
              </a:p>
            </p:txBody>
          </p:sp>
          <p:sp>
            <p:nvSpPr>
              <p:cNvPr id="22" name="iṣļïḋé">
                <a:extLst>
                  <a:ext uri="{FF2B5EF4-FFF2-40B4-BE49-F238E27FC236}">
                    <a16:creationId xmlns:a16="http://schemas.microsoft.com/office/drawing/2014/main" id="{F8E07573-A8E5-42F7-B445-E2E8E3B47ABD}"/>
                  </a:ext>
                </a:extLst>
              </p:cNvPr>
              <p:cNvSpPr/>
              <p:nvPr/>
            </p:nvSpPr>
            <p:spPr bwMode="auto">
              <a:xfrm>
                <a:off x="1918820" y="4203744"/>
                <a:ext cx="3020359" cy="881202"/>
              </a:xfrm>
              <a:prstGeom prst="rect">
                <a:avLst/>
              </a:prstGeom>
              <a:solidFill>
                <a:schemeClr val="bg1"/>
              </a:solid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grpSp>
        <p:grpSp>
          <p:nvGrpSpPr>
            <p:cNvPr id="5" name="îŝḻîdê"/>
            <p:cNvGrpSpPr/>
            <p:nvPr/>
          </p:nvGrpSpPr>
          <p:grpSpPr>
            <a:xfrm>
              <a:off x="4579470" y="1408112"/>
              <a:ext cx="3020359" cy="4448176"/>
              <a:chOff x="1918820" y="1685925"/>
              <a:chExt cx="3020359" cy="4448176"/>
            </a:xfrm>
          </p:grpSpPr>
          <p:cxnSp>
            <p:nvCxnSpPr>
              <p:cNvPr id="12" name="直接连接符 11"/>
              <p:cNvCxnSpPr>
                <a:stCxn id="13" idx="2"/>
                <a:endCxn id="17" idx="0"/>
              </p:cNvCxnSpPr>
              <p:nvPr/>
            </p:nvCxnSpPr>
            <p:spPr>
              <a:xfrm>
                <a:off x="3428999" y="2288148"/>
                <a:ext cx="1" cy="2964751"/>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3" name="iṥ1ïde">
                <a:extLst>
                  <a:ext uri="{FF2B5EF4-FFF2-40B4-BE49-F238E27FC236}">
                    <a16:creationId xmlns:a16="http://schemas.microsoft.com/office/drawing/2014/main" id="{F5AE9F43-3D5D-489E-BBCF-DB75D6EB9C81}"/>
                  </a:ext>
                </a:extLst>
              </p:cNvPr>
              <p:cNvSpPr/>
              <p:nvPr/>
            </p:nvSpPr>
            <p:spPr>
              <a:xfrm>
                <a:off x="2477484" y="2233285"/>
                <a:ext cx="1903030" cy="54863"/>
              </a:xfrm>
              <a:prstGeom prst="roundRect">
                <a:avLst>
                  <a:gd name="adj" fmla="val 50000"/>
                </a:avLst>
              </a:pr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a:cs typeface="+mn-ea"/>
                  <a:sym typeface="+mn-lt"/>
                </a:endParaRPr>
              </a:p>
            </p:txBody>
          </p:sp>
          <p:sp>
            <p:nvSpPr>
              <p:cNvPr id="14" name="iSḻïďé">
                <a:extLst>
                  <a:ext uri="{FF2B5EF4-FFF2-40B4-BE49-F238E27FC236}">
                    <a16:creationId xmlns:a16="http://schemas.microsoft.com/office/drawing/2014/main" id="{E7BACC0B-4EF3-4D35-9000-A6A49C5EB357}"/>
                  </a:ext>
                </a:extLst>
              </p:cNvPr>
              <p:cNvSpPr/>
              <p:nvPr/>
            </p:nvSpPr>
            <p:spPr>
              <a:xfrm>
                <a:off x="2720865" y="2595728"/>
                <a:ext cx="1416269" cy="1416638"/>
              </a:xfrm>
              <a:prstGeom prst="ellipse">
                <a:avLst/>
              </a:prstGeom>
              <a:pattFill prst="pct5">
                <a:fgClr>
                  <a:srgbClr val="E4E6EA"/>
                </a:fgClr>
                <a:bgClr>
                  <a:srgbClr val="AE3637"/>
                </a:bgClr>
              </a:pattFill>
              <a:ln w="12700" cap="flat" cmpd="sng" algn="ctr">
                <a:noFill/>
                <a:prstDash val="solid"/>
                <a:miter lim="800000"/>
              </a:ln>
              <a:effectLst>
                <a:outerShdw dist="38100" dir="2700000" algn="tl" rotWithShape="0">
                  <a:prstClr val="black">
                    <a:alpha val="15000"/>
                  </a:prst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15" name="iṡļiďe">
                <a:extLst>
                  <a:ext uri="{FF2B5EF4-FFF2-40B4-BE49-F238E27FC236}">
                    <a16:creationId xmlns:a16="http://schemas.microsoft.com/office/drawing/2014/main" id="{7F5F7E6B-7EEE-4E5A-AF94-5488014522D1}"/>
                  </a:ext>
                </a:extLst>
              </p:cNvPr>
              <p:cNvSpPr/>
              <p:nvPr/>
            </p:nvSpPr>
            <p:spPr bwMode="auto">
              <a:xfrm>
                <a:off x="2641274" y="1685925"/>
                <a:ext cx="1575450" cy="444109"/>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u="sng" dirty="0">
                    <a:cs typeface="+mn-ea"/>
                    <a:sym typeface="+mn-lt"/>
                  </a:rPr>
                  <a:t>02.Text here</a:t>
                </a:r>
                <a:endParaRPr lang="id-ID" altLang="zh-CN" sz="1600" b="1" u="sng" dirty="0">
                  <a:cs typeface="+mn-ea"/>
                  <a:sym typeface="+mn-lt"/>
                </a:endParaRPr>
              </a:p>
            </p:txBody>
          </p:sp>
          <p:sp>
            <p:nvSpPr>
              <p:cNvPr id="16" name="iṡlïdé">
                <a:extLst>
                  <a:ext uri="{FF2B5EF4-FFF2-40B4-BE49-F238E27FC236}">
                    <a16:creationId xmlns:a16="http://schemas.microsoft.com/office/drawing/2014/main" id="{F8E07573-A8E5-42F7-B445-E2E8E3B47ABD}"/>
                  </a:ext>
                </a:extLst>
              </p:cNvPr>
              <p:cNvSpPr/>
              <p:nvPr/>
            </p:nvSpPr>
            <p:spPr bwMode="auto">
              <a:xfrm>
                <a:off x="1918820" y="4203744"/>
                <a:ext cx="3020359" cy="881202"/>
              </a:xfrm>
              <a:prstGeom prst="rect">
                <a:avLst/>
              </a:prstGeom>
              <a:solidFill>
                <a:schemeClr val="bg1"/>
              </a:solid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sp>
            <p:nvSpPr>
              <p:cNvPr id="17" name="isľíde">
                <a:extLst>
                  <a:ext uri="{FF2B5EF4-FFF2-40B4-BE49-F238E27FC236}">
                    <a16:creationId xmlns:a16="http://schemas.microsoft.com/office/drawing/2014/main" id="{F8E07573-A8E5-42F7-B445-E2E8E3B47ABD}"/>
                  </a:ext>
                </a:extLst>
              </p:cNvPr>
              <p:cNvSpPr/>
              <p:nvPr/>
            </p:nvSpPr>
            <p:spPr bwMode="auto">
              <a:xfrm>
                <a:off x="1918820" y="5252899"/>
                <a:ext cx="3020359" cy="881202"/>
              </a:xfrm>
              <a:prstGeom prst="rect">
                <a:avLst/>
              </a:prstGeom>
              <a:solidFill>
                <a:schemeClr val="bg1"/>
              </a:solid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grpSp>
        <p:grpSp>
          <p:nvGrpSpPr>
            <p:cNvPr id="6" name="îṣḷîḓê"/>
            <p:cNvGrpSpPr/>
            <p:nvPr/>
          </p:nvGrpSpPr>
          <p:grpSpPr>
            <a:xfrm>
              <a:off x="7993225" y="1408112"/>
              <a:ext cx="3020359" cy="3399021"/>
              <a:chOff x="1918820" y="1685925"/>
              <a:chExt cx="3020359" cy="3399021"/>
            </a:xfrm>
          </p:grpSpPr>
          <p:cxnSp>
            <p:nvCxnSpPr>
              <p:cNvPr id="7" name="直接连接符 6"/>
              <p:cNvCxnSpPr>
                <a:stCxn id="8" idx="2"/>
                <a:endCxn id="11" idx="0"/>
              </p:cNvCxnSpPr>
              <p:nvPr/>
            </p:nvCxnSpPr>
            <p:spPr>
              <a:xfrm>
                <a:off x="3428999" y="2288148"/>
                <a:ext cx="1" cy="1915596"/>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8" name="ïsḻîḑe">
                <a:extLst>
                  <a:ext uri="{FF2B5EF4-FFF2-40B4-BE49-F238E27FC236}">
                    <a16:creationId xmlns:a16="http://schemas.microsoft.com/office/drawing/2014/main" id="{F5AE9F43-3D5D-489E-BBCF-DB75D6EB9C81}"/>
                  </a:ext>
                </a:extLst>
              </p:cNvPr>
              <p:cNvSpPr/>
              <p:nvPr/>
            </p:nvSpPr>
            <p:spPr>
              <a:xfrm>
                <a:off x="2477484" y="2233285"/>
                <a:ext cx="1903030" cy="54863"/>
              </a:xfrm>
              <a:prstGeom prst="roundRect">
                <a:avLst>
                  <a:gd name="adj" fmla="val 50000"/>
                </a:avLst>
              </a:pr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a:cs typeface="+mn-ea"/>
                  <a:sym typeface="+mn-lt"/>
                </a:endParaRPr>
              </a:p>
            </p:txBody>
          </p:sp>
          <p:sp>
            <p:nvSpPr>
              <p:cNvPr id="9" name="íS1ïḋe">
                <a:extLst>
                  <a:ext uri="{FF2B5EF4-FFF2-40B4-BE49-F238E27FC236}">
                    <a16:creationId xmlns:a16="http://schemas.microsoft.com/office/drawing/2014/main" id="{E7BACC0B-4EF3-4D35-9000-A6A49C5EB357}"/>
                  </a:ext>
                </a:extLst>
              </p:cNvPr>
              <p:cNvSpPr/>
              <p:nvPr/>
            </p:nvSpPr>
            <p:spPr>
              <a:xfrm>
                <a:off x="2720865" y="2595728"/>
                <a:ext cx="1416269" cy="1416638"/>
              </a:xfrm>
              <a:prstGeom prst="ellipse">
                <a:avLst/>
              </a:prstGeom>
              <a:pattFill prst="pct5">
                <a:fgClr>
                  <a:srgbClr val="E4E6EA"/>
                </a:fgClr>
                <a:bgClr>
                  <a:srgbClr val="AE3637"/>
                </a:bgClr>
              </a:pattFill>
              <a:ln w="12700" cap="flat" cmpd="sng" algn="ctr">
                <a:noFill/>
                <a:prstDash val="solid"/>
                <a:miter lim="800000"/>
              </a:ln>
              <a:effectLst>
                <a:outerShdw dist="38100" dir="2700000" algn="tl" rotWithShape="0">
                  <a:prstClr val="black">
                    <a:alpha val="15000"/>
                  </a:prst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10" name="îSľïdè">
                <a:extLst>
                  <a:ext uri="{FF2B5EF4-FFF2-40B4-BE49-F238E27FC236}">
                    <a16:creationId xmlns:a16="http://schemas.microsoft.com/office/drawing/2014/main" id="{7F5F7E6B-7EEE-4E5A-AF94-5488014522D1}"/>
                  </a:ext>
                </a:extLst>
              </p:cNvPr>
              <p:cNvSpPr/>
              <p:nvPr/>
            </p:nvSpPr>
            <p:spPr bwMode="auto">
              <a:xfrm>
                <a:off x="2641274" y="1685925"/>
                <a:ext cx="1575450" cy="444109"/>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u="sng" dirty="0">
                    <a:cs typeface="+mn-ea"/>
                    <a:sym typeface="+mn-lt"/>
                  </a:rPr>
                  <a:t>03.Text here</a:t>
                </a:r>
                <a:endParaRPr lang="id-ID" altLang="zh-CN" sz="1600" b="1" u="sng" dirty="0">
                  <a:cs typeface="+mn-ea"/>
                  <a:sym typeface="+mn-lt"/>
                </a:endParaRPr>
              </a:p>
            </p:txBody>
          </p:sp>
          <p:sp>
            <p:nvSpPr>
              <p:cNvPr id="11" name="îSḷîḑê">
                <a:extLst>
                  <a:ext uri="{FF2B5EF4-FFF2-40B4-BE49-F238E27FC236}">
                    <a16:creationId xmlns:a16="http://schemas.microsoft.com/office/drawing/2014/main" id="{F8E07573-A8E5-42F7-B445-E2E8E3B47ABD}"/>
                  </a:ext>
                </a:extLst>
              </p:cNvPr>
              <p:cNvSpPr/>
              <p:nvPr/>
            </p:nvSpPr>
            <p:spPr bwMode="auto">
              <a:xfrm>
                <a:off x="1918820" y="4203744"/>
                <a:ext cx="3020359" cy="881202"/>
              </a:xfrm>
              <a:prstGeom prst="rect">
                <a:avLst/>
              </a:prstGeom>
              <a:solidFill>
                <a:schemeClr val="bg1"/>
              </a:solid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cs typeface="+mn-ea"/>
                  <a:sym typeface="+mn-lt"/>
                </a:endParaRPr>
              </a:p>
            </p:txBody>
          </p:sp>
        </p:grpSp>
      </p:grpSp>
      <p:grpSp>
        <p:nvGrpSpPr>
          <p:cNvPr id="24" name="组合 23"/>
          <p:cNvGrpSpPr/>
          <p:nvPr/>
        </p:nvGrpSpPr>
        <p:grpSpPr>
          <a:xfrm>
            <a:off x="465221" y="465582"/>
            <a:ext cx="1939496" cy="461018"/>
            <a:chOff x="6906997" y="4197923"/>
            <a:chExt cx="1939496" cy="461018"/>
          </a:xfrm>
        </p:grpSpPr>
        <p:sp>
          <p:nvSpPr>
            <p:cNvPr id="25" name="矩形 24"/>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文本框 25"/>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sp>
        <p:nvSpPr>
          <p:cNvPr id="28" name="矩形 27"/>
          <p:cNvSpPr/>
          <p:nvPr/>
        </p:nvSpPr>
        <p:spPr>
          <a:xfrm>
            <a:off x="1347216" y="3973711"/>
            <a:ext cx="2694432" cy="911019"/>
          </a:xfrm>
          <a:prstGeom prst="rect">
            <a:avLst/>
          </a:prstGeom>
        </p:spPr>
        <p:txBody>
          <a:bodyPr wrap="square">
            <a:spAutoFit/>
          </a:bodyPr>
          <a:lstStyle/>
          <a:p>
            <a:pPr algn="ct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400" dirty="0">
                <a:cs typeface="+mn-ea"/>
                <a:sym typeface="+mn-lt"/>
              </a:rPr>
              <a:t>……</a:t>
            </a:r>
          </a:p>
        </p:txBody>
      </p:sp>
      <p:sp>
        <p:nvSpPr>
          <p:cNvPr id="29" name="矩形 28"/>
          <p:cNvSpPr/>
          <p:nvPr/>
        </p:nvSpPr>
        <p:spPr>
          <a:xfrm>
            <a:off x="4748784" y="3961519"/>
            <a:ext cx="2694432" cy="911019"/>
          </a:xfrm>
          <a:prstGeom prst="rect">
            <a:avLst/>
          </a:prstGeom>
        </p:spPr>
        <p:txBody>
          <a:bodyPr wrap="square">
            <a:spAutoFit/>
          </a:bodyPr>
          <a:lstStyle/>
          <a:p>
            <a:pPr algn="ct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400" dirty="0">
                <a:cs typeface="+mn-ea"/>
                <a:sym typeface="+mn-lt"/>
              </a:rPr>
              <a:t>……</a:t>
            </a:r>
          </a:p>
        </p:txBody>
      </p:sp>
      <p:sp>
        <p:nvSpPr>
          <p:cNvPr id="30" name="矩形 29"/>
          <p:cNvSpPr/>
          <p:nvPr/>
        </p:nvSpPr>
        <p:spPr>
          <a:xfrm>
            <a:off x="4748784" y="5046607"/>
            <a:ext cx="2694432" cy="911019"/>
          </a:xfrm>
          <a:prstGeom prst="rect">
            <a:avLst/>
          </a:prstGeom>
        </p:spPr>
        <p:txBody>
          <a:bodyPr wrap="square">
            <a:spAutoFit/>
          </a:bodyPr>
          <a:lstStyle/>
          <a:p>
            <a:pPr algn="ctr" defTabSz="1216660">
              <a:lnSpc>
                <a:spcPct val="120000"/>
              </a:lnSpc>
              <a:spcBef>
                <a:spcPct val="20000"/>
              </a:spcBef>
              <a:defRPr/>
            </a:pPr>
            <a:r>
              <a:rPr lang="zh-CN" altLang="en-US" sz="1400" b="1" dirty="0">
                <a:solidFill>
                  <a:schemeClr val="tx1">
                    <a:lumMod val="95000"/>
                    <a:lumOff val="5000"/>
                  </a:schemeClr>
                </a:solidFill>
                <a:cs typeface="+mn-ea"/>
                <a:sym typeface="+mn-lt"/>
              </a:rPr>
              <a:t>单击此处可编辑内容，根据您的需要自由拉伸文本框大小</a:t>
            </a:r>
            <a:endParaRPr lang="en-US" altLang="zh-CN" sz="1400" b="1"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400" b="1" dirty="0">
                <a:cs typeface="+mn-ea"/>
                <a:sym typeface="+mn-lt"/>
              </a:rPr>
              <a:t>……</a:t>
            </a:r>
          </a:p>
        </p:txBody>
      </p:sp>
      <p:sp>
        <p:nvSpPr>
          <p:cNvPr id="31" name="矩形 30"/>
          <p:cNvSpPr/>
          <p:nvPr/>
        </p:nvSpPr>
        <p:spPr>
          <a:xfrm>
            <a:off x="8211312" y="3998095"/>
            <a:ext cx="2694432" cy="911019"/>
          </a:xfrm>
          <a:prstGeom prst="rect">
            <a:avLst/>
          </a:prstGeom>
        </p:spPr>
        <p:txBody>
          <a:bodyPr wrap="square">
            <a:spAutoFit/>
          </a:bodyPr>
          <a:lstStyle/>
          <a:p>
            <a:pPr algn="ct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400" dirty="0">
                <a:cs typeface="+mn-ea"/>
                <a:sym typeface="+mn-lt"/>
              </a:rPr>
              <a:t>……</a:t>
            </a:r>
          </a:p>
        </p:txBody>
      </p:sp>
    </p:spTree>
    <p:extLst>
      <p:ext uri="{BB962C8B-B14F-4D97-AF65-F5344CB8AC3E}">
        <p14:creationId xmlns:p14="http://schemas.microsoft.com/office/powerpoint/2010/main" val="122344875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3" name="25478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1130300"/>
            <a:ext cx="10845801" cy="5016500"/>
            <a:chOff x="673100" y="1130300"/>
            <a:chExt cx="10845801" cy="5016500"/>
          </a:xfrm>
        </p:grpSpPr>
        <p:cxnSp>
          <p:nvCxnSpPr>
            <p:cNvPr id="4" name="直接连接符 3"/>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5" name="ïś1ïḋe">
              <a:extLst>
                <a:ext uri="{FF2B5EF4-FFF2-40B4-BE49-F238E27FC236}">
                  <a16:creationId xmlns:a16="http://schemas.microsoft.com/office/drawing/2014/main" id="{EECF234D-E259-4668-834D-2171FF84A42A}"/>
                </a:ext>
              </a:extLst>
            </p:cNvPr>
            <p:cNvSpPr/>
            <p:nvPr/>
          </p:nvSpPr>
          <p:spPr bwMode="auto">
            <a:xfrm>
              <a:off x="673100" y="1130300"/>
              <a:ext cx="3674511" cy="5016500"/>
            </a:xfrm>
            <a:custGeom>
              <a:avLst/>
              <a:gdLst>
                <a:gd name="T0" fmla="*/ 17212 w 17213"/>
                <a:gd name="T1" fmla="*/ 9749 h 9750"/>
                <a:gd name="T2" fmla="*/ 0 w 17213"/>
                <a:gd name="T3" fmla="*/ 9749 h 9750"/>
                <a:gd name="T4" fmla="*/ 0 w 17213"/>
                <a:gd name="T5" fmla="*/ 0 h 9750"/>
                <a:gd name="T6" fmla="*/ 17212 w 17213"/>
                <a:gd name="T7" fmla="*/ 0 h 9750"/>
                <a:gd name="T8" fmla="*/ 17212 w 17213"/>
                <a:gd name="T9" fmla="*/ 9749 h 9750"/>
              </a:gdLst>
              <a:ahLst/>
              <a:cxnLst>
                <a:cxn ang="0">
                  <a:pos x="T0" y="T1"/>
                </a:cxn>
                <a:cxn ang="0">
                  <a:pos x="T2" y="T3"/>
                </a:cxn>
                <a:cxn ang="0">
                  <a:pos x="T4" y="T5"/>
                </a:cxn>
                <a:cxn ang="0">
                  <a:pos x="T6" y="T7"/>
                </a:cxn>
                <a:cxn ang="0">
                  <a:pos x="T8" y="T9"/>
                </a:cxn>
              </a:cxnLst>
              <a:rect l="0" t="0" r="r" b="b"/>
              <a:pathLst>
                <a:path w="17213" h="9750">
                  <a:moveTo>
                    <a:pt x="17212" y="9749"/>
                  </a:moveTo>
                  <a:lnTo>
                    <a:pt x="0" y="9749"/>
                  </a:lnTo>
                  <a:lnTo>
                    <a:pt x="0" y="0"/>
                  </a:lnTo>
                  <a:lnTo>
                    <a:pt x="17212" y="0"/>
                  </a:lnTo>
                  <a:lnTo>
                    <a:pt x="17212" y="9749"/>
                  </a:lnTo>
                </a:path>
              </a:pathLst>
            </a:custGeom>
            <a:pattFill prst="pct5">
              <a:fgClr>
                <a:srgbClr val="E4E6EA"/>
              </a:fgClr>
              <a:bgClr>
                <a:srgbClr val="AE3637"/>
              </a:bgClr>
            </a:pattFill>
            <a:ln w="6350" cap="flat" cmpd="sng" algn="ctr">
              <a:noFill/>
              <a:prstDash val="solid"/>
              <a:miter lim="800000"/>
            </a:ln>
            <a:effectLst/>
            <a:extLst>
              <a:ext uri="{91240B29-F687-4f45-9708-019B960494DF}">
                <a14:hiddenLine xmlns:a16="http://schemas.microsoft.com/office/drawing/2014/main" xmlns:p14="http://schemas.microsoft.com/office/powerpoint/2010/main" xmlns:a14="http://schemas.microsoft.com/office/drawing/2010/main" xmlns:lc="http://schemas.openxmlformats.org/drawingml/2006/lockedCanvas" xmlns="" w="9525" cap="flat">
                  <a:solidFill>
                    <a:srgbClr val="808080"/>
                  </a:solidFill>
                  <a:bevel/>
                  <a:headEnd/>
                  <a:tailEnd/>
                </a14:hiddenLine>
              </a:ext>
              <a:ext uri="{AF507438-7753-43e0-B8FC-AC1667EBCBE1}">
                <a14:hiddenEffects xmlns:a16="http://schemas.microsoft.com/office/drawing/2014/main" xmlns:p14="http://schemas.microsoft.com/office/powerpoint/2010/main" xmlns:a14="http://schemas.microsoft.com/office/drawing/2010/main" xmlns:lc="http://schemas.openxmlformats.org/drawingml/2006/lockedCanvas" xmlns="">
                  <a:effectLst>
                    <a:outerShdw blurRad="63500" dist="38099" dir="2700000" algn="ctr" rotWithShape="0">
                      <a:srgbClr val="000000">
                        <a:alpha val="74998"/>
                      </a:srgb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solidFill>
                  <a:schemeClr val="lt1"/>
                </a:solidFill>
                <a:cs typeface="+mn-ea"/>
                <a:sym typeface="+mn-lt"/>
              </a:endParaRPr>
            </a:p>
          </p:txBody>
        </p:sp>
        <p:sp>
          <p:nvSpPr>
            <p:cNvPr id="7" name="îṧľiḋé">
              <a:extLst>
                <a:ext uri="{FF2B5EF4-FFF2-40B4-BE49-F238E27FC236}">
                  <a16:creationId xmlns:a16="http://schemas.microsoft.com/office/drawing/2014/main" id="{DACBA591-C1DC-4813-9F8F-306263E2841A}"/>
                </a:ext>
              </a:extLst>
            </p:cNvPr>
            <p:cNvSpPr txBox="1"/>
            <p:nvPr/>
          </p:nvSpPr>
          <p:spPr>
            <a:xfrm>
              <a:off x="6066842" y="5603099"/>
              <a:ext cx="619438" cy="444113"/>
            </a:xfrm>
            <a:prstGeom prst="roundRect">
              <a:avLst/>
            </a:prstGeom>
            <a:solidFill>
              <a:schemeClr val="tx1">
                <a:lumMod val="50000"/>
                <a:lumOff val="50000"/>
              </a:schemeClr>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chemeClr val="bg1"/>
                  </a:solidFill>
                  <a:cs typeface="+mn-ea"/>
                  <a:sym typeface="+mn-lt"/>
                </a:rPr>
                <a:t>35</a:t>
              </a:r>
              <a:r>
                <a:rPr lang="id-ID" b="1" dirty="0">
                  <a:solidFill>
                    <a:schemeClr val="bg1"/>
                  </a:solidFill>
                  <a:cs typeface="+mn-ea"/>
                  <a:sym typeface="+mn-lt"/>
                </a:rPr>
                <a:t>%</a:t>
              </a:r>
            </a:p>
          </p:txBody>
        </p:sp>
        <p:sp>
          <p:nvSpPr>
            <p:cNvPr id="22" name="íš1íḋè">
              <a:extLst>
                <a:ext uri="{FF2B5EF4-FFF2-40B4-BE49-F238E27FC236}">
                  <a16:creationId xmlns:a16="http://schemas.microsoft.com/office/drawing/2014/main" id="{921D2456-A6A6-43F5-AD86-0A010D24A2F0}"/>
                </a:ext>
              </a:extLst>
            </p:cNvPr>
            <p:cNvSpPr txBox="1"/>
            <p:nvPr/>
          </p:nvSpPr>
          <p:spPr>
            <a:xfrm>
              <a:off x="5472078" y="3711921"/>
              <a:ext cx="1808965" cy="457489"/>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cs typeface="+mn-ea"/>
                  <a:sym typeface="+mn-lt"/>
                </a:rPr>
                <a:t>Text here</a:t>
              </a:r>
              <a:endParaRPr lang="id-ID" b="1" dirty="0">
                <a:cs typeface="+mn-ea"/>
                <a:sym typeface="+mn-lt"/>
              </a:endParaRPr>
            </a:p>
          </p:txBody>
        </p:sp>
        <p:sp>
          <p:nvSpPr>
            <p:cNvPr id="9" name="ïṡ1íḋé">
              <a:extLst>
                <a:ext uri="{FF2B5EF4-FFF2-40B4-BE49-F238E27FC236}">
                  <a16:creationId xmlns:a16="http://schemas.microsoft.com/office/drawing/2014/main" id="{DACBA591-C1DC-4813-9F8F-306263E2841A}"/>
                </a:ext>
              </a:extLst>
            </p:cNvPr>
            <p:cNvSpPr txBox="1"/>
            <p:nvPr/>
          </p:nvSpPr>
          <p:spPr>
            <a:xfrm>
              <a:off x="8185771" y="5603099"/>
              <a:ext cx="619438" cy="444113"/>
            </a:xfrm>
            <a:prstGeom prst="roundRect">
              <a:avLst/>
            </a:prstGeom>
            <a:solidFill>
              <a:srgbClr val="AE3637"/>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b="1" dirty="0">
                  <a:solidFill>
                    <a:schemeClr val="bg1"/>
                  </a:solidFill>
                  <a:cs typeface="+mn-ea"/>
                  <a:sym typeface="+mn-lt"/>
                </a:rPr>
                <a:t>6</a:t>
              </a:r>
              <a:r>
                <a:rPr lang="id-ID" b="1" dirty="0">
                  <a:solidFill>
                    <a:schemeClr val="bg1"/>
                  </a:solidFill>
                  <a:cs typeface="+mn-ea"/>
                  <a:sym typeface="+mn-lt"/>
                </a:rPr>
                <a:t>0%</a:t>
              </a:r>
            </a:p>
          </p:txBody>
        </p:sp>
        <p:sp>
          <p:nvSpPr>
            <p:cNvPr id="20" name="ïṧḷïḋé">
              <a:extLst>
                <a:ext uri="{FF2B5EF4-FFF2-40B4-BE49-F238E27FC236}">
                  <a16:creationId xmlns:a16="http://schemas.microsoft.com/office/drawing/2014/main" id="{921D2456-A6A6-43F5-AD86-0A010D24A2F0}"/>
                </a:ext>
              </a:extLst>
            </p:cNvPr>
            <p:cNvSpPr txBox="1"/>
            <p:nvPr/>
          </p:nvSpPr>
          <p:spPr>
            <a:xfrm>
              <a:off x="7591007" y="3711921"/>
              <a:ext cx="1808965" cy="457489"/>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cs typeface="+mn-ea"/>
                  <a:sym typeface="+mn-lt"/>
                </a:rPr>
                <a:t>Text here</a:t>
              </a:r>
              <a:endParaRPr lang="id-ID" b="1" dirty="0">
                <a:cs typeface="+mn-ea"/>
                <a:sym typeface="+mn-lt"/>
              </a:endParaRPr>
            </a:p>
          </p:txBody>
        </p:sp>
        <p:sp>
          <p:nvSpPr>
            <p:cNvPr id="11" name="íŝ1îḓè">
              <a:extLst>
                <a:ext uri="{FF2B5EF4-FFF2-40B4-BE49-F238E27FC236}">
                  <a16:creationId xmlns:a16="http://schemas.microsoft.com/office/drawing/2014/main" id="{DACBA591-C1DC-4813-9F8F-306263E2841A}"/>
                </a:ext>
              </a:extLst>
            </p:cNvPr>
            <p:cNvSpPr txBox="1"/>
            <p:nvPr/>
          </p:nvSpPr>
          <p:spPr>
            <a:xfrm>
              <a:off x="10304699" y="5603099"/>
              <a:ext cx="619438" cy="444113"/>
            </a:xfrm>
            <a:prstGeom prst="roundRect">
              <a:avLst/>
            </a:prstGeom>
            <a:solidFill>
              <a:schemeClr val="tx1">
                <a:lumMod val="50000"/>
                <a:lumOff val="50000"/>
              </a:schemeClr>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chemeClr val="bg1"/>
                  </a:solidFill>
                  <a:cs typeface="+mn-ea"/>
                  <a:sym typeface="+mn-lt"/>
                </a:rPr>
                <a:t>55</a:t>
              </a:r>
              <a:r>
                <a:rPr lang="id-ID" b="1" dirty="0">
                  <a:solidFill>
                    <a:schemeClr val="bg1"/>
                  </a:solidFill>
                  <a:cs typeface="+mn-ea"/>
                  <a:sym typeface="+mn-lt"/>
                </a:rPr>
                <a:t>%</a:t>
              </a:r>
            </a:p>
          </p:txBody>
        </p:sp>
        <p:sp>
          <p:nvSpPr>
            <p:cNvPr id="18" name="iṧḻîḋê">
              <a:extLst>
                <a:ext uri="{FF2B5EF4-FFF2-40B4-BE49-F238E27FC236}">
                  <a16:creationId xmlns:a16="http://schemas.microsoft.com/office/drawing/2014/main" id="{921D2456-A6A6-43F5-AD86-0A010D24A2F0}"/>
                </a:ext>
              </a:extLst>
            </p:cNvPr>
            <p:cNvSpPr txBox="1"/>
            <p:nvPr/>
          </p:nvSpPr>
          <p:spPr>
            <a:xfrm>
              <a:off x="9709935" y="3711921"/>
              <a:ext cx="1808965" cy="457489"/>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cs typeface="+mn-ea"/>
                  <a:sym typeface="+mn-lt"/>
                </a:rPr>
                <a:t>Text here</a:t>
              </a:r>
              <a:endParaRPr lang="id-ID" b="1" dirty="0">
                <a:cs typeface="+mn-ea"/>
                <a:sym typeface="+mn-lt"/>
              </a:endParaRPr>
            </a:p>
          </p:txBody>
        </p:sp>
        <p:cxnSp>
          <p:nvCxnSpPr>
            <p:cNvPr id="13" name="直接连接符 12"/>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grpSp>
          <p:nvGrpSpPr>
            <p:cNvPr id="15" name="íṣľîďe"/>
            <p:cNvGrpSpPr/>
            <p:nvPr/>
          </p:nvGrpSpPr>
          <p:grpSpPr>
            <a:xfrm>
              <a:off x="1886659" y="2414017"/>
              <a:ext cx="2460189" cy="2460189"/>
              <a:chOff x="2438533" y="2872204"/>
              <a:chExt cx="1908486" cy="1908486"/>
            </a:xfrm>
          </p:grpSpPr>
          <p:sp>
            <p:nvSpPr>
              <p:cNvPr id="16" name="íṡļïḋè">
                <a:extLst>
                  <a:ext uri="{FF2B5EF4-FFF2-40B4-BE49-F238E27FC236}">
                    <a16:creationId xmlns:a16="http://schemas.microsoft.com/office/drawing/2014/main" id="{734FF16D-8B7E-4DEA-8CB8-233567CC0552}"/>
                  </a:ext>
                </a:extLst>
              </p:cNvPr>
              <p:cNvSpPr/>
              <p:nvPr/>
            </p:nvSpPr>
            <p:spPr>
              <a:xfrm>
                <a:off x="2438533" y="2872204"/>
                <a:ext cx="1908486" cy="1908486"/>
              </a:xfrm>
              <a:prstGeom prst="rect">
                <a:avLst/>
              </a:prstGeom>
              <a:solidFill>
                <a:schemeClr val="bg1"/>
              </a:solidFill>
              <a:ln>
                <a:noFill/>
              </a:ln>
              <a:effectLst>
                <a:outerShdw blurRad="254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cs typeface="+mn-ea"/>
                  <a:sym typeface="+mn-lt"/>
                </a:endParaRPr>
              </a:p>
            </p:txBody>
          </p:sp>
          <p:sp>
            <p:nvSpPr>
              <p:cNvPr id="17" name="îṩļídé">
                <a:extLst>
                  <a:ext uri="{FF2B5EF4-FFF2-40B4-BE49-F238E27FC236}">
                    <a16:creationId xmlns:a16="http://schemas.microsoft.com/office/drawing/2014/main" id="{AC69114A-1924-4ECC-A9FD-F8A850652011}"/>
                  </a:ext>
                </a:extLst>
              </p:cNvPr>
              <p:cNvSpPr/>
              <p:nvPr/>
            </p:nvSpPr>
            <p:spPr bwMode="auto">
              <a:xfrm>
                <a:off x="2877202" y="3340370"/>
                <a:ext cx="975030" cy="1012303"/>
              </a:xfrm>
              <a:custGeom>
                <a:avLst/>
                <a:gdLst>
                  <a:gd name="connsiteX0" fmla="*/ 332623 w 583294"/>
                  <a:gd name="connsiteY0" fmla="*/ 296967 h 605593"/>
                  <a:gd name="connsiteX1" fmla="*/ 316983 w 583294"/>
                  <a:gd name="connsiteY1" fmla="*/ 302537 h 605593"/>
                  <a:gd name="connsiteX2" fmla="*/ 311624 w 583294"/>
                  <a:gd name="connsiteY2" fmla="*/ 308872 h 605593"/>
                  <a:gd name="connsiteX3" fmla="*/ 311624 w 583294"/>
                  <a:gd name="connsiteY3" fmla="*/ 325036 h 605593"/>
                  <a:gd name="connsiteX4" fmla="*/ 309108 w 583294"/>
                  <a:gd name="connsiteY4" fmla="*/ 326784 h 605593"/>
                  <a:gd name="connsiteX5" fmla="*/ 307467 w 583294"/>
                  <a:gd name="connsiteY5" fmla="*/ 331698 h 605593"/>
                  <a:gd name="connsiteX6" fmla="*/ 311077 w 583294"/>
                  <a:gd name="connsiteY6" fmla="*/ 366102 h 605593"/>
                  <a:gd name="connsiteX7" fmla="*/ 315780 w 583294"/>
                  <a:gd name="connsiteY7" fmla="*/ 371673 h 605593"/>
                  <a:gd name="connsiteX8" fmla="*/ 317530 w 583294"/>
                  <a:gd name="connsiteY8" fmla="*/ 371891 h 605593"/>
                  <a:gd name="connsiteX9" fmla="*/ 322670 w 583294"/>
                  <a:gd name="connsiteY9" fmla="*/ 369379 h 605593"/>
                  <a:gd name="connsiteX10" fmla="*/ 340826 w 583294"/>
                  <a:gd name="connsiteY10" fmla="*/ 345242 h 605593"/>
                  <a:gd name="connsiteX11" fmla="*/ 342139 w 583294"/>
                  <a:gd name="connsiteY11" fmla="*/ 341310 h 605593"/>
                  <a:gd name="connsiteX12" fmla="*/ 342139 w 583294"/>
                  <a:gd name="connsiteY12" fmla="*/ 302646 h 605593"/>
                  <a:gd name="connsiteX13" fmla="*/ 339076 w 583294"/>
                  <a:gd name="connsiteY13" fmla="*/ 297076 h 605593"/>
                  <a:gd name="connsiteX14" fmla="*/ 332623 w 583294"/>
                  <a:gd name="connsiteY14" fmla="*/ 296967 h 605593"/>
                  <a:gd name="connsiteX15" fmla="*/ 250702 w 583294"/>
                  <a:gd name="connsiteY15" fmla="*/ 296967 h 605593"/>
                  <a:gd name="connsiteX16" fmla="*/ 244249 w 583294"/>
                  <a:gd name="connsiteY16" fmla="*/ 297076 h 605593"/>
                  <a:gd name="connsiteX17" fmla="*/ 241187 w 583294"/>
                  <a:gd name="connsiteY17" fmla="*/ 302646 h 605593"/>
                  <a:gd name="connsiteX18" fmla="*/ 241077 w 583294"/>
                  <a:gd name="connsiteY18" fmla="*/ 341310 h 605593"/>
                  <a:gd name="connsiteX19" fmla="*/ 242390 w 583294"/>
                  <a:gd name="connsiteY19" fmla="*/ 345242 h 605593"/>
                  <a:gd name="connsiteX20" fmla="*/ 260655 w 583294"/>
                  <a:gd name="connsiteY20" fmla="*/ 369379 h 605593"/>
                  <a:gd name="connsiteX21" fmla="*/ 265796 w 583294"/>
                  <a:gd name="connsiteY21" fmla="*/ 371891 h 605593"/>
                  <a:gd name="connsiteX22" fmla="*/ 267546 w 583294"/>
                  <a:gd name="connsiteY22" fmla="*/ 371673 h 605593"/>
                  <a:gd name="connsiteX23" fmla="*/ 272249 w 583294"/>
                  <a:gd name="connsiteY23" fmla="*/ 366102 h 605593"/>
                  <a:gd name="connsiteX24" fmla="*/ 275858 w 583294"/>
                  <a:gd name="connsiteY24" fmla="*/ 331698 h 605593"/>
                  <a:gd name="connsiteX25" fmla="*/ 274218 w 583294"/>
                  <a:gd name="connsiteY25" fmla="*/ 326674 h 605593"/>
                  <a:gd name="connsiteX26" fmla="*/ 271702 w 583294"/>
                  <a:gd name="connsiteY26" fmla="*/ 325036 h 605593"/>
                  <a:gd name="connsiteX27" fmla="*/ 271702 w 583294"/>
                  <a:gd name="connsiteY27" fmla="*/ 308872 h 605593"/>
                  <a:gd name="connsiteX28" fmla="*/ 266343 w 583294"/>
                  <a:gd name="connsiteY28" fmla="*/ 302537 h 605593"/>
                  <a:gd name="connsiteX29" fmla="*/ 250702 w 583294"/>
                  <a:gd name="connsiteY29" fmla="*/ 296967 h 605593"/>
                  <a:gd name="connsiteX30" fmla="*/ 30625 w 583294"/>
                  <a:gd name="connsiteY30" fmla="*/ 270619 h 605593"/>
                  <a:gd name="connsiteX31" fmla="*/ 94718 w 583294"/>
                  <a:gd name="connsiteY31" fmla="*/ 270619 h 605593"/>
                  <a:gd name="connsiteX32" fmla="*/ 125343 w 583294"/>
                  <a:gd name="connsiteY32" fmla="*/ 301200 h 605593"/>
                  <a:gd name="connsiteX33" fmla="*/ 293999 w 583294"/>
                  <a:gd name="connsiteY33" fmla="*/ 469616 h 605593"/>
                  <a:gd name="connsiteX34" fmla="*/ 462654 w 583294"/>
                  <a:gd name="connsiteY34" fmla="*/ 301200 h 605593"/>
                  <a:gd name="connsiteX35" fmla="*/ 493279 w 583294"/>
                  <a:gd name="connsiteY35" fmla="*/ 270619 h 605593"/>
                  <a:gd name="connsiteX36" fmla="*/ 552669 w 583294"/>
                  <a:gd name="connsiteY36" fmla="*/ 270619 h 605593"/>
                  <a:gd name="connsiteX37" fmla="*/ 583294 w 583294"/>
                  <a:gd name="connsiteY37" fmla="*/ 301200 h 605593"/>
                  <a:gd name="connsiteX38" fmla="*/ 552669 w 583294"/>
                  <a:gd name="connsiteY38" fmla="*/ 331782 h 605593"/>
                  <a:gd name="connsiteX39" fmla="*/ 521935 w 583294"/>
                  <a:gd name="connsiteY39" fmla="*/ 331782 h 605593"/>
                  <a:gd name="connsiteX40" fmla="*/ 478513 w 583294"/>
                  <a:gd name="connsiteY40" fmla="*/ 438052 h 605593"/>
                  <a:gd name="connsiteX41" fmla="*/ 504982 w 583294"/>
                  <a:gd name="connsiteY41" fmla="*/ 464592 h 605593"/>
                  <a:gd name="connsiteX42" fmla="*/ 504982 w 583294"/>
                  <a:gd name="connsiteY42" fmla="*/ 507842 h 605593"/>
                  <a:gd name="connsiteX43" fmla="*/ 483326 w 583294"/>
                  <a:gd name="connsiteY43" fmla="*/ 516798 h 605593"/>
                  <a:gd name="connsiteX44" fmla="*/ 461670 w 583294"/>
                  <a:gd name="connsiteY44" fmla="*/ 507842 h 605593"/>
                  <a:gd name="connsiteX45" fmla="*/ 435638 w 583294"/>
                  <a:gd name="connsiteY45" fmla="*/ 481957 h 605593"/>
                  <a:gd name="connsiteX46" fmla="*/ 322327 w 583294"/>
                  <a:gd name="connsiteY46" fmla="*/ 529140 h 605593"/>
                  <a:gd name="connsiteX47" fmla="*/ 322327 w 583294"/>
                  <a:gd name="connsiteY47" fmla="*/ 575012 h 605593"/>
                  <a:gd name="connsiteX48" fmla="*/ 291592 w 583294"/>
                  <a:gd name="connsiteY48" fmla="*/ 605593 h 605593"/>
                  <a:gd name="connsiteX49" fmla="*/ 260967 w 583294"/>
                  <a:gd name="connsiteY49" fmla="*/ 575012 h 605593"/>
                  <a:gd name="connsiteX50" fmla="*/ 260967 w 583294"/>
                  <a:gd name="connsiteY50" fmla="*/ 528485 h 605593"/>
                  <a:gd name="connsiteX51" fmla="*/ 149624 w 583294"/>
                  <a:gd name="connsiteY51" fmla="*/ 479882 h 605593"/>
                  <a:gd name="connsiteX52" fmla="*/ 121624 w 583294"/>
                  <a:gd name="connsiteY52" fmla="*/ 507842 h 605593"/>
                  <a:gd name="connsiteX53" fmla="*/ 99968 w 583294"/>
                  <a:gd name="connsiteY53" fmla="*/ 516798 h 605593"/>
                  <a:gd name="connsiteX54" fmla="*/ 78312 w 583294"/>
                  <a:gd name="connsiteY54" fmla="*/ 507842 h 605593"/>
                  <a:gd name="connsiteX55" fmla="*/ 78312 w 583294"/>
                  <a:gd name="connsiteY55" fmla="*/ 464592 h 605593"/>
                  <a:gd name="connsiteX56" fmla="*/ 107515 w 583294"/>
                  <a:gd name="connsiteY56" fmla="*/ 435430 h 605593"/>
                  <a:gd name="connsiteX57" fmla="*/ 66062 w 583294"/>
                  <a:gd name="connsiteY57" fmla="*/ 331782 h 605593"/>
                  <a:gd name="connsiteX58" fmla="*/ 30625 w 583294"/>
                  <a:gd name="connsiteY58" fmla="*/ 331782 h 605593"/>
                  <a:gd name="connsiteX59" fmla="*/ 0 w 583294"/>
                  <a:gd name="connsiteY59" fmla="*/ 301200 h 605593"/>
                  <a:gd name="connsiteX60" fmla="*/ 30625 w 583294"/>
                  <a:gd name="connsiteY60" fmla="*/ 270619 h 605593"/>
                  <a:gd name="connsiteX61" fmla="*/ 260655 w 583294"/>
                  <a:gd name="connsiteY61" fmla="*/ 122871 h 605593"/>
                  <a:gd name="connsiteX62" fmla="*/ 215703 w 583294"/>
                  <a:gd name="connsiteY62" fmla="*/ 134776 h 605593"/>
                  <a:gd name="connsiteX63" fmla="*/ 212093 w 583294"/>
                  <a:gd name="connsiteY63" fmla="*/ 140565 h 605593"/>
                  <a:gd name="connsiteX64" fmla="*/ 212093 w 583294"/>
                  <a:gd name="connsiteY64" fmla="*/ 152142 h 605593"/>
                  <a:gd name="connsiteX65" fmla="*/ 209468 w 583294"/>
                  <a:gd name="connsiteY65" fmla="*/ 152142 h 605593"/>
                  <a:gd name="connsiteX66" fmla="*/ 203015 w 583294"/>
                  <a:gd name="connsiteY66" fmla="*/ 158586 h 605593"/>
                  <a:gd name="connsiteX67" fmla="*/ 203015 w 583294"/>
                  <a:gd name="connsiteY67" fmla="*/ 169289 h 605593"/>
                  <a:gd name="connsiteX68" fmla="*/ 205969 w 583294"/>
                  <a:gd name="connsiteY68" fmla="*/ 174641 h 605593"/>
                  <a:gd name="connsiteX69" fmla="*/ 212203 w 583294"/>
                  <a:gd name="connsiteY69" fmla="*/ 178791 h 605593"/>
                  <a:gd name="connsiteX70" fmla="*/ 212640 w 583294"/>
                  <a:gd name="connsiteY70" fmla="*/ 181413 h 605593"/>
                  <a:gd name="connsiteX71" fmla="*/ 235828 w 583294"/>
                  <a:gd name="connsiteY71" fmla="*/ 235039 h 605593"/>
                  <a:gd name="connsiteX72" fmla="*/ 274218 w 583294"/>
                  <a:gd name="connsiteY72" fmla="*/ 268242 h 605593"/>
                  <a:gd name="connsiteX73" fmla="*/ 309108 w 583294"/>
                  <a:gd name="connsiteY73" fmla="*/ 268242 h 605593"/>
                  <a:gd name="connsiteX74" fmla="*/ 347498 w 583294"/>
                  <a:gd name="connsiteY74" fmla="*/ 235039 h 605593"/>
                  <a:gd name="connsiteX75" fmla="*/ 370685 w 583294"/>
                  <a:gd name="connsiteY75" fmla="*/ 181413 h 605593"/>
                  <a:gd name="connsiteX76" fmla="*/ 371123 w 583294"/>
                  <a:gd name="connsiteY76" fmla="*/ 178791 h 605593"/>
                  <a:gd name="connsiteX77" fmla="*/ 377357 w 583294"/>
                  <a:gd name="connsiteY77" fmla="*/ 174641 h 605593"/>
                  <a:gd name="connsiteX78" fmla="*/ 380310 w 583294"/>
                  <a:gd name="connsiteY78" fmla="*/ 169289 h 605593"/>
                  <a:gd name="connsiteX79" fmla="*/ 380310 w 583294"/>
                  <a:gd name="connsiteY79" fmla="*/ 158586 h 605593"/>
                  <a:gd name="connsiteX80" fmla="*/ 373857 w 583294"/>
                  <a:gd name="connsiteY80" fmla="*/ 152142 h 605593"/>
                  <a:gd name="connsiteX81" fmla="*/ 370248 w 583294"/>
                  <a:gd name="connsiteY81" fmla="*/ 152142 h 605593"/>
                  <a:gd name="connsiteX82" fmla="*/ 368279 w 583294"/>
                  <a:gd name="connsiteY82" fmla="*/ 149958 h 605593"/>
                  <a:gd name="connsiteX83" fmla="*/ 362045 w 583294"/>
                  <a:gd name="connsiteY83" fmla="*/ 149521 h 605593"/>
                  <a:gd name="connsiteX84" fmla="*/ 336451 w 583294"/>
                  <a:gd name="connsiteY84" fmla="*/ 155309 h 605593"/>
                  <a:gd name="connsiteX85" fmla="*/ 296749 w 583294"/>
                  <a:gd name="connsiteY85" fmla="*/ 137288 h 605593"/>
                  <a:gd name="connsiteX86" fmla="*/ 260655 w 583294"/>
                  <a:gd name="connsiteY86" fmla="*/ 122871 h 605593"/>
                  <a:gd name="connsiteX87" fmla="*/ 275311 w 583294"/>
                  <a:gd name="connsiteY87" fmla="*/ 0 h 605593"/>
                  <a:gd name="connsiteX88" fmla="*/ 308014 w 583294"/>
                  <a:gd name="connsiteY88" fmla="*/ 0 h 605593"/>
                  <a:gd name="connsiteX89" fmla="*/ 409185 w 583294"/>
                  <a:gd name="connsiteY89" fmla="*/ 101027 h 605593"/>
                  <a:gd name="connsiteX90" fmla="*/ 409185 w 583294"/>
                  <a:gd name="connsiteY90" fmla="*/ 132701 h 605593"/>
                  <a:gd name="connsiteX91" fmla="*/ 414982 w 583294"/>
                  <a:gd name="connsiteY91" fmla="*/ 150722 h 605593"/>
                  <a:gd name="connsiteX92" fmla="*/ 414982 w 583294"/>
                  <a:gd name="connsiteY92" fmla="*/ 173331 h 605593"/>
                  <a:gd name="connsiteX93" fmla="*/ 403826 w 583294"/>
                  <a:gd name="connsiteY93" fmla="*/ 197140 h 605593"/>
                  <a:gd name="connsiteX94" fmla="*/ 397263 w 583294"/>
                  <a:gd name="connsiteY94" fmla="*/ 214288 h 605593"/>
                  <a:gd name="connsiteX95" fmla="*/ 375498 w 583294"/>
                  <a:gd name="connsiteY95" fmla="*/ 255136 h 605593"/>
                  <a:gd name="connsiteX96" fmla="*/ 360732 w 583294"/>
                  <a:gd name="connsiteY96" fmla="*/ 273922 h 605593"/>
                  <a:gd name="connsiteX97" fmla="*/ 371670 w 583294"/>
                  <a:gd name="connsiteY97" fmla="*/ 287574 h 605593"/>
                  <a:gd name="connsiteX98" fmla="*/ 432919 w 583294"/>
                  <a:gd name="connsiteY98" fmla="*/ 306141 h 605593"/>
                  <a:gd name="connsiteX99" fmla="*/ 294014 w 583294"/>
                  <a:gd name="connsiteY99" fmla="*/ 433272 h 605593"/>
                  <a:gd name="connsiteX100" fmla="*/ 154891 w 583294"/>
                  <a:gd name="connsiteY100" fmla="*/ 304721 h 605593"/>
                  <a:gd name="connsiteX101" fmla="*/ 211656 w 583294"/>
                  <a:gd name="connsiteY101" fmla="*/ 287574 h 605593"/>
                  <a:gd name="connsiteX102" fmla="*/ 222593 w 583294"/>
                  <a:gd name="connsiteY102" fmla="*/ 273922 h 605593"/>
                  <a:gd name="connsiteX103" fmla="*/ 207828 w 583294"/>
                  <a:gd name="connsiteY103" fmla="*/ 255136 h 605593"/>
                  <a:gd name="connsiteX104" fmla="*/ 186063 w 583294"/>
                  <a:gd name="connsiteY104" fmla="*/ 214288 h 605593"/>
                  <a:gd name="connsiteX105" fmla="*/ 179500 w 583294"/>
                  <a:gd name="connsiteY105" fmla="*/ 197140 h 605593"/>
                  <a:gd name="connsiteX106" fmla="*/ 168344 w 583294"/>
                  <a:gd name="connsiteY106" fmla="*/ 173331 h 605593"/>
                  <a:gd name="connsiteX107" fmla="*/ 168344 w 583294"/>
                  <a:gd name="connsiteY107" fmla="*/ 150722 h 605593"/>
                  <a:gd name="connsiteX108" fmla="*/ 174141 w 583294"/>
                  <a:gd name="connsiteY108" fmla="*/ 132701 h 605593"/>
                  <a:gd name="connsiteX109" fmla="*/ 174141 w 583294"/>
                  <a:gd name="connsiteY109" fmla="*/ 101027 h 605593"/>
                  <a:gd name="connsiteX110" fmla="*/ 275311 w 583294"/>
                  <a:gd name="connsiteY110"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83294" h="605593">
                    <a:moveTo>
                      <a:pt x="332623" y="296967"/>
                    </a:moveTo>
                    <a:cubicBezTo>
                      <a:pt x="327373" y="299697"/>
                      <a:pt x="322123" y="301663"/>
                      <a:pt x="316983" y="302537"/>
                    </a:cubicBezTo>
                    <a:cubicBezTo>
                      <a:pt x="313811" y="303083"/>
                      <a:pt x="311624" y="305814"/>
                      <a:pt x="311624" y="308872"/>
                    </a:cubicBezTo>
                    <a:lnTo>
                      <a:pt x="311624" y="325036"/>
                    </a:lnTo>
                    <a:cubicBezTo>
                      <a:pt x="310639" y="325364"/>
                      <a:pt x="309874" y="326019"/>
                      <a:pt x="309108" y="326784"/>
                    </a:cubicBezTo>
                    <a:cubicBezTo>
                      <a:pt x="307905" y="328094"/>
                      <a:pt x="307358" y="329951"/>
                      <a:pt x="307467" y="331698"/>
                    </a:cubicBezTo>
                    <a:lnTo>
                      <a:pt x="311077" y="366102"/>
                    </a:lnTo>
                    <a:cubicBezTo>
                      <a:pt x="311295" y="368724"/>
                      <a:pt x="313155" y="371017"/>
                      <a:pt x="315780" y="371673"/>
                    </a:cubicBezTo>
                    <a:cubicBezTo>
                      <a:pt x="316327" y="371891"/>
                      <a:pt x="316983" y="371891"/>
                      <a:pt x="317530" y="371891"/>
                    </a:cubicBezTo>
                    <a:cubicBezTo>
                      <a:pt x="319498" y="371891"/>
                      <a:pt x="321467" y="371017"/>
                      <a:pt x="322670" y="369379"/>
                    </a:cubicBezTo>
                    <a:lnTo>
                      <a:pt x="340826" y="345242"/>
                    </a:lnTo>
                    <a:cubicBezTo>
                      <a:pt x="341701" y="344149"/>
                      <a:pt x="342139" y="342730"/>
                      <a:pt x="342139" y="341310"/>
                    </a:cubicBezTo>
                    <a:lnTo>
                      <a:pt x="342139" y="302646"/>
                    </a:lnTo>
                    <a:cubicBezTo>
                      <a:pt x="342139" y="300353"/>
                      <a:pt x="340936" y="298277"/>
                      <a:pt x="339076" y="297076"/>
                    </a:cubicBezTo>
                    <a:cubicBezTo>
                      <a:pt x="337108" y="295984"/>
                      <a:pt x="334701" y="295875"/>
                      <a:pt x="332623" y="296967"/>
                    </a:cubicBezTo>
                    <a:close/>
                    <a:moveTo>
                      <a:pt x="250702" y="296967"/>
                    </a:moveTo>
                    <a:cubicBezTo>
                      <a:pt x="248624" y="295875"/>
                      <a:pt x="246218" y="295984"/>
                      <a:pt x="244249" y="297076"/>
                    </a:cubicBezTo>
                    <a:cubicBezTo>
                      <a:pt x="242281" y="298277"/>
                      <a:pt x="241187" y="300353"/>
                      <a:pt x="241187" y="302646"/>
                    </a:cubicBezTo>
                    <a:lnTo>
                      <a:pt x="241077" y="341310"/>
                    </a:lnTo>
                    <a:cubicBezTo>
                      <a:pt x="241077" y="342730"/>
                      <a:pt x="241624" y="344149"/>
                      <a:pt x="242390" y="345242"/>
                    </a:cubicBezTo>
                    <a:lnTo>
                      <a:pt x="260655" y="369379"/>
                    </a:lnTo>
                    <a:cubicBezTo>
                      <a:pt x="261859" y="371017"/>
                      <a:pt x="263827" y="371891"/>
                      <a:pt x="265796" y="371891"/>
                    </a:cubicBezTo>
                    <a:cubicBezTo>
                      <a:pt x="266343" y="371891"/>
                      <a:pt x="266999" y="371891"/>
                      <a:pt x="267546" y="371673"/>
                    </a:cubicBezTo>
                    <a:cubicBezTo>
                      <a:pt x="270171" y="371017"/>
                      <a:pt x="272030" y="368833"/>
                      <a:pt x="272249" y="366102"/>
                    </a:cubicBezTo>
                    <a:lnTo>
                      <a:pt x="275858" y="331698"/>
                    </a:lnTo>
                    <a:cubicBezTo>
                      <a:pt x="275968" y="329951"/>
                      <a:pt x="275421" y="328094"/>
                      <a:pt x="274218" y="326674"/>
                    </a:cubicBezTo>
                    <a:cubicBezTo>
                      <a:pt x="273452" y="326019"/>
                      <a:pt x="272687" y="325364"/>
                      <a:pt x="271702" y="325036"/>
                    </a:cubicBezTo>
                    <a:lnTo>
                      <a:pt x="271702" y="308872"/>
                    </a:lnTo>
                    <a:cubicBezTo>
                      <a:pt x="271702" y="305814"/>
                      <a:pt x="269515" y="303083"/>
                      <a:pt x="266343" y="302537"/>
                    </a:cubicBezTo>
                    <a:cubicBezTo>
                      <a:pt x="261202" y="301663"/>
                      <a:pt x="255952" y="299697"/>
                      <a:pt x="250702" y="296967"/>
                    </a:cubicBezTo>
                    <a:close/>
                    <a:moveTo>
                      <a:pt x="30625" y="270619"/>
                    </a:moveTo>
                    <a:lnTo>
                      <a:pt x="94718" y="270619"/>
                    </a:lnTo>
                    <a:cubicBezTo>
                      <a:pt x="111562" y="270619"/>
                      <a:pt x="125343" y="284271"/>
                      <a:pt x="125343" y="301200"/>
                    </a:cubicBezTo>
                    <a:cubicBezTo>
                      <a:pt x="125343" y="394036"/>
                      <a:pt x="201030" y="469616"/>
                      <a:pt x="293999" y="469616"/>
                    </a:cubicBezTo>
                    <a:cubicBezTo>
                      <a:pt x="386967" y="469616"/>
                      <a:pt x="462654" y="394036"/>
                      <a:pt x="462654" y="301200"/>
                    </a:cubicBezTo>
                    <a:cubicBezTo>
                      <a:pt x="462654" y="284271"/>
                      <a:pt x="476326" y="270619"/>
                      <a:pt x="493279" y="270619"/>
                    </a:cubicBezTo>
                    <a:lnTo>
                      <a:pt x="552669" y="270619"/>
                    </a:lnTo>
                    <a:cubicBezTo>
                      <a:pt x="569622" y="270619"/>
                      <a:pt x="583294" y="284271"/>
                      <a:pt x="583294" y="301200"/>
                    </a:cubicBezTo>
                    <a:cubicBezTo>
                      <a:pt x="583294" y="318129"/>
                      <a:pt x="569622" y="331782"/>
                      <a:pt x="552669" y="331782"/>
                    </a:cubicBezTo>
                    <a:lnTo>
                      <a:pt x="521935" y="331782"/>
                    </a:lnTo>
                    <a:cubicBezTo>
                      <a:pt x="516576" y="371319"/>
                      <a:pt x="501263" y="407579"/>
                      <a:pt x="478513" y="438052"/>
                    </a:cubicBezTo>
                    <a:lnTo>
                      <a:pt x="504982" y="464592"/>
                    </a:lnTo>
                    <a:cubicBezTo>
                      <a:pt x="516904" y="476497"/>
                      <a:pt x="516904" y="495937"/>
                      <a:pt x="504982" y="507842"/>
                    </a:cubicBezTo>
                    <a:cubicBezTo>
                      <a:pt x="498966" y="513849"/>
                      <a:pt x="491091" y="516798"/>
                      <a:pt x="483326" y="516798"/>
                    </a:cubicBezTo>
                    <a:cubicBezTo>
                      <a:pt x="475451" y="516798"/>
                      <a:pt x="467576" y="513849"/>
                      <a:pt x="461670" y="507842"/>
                    </a:cubicBezTo>
                    <a:lnTo>
                      <a:pt x="435638" y="481957"/>
                    </a:lnTo>
                    <a:cubicBezTo>
                      <a:pt x="403592" y="507078"/>
                      <a:pt x="364764" y="523897"/>
                      <a:pt x="322327" y="529140"/>
                    </a:cubicBezTo>
                    <a:lnTo>
                      <a:pt x="322327" y="575012"/>
                    </a:lnTo>
                    <a:cubicBezTo>
                      <a:pt x="322327" y="591832"/>
                      <a:pt x="308545" y="605593"/>
                      <a:pt x="291592" y="605593"/>
                    </a:cubicBezTo>
                    <a:cubicBezTo>
                      <a:pt x="274749" y="605593"/>
                      <a:pt x="260967" y="591832"/>
                      <a:pt x="260967" y="575012"/>
                    </a:cubicBezTo>
                    <a:lnTo>
                      <a:pt x="260967" y="528485"/>
                    </a:lnTo>
                    <a:cubicBezTo>
                      <a:pt x="219186" y="522478"/>
                      <a:pt x="181015" y="505221"/>
                      <a:pt x="149624" y="479882"/>
                    </a:cubicBezTo>
                    <a:lnTo>
                      <a:pt x="121624" y="507842"/>
                    </a:lnTo>
                    <a:cubicBezTo>
                      <a:pt x="115718" y="513849"/>
                      <a:pt x="107843" y="516798"/>
                      <a:pt x="99968" y="516798"/>
                    </a:cubicBezTo>
                    <a:cubicBezTo>
                      <a:pt x="92093" y="516798"/>
                      <a:pt x="84328" y="513849"/>
                      <a:pt x="78312" y="507842"/>
                    </a:cubicBezTo>
                    <a:cubicBezTo>
                      <a:pt x="66281" y="495937"/>
                      <a:pt x="66281" y="476497"/>
                      <a:pt x="78312" y="464592"/>
                    </a:cubicBezTo>
                    <a:lnTo>
                      <a:pt x="107515" y="435430"/>
                    </a:lnTo>
                    <a:cubicBezTo>
                      <a:pt x="85859" y="405504"/>
                      <a:pt x="71203" y="370117"/>
                      <a:pt x="66062" y="331782"/>
                    </a:cubicBezTo>
                    <a:lnTo>
                      <a:pt x="30625" y="331782"/>
                    </a:lnTo>
                    <a:cubicBezTo>
                      <a:pt x="13672" y="331782"/>
                      <a:pt x="0" y="318129"/>
                      <a:pt x="0" y="301200"/>
                    </a:cubicBezTo>
                    <a:cubicBezTo>
                      <a:pt x="0" y="284271"/>
                      <a:pt x="13672" y="270619"/>
                      <a:pt x="30625" y="270619"/>
                    </a:cubicBezTo>
                    <a:close/>
                    <a:moveTo>
                      <a:pt x="260655" y="122871"/>
                    </a:moveTo>
                    <a:cubicBezTo>
                      <a:pt x="242390" y="122871"/>
                      <a:pt x="224671" y="130298"/>
                      <a:pt x="215703" y="134776"/>
                    </a:cubicBezTo>
                    <a:cubicBezTo>
                      <a:pt x="213515" y="135868"/>
                      <a:pt x="212093" y="138162"/>
                      <a:pt x="212093" y="140565"/>
                    </a:cubicBezTo>
                    <a:lnTo>
                      <a:pt x="212093" y="152142"/>
                    </a:lnTo>
                    <a:lnTo>
                      <a:pt x="209468" y="152142"/>
                    </a:lnTo>
                    <a:cubicBezTo>
                      <a:pt x="205859" y="152142"/>
                      <a:pt x="203015" y="154982"/>
                      <a:pt x="203015" y="158586"/>
                    </a:cubicBezTo>
                    <a:lnTo>
                      <a:pt x="203015" y="169289"/>
                    </a:lnTo>
                    <a:cubicBezTo>
                      <a:pt x="203015" y="171474"/>
                      <a:pt x="204109" y="173440"/>
                      <a:pt x="205969" y="174641"/>
                    </a:cubicBezTo>
                    <a:lnTo>
                      <a:pt x="212203" y="178791"/>
                    </a:lnTo>
                    <a:lnTo>
                      <a:pt x="212640" y="181413"/>
                    </a:lnTo>
                    <a:cubicBezTo>
                      <a:pt x="214609" y="196922"/>
                      <a:pt x="223359" y="216909"/>
                      <a:pt x="235828" y="235039"/>
                    </a:cubicBezTo>
                    <a:cubicBezTo>
                      <a:pt x="251687" y="257975"/>
                      <a:pt x="266562" y="268242"/>
                      <a:pt x="274218" y="268242"/>
                    </a:cubicBezTo>
                    <a:lnTo>
                      <a:pt x="309108" y="268242"/>
                    </a:lnTo>
                    <a:cubicBezTo>
                      <a:pt x="316764" y="268242"/>
                      <a:pt x="331639" y="257975"/>
                      <a:pt x="347498" y="235039"/>
                    </a:cubicBezTo>
                    <a:cubicBezTo>
                      <a:pt x="359967" y="216909"/>
                      <a:pt x="368717" y="196922"/>
                      <a:pt x="370685" y="181413"/>
                    </a:cubicBezTo>
                    <a:lnTo>
                      <a:pt x="371123" y="178791"/>
                    </a:lnTo>
                    <a:lnTo>
                      <a:pt x="377357" y="174641"/>
                    </a:lnTo>
                    <a:cubicBezTo>
                      <a:pt x="379217" y="173440"/>
                      <a:pt x="380310" y="171474"/>
                      <a:pt x="380310" y="169289"/>
                    </a:cubicBezTo>
                    <a:lnTo>
                      <a:pt x="380310" y="158586"/>
                    </a:lnTo>
                    <a:cubicBezTo>
                      <a:pt x="380310" y="154982"/>
                      <a:pt x="377357" y="152142"/>
                      <a:pt x="373857" y="152142"/>
                    </a:cubicBezTo>
                    <a:lnTo>
                      <a:pt x="370248" y="152142"/>
                    </a:lnTo>
                    <a:cubicBezTo>
                      <a:pt x="369810" y="151268"/>
                      <a:pt x="369045" y="150504"/>
                      <a:pt x="368279" y="149958"/>
                    </a:cubicBezTo>
                    <a:cubicBezTo>
                      <a:pt x="366420" y="148756"/>
                      <a:pt x="364014" y="148538"/>
                      <a:pt x="362045" y="149521"/>
                    </a:cubicBezTo>
                    <a:cubicBezTo>
                      <a:pt x="353404" y="153343"/>
                      <a:pt x="344764" y="155309"/>
                      <a:pt x="336451" y="155309"/>
                    </a:cubicBezTo>
                    <a:cubicBezTo>
                      <a:pt x="321686" y="155309"/>
                      <a:pt x="308342" y="149302"/>
                      <a:pt x="296749" y="137288"/>
                    </a:cubicBezTo>
                    <a:cubicBezTo>
                      <a:pt x="287452" y="127786"/>
                      <a:pt x="275311" y="122871"/>
                      <a:pt x="260655" y="122871"/>
                    </a:cubicBezTo>
                    <a:close/>
                    <a:moveTo>
                      <a:pt x="275311" y="0"/>
                    </a:moveTo>
                    <a:lnTo>
                      <a:pt x="308014" y="0"/>
                    </a:lnTo>
                    <a:cubicBezTo>
                      <a:pt x="363795" y="0"/>
                      <a:pt x="409185" y="45326"/>
                      <a:pt x="409185" y="101027"/>
                    </a:cubicBezTo>
                    <a:lnTo>
                      <a:pt x="409185" y="132701"/>
                    </a:lnTo>
                    <a:cubicBezTo>
                      <a:pt x="412904" y="137944"/>
                      <a:pt x="414982" y="144278"/>
                      <a:pt x="414982" y="150722"/>
                    </a:cubicBezTo>
                    <a:lnTo>
                      <a:pt x="414982" y="173331"/>
                    </a:lnTo>
                    <a:cubicBezTo>
                      <a:pt x="414982" y="182505"/>
                      <a:pt x="410826" y="191352"/>
                      <a:pt x="403826" y="197140"/>
                    </a:cubicBezTo>
                    <a:cubicBezTo>
                      <a:pt x="402076" y="202820"/>
                      <a:pt x="399888" y="208608"/>
                      <a:pt x="397263" y="214288"/>
                    </a:cubicBezTo>
                    <a:cubicBezTo>
                      <a:pt x="392013" y="227940"/>
                      <a:pt x="384576" y="242029"/>
                      <a:pt x="375498" y="255136"/>
                    </a:cubicBezTo>
                    <a:cubicBezTo>
                      <a:pt x="371670" y="260706"/>
                      <a:pt x="366639" y="267368"/>
                      <a:pt x="360732" y="273922"/>
                    </a:cubicBezTo>
                    <a:cubicBezTo>
                      <a:pt x="366092" y="277853"/>
                      <a:pt x="370029" y="282331"/>
                      <a:pt x="371670" y="287574"/>
                    </a:cubicBezTo>
                    <a:lnTo>
                      <a:pt x="432919" y="306141"/>
                    </a:lnTo>
                    <a:cubicBezTo>
                      <a:pt x="426685" y="377243"/>
                      <a:pt x="366748" y="433272"/>
                      <a:pt x="294014" y="433272"/>
                    </a:cubicBezTo>
                    <a:cubicBezTo>
                      <a:pt x="220734" y="433272"/>
                      <a:pt x="160469" y="376478"/>
                      <a:pt x="154891" y="304721"/>
                    </a:cubicBezTo>
                    <a:lnTo>
                      <a:pt x="211656" y="287574"/>
                    </a:lnTo>
                    <a:cubicBezTo>
                      <a:pt x="213297" y="282331"/>
                      <a:pt x="217234" y="277853"/>
                      <a:pt x="222593" y="273922"/>
                    </a:cubicBezTo>
                    <a:cubicBezTo>
                      <a:pt x="216687" y="267368"/>
                      <a:pt x="211656" y="260706"/>
                      <a:pt x="207828" y="255136"/>
                    </a:cubicBezTo>
                    <a:cubicBezTo>
                      <a:pt x="198750" y="242029"/>
                      <a:pt x="191312" y="227940"/>
                      <a:pt x="186063" y="214288"/>
                    </a:cubicBezTo>
                    <a:cubicBezTo>
                      <a:pt x="183438" y="208608"/>
                      <a:pt x="181250" y="202820"/>
                      <a:pt x="179500" y="197140"/>
                    </a:cubicBezTo>
                    <a:cubicBezTo>
                      <a:pt x="172500" y="191242"/>
                      <a:pt x="168344" y="182505"/>
                      <a:pt x="168344" y="173331"/>
                    </a:cubicBezTo>
                    <a:lnTo>
                      <a:pt x="168344" y="150722"/>
                    </a:lnTo>
                    <a:cubicBezTo>
                      <a:pt x="168344" y="144278"/>
                      <a:pt x="170422" y="137944"/>
                      <a:pt x="174141" y="132701"/>
                    </a:cubicBezTo>
                    <a:lnTo>
                      <a:pt x="174141" y="101027"/>
                    </a:lnTo>
                    <a:cubicBezTo>
                      <a:pt x="174141" y="45326"/>
                      <a:pt x="219531" y="0"/>
                      <a:pt x="275311" y="0"/>
                    </a:cubicBezTo>
                    <a:close/>
                  </a:path>
                </a:pathLst>
              </a:custGeom>
              <a:solidFill>
                <a:srgbClr val="AE3637"/>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grpSp>
      <p:grpSp>
        <p:nvGrpSpPr>
          <p:cNvPr id="19" name="组合 18"/>
          <p:cNvGrpSpPr/>
          <p:nvPr/>
        </p:nvGrpSpPr>
        <p:grpSpPr>
          <a:xfrm>
            <a:off x="465221" y="465582"/>
            <a:ext cx="1939496" cy="461018"/>
            <a:chOff x="6906997" y="4197923"/>
            <a:chExt cx="1939496" cy="461018"/>
          </a:xfrm>
        </p:grpSpPr>
        <p:sp>
          <p:nvSpPr>
            <p:cNvPr id="21" name="矩形 20"/>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sp>
        <p:nvSpPr>
          <p:cNvPr id="24" name="矩形 23"/>
          <p:cNvSpPr/>
          <p:nvPr/>
        </p:nvSpPr>
        <p:spPr>
          <a:xfrm>
            <a:off x="5388864" y="4199263"/>
            <a:ext cx="1926336" cy="1169551"/>
          </a:xfrm>
          <a:prstGeom prst="rect">
            <a:avLst/>
          </a:prstGeom>
        </p:spPr>
        <p:txBody>
          <a:bodyPr wrap="square">
            <a:spAutoFit/>
          </a:bodyPr>
          <a:lstStyle/>
          <a:p>
            <a:pPr algn="ct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400" dirty="0">
                <a:cs typeface="+mn-ea"/>
                <a:sym typeface="+mn-lt"/>
              </a:rPr>
              <a:t>……</a:t>
            </a:r>
          </a:p>
        </p:txBody>
      </p:sp>
      <p:sp>
        <p:nvSpPr>
          <p:cNvPr id="25" name="矩形 24"/>
          <p:cNvSpPr/>
          <p:nvPr/>
        </p:nvSpPr>
        <p:spPr>
          <a:xfrm>
            <a:off x="9784080" y="4199263"/>
            <a:ext cx="1926336" cy="1169551"/>
          </a:xfrm>
          <a:prstGeom prst="rect">
            <a:avLst/>
          </a:prstGeom>
        </p:spPr>
        <p:txBody>
          <a:bodyPr wrap="square">
            <a:spAutoFit/>
          </a:bodyPr>
          <a:lstStyle/>
          <a:p>
            <a:pPr algn="ct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400" dirty="0">
                <a:cs typeface="+mn-ea"/>
                <a:sym typeface="+mn-lt"/>
              </a:rPr>
              <a:t>……</a:t>
            </a:r>
          </a:p>
        </p:txBody>
      </p:sp>
      <p:sp>
        <p:nvSpPr>
          <p:cNvPr id="27" name="矩形 26"/>
          <p:cNvSpPr/>
          <p:nvPr/>
        </p:nvSpPr>
        <p:spPr>
          <a:xfrm>
            <a:off x="7586472" y="4199263"/>
            <a:ext cx="1926336" cy="1169551"/>
          </a:xfrm>
          <a:prstGeom prst="rect">
            <a:avLst/>
          </a:prstGeom>
        </p:spPr>
        <p:txBody>
          <a:bodyPr wrap="square">
            <a:spAutoFit/>
          </a:bodyPr>
          <a:lstStyle/>
          <a:p>
            <a:pPr algn="ctr" defTabSz="1216660">
              <a:lnSpc>
                <a:spcPct val="120000"/>
              </a:lnSpc>
              <a:spcBef>
                <a:spcPct val="20000"/>
              </a:spcBef>
              <a:defRPr/>
            </a:pPr>
            <a:r>
              <a:rPr lang="zh-CN" altLang="en-US" sz="1400" dirty="0">
                <a:solidFill>
                  <a:schemeClr val="tx1">
                    <a:lumMod val="95000"/>
                    <a:lumOff val="5000"/>
                  </a:schemeClr>
                </a:solidFill>
                <a:cs typeface="+mn-ea"/>
                <a:sym typeface="+mn-lt"/>
              </a:rPr>
              <a:t>单击此处可编辑内容，根据您的需要自由拉伸文本框大小</a:t>
            </a:r>
            <a:endParaRPr lang="en-US" altLang="zh-CN" sz="14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400" dirty="0">
                <a:cs typeface="+mn-ea"/>
                <a:sym typeface="+mn-lt"/>
              </a:rPr>
              <a:t>……</a:t>
            </a:r>
          </a:p>
        </p:txBody>
      </p:sp>
      <p:grpSp>
        <p:nvGrpSpPr>
          <p:cNvPr id="28" name="组合 27"/>
          <p:cNvGrpSpPr/>
          <p:nvPr/>
        </p:nvGrpSpPr>
        <p:grpSpPr>
          <a:xfrm>
            <a:off x="5450713" y="1885753"/>
            <a:ext cx="6194414" cy="867839"/>
            <a:chOff x="-1727426" y="4854209"/>
            <a:chExt cx="6194414" cy="867839"/>
          </a:xfrm>
          <a:effectLst/>
        </p:grpSpPr>
        <p:sp>
          <p:nvSpPr>
            <p:cNvPr id="29" name="文本框 28"/>
            <p:cNvSpPr txBox="1"/>
            <p:nvPr/>
          </p:nvSpPr>
          <p:spPr>
            <a:xfrm>
              <a:off x="-65007" y="4854209"/>
              <a:ext cx="1707519" cy="369332"/>
            </a:xfrm>
            <a:prstGeom prst="rect">
              <a:avLst/>
            </a:prstGeom>
            <a:solidFill>
              <a:srgbClr val="AE3637"/>
            </a:solidFill>
          </p:spPr>
          <p:txBody>
            <a:bodyPr wrap="none" rtlCol="0">
              <a:spAutoFit/>
            </a:bodyPr>
            <a:lstStyle/>
            <a:p>
              <a:r>
                <a:rPr lang="en-US" altLang="zh-CN" b="1" dirty="0">
                  <a:solidFill>
                    <a:schemeClr val="bg1"/>
                  </a:solidFill>
                  <a:cs typeface="+mn-ea"/>
                  <a:sym typeface="+mn-lt"/>
                </a:rPr>
                <a:t>Click to add the title</a:t>
              </a:r>
              <a:endParaRPr lang="zh-CN" altLang="en-US" b="1" dirty="0">
                <a:solidFill>
                  <a:schemeClr val="bg1"/>
                </a:solidFill>
                <a:cs typeface="+mn-ea"/>
                <a:sym typeface="+mn-lt"/>
              </a:endParaRPr>
            </a:p>
          </p:txBody>
        </p:sp>
        <p:sp>
          <p:nvSpPr>
            <p:cNvPr id="30" name="TextBox 38"/>
            <p:cNvSpPr txBox="1"/>
            <p:nvPr/>
          </p:nvSpPr>
          <p:spPr>
            <a:xfrm>
              <a:off x="-1727426" y="5291161"/>
              <a:ext cx="6194414" cy="430887"/>
            </a:xfrm>
            <a:prstGeom prst="rect">
              <a:avLst/>
            </a:prstGeom>
            <a:noFill/>
          </p:spPr>
          <p:txBody>
            <a:bodyPr wrap="square" lIns="0" tIns="0" rIns="0" bIns="0" rtlCol="0">
              <a:spAutoFit/>
            </a:bodyPr>
            <a:lstStyle/>
            <a:p>
              <a:pPr algn="ctr"/>
              <a:r>
                <a:rPr lang="en-US" sz="1400" dirty="0">
                  <a:solidFill>
                    <a:schemeClr val="tx1">
                      <a:lumMod val="95000"/>
                      <a:lumOff val="5000"/>
                    </a:schemeClr>
                  </a:solidFill>
                  <a:cs typeface="+mn-ea"/>
                  <a:sym typeface="+mn-lt"/>
                </a:rPr>
                <a:t>PowerPoint offers word processing, outlining, drawing, graphing, and presentation management tools all designed to be easy to use and learn.</a:t>
              </a:r>
              <a:r>
                <a:rPr lang="en-US" altLang="zh-CN" sz="1400" dirty="0">
                  <a:solidFill>
                    <a:schemeClr val="tx1">
                      <a:lumMod val="95000"/>
                      <a:lumOff val="5000"/>
                    </a:schemeClr>
                  </a:solidFill>
                  <a:cs typeface="+mn-ea"/>
                  <a:sym typeface="+mn-lt"/>
                </a:rPr>
                <a:t> </a:t>
              </a:r>
              <a:endParaRPr lang="en-US" sz="1400" dirty="0">
                <a:solidFill>
                  <a:schemeClr val="tx1">
                    <a:lumMod val="95000"/>
                    <a:lumOff val="5000"/>
                  </a:schemeClr>
                </a:solidFill>
                <a:cs typeface="+mn-ea"/>
                <a:sym typeface="+mn-lt"/>
              </a:endParaRPr>
            </a:p>
          </p:txBody>
        </p:sp>
      </p:grpSp>
    </p:spTree>
    <p:extLst>
      <p:ext uri="{BB962C8B-B14F-4D97-AF65-F5344CB8AC3E}">
        <p14:creationId xmlns:p14="http://schemas.microsoft.com/office/powerpoint/2010/main" val="374472895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anim calcmode="lin" valueType="num">
                                      <p:cBhvr>
                                        <p:cTn id="18" dur="1000" fill="hold"/>
                                        <p:tgtEl>
                                          <p:spTgt spid="24"/>
                                        </p:tgtEl>
                                        <p:attrNameLst>
                                          <p:attrName>ppt_x</p:attrName>
                                        </p:attrNameLst>
                                      </p:cBhvr>
                                      <p:tavLst>
                                        <p:tav tm="0">
                                          <p:val>
                                            <p:strVal val="#ppt_x"/>
                                          </p:val>
                                        </p:tav>
                                        <p:tav tm="100000">
                                          <p:val>
                                            <p:strVal val="#ppt_x"/>
                                          </p:val>
                                        </p:tav>
                                      </p:tavLst>
                                    </p:anim>
                                    <p:anim calcmode="lin" valueType="num">
                                      <p:cBhvr>
                                        <p:cTn id="19" dur="1000" fill="hold"/>
                                        <p:tgtEl>
                                          <p:spTgt spid="2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3" name="图片 12"/>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180363" y="811910"/>
            <a:ext cx="5455651" cy="5464045"/>
          </a:xfrm>
          <a:prstGeom prst="rect">
            <a:avLst/>
          </a:prstGeom>
        </p:spPr>
      </p:pic>
      <p:sp>
        <p:nvSpPr>
          <p:cNvPr id="14" name="椭圆 13"/>
          <p:cNvSpPr/>
          <p:nvPr/>
        </p:nvSpPr>
        <p:spPr>
          <a:xfrm>
            <a:off x="7150595" y="1398668"/>
            <a:ext cx="1026893" cy="1026893"/>
          </a:xfrm>
          <a:prstGeom prst="ellipse">
            <a:avLst/>
          </a:prstGeom>
          <a:gradFill>
            <a:gsLst>
              <a:gs pos="33000">
                <a:srgbClr val="BE6360">
                  <a:alpha val="52000"/>
                </a:srgbClr>
              </a:gs>
              <a:gs pos="0">
                <a:srgbClr val="AE3637">
                  <a:alpha val="96000"/>
                </a:srgbClr>
              </a:gs>
              <a:gs pos="66000">
                <a:srgbClr val="CE9089">
                  <a:alpha val="0"/>
                </a:srgbClr>
              </a:gs>
              <a:gs pos="100000">
                <a:srgbClr val="EDEADB">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4582391" y="1977158"/>
            <a:ext cx="3027219" cy="4226048"/>
            <a:chOff x="4582391" y="1315976"/>
            <a:chExt cx="3027219" cy="4226048"/>
          </a:xfrm>
        </p:grpSpPr>
        <p:grpSp>
          <p:nvGrpSpPr>
            <p:cNvPr id="6" name="组合 5"/>
            <p:cNvGrpSpPr/>
            <p:nvPr/>
          </p:nvGrpSpPr>
          <p:grpSpPr>
            <a:xfrm>
              <a:off x="4582391" y="1636872"/>
              <a:ext cx="3027219" cy="3584256"/>
              <a:chOff x="4537363" y="1237125"/>
              <a:chExt cx="3117273" cy="4383749"/>
            </a:xfrm>
          </p:grpSpPr>
          <p:sp>
            <p:nvSpPr>
              <p:cNvPr id="3" name="矩形 2"/>
              <p:cNvSpPr/>
              <p:nvPr/>
            </p:nvSpPr>
            <p:spPr>
              <a:xfrm>
                <a:off x="4537363" y="1237125"/>
                <a:ext cx="3117273" cy="4383749"/>
              </a:xfrm>
              <a:prstGeom prst="rect">
                <a:avLst/>
              </a:prstGeom>
              <a:solidFill>
                <a:srgbClr val="EDEADB"/>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 name="直接连接符 4"/>
              <p:cNvCxnSpPr/>
              <p:nvPr/>
            </p:nvCxnSpPr>
            <p:spPr>
              <a:xfrm>
                <a:off x="6449291" y="1237125"/>
                <a:ext cx="0" cy="4383749"/>
              </a:xfrm>
              <a:prstGeom prst="line">
                <a:avLst/>
              </a:prstGeom>
              <a:ln w="57150">
                <a:solidFill>
                  <a:srgbClr val="0E0505"/>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4741297" y="1315976"/>
              <a:ext cx="1538883" cy="4226048"/>
            </a:xfrm>
            <a:prstGeom prst="rect">
              <a:avLst/>
            </a:prstGeom>
            <a:noFill/>
          </p:spPr>
          <p:txBody>
            <a:bodyPr vert="eaVert" wrap="square" rtlCol="0">
              <a:spAutoFit/>
            </a:bodyPr>
            <a:lstStyle/>
            <a:p>
              <a:pPr algn="ctr"/>
              <a:r>
                <a:rPr lang="zh-CN" altLang="en-US" sz="8800" b="1" dirty="0">
                  <a:cs typeface="+mn-ea"/>
                  <a:sym typeface="+mn-lt"/>
                </a:rPr>
                <a:t>第肆章</a:t>
              </a:r>
            </a:p>
          </p:txBody>
        </p:sp>
        <p:sp>
          <p:nvSpPr>
            <p:cNvPr id="8" name="文本框 7"/>
            <p:cNvSpPr txBox="1"/>
            <p:nvPr/>
          </p:nvSpPr>
          <p:spPr>
            <a:xfrm>
              <a:off x="6562683" y="2137164"/>
              <a:ext cx="923330" cy="2583671"/>
            </a:xfrm>
            <a:prstGeom prst="rect">
              <a:avLst/>
            </a:prstGeom>
            <a:noFill/>
          </p:spPr>
          <p:txBody>
            <a:bodyPr vert="eaVert" wrap="square" rtlCol="0">
              <a:spAutoFit/>
            </a:bodyPr>
            <a:lstStyle/>
            <a:p>
              <a:pPr algn="ctr"/>
              <a:r>
                <a:rPr lang="en-US" altLang="zh-CN" sz="4800" b="1" dirty="0">
                  <a:cs typeface="+mn-ea"/>
                  <a:sym typeface="+mn-lt"/>
                </a:rPr>
                <a:t>Part 04</a:t>
              </a:r>
              <a:endParaRPr lang="zh-CN" altLang="en-US" sz="4800" b="1" dirty="0">
                <a:cs typeface="+mn-ea"/>
                <a:sym typeface="+mn-lt"/>
              </a:endParaRPr>
            </a:p>
          </p:txBody>
        </p:sp>
      </p:grpSp>
      <p:pic>
        <p:nvPicPr>
          <p:cNvPr id="11" name="图片 10"/>
          <p:cNvPicPr>
            <a:picLocks noChangeAspect="1"/>
          </p:cNvPicPr>
          <p:nvPr/>
        </p:nvPicPr>
        <p:blipFill rotWithShape="1">
          <a:blip r:embed="rId3">
            <a:clrChange>
              <a:clrFrom>
                <a:srgbClr val="F6F6F6"/>
              </a:clrFrom>
              <a:clrTo>
                <a:srgbClr val="F6F6F6">
                  <a:alpha val="0"/>
                </a:srgbClr>
              </a:clrTo>
            </a:clrChange>
            <a:extLst>
              <a:ext uri="{28A0092B-C50C-407E-A947-70E740481C1C}">
                <a14:useLocalDpi xmlns:a14="http://schemas.microsoft.com/office/drawing/2010/main" val="0"/>
              </a:ext>
            </a:extLst>
          </a:blip>
          <a:srcRect l="23543"/>
          <a:stretch/>
        </p:blipFill>
        <p:spPr>
          <a:xfrm rot="2323002">
            <a:off x="6697318" y="3143788"/>
            <a:ext cx="3869453" cy="5068727"/>
          </a:xfrm>
          <a:prstGeom prst="rect">
            <a:avLst/>
          </a:prstGeom>
        </p:spPr>
      </p:pic>
      <p:pic>
        <p:nvPicPr>
          <p:cNvPr id="12" name="图片 11"/>
          <p:cNvPicPr>
            <a:picLocks noChangeAspect="1"/>
          </p:cNvPicPr>
          <p:nvPr/>
        </p:nvPicPr>
        <p:blipFill>
          <a:blip r:embed="rId3">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9276998" flipH="1">
            <a:off x="2550134" y="4001665"/>
            <a:ext cx="3231797" cy="3236769"/>
          </a:xfrm>
          <a:prstGeom prst="rect">
            <a:avLst/>
          </a:prstGeom>
        </p:spPr>
      </p:pic>
    </p:spTree>
    <p:extLst>
      <p:ext uri="{BB962C8B-B14F-4D97-AF65-F5344CB8AC3E}">
        <p14:creationId xmlns:p14="http://schemas.microsoft.com/office/powerpoint/2010/main" val="319402780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anim calcmode="lin" valueType="num">
                                      <p:cBhvr>
                                        <p:cTn id="28" dur="500" fill="hold"/>
                                        <p:tgtEl>
                                          <p:spTgt spid="13"/>
                                        </p:tgtEl>
                                        <p:attrNameLst>
                                          <p:attrName>ppt_x</p:attrName>
                                        </p:attrNameLst>
                                      </p:cBhvr>
                                      <p:tavLst>
                                        <p:tav tm="0">
                                          <p:val>
                                            <p:strVal val="#ppt_x"/>
                                          </p:val>
                                        </p:tav>
                                        <p:tav tm="100000">
                                          <p:val>
                                            <p:strVal val="#ppt_x"/>
                                          </p:val>
                                        </p:tav>
                                      </p:tavLst>
                                    </p:anim>
                                    <p:anim calcmode="lin" valueType="num">
                                      <p:cBhvr>
                                        <p:cTn id="2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465221" y="465582"/>
            <a:ext cx="1939496" cy="461018"/>
            <a:chOff x="6906997" y="4197923"/>
            <a:chExt cx="1939496" cy="461018"/>
          </a:xfrm>
        </p:grpSpPr>
        <p:sp>
          <p:nvSpPr>
            <p:cNvPr id="30" name="矩形 29"/>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文本框 30"/>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grpSp>
        <p:nvGrpSpPr>
          <p:cNvPr id="2" name="组合 1"/>
          <p:cNvGrpSpPr/>
          <p:nvPr/>
        </p:nvGrpSpPr>
        <p:grpSpPr>
          <a:xfrm>
            <a:off x="1041211" y="1416050"/>
            <a:ext cx="10109577" cy="5016500"/>
            <a:chOff x="1435100" y="1358900"/>
            <a:chExt cx="10109577" cy="5016500"/>
          </a:xfrm>
        </p:grpSpPr>
        <p:grpSp>
          <p:nvGrpSpPr>
            <p:cNvPr id="3" name="25592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435100" y="1358900"/>
              <a:ext cx="10109577" cy="5016500"/>
              <a:chOff x="673100" y="1130300"/>
              <a:chExt cx="10109577" cy="5016500"/>
            </a:xfrm>
          </p:grpSpPr>
          <p:sp>
            <p:nvSpPr>
              <p:cNvPr id="4" name="ï$ḷîḍé"/>
              <p:cNvSpPr/>
              <p:nvPr/>
            </p:nvSpPr>
            <p:spPr>
              <a:xfrm>
                <a:off x="673100" y="1130300"/>
                <a:ext cx="10109577" cy="5016500"/>
              </a:xfrm>
              <a:prstGeom prst="bracketPair">
                <a:avLst>
                  <a:gd name="adj" fmla="val 3859"/>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txBody>
              <a:bodyPr wrap="square" lIns="91440" tIns="45720" rIns="91440" bIns="45720" rtlCol="0" anchor="ctr">
                <a:normAutofit/>
              </a:bodyPr>
              <a:lstStyle/>
              <a:p>
                <a:pPr algn="ctr"/>
                <a:endParaRPr lang="zh-CN" altLang="en-US">
                  <a:cs typeface="+mn-ea"/>
                  <a:sym typeface="+mn-lt"/>
                </a:endParaRPr>
              </a:p>
            </p:txBody>
          </p:sp>
          <p:sp>
            <p:nvSpPr>
              <p:cNvPr id="27" name="ïṧliḓé">
                <a:extLst>
                  <a:ext uri="{FF2B5EF4-FFF2-40B4-BE49-F238E27FC236}">
                    <a16:creationId xmlns:a16="http://schemas.microsoft.com/office/drawing/2014/main" id="{921D2456-A6A6-43F5-AD86-0A010D24A2F0}"/>
                  </a:ext>
                </a:extLst>
              </p:cNvPr>
              <p:cNvSpPr txBox="1"/>
              <p:nvPr/>
            </p:nvSpPr>
            <p:spPr>
              <a:xfrm>
                <a:off x="955888" y="2839694"/>
                <a:ext cx="186069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7" name="îṧḻîḋê"/>
              <p:cNvSpPr/>
              <p:nvPr/>
            </p:nvSpPr>
            <p:spPr>
              <a:xfrm>
                <a:off x="1430593" y="1766490"/>
                <a:ext cx="911286" cy="911286"/>
              </a:xfrm>
              <a:prstGeom prst="ellipse">
                <a:avLst/>
              </a:prstGeom>
              <a:solidFill>
                <a:schemeClr val="bg1"/>
              </a:solidFill>
              <a:ln w="12700">
                <a:solidFill>
                  <a:srgbClr val="AE3637"/>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8" name="iṩḻîḋé"/>
              <p:cNvSpPr/>
              <p:nvPr/>
            </p:nvSpPr>
            <p:spPr>
              <a:xfrm>
                <a:off x="1672986" y="2056997"/>
                <a:ext cx="426500" cy="330272"/>
              </a:xfrm>
              <a:custGeom>
                <a:avLst/>
                <a:gdLst>
                  <a:gd name="T0" fmla="*/ 4312 w 5733"/>
                  <a:gd name="T1" fmla="*/ 1076 h 4446"/>
                  <a:gd name="T2" fmla="*/ 4149 w 5733"/>
                  <a:gd name="T3" fmla="*/ 1085 h 4446"/>
                  <a:gd name="T4" fmla="*/ 3733 w 5733"/>
                  <a:gd name="T5" fmla="*/ 378 h 4446"/>
                  <a:gd name="T6" fmla="*/ 2768 w 5733"/>
                  <a:gd name="T7" fmla="*/ 0 h 4446"/>
                  <a:gd name="T8" fmla="*/ 1389 w 5733"/>
                  <a:gd name="T9" fmla="*/ 1076 h 4446"/>
                  <a:gd name="T10" fmla="*/ 0 w 5733"/>
                  <a:gd name="T11" fmla="*/ 2497 h 4446"/>
                  <a:gd name="T12" fmla="*/ 1421 w 5733"/>
                  <a:gd name="T13" fmla="*/ 3918 h 4446"/>
                  <a:gd name="T14" fmla="*/ 2255 w 5733"/>
                  <a:gd name="T15" fmla="*/ 3918 h 4446"/>
                  <a:gd name="T16" fmla="*/ 2484 w 5733"/>
                  <a:gd name="T17" fmla="*/ 4246 h 4446"/>
                  <a:gd name="T18" fmla="*/ 2867 w 5733"/>
                  <a:gd name="T19" fmla="*/ 4446 h 4446"/>
                  <a:gd name="T20" fmla="*/ 3249 w 5733"/>
                  <a:gd name="T21" fmla="*/ 4246 h 4446"/>
                  <a:gd name="T22" fmla="*/ 3478 w 5733"/>
                  <a:gd name="T23" fmla="*/ 3918 h 4446"/>
                  <a:gd name="T24" fmla="*/ 4312 w 5733"/>
                  <a:gd name="T25" fmla="*/ 3918 h 4446"/>
                  <a:gd name="T26" fmla="*/ 5733 w 5733"/>
                  <a:gd name="T27" fmla="*/ 2497 h 4446"/>
                  <a:gd name="T28" fmla="*/ 4312 w 5733"/>
                  <a:gd name="T29" fmla="*/ 1076 h 4446"/>
                  <a:gd name="T30" fmla="*/ 3698 w 5733"/>
                  <a:gd name="T31" fmla="*/ 3159 h 4446"/>
                  <a:gd name="T32" fmla="*/ 3031 w 5733"/>
                  <a:gd name="T33" fmla="*/ 4116 h 4446"/>
                  <a:gd name="T34" fmla="*/ 2867 w 5733"/>
                  <a:gd name="T35" fmla="*/ 4201 h 4446"/>
                  <a:gd name="T36" fmla="*/ 2703 w 5733"/>
                  <a:gd name="T37" fmla="*/ 4116 h 4446"/>
                  <a:gd name="T38" fmla="*/ 2035 w 5733"/>
                  <a:gd name="T39" fmla="*/ 3159 h 4446"/>
                  <a:gd name="T40" fmla="*/ 2022 w 5733"/>
                  <a:gd name="T41" fmla="*/ 2952 h 4446"/>
                  <a:gd name="T42" fmla="*/ 2200 w 5733"/>
                  <a:gd name="T43" fmla="*/ 2845 h 4446"/>
                  <a:gd name="T44" fmla="*/ 2480 w 5733"/>
                  <a:gd name="T45" fmla="*/ 2845 h 4446"/>
                  <a:gd name="T46" fmla="*/ 2480 w 5733"/>
                  <a:gd name="T47" fmla="*/ 2016 h 4446"/>
                  <a:gd name="T48" fmla="*/ 2680 w 5733"/>
                  <a:gd name="T49" fmla="*/ 1816 h 4446"/>
                  <a:gd name="T50" fmla="*/ 3053 w 5733"/>
                  <a:gd name="T51" fmla="*/ 1816 h 4446"/>
                  <a:gd name="T52" fmla="*/ 3253 w 5733"/>
                  <a:gd name="T53" fmla="*/ 2016 h 4446"/>
                  <a:gd name="T54" fmla="*/ 3253 w 5733"/>
                  <a:gd name="T55" fmla="*/ 2845 h 4446"/>
                  <a:gd name="T56" fmla="*/ 3534 w 5733"/>
                  <a:gd name="T57" fmla="*/ 2845 h 4446"/>
                  <a:gd name="T58" fmla="*/ 3711 w 5733"/>
                  <a:gd name="T59" fmla="*/ 2952 h 4446"/>
                  <a:gd name="T60" fmla="*/ 3698 w 5733"/>
                  <a:gd name="T61" fmla="*/ 3159 h 4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733" h="4446">
                    <a:moveTo>
                      <a:pt x="4312" y="1076"/>
                    </a:moveTo>
                    <a:cubicBezTo>
                      <a:pt x="4257" y="1076"/>
                      <a:pt x="4203" y="1079"/>
                      <a:pt x="4149" y="1085"/>
                    </a:cubicBezTo>
                    <a:cubicBezTo>
                      <a:pt x="4083" y="815"/>
                      <a:pt x="3940" y="570"/>
                      <a:pt x="3733" y="378"/>
                    </a:cubicBezTo>
                    <a:cubicBezTo>
                      <a:pt x="3470" y="134"/>
                      <a:pt x="3127" y="0"/>
                      <a:pt x="2768" y="0"/>
                    </a:cubicBezTo>
                    <a:cubicBezTo>
                      <a:pt x="2107" y="0"/>
                      <a:pt x="1544" y="451"/>
                      <a:pt x="1389" y="1076"/>
                    </a:cubicBezTo>
                    <a:cubicBezTo>
                      <a:pt x="620" y="1093"/>
                      <a:pt x="0" y="1724"/>
                      <a:pt x="0" y="2497"/>
                    </a:cubicBezTo>
                    <a:cubicBezTo>
                      <a:pt x="0" y="3280"/>
                      <a:pt x="637" y="3918"/>
                      <a:pt x="1421" y="3918"/>
                    </a:cubicBezTo>
                    <a:lnTo>
                      <a:pt x="2255" y="3918"/>
                    </a:lnTo>
                    <a:lnTo>
                      <a:pt x="2484" y="4246"/>
                    </a:lnTo>
                    <a:cubicBezTo>
                      <a:pt x="2571" y="4371"/>
                      <a:pt x="2714" y="4446"/>
                      <a:pt x="2867" y="4446"/>
                    </a:cubicBezTo>
                    <a:cubicBezTo>
                      <a:pt x="3019" y="4446"/>
                      <a:pt x="3162" y="4371"/>
                      <a:pt x="3249" y="4246"/>
                    </a:cubicBezTo>
                    <a:lnTo>
                      <a:pt x="3478" y="3918"/>
                    </a:lnTo>
                    <a:lnTo>
                      <a:pt x="4312" y="3918"/>
                    </a:lnTo>
                    <a:cubicBezTo>
                      <a:pt x="5096" y="3918"/>
                      <a:pt x="5733" y="3280"/>
                      <a:pt x="5733" y="2497"/>
                    </a:cubicBezTo>
                    <a:cubicBezTo>
                      <a:pt x="5733" y="1713"/>
                      <a:pt x="5096" y="1076"/>
                      <a:pt x="4312" y="1076"/>
                    </a:cubicBezTo>
                    <a:close/>
                    <a:moveTo>
                      <a:pt x="3698" y="3159"/>
                    </a:moveTo>
                    <a:lnTo>
                      <a:pt x="3031" y="4116"/>
                    </a:lnTo>
                    <a:cubicBezTo>
                      <a:pt x="2993" y="4169"/>
                      <a:pt x="2932" y="4201"/>
                      <a:pt x="2867" y="4201"/>
                    </a:cubicBezTo>
                    <a:cubicBezTo>
                      <a:pt x="2801" y="4201"/>
                      <a:pt x="2740" y="4169"/>
                      <a:pt x="2703" y="4116"/>
                    </a:cubicBezTo>
                    <a:lnTo>
                      <a:pt x="2035" y="3159"/>
                    </a:lnTo>
                    <a:cubicBezTo>
                      <a:pt x="1993" y="3098"/>
                      <a:pt x="1988" y="3018"/>
                      <a:pt x="2022" y="2952"/>
                    </a:cubicBezTo>
                    <a:cubicBezTo>
                      <a:pt x="2057" y="2886"/>
                      <a:pt x="2125" y="2845"/>
                      <a:pt x="2200" y="2845"/>
                    </a:cubicBezTo>
                    <a:lnTo>
                      <a:pt x="2480" y="2845"/>
                    </a:lnTo>
                    <a:lnTo>
                      <a:pt x="2480" y="2016"/>
                    </a:lnTo>
                    <a:cubicBezTo>
                      <a:pt x="2480" y="1906"/>
                      <a:pt x="2570" y="1816"/>
                      <a:pt x="2680" y="1816"/>
                    </a:cubicBezTo>
                    <a:lnTo>
                      <a:pt x="3053" y="1816"/>
                    </a:lnTo>
                    <a:cubicBezTo>
                      <a:pt x="3164" y="1816"/>
                      <a:pt x="3253" y="1906"/>
                      <a:pt x="3253" y="2016"/>
                    </a:cubicBezTo>
                    <a:lnTo>
                      <a:pt x="3253" y="2845"/>
                    </a:lnTo>
                    <a:lnTo>
                      <a:pt x="3534" y="2845"/>
                    </a:lnTo>
                    <a:cubicBezTo>
                      <a:pt x="3608" y="2845"/>
                      <a:pt x="3677" y="2886"/>
                      <a:pt x="3711" y="2952"/>
                    </a:cubicBezTo>
                    <a:cubicBezTo>
                      <a:pt x="3746" y="3018"/>
                      <a:pt x="3740" y="3098"/>
                      <a:pt x="3698" y="3159"/>
                    </a:cubicBezTo>
                    <a:close/>
                  </a:path>
                </a:pathLst>
              </a:custGeom>
              <a:solidFill>
                <a:srgbClr val="AE3637"/>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25" name="íślîďe">
                <a:extLst>
                  <a:ext uri="{FF2B5EF4-FFF2-40B4-BE49-F238E27FC236}">
                    <a16:creationId xmlns:a16="http://schemas.microsoft.com/office/drawing/2014/main" id="{921D2456-A6A6-43F5-AD86-0A010D24A2F0}"/>
                  </a:ext>
                </a:extLst>
              </p:cNvPr>
              <p:cNvSpPr txBox="1"/>
              <p:nvPr/>
            </p:nvSpPr>
            <p:spPr>
              <a:xfrm>
                <a:off x="3350489" y="2839694"/>
                <a:ext cx="186069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10" name="ïśļïďè"/>
              <p:cNvSpPr/>
              <p:nvPr/>
            </p:nvSpPr>
            <p:spPr>
              <a:xfrm>
                <a:off x="3825194" y="1766490"/>
                <a:ext cx="911286" cy="911286"/>
              </a:xfrm>
              <a:prstGeom prst="ellipse">
                <a:avLst/>
              </a:prstGeom>
              <a:solidFill>
                <a:schemeClr val="bg1"/>
              </a:solidFill>
              <a:ln w="12700">
                <a:solidFill>
                  <a:srgbClr val="AE3637"/>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11" name="îṥļîḓé"/>
              <p:cNvSpPr/>
              <p:nvPr/>
            </p:nvSpPr>
            <p:spPr>
              <a:xfrm>
                <a:off x="4067587" y="2009222"/>
                <a:ext cx="426500" cy="425823"/>
              </a:xfrm>
              <a:custGeom>
                <a:avLst/>
                <a:gdLst>
                  <a:gd name="connsiteX0" fmla="*/ 301001 w 602996"/>
                  <a:gd name="connsiteY0" fmla="*/ 126938 h 602040"/>
                  <a:gd name="connsiteX1" fmla="*/ 353669 w 602996"/>
                  <a:gd name="connsiteY1" fmla="*/ 179510 h 602040"/>
                  <a:gd name="connsiteX2" fmla="*/ 353669 w 602996"/>
                  <a:gd name="connsiteY2" fmla="*/ 248944 h 602040"/>
                  <a:gd name="connsiteX3" fmla="*/ 423230 w 602996"/>
                  <a:gd name="connsiteY3" fmla="*/ 248944 h 602040"/>
                  <a:gd name="connsiteX4" fmla="*/ 475898 w 602996"/>
                  <a:gd name="connsiteY4" fmla="*/ 301516 h 602040"/>
                  <a:gd name="connsiteX5" fmla="*/ 423230 w 602996"/>
                  <a:gd name="connsiteY5" fmla="*/ 353096 h 602040"/>
                  <a:gd name="connsiteX6" fmla="*/ 353669 w 602996"/>
                  <a:gd name="connsiteY6" fmla="*/ 353096 h 602040"/>
                  <a:gd name="connsiteX7" fmla="*/ 353669 w 602996"/>
                  <a:gd name="connsiteY7" fmla="*/ 422530 h 602040"/>
                  <a:gd name="connsiteX8" fmla="*/ 301001 w 602996"/>
                  <a:gd name="connsiteY8" fmla="*/ 475102 h 602040"/>
                  <a:gd name="connsiteX9" fmla="*/ 249327 w 602996"/>
                  <a:gd name="connsiteY9" fmla="*/ 422530 h 602040"/>
                  <a:gd name="connsiteX10" fmla="*/ 249327 w 602996"/>
                  <a:gd name="connsiteY10" fmla="*/ 353096 h 602040"/>
                  <a:gd name="connsiteX11" fmla="*/ 179765 w 602996"/>
                  <a:gd name="connsiteY11" fmla="*/ 353096 h 602040"/>
                  <a:gd name="connsiteX12" fmla="*/ 127097 w 602996"/>
                  <a:gd name="connsiteY12" fmla="*/ 301516 h 602040"/>
                  <a:gd name="connsiteX13" fmla="*/ 179765 w 602996"/>
                  <a:gd name="connsiteY13" fmla="*/ 248944 h 602040"/>
                  <a:gd name="connsiteX14" fmla="*/ 249327 w 602996"/>
                  <a:gd name="connsiteY14" fmla="*/ 248944 h 602040"/>
                  <a:gd name="connsiteX15" fmla="*/ 249327 w 602996"/>
                  <a:gd name="connsiteY15" fmla="*/ 179510 h 602040"/>
                  <a:gd name="connsiteX16" fmla="*/ 301001 w 602996"/>
                  <a:gd name="connsiteY16" fmla="*/ 126938 h 602040"/>
                  <a:gd name="connsiteX17" fmla="*/ 301995 w 602996"/>
                  <a:gd name="connsiteY17" fmla="*/ 78355 h 602040"/>
                  <a:gd name="connsiteX18" fmla="*/ 78479 w 602996"/>
                  <a:gd name="connsiteY18" fmla="*/ 301516 h 602040"/>
                  <a:gd name="connsiteX19" fmla="*/ 301995 w 602996"/>
                  <a:gd name="connsiteY19" fmla="*/ 523686 h 602040"/>
                  <a:gd name="connsiteX20" fmla="*/ 524517 w 602996"/>
                  <a:gd name="connsiteY20" fmla="*/ 301516 h 602040"/>
                  <a:gd name="connsiteX21" fmla="*/ 301995 w 602996"/>
                  <a:gd name="connsiteY21" fmla="*/ 78355 h 602040"/>
                  <a:gd name="connsiteX22" fmla="*/ 301995 w 602996"/>
                  <a:gd name="connsiteY22" fmla="*/ 0 h 602040"/>
                  <a:gd name="connsiteX23" fmla="*/ 602996 w 602996"/>
                  <a:gd name="connsiteY23" fmla="*/ 301516 h 602040"/>
                  <a:gd name="connsiteX24" fmla="*/ 301995 w 602996"/>
                  <a:gd name="connsiteY24" fmla="*/ 602040 h 602040"/>
                  <a:gd name="connsiteX25" fmla="*/ 0 w 602996"/>
                  <a:gd name="connsiteY25" fmla="*/ 301516 h 602040"/>
                  <a:gd name="connsiteX26" fmla="*/ 301995 w 602996"/>
                  <a:gd name="connsiteY26" fmla="*/ 0 h 60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996" h="602040">
                    <a:moveTo>
                      <a:pt x="301001" y="126938"/>
                    </a:moveTo>
                    <a:cubicBezTo>
                      <a:pt x="330813" y="126938"/>
                      <a:pt x="353669" y="150744"/>
                      <a:pt x="353669" y="179510"/>
                    </a:cubicBezTo>
                    <a:lnTo>
                      <a:pt x="353669" y="248944"/>
                    </a:lnTo>
                    <a:lnTo>
                      <a:pt x="423230" y="248944"/>
                    </a:lnTo>
                    <a:cubicBezTo>
                      <a:pt x="452049" y="248944"/>
                      <a:pt x="475898" y="271758"/>
                      <a:pt x="475898" y="301516"/>
                    </a:cubicBezTo>
                    <a:cubicBezTo>
                      <a:pt x="475898" y="330282"/>
                      <a:pt x="452049" y="353096"/>
                      <a:pt x="423230" y="353096"/>
                    </a:cubicBezTo>
                    <a:lnTo>
                      <a:pt x="353669" y="353096"/>
                    </a:lnTo>
                    <a:lnTo>
                      <a:pt x="353669" y="422530"/>
                    </a:lnTo>
                    <a:cubicBezTo>
                      <a:pt x="353669" y="451296"/>
                      <a:pt x="330813" y="475102"/>
                      <a:pt x="301001" y="475102"/>
                    </a:cubicBezTo>
                    <a:cubicBezTo>
                      <a:pt x="272183" y="475102"/>
                      <a:pt x="249327" y="451296"/>
                      <a:pt x="249327" y="422530"/>
                    </a:cubicBezTo>
                    <a:lnTo>
                      <a:pt x="249327" y="353096"/>
                    </a:lnTo>
                    <a:lnTo>
                      <a:pt x="179765" y="353096"/>
                    </a:lnTo>
                    <a:cubicBezTo>
                      <a:pt x="150947" y="353096"/>
                      <a:pt x="127097" y="330282"/>
                      <a:pt x="127097" y="301516"/>
                    </a:cubicBezTo>
                    <a:cubicBezTo>
                      <a:pt x="127097" y="271758"/>
                      <a:pt x="150947" y="248944"/>
                      <a:pt x="179765" y="248944"/>
                    </a:cubicBezTo>
                    <a:lnTo>
                      <a:pt x="249327" y="248944"/>
                    </a:lnTo>
                    <a:lnTo>
                      <a:pt x="249327" y="179510"/>
                    </a:lnTo>
                    <a:cubicBezTo>
                      <a:pt x="249327" y="150744"/>
                      <a:pt x="272183" y="126938"/>
                      <a:pt x="301001" y="126938"/>
                    </a:cubicBezTo>
                    <a:close/>
                    <a:moveTo>
                      <a:pt x="301995" y="78355"/>
                    </a:moveTo>
                    <a:cubicBezTo>
                      <a:pt x="178813" y="78355"/>
                      <a:pt x="78479" y="178529"/>
                      <a:pt x="78479" y="301516"/>
                    </a:cubicBezTo>
                    <a:cubicBezTo>
                      <a:pt x="78479" y="423511"/>
                      <a:pt x="178813" y="523686"/>
                      <a:pt x="301995" y="523686"/>
                    </a:cubicBezTo>
                    <a:cubicBezTo>
                      <a:pt x="424184" y="523686"/>
                      <a:pt x="524517" y="423511"/>
                      <a:pt x="524517" y="301516"/>
                    </a:cubicBezTo>
                    <a:cubicBezTo>
                      <a:pt x="524517" y="178529"/>
                      <a:pt x="424184" y="78355"/>
                      <a:pt x="301995" y="78355"/>
                    </a:cubicBezTo>
                    <a:close/>
                    <a:moveTo>
                      <a:pt x="301995" y="0"/>
                    </a:moveTo>
                    <a:cubicBezTo>
                      <a:pt x="467893" y="0"/>
                      <a:pt x="602996" y="134889"/>
                      <a:pt x="602996" y="301516"/>
                    </a:cubicBezTo>
                    <a:cubicBezTo>
                      <a:pt x="602996" y="467151"/>
                      <a:pt x="467893" y="602040"/>
                      <a:pt x="301995" y="602040"/>
                    </a:cubicBezTo>
                    <a:cubicBezTo>
                      <a:pt x="135103" y="602040"/>
                      <a:pt x="0" y="467151"/>
                      <a:pt x="0" y="301516"/>
                    </a:cubicBezTo>
                    <a:cubicBezTo>
                      <a:pt x="0" y="134889"/>
                      <a:pt x="135103" y="0"/>
                      <a:pt x="301995" y="0"/>
                    </a:cubicBezTo>
                    <a:close/>
                  </a:path>
                </a:pathLst>
              </a:custGeom>
              <a:solidFill>
                <a:srgbClr val="AE3637"/>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23" name="ïṡļïďè">
                <a:extLst>
                  <a:ext uri="{FF2B5EF4-FFF2-40B4-BE49-F238E27FC236}">
                    <a16:creationId xmlns:a16="http://schemas.microsoft.com/office/drawing/2014/main" id="{921D2456-A6A6-43F5-AD86-0A010D24A2F0}"/>
                  </a:ext>
                </a:extLst>
              </p:cNvPr>
              <p:cNvSpPr txBox="1"/>
              <p:nvPr/>
            </p:nvSpPr>
            <p:spPr>
              <a:xfrm>
                <a:off x="5745090" y="2839694"/>
                <a:ext cx="186069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13" name="i$ľîḍè"/>
              <p:cNvSpPr/>
              <p:nvPr/>
            </p:nvSpPr>
            <p:spPr>
              <a:xfrm>
                <a:off x="6219795" y="1766490"/>
                <a:ext cx="911286" cy="911286"/>
              </a:xfrm>
              <a:prstGeom prst="ellipse">
                <a:avLst/>
              </a:prstGeom>
              <a:solidFill>
                <a:schemeClr val="bg1"/>
              </a:solidFill>
              <a:ln w="12700">
                <a:solidFill>
                  <a:srgbClr val="AE3637"/>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14" name="íSļíḓê"/>
              <p:cNvSpPr/>
              <p:nvPr/>
            </p:nvSpPr>
            <p:spPr>
              <a:xfrm>
                <a:off x="6477972" y="2017936"/>
                <a:ext cx="394934" cy="408394"/>
              </a:xfrm>
              <a:custGeom>
                <a:avLst/>
                <a:gdLst>
                  <a:gd name="connsiteX0" fmla="*/ 554327 w 582017"/>
                  <a:gd name="connsiteY0" fmla="*/ 398973 h 601853"/>
                  <a:gd name="connsiteX1" fmla="*/ 563560 w 582017"/>
                  <a:gd name="connsiteY1" fmla="*/ 402454 h 601853"/>
                  <a:gd name="connsiteX2" fmla="*/ 577799 w 582017"/>
                  <a:gd name="connsiteY2" fmla="*/ 415635 h 601853"/>
                  <a:gd name="connsiteX3" fmla="*/ 578540 w 582017"/>
                  <a:gd name="connsiteY3" fmla="*/ 434001 h 601853"/>
                  <a:gd name="connsiteX4" fmla="*/ 468040 w 582017"/>
                  <a:gd name="connsiteY4" fmla="*/ 550266 h 601853"/>
                  <a:gd name="connsiteX5" fmla="*/ 448758 w 582017"/>
                  <a:gd name="connsiteY5" fmla="*/ 552043 h 601853"/>
                  <a:gd name="connsiteX6" fmla="*/ 357392 w 582017"/>
                  <a:gd name="connsiteY6" fmla="*/ 484654 h 601853"/>
                  <a:gd name="connsiteX7" fmla="*/ 354870 w 582017"/>
                  <a:gd name="connsiteY7" fmla="*/ 466584 h 601853"/>
                  <a:gd name="connsiteX8" fmla="*/ 366588 w 582017"/>
                  <a:gd name="connsiteY8" fmla="*/ 451033 h 601853"/>
                  <a:gd name="connsiteX9" fmla="*/ 384831 w 582017"/>
                  <a:gd name="connsiteY9" fmla="*/ 448367 h 601853"/>
                  <a:gd name="connsiteX10" fmla="*/ 443419 w 582017"/>
                  <a:gd name="connsiteY10" fmla="*/ 491319 h 601853"/>
                  <a:gd name="connsiteX11" fmla="*/ 462701 w 582017"/>
                  <a:gd name="connsiteY11" fmla="*/ 489393 h 601853"/>
                  <a:gd name="connsiteX12" fmla="*/ 545316 w 582017"/>
                  <a:gd name="connsiteY12" fmla="*/ 403046 h 601853"/>
                  <a:gd name="connsiteX13" fmla="*/ 554327 w 582017"/>
                  <a:gd name="connsiteY13" fmla="*/ 398973 h 601853"/>
                  <a:gd name="connsiteX14" fmla="*/ 262860 w 582017"/>
                  <a:gd name="connsiteY14" fmla="*/ 0 h 601853"/>
                  <a:gd name="connsiteX15" fmla="*/ 415651 w 582017"/>
                  <a:gd name="connsiteY15" fmla="*/ 73473 h 601853"/>
                  <a:gd name="connsiteX16" fmla="*/ 510885 w 582017"/>
                  <a:gd name="connsiteY16" fmla="*/ 82805 h 601853"/>
                  <a:gd name="connsiteX17" fmla="*/ 524829 w 582017"/>
                  <a:gd name="connsiteY17" fmla="*/ 99543 h 601853"/>
                  <a:gd name="connsiteX18" fmla="*/ 525571 w 582017"/>
                  <a:gd name="connsiteY18" fmla="*/ 272856 h 601853"/>
                  <a:gd name="connsiteX19" fmla="*/ 517412 w 582017"/>
                  <a:gd name="connsiteY19" fmla="*/ 332108 h 601853"/>
                  <a:gd name="connsiteX20" fmla="*/ 506138 w 582017"/>
                  <a:gd name="connsiteY20" fmla="*/ 338181 h 601853"/>
                  <a:gd name="connsiteX21" fmla="*/ 467125 w 582017"/>
                  <a:gd name="connsiteY21" fmla="*/ 332849 h 601853"/>
                  <a:gd name="connsiteX22" fmla="*/ 322938 w 582017"/>
                  <a:gd name="connsiteY22" fmla="*/ 476831 h 601853"/>
                  <a:gd name="connsiteX23" fmla="*/ 344002 w 582017"/>
                  <a:gd name="connsiteY23" fmla="*/ 551933 h 601853"/>
                  <a:gd name="connsiteX24" fmla="*/ 343260 w 582017"/>
                  <a:gd name="connsiteY24" fmla="*/ 561265 h 601853"/>
                  <a:gd name="connsiteX25" fmla="*/ 262860 w 582017"/>
                  <a:gd name="connsiteY25" fmla="*/ 601853 h 601853"/>
                  <a:gd name="connsiteX26" fmla="*/ 0 w 582017"/>
                  <a:gd name="connsiteY26" fmla="*/ 272856 h 601853"/>
                  <a:gd name="connsiteX27" fmla="*/ 3263 w 582017"/>
                  <a:gd name="connsiteY27" fmla="*/ 93766 h 601853"/>
                  <a:gd name="connsiteX28" fmla="*/ 15872 w 582017"/>
                  <a:gd name="connsiteY28" fmla="*/ 80879 h 601853"/>
                  <a:gd name="connsiteX29" fmla="*/ 126386 w 582017"/>
                  <a:gd name="connsiteY29" fmla="*/ 73473 h 601853"/>
                  <a:gd name="connsiteX30" fmla="*/ 262860 w 582017"/>
                  <a:gd name="connsiteY30" fmla="*/ 0 h 601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82017" h="601853">
                    <a:moveTo>
                      <a:pt x="554327" y="398973"/>
                    </a:moveTo>
                    <a:cubicBezTo>
                      <a:pt x="557627" y="398862"/>
                      <a:pt x="560965" y="400010"/>
                      <a:pt x="563560" y="402454"/>
                    </a:cubicBezTo>
                    <a:lnTo>
                      <a:pt x="577799" y="415635"/>
                    </a:lnTo>
                    <a:cubicBezTo>
                      <a:pt x="583138" y="420523"/>
                      <a:pt x="583435" y="428817"/>
                      <a:pt x="578540" y="434001"/>
                    </a:cubicBezTo>
                    <a:lnTo>
                      <a:pt x="468040" y="550266"/>
                    </a:lnTo>
                    <a:cubicBezTo>
                      <a:pt x="463146" y="555449"/>
                      <a:pt x="454543" y="556338"/>
                      <a:pt x="448758" y="552043"/>
                    </a:cubicBezTo>
                    <a:lnTo>
                      <a:pt x="357392" y="484654"/>
                    </a:lnTo>
                    <a:cubicBezTo>
                      <a:pt x="351756" y="480358"/>
                      <a:pt x="350569" y="472361"/>
                      <a:pt x="354870" y="466584"/>
                    </a:cubicBezTo>
                    <a:lnTo>
                      <a:pt x="366588" y="451033"/>
                    </a:lnTo>
                    <a:cubicBezTo>
                      <a:pt x="370741" y="445405"/>
                      <a:pt x="379047" y="444220"/>
                      <a:pt x="384831" y="448367"/>
                    </a:cubicBezTo>
                    <a:lnTo>
                      <a:pt x="443419" y="491319"/>
                    </a:lnTo>
                    <a:cubicBezTo>
                      <a:pt x="449055" y="495466"/>
                      <a:pt x="457806" y="494725"/>
                      <a:pt x="462701" y="489393"/>
                    </a:cubicBezTo>
                    <a:lnTo>
                      <a:pt x="545316" y="403046"/>
                    </a:lnTo>
                    <a:cubicBezTo>
                      <a:pt x="547764" y="400454"/>
                      <a:pt x="551027" y="399084"/>
                      <a:pt x="554327" y="398973"/>
                    </a:cubicBezTo>
                    <a:close/>
                    <a:moveTo>
                      <a:pt x="262860" y="0"/>
                    </a:moveTo>
                    <a:cubicBezTo>
                      <a:pt x="286001" y="0"/>
                      <a:pt x="346969" y="53623"/>
                      <a:pt x="415651" y="73473"/>
                    </a:cubicBezTo>
                    <a:cubicBezTo>
                      <a:pt x="448731" y="82953"/>
                      <a:pt x="480179" y="82953"/>
                      <a:pt x="510885" y="82805"/>
                    </a:cubicBezTo>
                    <a:cubicBezTo>
                      <a:pt x="515187" y="82805"/>
                      <a:pt x="524829" y="82805"/>
                      <a:pt x="524829" y="99543"/>
                    </a:cubicBezTo>
                    <a:cubicBezTo>
                      <a:pt x="524829" y="101617"/>
                      <a:pt x="525571" y="271523"/>
                      <a:pt x="525571" y="272856"/>
                    </a:cubicBezTo>
                    <a:cubicBezTo>
                      <a:pt x="525571" y="292853"/>
                      <a:pt x="522604" y="312703"/>
                      <a:pt x="517412" y="332108"/>
                    </a:cubicBezTo>
                    <a:cubicBezTo>
                      <a:pt x="516671" y="335071"/>
                      <a:pt x="513704" y="341440"/>
                      <a:pt x="506138" y="338181"/>
                    </a:cubicBezTo>
                    <a:cubicBezTo>
                      <a:pt x="494716" y="334922"/>
                      <a:pt x="483887" y="332849"/>
                      <a:pt x="467125" y="332849"/>
                    </a:cubicBezTo>
                    <a:cubicBezTo>
                      <a:pt x="387466" y="332849"/>
                      <a:pt x="322938" y="397433"/>
                      <a:pt x="322938" y="476831"/>
                    </a:cubicBezTo>
                    <a:cubicBezTo>
                      <a:pt x="322938" y="504383"/>
                      <a:pt x="330651" y="530158"/>
                      <a:pt x="344002" y="551933"/>
                    </a:cubicBezTo>
                    <a:cubicBezTo>
                      <a:pt x="345485" y="554303"/>
                      <a:pt x="348156" y="557118"/>
                      <a:pt x="343260" y="561265"/>
                    </a:cubicBezTo>
                    <a:cubicBezTo>
                      <a:pt x="306768" y="588373"/>
                      <a:pt x="279622" y="601853"/>
                      <a:pt x="262860" y="601853"/>
                    </a:cubicBezTo>
                    <a:cubicBezTo>
                      <a:pt x="210199" y="601853"/>
                      <a:pt x="0" y="442613"/>
                      <a:pt x="0" y="272856"/>
                    </a:cubicBezTo>
                    <a:cubicBezTo>
                      <a:pt x="0" y="270930"/>
                      <a:pt x="2670" y="97322"/>
                      <a:pt x="3263" y="93766"/>
                    </a:cubicBezTo>
                    <a:cubicBezTo>
                      <a:pt x="5192" y="79694"/>
                      <a:pt x="11719" y="80731"/>
                      <a:pt x="15872" y="80879"/>
                    </a:cubicBezTo>
                    <a:cubicBezTo>
                      <a:pt x="50584" y="82509"/>
                      <a:pt x="87669" y="84582"/>
                      <a:pt x="126386" y="73473"/>
                    </a:cubicBezTo>
                    <a:cubicBezTo>
                      <a:pt x="195068" y="53623"/>
                      <a:pt x="240312" y="0"/>
                      <a:pt x="262860" y="0"/>
                    </a:cubicBezTo>
                    <a:close/>
                  </a:path>
                </a:pathLst>
              </a:custGeom>
              <a:solidFill>
                <a:srgbClr val="AE3637"/>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21" name="íṡļídé">
                <a:extLst>
                  <a:ext uri="{FF2B5EF4-FFF2-40B4-BE49-F238E27FC236}">
                    <a16:creationId xmlns:a16="http://schemas.microsoft.com/office/drawing/2014/main" id="{921D2456-A6A6-43F5-AD86-0A010D24A2F0}"/>
                  </a:ext>
                </a:extLst>
              </p:cNvPr>
              <p:cNvSpPr txBox="1"/>
              <p:nvPr/>
            </p:nvSpPr>
            <p:spPr>
              <a:xfrm>
                <a:off x="8139693" y="2839694"/>
                <a:ext cx="186069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16" name="îṩľïḓe"/>
              <p:cNvSpPr/>
              <p:nvPr/>
            </p:nvSpPr>
            <p:spPr>
              <a:xfrm>
                <a:off x="8614398" y="1766490"/>
                <a:ext cx="911286" cy="911286"/>
              </a:xfrm>
              <a:prstGeom prst="ellipse">
                <a:avLst/>
              </a:prstGeom>
              <a:solidFill>
                <a:schemeClr val="bg1"/>
              </a:solidFill>
              <a:ln w="12700">
                <a:solidFill>
                  <a:srgbClr val="AE3637"/>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17" name="ï$ľiḑé"/>
              <p:cNvSpPr/>
              <p:nvPr/>
            </p:nvSpPr>
            <p:spPr>
              <a:xfrm>
                <a:off x="8856791" y="2049375"/>
                <a:ext cx="426499" cy="345516"/>
              </a:xfrm>
              <a:custGeom>
                <a:avLst/>
                <a:gdLst>
                  <a:gd name="connsiteX0" fmla="*/ 16411 w 608731"/>
                  <a:gd name="connsiteY0" fmla="*/ 453912 h 493146"/>
                  <a:gd name="connsiteX1" fmla="*/ 586924 w 608731"/>
                  <a:gd name="connsiteY1" fmla="*/ 453912 h 493146"/>
                  <a:gd name="connsiteX2" fmla="*/ 603335 w 608731"/>
                  <a:gd name="connsiteY2" fmla="*/ 470291 h 493146"/>
                  <a:gd name="connsiteX3" fmla="*/ 603335 w 608731"/>
                  <a:gd name="connsiteY3" fmla="*/ 476842 h 493146"/>
                  <a:gd name="connsiteX4" fmla="*/ 586924 w 608731"/>
                  <a:gd name="connsiteY4" fmla="*/ 493146 h 493146"/>
                  <a:gd name="connsiteX5" fmla="*/ 16411 w 608731"/>
                  <a:gd name="connsiteY5" fmla="*/ 493146 h 493146"/>
                  <a:gd name="connsiteX6" fmla="*/ 0 w 608731"/>
                  <a:gd name="connsiteY6" fmla="*/ 476842 h 493146"/>
                  <a:gd name="connsiteX7" fmla="*/ 0 w 608731"/>
                  <a:gd name="connsiteY7" fmla="*/ 470291 h 493146"/>
                  <a:gd name="connsiteX8" fmla="*/ 16411 w 608731"/>
                  <a:gd name="connsiteY8" fmla="*/ 453912 h 493146"/>
                  <a:gd name="connsiteX9" fmla="*/ 327127 w 608731"/>
                  <a:gd name="connsiteY9" fmla="*/ 87 h 493146"/>
                  <a:gd name="connsiteX10" fmla="*/ 338514 w 608731"/>
                  <a:gd name="connsiteY10" fmla="*/ 10608 h 493146"/>
                  <a:gd name="connsiteX11" fmla="*/ 375068 w 608731"/>
                  <a:gd name="connsiteY11" fmla="*/ 199358 h 493146"/>
                  <a:gd name="connsiteX12" fmla="*/ 451312 w 608731"/>
                  <a:gd name="connsiteY12" fmla="*/ 149080 h 493146"/>
                  <a:gd name="connsiteX13" fmla="*/ 471678 w 608731"/>
                  <a:gd name="connsiteY13" fmla="*/ 160029 h 493146"/>
                  <a:gd name="connsiteX14" fmla="*/ 471678 w 608731"/>
                  <a:gd name="connsiteY14" fmla="*/ 266918 h 493146"/>
                  <a:gd name="connsiteX15" fmla="*/ 594622 w 608731"/>
                  <a:gd name="connsiteY15" fmla="*/ 257905 h 493146"/>
                  <a:gd name="connsiteX16" fmla="*/ 604768 w 608731"/>
                  <a:gd name="connsiteY16" fmla="*/ 280326 h 493146"/>
                  <a:gd name="connsiteX17" fmla="*/ 496819 w 608731"/>
                  <a:gd name="connsiteY17" fmla="*/ 386544 h 493146"/>
                  <a:gd name="connsiteX18" fmla="*/ 564483 w 608731"/>
                  <a:gd name="connsiteY18" fmla="*/ 429002 h 493146"/>
                  <a:gd name="connsiteX19" fmla="*/ 437809 w 608731"/>
                  <a:gd name="connsiteY19" fmla="*/ 429002 h 493146"/>
                  <a:gd name="connsiteX20" fmla="*/ 401851 w 608731"/>
                  <a:gd name="connsiteY20" fmla="*/ 406432 h 493146"/>
                  <a:gd name="connsiteX21" fmla="*/ 472946 w 608731"/>
                  <a:gd name="connsiteY21" fmla="*/ 336415 h 493146"/>
                  <a:gd name="connsiteX22" fmla="*/ 388422 w 608731"/>
                  <a:gd name="connsiteY22" fmla="*/ 342597 h 493146"/>
                  <a:gd name="connsiteX23" fmla="*/ 388422 w 608731"/>
                  <a:gd name="connsiteY23" fmla="*/ 272579 h 493146"/>
                  <a:gd name="connsiteX24" fmla="*/ 336872 w 608731"/>
                  <a:gd name="connsiteY24" fmla="*/ 306545 h 493146"/>
                  <a:gd name="connsiteX25" fmla="*/ 313149 w 608731"/>
                  <a:gd name="connsiteY25" fmla="*/ 184088 h 493146"/>
                  <a:gd name="connsiteX26" fmla="*/ 263688 w 608731"/>
                  <a:gd name="connsiteY26" fmla="*/ 295223 h 493146"/>
                  <a:gd name="connsiteX27" fmla="*/ 185356 w 608731"/>
                  <a:gd name="connsiteY27" fmla="*/ 240699 h 493146"/>
                  <a:gd name="connsiteX28" fmla="*/ 209079 w 608731"/>
                  <a:gd name="connsiteY28" fmla="*/ 345651 h 493146"/>
                  <a:gd name="connsiteX29" fmla="*/ 142087 w 608731"/>
                  <a:gd name="connsiteY29" fmla="*/ 360101 h 493146"/>
                  <a:gd name="connsiteX30" fmla="*/ 190503 w 608731"/>
                  <a:gd name="connsiteY30" fmla="*/ 402261 h 493146"/>
                  <a:gd name="connsiteX31" fmla="*/ 156560 w 608731"/>
                  <a:gd name="connsiteY31" fmla="*/ 429002 h 493146"/>
                  <a:gd name="connsiteX32" fmla="*/ 36824 w 608731"/>
                  <a:gd name="connsiteY32" fmla="*/ 429002 h 493146"/>
                  <a:gd name="connsiteX33" fmla="*/ 100608 w 608731"/>
                  <a:gd name="connsiteY33" fmla="*/ 378798 h 493146"/>
                  <a:gd name="connsiteX34" fmla="*/ 29513 w 608731"/>
                  <a:gd name="connsiteY34" fmla="*/ 316899 h 493146"/>
                  <a:gd name="connsiteX35" fmla="*/ 35332 w 608731"/>
                  <a:gd name="connsiteY35" fmla="*/ 294180 h 493146"/>
                  <a:gd name="connsiteX36" fmla="*/ 135373 w 608731"/>
                  <a:gd name="connsiteY36" fmla="*/ 272654 h 493146"/>
                  <a:gd name="connsiteX37" fmla="*/ 98370 w 608731"/>
                  <a:gd name="connsiteY37" fmla="*/ 108782 h 493146"/>
                  <a:gd name="connsiteX38" fmla="*/ 118662 w 608731"/>
                  <a:gd name="connsiteY38" fmla="*/ 95151 h 493146"/>
                  <a:gd name="connsiteX39" fmla="*/ 237801 w 608731"/>
                  <a:gd name="connsiteY39" fmla="*/ 178129 h 493146"/>
                  <a:gd name="connsiteX40" fmla="*/ 313671 w 608731"/>
                  <a:gd name="connsiteY40" fmla="*/ 7777 h 493146"/>
                  <a:gd name="connsiteX41" fmla="*/ 327127 w 608731"/>
                  <a:gd name="connsiteY41" fmla="*/ 87 h 49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08731" h="493146">
                    <a:moveTo>
                      <a:pt x="16411" y="453912"/>
                    </a:moveTo>
                    <a:lnTo>
                      <a:pt x="586924" y="453912"/>
                    </a:lnTo>
                    <a:cubicBezTo>
                      <a:pt x="596025" y="453912"/>
                      <a:pt x="603335" y="461208"/>
                      <a:pt x="603335" y="470291"/>
                    </a:cubicBezTo>
                    <a:lnTo>
                      <a:pt x="603335" y="476842"/>
                    </a:lnTo>
                    <a:cubicBezTo>
                      <a:pt x="603335" y="485850"/>
                      <a:pt x="596025" y="493146"/>
                      <a:pt x="586924" y="493146"/>
                    </a:cubicBezTo>
                    <a:lnTo>
                      <a:pt x="16411" y="493146"/>
                    </a:lnTo>
                    <a:cubicBezTo>
                      <a:pt x="7310" y="493146"/>
                      <a:pt x="0" y="485850"/>
                      <a:pt x="0" y="476842"/>
                    </a:cubicBezTo>
                    <a:lnTo>
                      <a:pt x="0" y="470291"/>
                    </a:lnTo>
                    <a:cubicBezTo>
                      <a:pt x="0" y="461208"/>
                      <a:pt x="7310" y="453912"/>
                      <a:pt x="16411" y="453912"/>
                    </a:cubicBezTo>
                    <a:close/>
                    <a:moveTo>
                      <a:pt x="327127" y="87"/>
                    </a:moveTo>
                    <a:cubicBezTo>
                      <a:pt x="332378" y="683"/>
                      <a:pt x="337283" y="4314"/>
                      <a:pt x="338514" y="10608"/>
                    </a:cubicBezTo>
                    <a:lnTo>
                      <a:pt x="375068" y="199358"/>
                    </a:lnTo>
                    <a:lnTo>
                      <a:pt x="451312" y="149080"/>
                    </a:lnTo>
                    <a:cubicBezTo>
                      <a:pt x="460040" y="143344"/>
                      <a:pt x="471678" y="149601"/>
                      <a:pt x="471678" y="160029"/>
                    </a:cubicBezTo>
                    <a:lnTo>
                      <a:pt x="471678" y="266918"/>
                    </a:lnTo>
                    <a:lnTo>
                      <a:pt x="594622" y="257905"/>
                    </a:lnTo>
                    <a:cubicBezTo>
                      <a:pt x="606782" y="257011"/>
                      <a:pt x="613496" y="271760"/>
                      <a:pt x="604768" y="280326"/>
                    </a:cubicBezTo>
                    <a:lnTo>
                      <a:pt x="496819" y="386544"/>
                    </a:lnTo>
                    <a:lnTo>
                      <a:pt x="564483" y="429002"/>
                    </a:lnTo>
                    <a:lnTo>
                      <a:pt x="437809" y="429002"/>
                    </a:lnTo>
                    <a:lnTo>
                      <a:pt x="401851" y="406432"/>
                    </a:lnTo>
                    <a:lnTo>
                      <a:pt x="472946" y="336415"/>
                    </a:lnTo>
                    <a:lnTo>
                      <a:pt x="388422" y="342597"/>
                    </a:lnTo>
                    <a:lnTo>
                      <a:pt x="388422" y="272579"/>
                    </a:lnTo>
                    <a:lnTo>
                      <a:pt x="336872" y="306545"/>
                    </a:lnTo>
                    <a:lnTo>
                      <a:pt x="313149" y="184088"/>
                    </a:lnTo>
                    <a:lnTo>
                      <a:pt x="263688" y="295223"/>
                    </a:lnTo>
                    <a:lnTo>
                      <a:pt x="185356" y="240699"/>
                    </a:lnTo>
                    <a:lnTo>
                      <a:pt x="209079" y="345651"/>
                    </a:lnTo>
                    <a:lnTo>
                      <a:pt x="142087" y="360101"/>
                    </a:lnTo>
                    <a:lnTo>
                      <a:pt x="190503" y="402261"/>
                    </a:lnTo>
                    <a:lnTo>
                      <a:pt x="156560" y="429002"/>
                    </a:lnTo>
                    <a:lnTo>
                      <a:pt x="36824" y="429002"/>
                    </a:lnTo>
                    <a:lnTo>
                      <a:pt x="100608" y="378798"/>
                    </a:lnTo>
                    <a:lnTo>
                      <a:pt x="29513" y="316899"/>
                    </a:lnTo>
                    <a:cubicBezTo>
                      <a:pt x="21381" y="309748"/>
                      <a:pt x="24813" y="296489"/>
                      <a:pt x="35332" y="294180"/>
                    </a:cubicBezTo>
                    <a:lnTo>
                      <a:pt x="135373" y="272654"/>
                    </a:lnTo>
                    <a:lnTo>
                      <a:pt x="98370" y="108782"/>
                    </a:lnTo>
                    <a:cubicBezTo>
                      <a:pt x="95759" y="97088"/>
                      <a:pt x="108889" y="88298"/>
                      <a:pt x="118662" y="95151"/>
                    </a:cubicBezTo>
                    <a:lnTo>
                      <a:pt x="237801" y="178129"/>
                    </a:lnTo>
                    <a:lnTo>
                      <a:pt x="313671" y="7777"/>
                    </a:lnTo>
                    <a:cubicBezTo>
                      <a:pt x="316282" y="1930"/>
                      <a:pt x="321877" y="-509"/>
                      <a:pt x="327127" y="87"/>
                    </a:cubicBezTo>
                    <a:close/>
                  </a:path>
                </a:pathLst>
              </a:custGeom>
              <a:solidFill>
                <a:srgbClr val="AE3637"/>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cxnSp>
            <p:nvCxnSpPr>
              <p:cNvPr id="18" name="直接连接符 17"/>
              <p:cNvCxnSpPr/>
              <p:nvPr/>
            </p:nvCxnSpPr>
            <p:spPr>
              <a:xfrm>
                <a:off x="3083537" y="3025507"/>
                <a:ext cx="0" cy="2299291"/>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478138" y="3025507"/>
                <a:ext cx="0" cy="2299291"/>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872739" y="3025507"/>
                <a:ext cx="0" cy="2299291"/>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32" name="TextBox 13"/>
            <p:cNvSpPr txBox="1"/>
            <p:nvPr/>
          </p:nvSpPr>
          <p:spPr>
            <a:xfrm>
              <a:off x="1844809" y="3694113"/>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4" name="TextBox 13"/>
            <p:cNvSpPr txBox="1"/>
            <p:nvPr/>
          </p:nvSpPr>
          <p:spPr>
            <a:xfrm>
              <a:off x="6713481" y="3694113"/>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6" name="TextBox 13"/>
            <p:cNvSpPr txBox="1"/>
            <p:nvPr/>
          </p:nvSpPr>
          <p:spPr>
            <a:xfrm>
              <a:off x="4279145" y="3694113"/>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7" name="TextBox 13"/>
            <p:cNvSpPr txBox="1"/>
            <p:nvPr/>
          </p:nvSpPr>
          <p:spPr>
            <a:xfrm>
              <a:off x="9147817" y="3694113"/>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grpSp>
      <p:sp>
        <p:nvSpPr>
          <p:cNvPr id="38" name="任意多边形 37"/>
          <p:cNvSpPr/>
          <p:nvPr/>
        </p:nvSpPr>
        <p:spPr>
          <a:xfrm>
            <a:off x="4821138" y="6605180"/>
            <a:ext cx="3812836" cy="252820"/>
          </a:xfrm>
          <a:custGeom>
            <a:avLst/>
            <a:gdLst>
              <a:gd name="connsiteX0" fmla="*/ 1695634 w 3812836"/>
              <a:gd name="connsiteY0" fmla="*/ 1689 h 566196"/>
              <a:gd name="connsiteX1" fmla="*/ 3811395 w 3812836"/>
              <a:gd name="connsiteY1" fmla="*/ 565932 h 566196"/>
              <a:gd name="connsiteX2" fmla="*/ 3812836 w 3812836"/>
              <a:gd name="connsiteY2" fmla="*/ 566196 h 566196"/>
              <a:gd name="connsiteX3" fmla="*/ 0 w 3812836"/>
              <a:gd name="connsiteY3" fmla="*/ 566196 h 566196"/>
              <a:gd name="connsiteX4" fmla="*/ 109991 w 3812836"/>
              <a:gd name="connsiteY4" fmla="*/ 500924 h 566196"/>
              <a:gd name="connsiteX5" fmla="*/ 1552170 w 3812836"/>
              <a:gd name="connsiteY5" fmla="*/ 1770 h 566196"/>
              <a:gd name="connsiteX6" fmla="*/ 1695634 w 3812836"/>
              <a:gd name="connsiteY6" fmla="*/ 1689 h 56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2836" h="566196">
                <a:moveTo>
                  <a:pt x="1695634" y="1689"/>
                </a:moveTo>
                <a:cubicBezTo>
                  <a:pt x="2339269" y="30989"/>
                  <a:pt x="3182181" y="433206"/>
                  <a:pt x="3811395" y="565932"/>
                </a:cubicBezTo>
                <a:lnTo>
                  <a:pt x="3812836" y="566196"/>
                </a:lnTo>
                <a:lnTo>
                  <a:pt x="0" y="566196"/>
                </a:lnTo>
                <a:lnTo>
                  <a:pt x="109991" y="500924"/>
                </a:lnTo>
                <a:cubicBezTo>
                  <a:pt x="521075" y="266576"/>
                  <a:pt x="1063473" y="26773"/>
                  <a:pt x="1552170" y="1770"/>
                </a:cubicBezTo>
                <a:cubicBezTo>
                  <a:pt x="1598713" y="-611"/>
                  <a:pt x="1646595" y="-544"/>
                  <a:pt x="1695634" y="1689"/>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任意多边形 38"/>
          <p:cNvSpPr/>
          <p:nvPr/>
        </p:nvSpPr>
        <p:spPr>
          <a:xfrm>
            <a:off x="8633974" y="6605179"/>
            <a:ext cx="3092805" cy="297701"/>
          </a:xfrm>
          <a:custGeom>
            <a:avLst/>
            <a:gdLst>
              <a:gd name="connsiteX0" fmla="*/ 2747817 w 3205101"/>
              <a:gd name="connsiteY0" fmla="*/ 138 h 485620"/>
              <a:gd name="connsiteX1" fmla="*/ 2879154 w 3205101"/>
              <a:gd name="connsiteY1" fmla="*/ 4321 h 485620"/>
              <a:gd name="connsiteX2" fmla="*/ 3132980 w 3205101"/>
              <a:gd name="connsiteY2" fmla="*/ 43267 h 485620"/>
              <a:gd name="connsiteX3" fmla="*/ 3205101 w 3205101"/>
              <a:gd name="connsiteY3" fmla="*/ 61327 h 485620"/>
              <a:gd name="connsiteX4" fmla="*/ 3205101 w 3205101"/>
              <a:gd name="connsiteY4" fmla="*/ 485620 h 485620"/>
              <a:gd name="connsiteX5" fmla="*/ 0 w 3205101"/>
              <a:gd name="connsiteY5" fmla="*/ 485620 h 485620"/>
              <a:gd name="connsiteX6" fmla="*/ 156736 w 3205101"/>
              <a:gd name="connsiteY6" fmla="*/ 482303 h 485620"/>
              <a:gd name="connsiteX7" fmla="*/ 2747817 w 3205101"/>
              <a:gd name="connsiteY7" fmla="*/ 138 h 485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5101" h="485620">
                <a:moveTo>
                  <a:pt x="2747817" y="138"/>
                </a:moveTo>
                <a:cubicBezTo>
                  <a:pt x="2793524" y="-455"/>
                  <a:pt x="2837374" y="858"/>
                  <a:pt x="2879154" y="4321"/>
                </a:cubicBezTo>
                <a:cubicBezTo>
                  <a:pt x="2962714" y="11248"/>
                  <a:pt x="3048006" y="24616"/>
                  <a:pt x="3132980" y="43267"/>
                </a:cubicBezTo>
                <a:lnTo>
                  <a:pt x="3205101" y="61327"/>
                </a:lnTo>
                <a:lnTo>
                  <a:pt x="3205101" y="485620"/>
                </a:lnTo>
                <a:lnTo>
                  <a:pt x="0" y="485620"/>
                </a:lnTo>
                <a:lnTo>
                  <a:pt x="156736" y="482303"/>
                </a:lnTo>
                <a:cubicBezTo>
                  <a:pt x="958784" y="446584"/>
                  <a:pt x="2062209" y="9030"/>
                  <a:pt x="2747817" y="138"/>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任意多边形 39"/>
          <p:cNvSpPr/>
          <p:nvPr/>
        </p:nvSpPr>
        <p:spPr>
          <a:xfrm>
            <a:off x="797644" y="6605180"/>
            <a:ext cx="3320235" cy="252820"/>
          </a:xfrm>
          <a:custGeom>
            <a:avLst/>
            <a:gdLst>
              <a:gd name="connsiteX0" fmla="*/ 1074252 w 3320235"/>
              <a:gd name="connsiteY0" fmla="*/ 121 h 252820"/>
              <a:gd name="connsiteX1" fmla="*/ 3163008 w 3320235"/>
              <a:gd name="connsiteY1" fmla="*/ 249442 h 252820"/>
              <a:gd name="connsiteX2" fmla="*/ 3320235 w 3320235"/>
              <a:gd name="connsiteY2" fmla="*/ 252820 h 252820"/>
              <a:gd name="connsiteX3" fmla="*/ 0 w 3320235"/>
              <a:gd name="connsiteY3" fmla="*/ 252820 h 252820"/>
              <a:gd name="connsiteX4" fmla="*/ 119080 w 3320235"/>
              <a:gd name="connsiteY4" fmla="*/ 223667 h 252820"/>
              <a:gd name="connsiteX5" fmla="*/ 1074252 w 3320235"/>
              <a:gd name="connsiteY5" fmla="*/ 121 h 252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0235" h="252820">
                <a:moveTo>
                  <a:pt x="1074252" y="121"/>
                </a:moveTo>
                <a:cubicBezTo>
                  <a:pt x="1656143" y="-5940"/>
                  <a:pt x="2410404" y="218709"/>
                  <a:pt x="3163008" y="249442"/>
                </a:cubicBezTo>
                <a:lnTo>
                  <a:pt x="3320235" y="252820"/>
                </a:lnTo>
                <a:lnTo>
                  <a:pt x="0" y="252820"/>
                </a:lnTo>
                <a:lnTo>
                  <a:pt x="119080" y="223667"/>
                </a:lnTo>
                <a:cubicBezTo>
                  <a:pt x="412102" y="137313"/>
                  <a:pt x="658616" y="4451"/>
                  <a:pt x="1074252" y="121"/>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172246988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 calcmode="lin" valueType="num">
                                      <p:cBhvr>
                                        <p:cTn id="12" dur="500" fill="hold"/>
                                        <p:tgtEl>
                                          <p:spTgt spid="38"/>
                                        </p:tgtEl>
                                        <p:attrNameLst>
                                          <p:attrName>ppt_w</p:attrName>
                                        </p:attrNameLst>
                                      </p:cBhvr>
                                      <p:tavLst>
                                        <p:tav tm="0">
                                          <p:val>
                                            <p:fltVal val="0"/>
                                          </p:val>
                                        </p:tav>
                                        <p:tav tm="100000">
                                          <p:val>
                                            <p:strVal val="#ppt_w"/>
                                          </p:val>
                                        </p:tav>
                                      </p:tavLst>
                                    </p:anim>
                                    <p:anim calcmode="lin" valueType="num">
                                      <p:cBhvr>
                                        <p:cTn id="13" dur="500" fill="hold"/>
                                        <p:tgtEl>
                                          <p:spTgt spid="38"/>
                                        </p:tgtEl>
                                        <p:attrNameLst>
                                          <p:attrName>ppt_h</p:attrName>
                                        </p:attrNameLst>
                                      </p:cBhvr>
                                      <p:tavLst>
                                        <p:tav tm="0">
                                          <p:val>
                                            <p:fltVal val="0"/>
                                          </p:val>
                                        </p:tav>
                                        <p:tav tm="100000">
                                          <p:val>
                                            <p:strVal val="#ppt_h"/>
                                          </p:val>
                                        </p:tav>
                                      </p:tavLst>
                                    </p:anim>
                                    <p:animEffect transition="in" filter="fade">
                                      <p:cBhvr>
                                        <p:cTn id="14" dur="500"/>
                                        <p:tgtEl>
                                          <p:spTgt spid="3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 calcmode="lin" valueType="num">
                                      <p:cBhvr>
                                        <p:cTn id="17" dur="500" fill="hold"/>
                                        <p:tgtEl>
                                          <p:spTgt spid="39"/>
                                        </p:tgtEl>
                                        <p:attrNameLst>
                                          <p:attrName>ppt_w</p:attrName>
                                        </p:attrNameLst>
                                      </p:cBhvr>
                                      <p:tavLst>
                                        <p:tav tm="0">
                                          <p:val>
                                            <p:fltVal val="0"/>
                                          </p:val>
                                        </p:tav>
                                        <p:tav tm="100000">
                                          <p:val>
                                            <p:strVal val="#ppt_w"/>
                                          </p:val>
                                        </p:tav>
                                      </p:tavLst>
                                    </p:anim>
                                    <p:anim calcmode="lin" valueType="num">
                                      <p:cBhvr>
                                        <p:cTn id="18" dur="500" fill="hold"/>
                                        <p:tgtEl>
                                          <p:spTgt spid="39"/>
                                        </p:tgtEl>
                                        <p:attrNameLst>
                                          <p:attrName>ppt_h</p:attrName>
                                        </p:attrNameLst>
                                      </p:cBhvr>
                                      <p:tavLst>
                                        <p:tav tm="0">
                                          <p:val>
                                            <p:fltVal val="0"/>
                                          </p:val>
                                        </p:tav>
                                        <p:tav tm="100000">
                                          <p:val>
                                            <p:strVal val="#ppt_h"/>
                                          </p:val>
                                        </p:tav>
                                      </p:tavLst>
                                    </p:anim>
                                    <p:animEffect transition="in" filter="fade">
                                      <p:cBhvr>
                                        <p:cTn id="19" dur="500"/>
                                        <p:tgtEl>
                                          <p:spTgt spid="3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p:cTn id="22" dur="500" fill="hold"/>
                                        <p:tgtEl>
                                          <p:spTgt spid="40"/>
                                        </p:tgtEl>
                                        <p:attrNameLst>
                                          <p:attrName>ppt_w</p:attrName>
                                        </p:attrNameLst>
                                      </p:cBhvr>
                                      <p:tavLst>
                                        <p:tav tm="0">
                                          <p:val>
                                            <p:fltVal val="0"/>
                                          </p:val>
                                        </p:tav>
                                        <p:tav tm="100000">
                                          <p:val>
                                            <p:strVal val="#ppt_w"/>
                                          </p:val>
                                        </p:tav>
                                      </p:tavLst>
                                    </p:anim>
                                    <p:anim calcmode="lin" valueType="num">
                                      <p:cBhvr>
                                        <p:cTn id="23" dur="500" fill="hold"/>
                                        <p:tgtEl>
                                          <p:spTgt spid="40"/>
                                        </p:tgtEl>
                                        <p:attrNameLst>
                                          <p:attrName>ppt_h</p:attrName>
                                        </p:attrNameLst>
                                      </p:cBhvr>
                                      <p:tavLst>
                                        <p:tav tm="0">
                                          <p:val>
                                            <p:fltVal val="0"/>
                                          </p:val>
                                        </p:tav>
                                        <p:tav tm="100000">
                                          <p:val>
                                            <p:strVal val="#ppt_h"/>
                                          </p:val>
                                        </p:tav>
                                      </p:tavLst>
                                    </p:anim>
                                    <p:animEffect transition="in" filter="fade">
                                      <p:cBhvr>
                                        <p:cTn id="2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25838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1" y="1954498"/>
            <a:ext cx="10858499" cy="2896134"/>
            <a:chOff x="660401" y="1954498"/>
            <a:chExt cx="10858499" cy="2896134"/>
          </a:xfrm>
        </p:grpSpPr>
        <p:sp>
          <p:nvSpPr>
            <p:cNvPr id="4" name="í$ļiḓe"/>
            <p:cNvSpPr/>
            <p:nvPr/>
          </p:nvSpPr>
          <p:spPr bwMode="auto">
            <a:xfrm>
              <a:off x="660401" y="2575858"/>
              <a:ext cx="10858499" cy="2112682"/>
            </a:xfrm>
            <a:custGeom>
              <a:avLst/>
              <a:gdLst>
                <a:gd name="connsiteX0" fmla="*/ 1046871 w 10858499"/>
                <a:gd name="connsiteY0" fmla="*/ 0 h 2112682"/>
                <a:gd name="connsiteX1" fmla="*/ 2085811 w 10858499"/>
                <a:gd name="connsiteY1" fmla="*/ 1056341 h 2112682"/>
                <a:gd name="connsiteX2" fmla="*/ 2079702 w 10858499"/>
                <a:gd name="connsiteY2" fmla="*/ 1056341 h 2112682"/>
                <a:gd name="connsiteX3" fmla="*/ 2793477 w 10858499"/>
                <a:gd name="connsiteY3" fmla="*/ 1784576 h 2112682"/>
                <a:gd name="connsiteX4" fmla="*/ 3515184 w 10858499"/>
                <a:gd name="connsiteY4" fmla="*/ 1056341 h 2112682"/>
                <a:gd name="connsiteX5" fmla="*/ 3514157 w 10858499"/>
                <a:gd name="connsiteY5" fmla="*/ 1056341 h 2112682"/>
                <a:gd name="connsiteX6" fmla="*/ 3509076 w 10858499"/>
                <a:gd name="connsiteY6" fmla="*/ 1056341 h 2112682"/>
                <a:gd name="connsiteX7" fmla="*/ 4555946 w 10858499"/>
                <a:gd name="connsiteY7" fmla="*/ 0 h 2112682"/>
                <a:gd name="connsiteX8" fmla="*/ 5594886 w 10858499"/>
                <a:gd name="connsiteY8" fmla="*/ 1056341 h 2112682"/>
                <a:gd name="connsiteX9" fmla="*/ 5588778 w 10858499"/>
                <a:gd name="connsiteY9" fmla="*/ 1056341 h 2112682"/>
                <a:gd name="connsiteX10" fmla="*/ 6302553 w 10858499"/>
                <a:gd name="connsiteY10" fmla="*/ 1784576 h 2112682"/>
                <a:gd name="connsiteX11" fmla="*/ 7024260 w 10858499"/>
                <a:gd name="connsiteY11" fmla="*/ 1056341 h 2112682"/>
                <a:gd name="connsiteX12" fmla="*/ 7023232 w 10858499"/>
                <a:gd name="connsiteY12" fmla="*/ 1056341 h 2112682"/>
                <a:gd name="connsiteX13" fmla="*/ 7018151 w 10858499"/>
                <a:gd name="connsiteY13" fmla="*/ 1056341 h 2112682"/>
                <a:gd name="connsiteX14" fmla="*/ 8065022 w 10858499"/>
                <a:gd name="connsiteY14" fmla="*/ 0 h 2112682"/>
                <a:gd name="connsiteX15" fmla="*/ 9103962 w 10858499"/>
                <a:gd name="connsiteY15" fmla="*/ 1056341 h 2112682"/>
                <a:gd name="connsiteX16" fmla="*/ 9097852 w 10858499"/>
                <a:gd name="connsiteY16" fmla="*/ 1056341 h 2112682"/>
                <a:gd name="connsiteX17" fmla="*/ 9811628 w 10858499"/>
                <a:gd name="connsiteY17" fmla="*/ 1784576 h 2112682"/>
                <a:gd name="connsiteX18" fmla="*/ 10533335 w 10858499"/>
                <a:gd name="connsiteY18" fmla="*/ 1056341 h 2112682"/>
                <a:gd name="connsiteX19" fmla="*/ 10858499 w 10858499"/>
                <a:gd name="connsiteY19" fmla="*/ 1056341 h 2112682"/>
                <a:gd name="connsiteX20" fmla="*/ 9811628 w 10858499"/>
                <a:gd name="connsiteY20" fmla="*/ 2112682 h 2112682"/>
                <a:gd name="connsiteX21" fmla="*/ 8772688 w 10858499"/>
                <a:gd name="connsiteY21" fmla="*/ 1056341 h 2112682"/>
                <a:gd name="connsiteX22" fmla="*/ 8777769 w 10858499"/>
                <a:gd name="connsiteY22" fmla="*/ 1056341 h 2112682"/>
                <a:gd name="connsiteX23" fmla="*/ 8778797 w 10858499"/>
                <a:gd name="connsiteY23" fmla="*/ 1056341 h 2112682"/>
                <a:gd name="connsiteX24" fmla="*/ 8065022 w 10858499"/>
                <a:gd name="connsiteY24" fmla="*/ 330611 h 2112682"/>
                <a:gd name="connsiteX25" fmla="*/ 7343316 w 10858499"/>
                <a:gd name="connsiteY25" fmla="*/ 1056341 h 2112682"/>
                <a:gd name="connsiteX26" fmla="*/ 7349424 w 10858499"/>
                <a:gd name="connsiteY26" fmla="*/ 1056341 h 2112682"/>
                <a:gd name="connsiteX27" fmla="*/ 6302553 w 10858499"/>
                <a:gd name="connsiteY27" fmla="*/ 2112682 h 2112682"/>
                <a:gd name="connsiteX28" fmla="*/ 5263613 w 10858499"/>
                <a:gd name="connsiteY28" fmla="*/ 1056341 h 2112682"/>
                <a:gd name="connsiteX29" fmla="*/ 5268694 w 10858499"/>
                <a:gd name="connsiteY29" fmla="*/ 1056341 h 2112682"/>
                <a:gd name="connsiteX30" fmla="*/ 5269722 w 10858499"/>
                <a:gd name="connsiteY30" fmla="*/ 1056341 h 2112682"/>
                <a:gd name="connsiteX31" fmla="*/ 4555946 w 10858499"/>
                <a:gd name="connsiteY31" fmla="*/ 330611 h 2112682"/>
                <a:gd name="connsiteX32" fmla="*/ 3834240 w 10858499"/>
                <a:gd name="connsiteY32" fmla="*/ 1056341 h 2112682"/>
                <a:gd name="connsiteX33" fmla="*/ 3840348 w 10858499"/>
                <a:gd name="connsiteY33" fmla="*/ 1056341 h 2112682"/>
                <a:gd name="connsiteX34" fmla="*/ 2793477 w 10858499"/>
                <a:gd name="connsiteY34" fmla="*/ 2112682 h 2112682"/>
                <a:gd name="connsiteX35" fmla="*/ 1754538 w 10858499"/>
                <a:gd name="connsiteY35" fmla="*/ 1056341 h 2112682"/>
                <a:gd name="connsiteX36" fmla="*/ 1759618 w 10858499"/>
                <a:gd name="connsiteY36" fmla="*/ 1056341 h 2112682"/>
                <a:gd name="connsiteX37" fmla="*/ 1760646 w 10858499"/>
                <a:gd name="connsiteY37" fmla="*/ 1056341 h 2112682"/>
                <a:gd name="connsiteX38" fmla="*/ 1046871 w 10858499"/>
                <a:gd name="connsiteY38" fmla="*/ 330611 h 2112682"/>
                <a:gd name="connsiteX39" fmla="*/ 325164 w 10858499"/>
                <a:gd name="connsiteY39" fmla="*/ 1056341 h 2112682"/>
                <a:gd name="connsiteX40" fmla="*/ 0 w 10858499"/>
                <a:gd name="connsiteY40" fmla="*/ 1056341 h 2112682"/>
                <a:gd name="connsiteX41" fmla="*/ 1046871 w 10858499"/>
                <a:gd name="connsiteY41" fmla="*/ 0 h 211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858499" h="2112682">
                  <a:moveTo>
                    <a:pt x="1046871" y="0"/>
                  </a:moveTo>
                  <a:cubicBezTo>
                    <a:pt x="1617891" y="0"/>
                    <a:pt x="2085811" y="475757"/>
                    <a:pt x="2085811" y="1056341"/>
                  </a:cubicBezTo>
                  <a:lnTo>
                    <a:pt x="2079702" y="1056341"/>
                  </a:lnTo>
                  <a:cubicBezTo>
                    <a:pt x="2079702" y="1456470"/>
                    <a:pt x="2396936" y="1784576"/>
                    <a:pt x="2793477" y="1784576"/>
                  </a:cubicBezTo>
                  <a:cubicBezTo>
                    <a:pt x="3190019" y="1784576"/>
                    <a:pt x="3515184" y="1456470"/>
                    <a:pt x="3515184" y="1056341"/>
                  </a:cubicBezTo>
                  <a:lnTo>
                    <a:pt x="3514157" y="1056341"/>
                  </a:lnTo>
                  <a:cubicBezTo>
                    <a:pt x="3509076" y="1056341"/>
                    <a:pt x="3509076" y="1056341"/>
                    <a:pt x="3509076" y="1056341"/>
                  </a:cubicBezTo>
                  <a:cubicBezTo>
                    <a:pt x="3509076" y="475757"/>
                    <a:pt x="3976995" y="0"/>
                    <a:pt x="4555946" y="0"/>
                  </a:cubicBezTo>
                  <a:cubicBezTo>
                    <a:pt x="5126967" y="0"/>
                    <a:pt x="5594886" y="475757"/>
                    <a:pt x="5594886" y="1056341"/>
                  </a:cubicBezTo>
                  <a:lnTo>
                    <a:pt x="5588778" y="1056341"/>
                  </a:lnTo>
                  <a:cubicBezTo>
                    <a:pt x="5588778" y="1456470"/>
                    <a:pt x="5906011" y="1784576"/>
                    <a:pt x="6302553" y="1784576"/>
                  </a:cubicBezTo>
                  <a:cubicBezTo>
                    <a:pt x="6699095" y="1784576"/>
                    <a:pt x="7024260" y="1456470"/>
                    <a:pt x="7024260" y="1056341"/>
                  </a:cubicBezTo>
                  <a:lnTo>
                    <a:pt x="7023232" y="1056341"/>
                  </a:lnTo>
                  <a:cubicBezTo>
                    <a:pt x="7018151" y="1056341"/>
                    <a:pt x="7018151" y="1056341"/>
                    <a:pt x="7018151" y="1056341"/>
                  </a:cubicBezTo>
                  <a:cubicBezTo>
                    <a:pt x="7018151" y="475757"/>
                    <a:pt x="7486071" y="0"/>
                    <a:pt x="8065022" y="0"/>
                  </a:cubicBezTo>
                  <a:cubicBezTo>
                    <a:pt x="8636042" y="0"/>
                    <a:pt x="9103962" y="475757"/>
                    <a:pt x="9103962" y="1056341"/>
                  </a:cubicBezTo>
                  <a:lnTo>
                    <a:pt x="9097852" y="1056341"/>
                  </a:lnTo>
                  <a:cubicBezTo>
                    <a:pt x="9097852" y="1456470"/>
                    <a:pt x="9415086" y="1784576"/>
                    <a:pt x="9811628" y="1784576"/>
                  </a:cubicBezTo>
                  <a:cubicBezTo>
                    <a:pt x="10208170" y="1784576"/>
                    <a:pt x="10533335" y="1456470"/>
                    <a:pt x="10533335" y="1056341"/>
                  </a:cubicBezTo>
                  <a:cubicBezTo>
                    <a:pt x="10533335" y="1056341"/>
                    <a:pt x="10533335" y="1056341"/>
                    <a:pt x="10858499" y="1056341"/>
                  </a:cubicBezTo>
                  <a:cubicBezTo>
                    <a:pt x="10858499" y="1640530"/>
                    <a:pt x="10390579" y="2112682"/>
                    <a:pt x="9811628" y="2112682"/>
                  </a:cubicBezTo>
                  <a:cubicBezTo>
                    <a:pt x="9240608" y="2112682"/>
                    <a:pt x="8772688" y="1640530"/>
                    <a:pt x="8772688" y="1056341"/>
                  </a:cubicBezTo>
                  <a:cubicBezTo>
                    <a:pt x="8772688" y="1056341"/>
                    <a:pt x="8772688" y="1056341"/>
                    <a:pt x="8777769" y="1056341"/>
                  </a:cubicBezTo>
                  <a:lnTo>
                    <a:pt x="8778797" y="1056341"/>
                  </a:lnTo>
                  <a:cubicBezTo>
                    <a:pt x="8778797" y="653158"/>
                    <a:pt x="8461564" y="330611"/>
                    <a:pt x="8065022" y="330611"/>
                  </a:cubicBezTo>
                  <a:cubicBezTo>
                    <a:pt x="7660549" y="330611"/>
                    <a:pt x="7343316" y="653158"/>
                    <a:pt x="7343316" y="1056341"/>
                  </a:cubicBezTo>
                  <a:lnTo>
                    <a:pt x="7349424" y="1056341"/>
                  </a:lnTo>
                  <a:cubicBezTo>
                    <a:pt x="7349424" y="1640530"/>
                    <a:pt x="6881505" y="2112682"/>
                    <a:pt x="6302553" y="2112682"/>
                  </a:cubicBezTo>
                  <a:cubicBezTo>
                    <a:pt x="5731533" y="2112682"/>
                    <a:pt x="5263613" y="1640530"/>
                    <a:pt x="5263613" y="1056341"/>
                  </a:cubicBezTo>
                  <a:cubicBezTo>
                    <a:pt x="5263613" y="1056341"/>
                    <a:pt x="5263613" y="1056341"/>
                    <a:pt x="5268694" y="1056341"/>
                  </a:cubicBezTo>
                  <a:lnTo>
                    <a:pt x="5269722" y="1056341"/>
                  </a:lnTo>
                  <a:cubicBezTo>
                    <a:pt x="5269722" y="653158"/>
                    <a:pt x="4952488" y="330611"/>
                    <a:pt x="4555946" y="330611"/>
                  </a:cubicBezTo>
                  <a:cubicBezTo>
                    <a:pt x="4151473" y="330611"/>
                    <a:pt x="3834240" y="653158"/>
                    <a:pt x="3834240" y="1056341"/>
                  </a:cubicBezTo>
                  <a:lnTo>
                    <a:pt x="3840348" y="1056341"/>
                  </a:lnTo>
                  <a:cubicBezTo>
                    <a:pt x="3840348" y="1640530"/>
                    <a:pt x="3372429" y="2112682"/>
                    <a:pt x="2793477" y="2112682"/>
                  </a:cubicBezTo>
                  <a:cubicBezTo>
                    <a:pt x="2222457" y="2112682"/>
                    <a:pt x="1754538" y="1640530"/>
                    <a:pt x="1754538" y="1056341"/>
                  </a:cubicBezTo>
                  <a:cubicBezTo>
                    <a:pt x="1754538" y="1056341"/>
                    <a:pt x="1754538" y="1056341"/>
                    <a:pt x="1759618" y="1056341"/>
                  </a:cubicBezTo>
                  <a:lnTo>
                    <a:pt x="1760646" y="1056341"/>
                  </a:lnTo>
                  <a:cubicBezTo>
                    <a:pt x="1760646" y="653158"/>
                    <a:pt x="1443412" y="330611"/>
                    <a:pt x="1046871" y="330611"/>
                  </a:cubicBezTo>
                  <a:cubicBezTo>
                    <a:pt x="642398" y="330611"/>
                    <a:pt x="325164" y="653158"/>
                    <a:pt x="325164" y="1056341"/>
                  </a:cubicBezTo>
                  <a:cubicBezTo>
                    <a:pt x="0" y="1056341"/>
                    <a:pt x="0" y="1056341"/>
                    <a:pt x="0" y="1056341"/>
                  </a:cubicBezTo>
                  <a:cubicBezTo>
                    <a:pt x="0" y="475757"/>
                    <a:pt x="467919" y="0"/>
                    <a:pt x="1046871" y="0"/>
                  </a:cubicBezTo>
                  <a:close/>
                </a:path>
              </a:pathLst>
            </a:custGeom>
            <a:pattFill prst="dkUpDiag">
              <a:fgClr>
                <a:schemeClr val="bg1">
                  <a:lumMod val="95000"/>
                </a:schemeClr>
              </a:fgClr>
              <a:bgClr>
                <a:srgbClr val="AE3637"/>
              </a:bgClr>
            </a:pattFill>
            <a:ln>
              <a:solidFill>
                <a:schemeClr val="bg1">
                  <a:lumMod val="95000"/>
                </a:schemeClr>
              </a:solidFill>
            </a:ln>
          </p:spPr>
          <p:txBody>
            <a:bodyPr vert="horz" wrap="square" lIns="91440" tIns="45720" rIns="91440" bIns="45720" numCol="1" anchor="t" anchorCtr="0" compatLnSpc="1">
              <a:prstTxWarp prst="textNoShape">
                <a:avLst/>
              </a:prstTxWarp>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5" name="ïş1îdê"/>
            <p:cNvSpPr/>
            <p:nvPr/>
          </p:nvSpPr>
          <p:spPr>
            <a:xfrm>
              <a:off x="3135124" y="4205194"/>
              <a:ext cx="645438" cy="645438"/>
            </a:xfrm>
            <a:prstGeom prst="ellipse">
              <a:avLst/>
            </a:prstGeom>
            <a:solidFill>
              <a:schemeClr val="tx1">
                <a:lumMod val="50000"/>
                <a:lumOff val="50000"/>
              </a:schemeClr>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dirty="0">
                  <a:solidFill>
                    <a:schemeClr val="bg1"/>
                  </a:solidFill>
                  <a:cs typeface="+mn-ea"/>
                  <a:sym typeface="+mn-lt"/>
                </a:rPr>
                <a:t>02</a:t>
              </a:r>
              <a:endParaRPr lang="zh-CN" altLang="en-US" sz="2000" dirty="0">
                <a:solidFill>
                  <a:schemeClr val="bg1"/>
                </a:solidFill>
                <a:cs typeface="+mn-ea"/>
                <a:sym typeface="+mn-lt"/>
              </a:endParaRPr>
            </a:p>
          </p:txBody>
        </p:sp>
        <p:sp>
          <p:nvSpPr>
            <p:cNvPr id="6" name="íś1îḍè"/>
            <p:cNvSpPr/>
            <p:nvPr/>
          </p:nvSpPr>
          <p:spPr>
            <a:xfrm>
              <a:off x="6644200" y="4205194"/>
              <a:ext cx="645438" cy="645438"/>
            </a:xfrm>
            <a:prstGeom prst="ellipse">
              <a:avLst/>
            </a:prstGeom>
            <a:solidFill>
              <a:schemeClr val="tx1">
                <a:lumMod val="50000"/>
                <a:lumOff val="50000"/>
              </a:schemeClr>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dirty="0">
                  <a:solidFill>
                    <a:schemeClr val="bg1"/>
                  </a:solidFill>
                  <a:cs typeface="+mn-ea"/>
                  <a:sym typeface="+mn-lt"/>
                </a:rPr>
                <a:t>04</a:t>
              </a:r>
              <a:endParaRPr lang="zh-CN" altLang="en-US" sz="2000" dirty="0">
                <a:solidFill>
                  <a:schemeClr val="bg1"/>
                </a:solidFill>
                <a:cs typeface="+mn-ea"/>
                <a:sym typeface="+mn-lt"/>
              </a:endParaRPr>
            </a:p>
          </p:txBody>
        </p:sp>
        <p:sp>
          <p:nvSpPr>
            <p:cNvPr id="7" name="ïṡļïḍé"/>
            <p:cNvSpPr/>
            <p:nvPr/>
          </p:nvSpPr>
          <p:spPr>
            <a:xfrm>
              <a:off x="10153275" y="4205194"/>
              <a:ext cx="645438" cy="645438"/>
            </a:xfrm>
            <a:prstGeom prst="ellipse">
              <a:avLst/>
            </a:prstGeom>
            <a:solidFill>
              <a:schemeClr val="tx1">
                <a:lumMod val="50000"/>
                <a:lumOff val="50000"/>
              </a:schemeClr>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dirty="0">
                  <a:solidFill>
                    <a:schemeClr val="bg1"/>
                  </a:solidFill>
                  <a:cs typeface="+mn-ea"/>
                  <a:sym typeface="+mn-lt"/>
                </a:rPr>
                <a:t>06</a:t>
              </a:r>
              <a:endParaRPr lang="zh-CN" altLang="en-US" sz="2000" dirty="0">
                <a:solidFill>
                  <a:schemeClr val="bg1"/>
                </a:solidFill>
                <a:cs typeface="+mn-ea"/>
                <a:sym typeface="+mn-lt"/>
              </a:endParaRPr>
            </a:p>
          </p:txBody>
        </p:sp>
        <p:sp>
          <p:nvSpPr>
            <p:cNvPr id="8" name="îṩ1îḋè"/>
            <p:cNvSpPr/>
            <p:nvPr/>
          </p:nvSpPr>
          <p:spPr>
            <a:xfrm>
              <a:off x="1380586" y="2413768"/>
              <a:ext cx="645438" cy="645438"/>
            </a:xfrm>
            <a:prstGeom prst="ellipse">
              <a:avLst/>
            </a:prstGeom>
            <a:solidFill>
              <a:srgbClr val="AE3637"/>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dirty="0">
                  <a:solidFill>
                    <a:schemeClr val="bg1"/>
                  </a:solidFill>
                  <a:cs typeface="+mn-ea"/>
                  <a:sym typeface="+mn-lt"/>
                </a:rPr>
                <a:t>01</a:t>
              </a:r>
              <a:endParaRPr lang="zh-CN" altLang="en-US" sz="2000" dirty="0">
                <a:solidFill>
                  <a:schemeClr val="bg1"/>
                </a:solidFill>
                <a:cs typeface="+mn-ea"/>
                <a:sym typeface="+mn-lt"/>
              </a:endParaRPr>
            </a:p>
          </p:txBody>
        </p:sp>
        <p:sp>
          <p:nvSpPr>
            <p:cNvPr id="9" name="íṣḷiḋê"/>
            <p:cNvSpPr/>
            <p:nvPr/>
          </p:nvSpPr>
          <p:spPr>
            <a:xfrm>
              <a:off x="4889662" y="2413768"/>
              <a:ext cx="645438" cy="645438"/>
            </a:xfrm>
            <a:prstGeom prst="ellipse">
              <a:avLst/>
            </a:prstGeom>
            <a:solidFill>
              <a:srgbClr val="AE3637"/>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dirty="0">
                  <a:solidFill>
                    <a:schemeClr val="bg1"/>
                  </a:solidFill>
                  <a:cs typeface="+mn-ea"/>
                  <a:sym typeface="+mn-lt"/>
                </a:rPr>
                <a:t>03</a:t>
              </a:r>
              <a:endParaRPr lang="zh-CN" altLang="en-US" sz="2000" dirty="0">
                <a:solidFill>
                  <a:schemeClr val="bg1"/>
                </a:solidFill>
                <a:cs typeface="+mn-ea"/>
                <a:sym typeface="+mn-lt"/>
              </a:endParaRPr>
            </a:p>
          </p:txBody>
        </p:sp>
        <p:sp>
          <p:nvSpPr>
            <p:cNvPr id="10" name="iṡľîḓé"/>
            <p:cNvSpPr/>
            <p:nvPr/>
          </p:nvSpPr>
          <p:spPr>
            <a:xfrm>
              <a:off x="8398738" y="2413768"/>
              <a:ext cx="645438" cy="645438"/>
            </a:xfrm>
            <a:prstGeom prst="ellipse">
              <a:avLst/>
            </a:prstGeom>
            <a:solidFill>
              <a:srgbClr val="AE3637"/>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dirty="0">
                  <a:solidFill>
                    <a:schemeClr val="bg1"/>
                  </a:solidFill>
                  <a:cs typeface="+mn-ea"/>
                  <a:sym typeface="+mn-lt"/>
                </a:rPr>
                <a:t>05</a:t>
              </a:r>
              <a:endParaRPr lang="zh-CN" altLang="en-US" sz="2000" dirty="0">
                <a:solidFill>
                  <a:schemeClr val="bg1"/>
                </a:solidFill>
                <a:cs typeface="+mn-ea"/>
                <a:sym typeface="+mn-lt"/>
              </a:endParaRPr>
            </a:p>
          </p:txBody>
        </p:sp>
        <p:sp>
          <p:nvSpPr>
            <p:cNvPr id="27" name="ïṩḻîḍê">
              <a:extLst>
                <a:ext uri="{FF2B5EF4-FFF2-40B4-BE49-F238E27FC236}">
                  <a16:creationId xmlns:a16="http://schemas.microsoft.com/office/drawing/2014/main" id="{921D2456-A6A6-43F5-AD86-0A010D24A2F0}"/>
                </a:ext>
              </a:extLst>
            </p:cNvPr>
            <p:cNvSpPr txBox="1"/>
            <p:nvPr/>
          </p:nvSpPr>
          <p:spPr>
            <a:xfrm>
              <a:off x="826037" y="3592325"/>
              <a:ext cx="175453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25" name="iṩḷiḑè">
              <a:extLst>
                <a:ext uri="{FF2B5EF4-FFF2-40B4-BE49-F238E27FC236}">
                  <a16:creationId xmlns:a16="http://schemas.microsoft.com/office/drawing/2014/main" id="{921D2456-A6A6-43F5-AD86-0A010D24A2F0}"/>
                </a:ext>
              </a:extLst>
            </p:cNvPr>
            <p:cNvSpPr txBox="1"/>
            <p:nvPr/>
          </p:nvSpPr>
          <p:spPr>
            <a:xfrm>
              <a:off x="4335113" y="3592325"/>
              <a:ext cx="175453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23" name="iś1íḑe">
              <a:extLst>
                <a:ext uri="{FF2B5EF4-FFF2-40B4-BE49-F238E27FC236}">
                  <a16:creationId xmlns:a16="http://schemas.microsoft.com/office/drawing/2014/main" id="{921D2456-A6A6-43F5-AD86-0A010D24A2F0}"/>
                </a:ext>
              </a:extLst>
            </p:cNvPr>
            <p:cNvSpPr txBox="1"/>
            <p:nvPr/>
          </p:nvSpPr>
          <p:spPr>
            <a:xfrm>
              <a:off x="7844189" y="3592325"/>
              <a:ext cx="175453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21" name="îşḻiḋé">
              <a:extLst>
                <a:ext uri="{FF2B5EF4-FFF2-40B4-BE49-F238E27FC236}">
                  <a16:creationId xmlns:a16="http://schemas.microsoft.com/office/drawing/2014/main" id="{921D2456-A6A6-43F5-AD86-0A010D24A2F0}"/>
                </a:ext>
              </a:extLst>
            </p:cNvPr>
            <p:cNvSpPr txBox="1"/>
            <p:nvPr/>
          </p:nvSpPr>
          <p:spPr>
            <a:xfrm>
              <a:off x="2580575" y="1954498"/>
              <a:ext cx="175453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19" name="ïşḷiḑé">
              <a:extLst>
                <a:ext uri="{FF2B5EF4-FFF2-40B4-BE49-F238E27FC236}">
                  <a16:creationId xmlns:a16="http://schemas.microsoft.com/office/drawing/2014/main" id="{921D2456-A6A6-43F5-AD86-0A010D24A2F0}"/>
                </a:ext>
              </a:extLst>
            </p:cNvPr>
            <p:cNvSpPr txBox="1"/>
            <p:nvPr/>
          </p:nvSpPr>
          <p:spPr>
            <a:xfrm>
              <a:off x="6089651" y="1954498"/>
              <a:ext cx="175453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sp>
          <p:nvSpPr>
            <p:cNvPr id="17" name="ï$ḻíḍé">
              <a:extLst>
                <a:ext uri="{FF2B5EF4-FFF2-40B4-BE49-F238E27FC236}">
                  <a16:creationId xmlns:a16="http://schemas.microsoft.com/office/drawing/2014/main" id="{921D2456-A6A6-43F5-AD86-0A010D24A2F0}"/>
                </a:ext>
              </a:extLst>
            </p:cNvPr>
            <p:cNvSpPr txBox="1"/>
            <p:nvPr/>
          </p:nvSpPr>
          <p:spPr>
            <a:xfrm>
              <a:off x="9598726" y="1954498"/>
              <a:ext cx="1754537" cy="446696"/>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cs typeface="+mn-ea"/>
                  <a:sym typeface="+mn-lt"/>
                </a:rPr>
                <a:t>Text here</a:t>
              </a:r>
              <a:endParaRPr lang="id-ID" sz="1600" b="1" dirty="0">
                <a:cs typeface="+mn-ea"/>
                <a:sym typeface="+mn-lt"/>
              </a:endParaRPr>
            </a:p>
          </p:txBody>
        </p:sp>
      </p:grpSp>
      <p:grpSp>
        <p:nvGrpSpPr>
          <p:cNvPr id="18" name="组合 17"/>
          <p:cNvGrpSpPr/>
          <p:nvPr/>
        </p:nvGrpSpPr>
        <p:grpSpPr>
          <a:xfrm>
            <a:off x="465221" y="465582"/>
            <a:ext cx="1939496" cy="461018"/>
            <a:chOff x="6906997" y="4197923"/>
            <a:chExt cx="1939496" cy="461018"/>
          </a:xfrm>
        </p:grpSpPr>
        <p:sp>
          <p:nvSpPr>
            <p:cNvPr id="20" name="矩形 19"/>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sp>
        <p:nvSpPr>
          <p:cNvPr id="24" name="TextBox 13"/>
          <p:cNvSpPr txBox="1"/>
          <p:nvPr/>
        </p:nvSpPr>
        <p:spPr>
          <a:xfrm>
            <a:off x="954793" y="4044633"/>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26" name="TextBox 13"/>
          <p:cNvSpPr txBox="1"/>
          <p:nvPr/>
        </p:nvSpPr>
        <p:spPr>
          <a:xfrm>
            <a:off x="8001769" y="4044633"/>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28" name="TextBox 13"/>
          <p:cNvSpPr txBox="1"/>
          <p:nvPr/>
        </p:nvSpPr>
        <p:spPr>
          <a:xfrm>
            <a:off x="4478281" y="4044633"/>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0" name="TextBox 13"/>
          <p:cNvSpPr txBox="1"/>
          <p:nvPr/>
        </p:nvSpPr>
        <p:spPr>
          <a:xfrm>
            <a:off x="2716537" y="2392617"/>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1" name="TextBox 13"/>
          <p:cNvSpPr txBox="1"/>
          <p:nvPr/>
        </p:nvSpPr>
        <p:spPr>
          <a:xfrm>
            <a:off x="6218689" y="2392617"/>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2" name="TextBox 13"/>
          <p:cNvSpPr txBox="1"/>
          <p:nvPr/>
        </p:nvSpPr>
        <p:spPr>
          <a:xfrm>
            <a:off x="9720841" y="2392617"/>
            <a:ext cx="1568951" cy="1255728"/>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Tree>
    <p:extLst>
      <p:ext uri="{BB962C8B-B14F-4D97-AF65-F5344CB8AC3E}">
        <p14:creationId xmlns:p14="http://schemas.microsoft.com/office/powerpoint/2010/main" val="178402902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fill="hold"/>
                                        <p:tgtEl>
                                          <p:spTgt spid="3"/>
                                        </p:tgtEl>
                                        <p:attrNameLst>
                                          <p:attrName>ppt_x</p:attrName>
                                        </p:attrNameLst>
                                      </p:cBhvr>
                                      <p:tavLst>
                                        <p:tav tm="0">
                                          <p:val>
                                            <p:strVal val="#ppt_x"/>
                                          </p:val>
                                        </p:tav>
                                        <p:tav tm="100000">
                                          <p:val>
                                            <p:strVal val="#ppt_x"/>
                                          </p:val>
                                        </p:tav>
                                      </p:tavLst>
                                    </p:anim>
                                    <p:anim calcmode="lin" valueType="num">
                                      <p:cBhvr additive="base">
                                        <p:cTn id="8" dur="25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250" fill="hold"/>
                                        <p:tgtEl>
                                          <p:spTgt spid="24"/>
                                        </p:tgtEl>
                                        <p:attrNameLst>
                                          <p:attrName>ppt_x</p:attrName>
                                        </p:attrNameLst>
                                      </p:cBhvr>
                                      <p:tavLst>
                                        <p:tav tm="0">
                                          <p:val>
                                            <p:strVal val="#ppt_x"/>
                                          </p:val>
                                        </p:tav>
                                        <p:tav tm="100000">
                                          <p:val>
                                            <p:strVal val="#ppt_x"/>
                                          </p:val>
                                        </p:tav>
                                      </p:tavLst>
                                    </p:anim>
                                    <p:anim calcmode="lin" valueType="num">
                                      <p:cBhvr additive="base">
                                        <p:cTn id="12" dur="25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250" fill="hold"/>
                                        <p:tgtEl>
                                          <p:spTgt spid="26"/>
                                        </p:tgtEl>
                                        <p:attrNameLst>
                                          <p:attrName>ppt_x</p:attrName>
                                        </p:attrNameLst>
                                      </p:cBhvr>
                                      <p:tavLst>
                                        <p:tav tm="0">
                                          <p:val>
                                            <p:strVal val="#ppt_x"/>
                                          </p:val>
                                        </p:tav>
                                        <p:tav tm="100000">
                                          <p:val>
                                            <p:strVal val="#ppt_x"/>
                                          </p:val>
                                        </p:tav>
                                      </p:tavLst>
                                    </p:anim>
                                    <p:anim calcmode="lin" valueType="num">
                                      <p:cBhvr additive="base">
                                        <p:cTn id="16" dur="25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250" fill="hold"/>
                                        <p:tgtEl>
                                          <p:spTgt spid="28"/>
                                        </p:tgtEl>
                                        <p:attrNameLst>
                                          <p:attrName>ppt_x</p:attrName>
                                        </p:attrNameLst>
                                      </p:cBhvr>
                                      <p:tavLst>
                                        <p:tav tm="0">
                                          <p:val>
                                            <p:strVal val="#ppt_x"/>
                                          </p:val>
                                        </p:tav>
                                        <p:tav tm="100000">
                                          <p:val>
                                            <p:strVal val="#ppt_x"/>
                                          </p:val>
                                        </p:tav>
                                      </p:tavLst>
                                    </p:anim>
                                    <p:anim calcmode="lin" valueType="num">
                                      <p:cBhvr additive="base">
                                        <p:cTn id="20" dur="25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250" fill="hold"/>
                                        <p:tgtEl>
                                          <p:spTgt spid="30"/>
                                        </p:tgtEl>
                                        <p:attrNameLst>
                                          <p:attrName>ppt_x</p:attrName>
                                        </p:attrNameLst>
                                      </p:cBhvr>
                                      <p:tavLst>
                                        <p:tav tm="0">
                                          <p:val>
                                            <p:strVal val="#ppt_x"/>
                                          </p:val>
                                        </p:tav>
                                        <p:tav tm="100000">
                                          <p:val>
                                            <p:strVal val="#ppt_x"/>
                                          </p:val>
                                        </p:tav>
                                      </p:tavLst>
                                    </p:anim>
                                    <p:anim calcmode="lin" valueType="num">
                                      <p:cBhvr additive="base">
                                        <p:cTn id="24" dur="250" fill="hold"/>
                                        <p:tgtEl>
                                          <p:spTgt spid="3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250" fill="hold"/>
                                        <p:tgtEl>
                                          <p:spTgt spid="31"/>
                                        </p:tgtEl>
                                        <p:attrNameLst>
                                          <p:attrName>ppt_x</p:attrName>
                                        </p:attrNameLst>
                                      </p:cBhvr>
                                      <p:tavLst>
                                        <p:tav tm="0">
                                          <p:val>
                                            <p:strVal val="#ppt_x"/>
                                          </p:val>
                                        </p:tav>
                                        <p:tav tm="100000">
                                          <p:val>
                                            <p:strVal val="#ppt_x"/>
                                          </p:val>
                                        </p:tav>
                                      </p:tavLst>
                                    </p:anim>
                                    <p:anim calcmode="lin" valueType="num">
                                      <p:cBhvr additive="base">
                                        <p:cTn id="28" dur="25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250" fill="hold"/>
                                        <p:tgtEl>
                                          <p:spTgt spid="32"/>
                                        </p:tgtEl>
                                        <p:attrNameLst>
                                          <p:attrName>ppt_x</p:attrName>
                                        </p:attrNameLst>
                                      </p:cBhvr>
                                      <p:tavLst>
                                        <p:tav tm="0">
                                          <p:val>
                                            <p:strVal val="#ppt_x"/>
                                          </p:val>
                                        </p:tav>
                                        <p:tav tm="100000">
                                          <p:val>
                                            <p:strVal val="#ppt_x"/>
                                          </p:val>
                                        </p:tav>
                                      </p:tavLst>
                                    </p:anim>
                                    <p:anim calcmode="lin" valueType="num">
                                      <p:cBhvr additive="base">
                                        <p:cTn id="32" dur="25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8" grpId="0"/>
      <p:bldP spid="30" grpId="0"/>
      <p:bldP spid="31" grpId="0"/>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0" name="组合 29"/>
          <p:cNvGrpSpPr/>
          <p:nvPr/>
        </p:nvGrpSpPr>
        <p:grpSpPr>
          <a:xfrm>
            <a:off x="465221" y="465582"/>
            <a:ext cx="1939496" cy="461018"/>
            <a:chOff x="6906997" y="4197923"/>
            <a:chExt cx="1939496" cy="461018"/>
          </a:xfrm>
        </p:grpSpPr>
        <p:sp>
          <p:nvSpPr>
            <p:cNvPr id="31" name="矩形 30"/>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grpSp>
        <p:nvGrpSpPr>
          <p:cNvPr id="3" name="2595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396089"/>
            <a:ext cx="10858500" cy="2170976"/>
            <a:chOff x="660400" y="1396089"/>
            <a:chExt cx="10858500" cy="2170976"/>
          </a:xfrm>
        </p:grpSpPr>
        <p:grpSp>
          <p:nvGrpSpPr>
            <p:cNvPr id="4" name="islïḍe"/>
            <p:cNvGrpSpPr/>
            <p:nvPr/>
          </p:nvGrpSpPr>
          <p:grpSpPr>
            <a:xfrm>
              <a:off x="660400" y="1828089"/>
              <a:ext cx="2327244" cy="1738976"/>
              <a:chOff x="660400" y="1828089"/>
              <a:chExt cx="2327244" cy="1738976"/>
            </a:xfrm>
          </p:grpSpPr>
          <p:cxnSp>
            <p:nvCxnSpPr>
              <p:cNvPr id="26" name="直接连接符 25"/>
              <p:cNvCxnSpPr>
                <a:stCxn id="28" idx="2"/>
              </p:cNvCxnSpPr>
              <p:nvPr/>
            </p:nvCxnSpPr>
            <p:spPr>
              <a:xfrm>
                <a:off x="1824022"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8" name="íšľîďè">
                <a:extLst>
                  <a:ext uri="{FF2B5EF4-FFF2-40B4-BE49-F238E27FC236}">
                    <a16:creationId xmlns:a16="http://schemas.microsoft.com/office/drawing/2014/main" id="{F29B8C60-FE24-4C9E-854E-3BB576656541}"/>
                  </a:ext>
                </a:extLst>
              </p:cNvPr>
              <p:cNvSpPr txBox="1"/>
              <p:nvPr/>
            </p:nvSpPr>
            <p:spPr bwMode="auto">
              <a:xfrm>
                <a:off x="660400"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cs typeface="+mn-ea"/>
                    <a:sym typeface="+mn-lt"/>
                  </a:rPr>
                  <a:t>Text here</a:t>
                </a:r>
              </a:p>
            </p:txBody>
          </p:sp>
        </p:grpSp>
        <p:grpSp>
          <p:nvGrpSpPr>
            <p:cNvPr id="5" name="iśḷíḑé"/>
            <p:cNvGrpSpPr/>
            <p:nvPr/>
          </p:nvGrpSpPr>
          <p:grpSpPr>
            <a:xfrm>
              <a:off x="3504152" y="1828089"/>
              <a:ext cx="2327244" cy="1738976"/>
              <a:chOff x="3504152" y="1828089"/>
              <a:chExt cx="2327244" cy="1738976"/>
            </a:xfrm>
          </p:grpSpPr>
          <p:cxnSp>
            <p:nvCxnSpPr>
              <p:cNvPr id="23" name="直接连接符 22"/>
              <p:cNvCxnSpPr>
                <a:stCxn id="25" idx="2"/>
              </p:cNvCxnSpPr>
              <p:nvPr/>
            </p:nvCxnSpPr>
            <p:spPr>
              <a:xfrm>
                <a:off x="4667774"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5" name="íšľïďé">
                <a:extLst>
                  <a:ext uri="{FF2B5EF4-FFF2-40B4-BE49-F238E27FC236}">
                    <a16:creationId xmlns:a16="http://schemas.microsoft.com/office/drawing/2014/main" id="{F29B8C60-FE24-4C9E-854E-3BB576656541}"/>
                  </a:ext>
                </a:extLst>
              </p:cNvPr>
              <p:cNvSpPr txBox="1"/>
              <p:nvPr/>
            </p:nvSpPr>
            <p:spPr bwMode="auto">
              <a:xfrm>
                <a:off x="3504152"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cs typeface="+mn-ea"/>
                    <a:sym typeface="+mn-lt"/>
                  </a:rPr>
                  <a:t>Text here</a:t>
                </a:r>
              </a:p>
            </p:txBody>
          </p:sp>
        </p:grpSp>
        <p:grpSp>
          <p:nvGrpSpPr>
            <p:cNvPr id="6" name="îš1iḑé"/>
            <p:cNvGrpSpPr/>
            <p:nvPr/>
          </p:nvGrpSpPr>
          <p:grpSpPr>
            <a:xfrm>
              <a:off x="6347904" y="1828089"/>
              <a:ext cx="2327244" cy="1738976"/>
              <a:chOff x="6347904" y="1828089"/>
              <a:chExt cx="2327244" cy="1738976"/>
            </a:xfrm>
          </p:grpSpPr>
          <p:cxnSp>
            <p:nvCxnSpPr>
              <p:cNvPr id="20" name="直接连接符 19"/>
              <p:cNvCxnSpPr>
                <a:stCxn id="22" idx="2"/>
              </p:cNvCxnSpPr>
              <p:nvPr/>
            </p:nvCxnSpPr>
            <p:spPr>
              <a:xfrm>
                <a:off x="7511526"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2" name="íṩḷíḑê">
                <a:extLst>
                  <a:ext uri="{FF2B5EF4-FFF2-40B4-BE49-F238E27FC236}">
                    <a16:creationId xmlns:a16="http://schemas.microsoft.com/office/drawing/2014/main" id="{F29B8C60-FE24-4C9E-854E-3BB576656541}"/>
                  </a:ext>
                </a:extLst>
              </p:cNvPr>
              <p:cNvSpPr txBox="1"/>
              <p:nvPr/>
            </p:nvSpPr>
            <p:spPr bwMode="auto">
              <a:xfrm>
                <a:off x="6347904"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cs typeface="+mn-ea"/>
                    <a:sym typeface="+mn-lt"/>
                  </a:rPr>
                  <a:t>Text here</a:t>
                </a:r>
              </a:p>
            </p:txBody>
          </p:sp>
        </p:grpSp>
        <p:grpSp>
          <p:nvGrpSpPr>
            <p:cNvPr id="7" name="ïSḻïḍè"/>
            <p:cNvGrpSpPr/>
            <p:nvPr/>
          </p:nvGrpSpPr>
          <p:grpSpPr>
            <a:xfrm>
              <a:off x="9191656" y="1828089"/>
              <a:ext cx="2327244" cy="1738976"/>
              <a:chOff x="9191656" y="1828089"/>
              <a:chExt cx="2327244" cy="1738976"/>
            </a:xfrm>
          </p:grpSpPr>
          <p:cxnSp>
            <p:nvCxnSpPr>
              <p:cNvPr id="17" name="直接连接符 16"/>
              <p:cNvCxnSpPr>
                <a:stCxn id="19" idx="2"/>
              </p:cNvCxnSpPr>
              <p:nvPr/>
            </p:nvCxnSpPr>
            <p:spPr>
              <a:xfrm>
                <a:off x="10355278"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9" name="íSḷíḑé">
                <a:extLst>
                  <a:ext uri="{FF2B5EF4-FFF2-40B4-BE49-F238E27FC236}">
                    <a16:creationId xmlns:a16="http://schemas.microsoft.com/office/drawing/2014/main" id="{F29B8C60-FE24-4C9E-854E-3BB576656541}"/>
                  </a:ext>
                </a:extLst>
              </p:cNvPr>
              <p:cNvSpPr txBox="1"/>
              <p:nvPr/>
            </p:nvSpPr>
            <p:spPr bwMode="auto">
              <a:xfrm>
                <a:off x="9191656"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cs typeface="+mn-ea"/>
                    <a:sym typeface="+mn-lt"/>
                  </a:rPr>
                  <a:t>Text here</a:t>
                </a:r>
              </a:p>
            </p:txBody>
          </p:sp>
        </p:grpSp>
        <p:sp>
          <p:nvSpPr>
            <p:cNvPr id="8" name="iṡļiḓê"/>
            <p:cNvSpPr/>
            <p:nvPr/>
          </p:nvSpPr>
          <p:spPr>
            <a:xfrm>
              <a:off x="660400" y="2605771"/>
              <a:ext cx="10858500" cy="615636"/>
            </a:xfrm>
            <a:prstGeom prst="rect">
              <a:avLst/>
            </a:prstGeom>
            <a:solidFill>
              <a:schemeClr val="bg1">
                <a:lumMod val="95000"/>
              </a:schemeClr>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i="1">
                <a:solidFill>
                  <a:schemeClr val="tx1"/>
                </a:solidFill>
                <a:cs typeface="+mn-ea"/>
                <a:sym typeface="+mn-lt"/>
              </a:endParaRPr>
            </a:p>
          </p:txBody>
        </p:sp>
        <p:sp>
          <p:nvSpPr>
            <p:cNvPr id="9" name="işlíḋé"/>
            <p:cNvSpPr/>
            <p:nvPr/>
          </p:nvSpPr>
          <p:spPr>
            <a:xfrm>
              <a:off x="1614148" y="1396089"/>
              <a:ext cx="419748" cy="432000"/>
            </a:xfrm>
            <a:custGeom>
              <a:avLst/>
              <a:gdLst>
                <a:gd name="T0" fmla="*/ 1733 w 2799"/>
                <a:gd name="T1" fmla="*/ 1261 h 2885"/>
                <a:gd name="T2" fmla="*/ 1438 w 2799"/>
                <a:gd name="T3" fmla="*/ 1602 h 2885"/>
                <a:gd name="T4" fmla="*/ 1067 w 2799"/>
                <a:gd name="T5" fmla="*/ 1602 h 2885"/>
                <a:gd name="T6" fmla="*/ 772 w 2799"/>
                <a:gd name="T7" fmla="*/ 1261 h 2885"/>
                <a:gd name="T8" fmla="*/ 589 w 2799"/>
                <a:gd name="T9" fmla="*/ 830 h 2885"/>
                <a:gd name="T10" fmla="*/ 644 w 2799"/>
                <a:gd name="T11" fmla="*/ 715 h 2885"/>
                <a:gd name="T12" fmla="*/ 868 w 2799"/>
                <a:gd name="T13" fmla="*/ 230 h 2885"/>
                <a:gd name="T14" fmla="*/ 1291 w 2799"/>
                <a:gd name="T15" fmla="*/ 0 h 2885"/>
                <a:gd name="T16" fmla="*/ 1855 w 2799"/>
                <a:gd name="T17" fmla="*/ 659 h 2885"/>
                <a:gd name="T18" fmla="*/ 1916 w 2799"/>
                <a:gd name="T19" fmla="*/ 830 h 2885"/>
                <a:gd name="T20" fmla="*/ 1547 w 2799"/>
                <a:gd name="T21" fmla="*/ 2326 h 2885"/>
                <a:gd name="T22" fmla="*/ 1659 w 2799"/>
                <a:gd name="T23" fmla="*/ 1660 h 2885"/>
                <a:gd name="T24" fmla="*/ 1571 w 2799"/>
                <a:gd name="T25" fmla="*/ 1699 h 2885"/>
                <a:gd name="T26" fmla="*/ 1407 w 2799"/>
                <a:gd name="T27" fmla="*/ 2009 h 2885"/>
                <a:gd name="T28" fmla="*/ 1445 w 2799"/>
                <a:gd name="T29" fmla="*/ 1839 h 2885"/>
                <a:gd name="T30" fmla="*/ 1116 w 2799"/>
                <a:gd name="T31" fmla="*/ 1810 h 2885"/>
                <a:gd name="T32" fmla="*/ 1054 w 2799"/>
                <a:gd name="T33" fmla="*/ 1902 h 2885"/>
                <a:gd name="T34" fmla="*/ 1073 w 2799"/>
                <a:gd name="T35" fmla="*/ 2082 h 2885"/>
                <a:gd name="T36" fmla="*/ 899 w 2799"/>
                <a:gd name="T37" fmla="*/ 1661 h 2885"/>
                <a:gd name="T38" fmla="*/ 285 w 2799"/>
                <a:gd name="T39" fmla="*/ 1884 h 2885"/>
                <a:gd name="T40" fmla="*/ 0 w 2799"/>
                <a:gd name="T41" fmla="*/ 2758 h 2885"/>
                <a:gd name="T42" fmla="*/ 1760 w 2799"/>
                <a:gd name="T43" fmla="*/ 2825 h 2885"/>
                <a:gd name="T44" fmla="*/ 2306 w 2799"/>
                <a:gd name="T45" fmla="*/ 2547 h 2885"/>
                <a:gd name="T46" fmla="*/ 2413 w 2799"/>
                <a:gd name="T47" fmla="*/ 2464 h 2885"/>
                <a:gd name="T48" fmla="*/ 2306 w 2799"/>
                <a:gd name="T49" fmla="*/ 2381 h 2885"/>
                <a:gd name="T50" fmla="*/ 2044 w 2799"/>
                <a:gd name="T51" fmla="*/ 2164 h 2885"/>
                <a:gd name="T52" fmla="*/ 2173 w 2799"/>
                <a:gd name="T53" fmla="*/ 2247 h 2885"/>
                <a:gd name="T54" fmla="*/ 2128 w 2799"/>
                <a:gd name="T55" fmla="*/ 2080 h 2885"/>
                <a:gd name="T56" fmla="*/ 2799 w 2799"/>
                <a:gd name="T57" fmla="*/ 2326 h 2885"/>
                <a:gd name="T58" fmla="*/ 1680 w 2799"/>
                <a:gd name="T59" fmla="*/ 2326 h 2885"/>
                <a:gd name="T60" fmla="*/ 2799 w 2799"/>
                <a:gd name="T61" fmla="*/ 2326 h 2885"/>
                <a:gd name="T62" fmla="*/ 2306 w 2799"/>
                <a:gd name="T63" fmla="*/ 2080 h 2885"/>
                <a:gd name="T64" fmla="*/ 2547 w 2799"/>
                <a:gd name="T65" fmla="*/ 2014 h 2885"/>
                <a:gd name="T66" fmla="*/ 2306 w 2799"/>
                <a:gd name="T67" fmla="*/ 1947 h 2885"/>
                <a:gd name="T68" fmla="*/ 2239 w 2799"/>
                <a:gd name="T69" fmla="*/ 1860 h 2885"/>
                <a:gd name="T70" fmla="*/ 2173 w 2799"/>
                <a:gd name="T71" fmla="*/ 1947 h 2885"/>
                <a:gd name="T72" fmla="*/ 1911 w 2799"/>
                <a:gd name="T73" fmla="*/ 2164 h 2885"/>
                <a:gd name="T74" fmla="*/ 2173 w 2799"/>
                <a:gd name="T75" fmla="*/ 2381 h 2885"/>
                <a:gd name="T76" fmla="*/ 1978 w 2799"/>
                <a:gd name="T77" fmla="*/ 2547 h 2885"/>
                <a:gd name="T78" fmla="*/ 1978 w 2799"/>
                <a:gd name="T79" fmla="*/ 2681 h 2885"/>
                <a:gd name="T80" fmla="*/ 2173 w 2799"/>
                <a:gd name="T81" fmla="*/ 2718 h 2885"/>
                <a:gd name="T82" fmla="*/ 2306 w 2799"/>
                <a:gd name="T83" fmla="*/ 2718 h 2885"/>
                <a:gd name="T84" fmla="*/ 2330 w 2799"/>
                <a:gd name="T85" fmla="*/ 2681 h 2885"/>
                <a:gd name="T86" fmla="*/ 2330 w 2799"/>
                <a:gd name="T87" fmla="*/ 2247 h 2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799" h="2885">
                  <a:moveTo>
                    <a:pt x="1934" y="1048"/>
                  </a:moveTo>
                  <a:cubicBezTo>
                    <a:pt x="1890" y="1215"/>
                    <a:pt x="1789" y="1253"/>
                    <a:pt x="1733" y="1261"/>
                  </a:cubicBezTo>
                  <a:cubicBezTo>
                    <a:pt x="1699" y="1328"/>
                    <a:pt x="1626" y="1464"/>
                    <a:pt x="1552" y="1533"/>
                  </a:cubicBezTo>
                  <a:cubicBezTo>
                    <a:pt x="1523" y="1561"/>
                    <a:pt x="1484" y="1584"/>
                    <a:pt x="1438" y="1602"/>
                  </a:cubicBezTo>
                  <a:cubicBezTo>
                    <a:pt x="1379" y="1626"/>
                    <a:pt x="1317" y="1638"/>
                    <a:pt x="1253" y="1638"/>
                  </a:cubicBezTo>
                  <a:cubicBezTo>
                    <a:pt x="1189" y="1638"/>
                    <a:pt x="1126" y="1626"/>
                    <a:pt x="1067" y="1602"/>
                  </a:cubicBezTo>
                  <a:cubicBezTo>
                    <a:pt x="1021" y="1584"/>
                    <a:pt x="983" y="1561"/>
                    <a:pt x="953" y="1533"/>
                  </a:cubicBezTo>
                  <a:cubicBezTo>
                    <a:pt x="879" y="1464"/>
                    <a:pt x="806" y="1328"/>
                    <a:pt x="772" y="1261"/>
                  </a:cubicBezTo>
                  <a:cubicBezTo>
                    <a:pt x="717" y="1253"/>
                    <a:pt x="615" y="1215"/>
                    <a:pt x="571" y="1048"/>
                  </a:cubicBezTo>
                  <a:cubicBezTo>
                    <a:pt x="548" y="958"/>
                    <a:pt x="554" y="884"/>
                    <a:pt x="589" y="830"/>
                  </a:cubicBezTo>
                  <a:cubicBezTo>
                    <a:pt x="605" y="806"/>
                    <a:pt x="624" y="789"/>
                    <a:pt x="641" y="778"/>
                  </a:cubicBezTo>
                  <a:cubicBezTo>
                    <a:pt x="641" y="761"/>
                    <a:pt x="642" y="739"/>
                    <a:pt x="644" y="715"/>
                  </a:cubicBezTo>
                  <a:cubicBezTo>
                    <a:pt x="612" y="670"/>
                    <a:pt x="569" y="575"/>
                    <a:pt x="623" y="421"/>
                  </a:cubicBezTo>
                  <a:cubicBezTo>
                    <a:pt x="679" y="259"/>
                    <a:pt x="806" y="233"/>
                    <a:pt x="868" y="230"/>
                  </a:cubicBezTo>
                  <a:cubicBezTo>
                    <a:pt x="889" y="192"/>
                    <a:pt x="929" y="137"/>
                    <a:pt x="999" y="87"/>
                  </a:cubicBezTo>
                  <a:cubicBezTo>
                    <a:pt x="1079" y="31"/>
                    <a:pt x="1182" y="0"/>
                    <a:pt x="1291" y="0"/>
                  </a:cubicBezTo>
                  <a:cubicBezTo>
                    <a:pt x="1425" y="0"/>
                    <a:pt x="1560" y="47"/>
                    <a:pt x="1680" y="136"/>
                  </a:cubicBezTo>
                  <a:cubicBezTo>
                    <a:pt x="1876" y="281"/>
                    <a:pt x="1860" y="600"/>
                    <a:pt x="1855" y="659"/>
                  </a:cubicBezTo>
                  <a:cubicBezTo>
                    <a:pt x="1862" y="707"/>
                    <a:pt x="1864" y="748"/>
                    <a:pt x="1864" y="778"/>
                  </a:cubicBezTo>
                  <a:cubicBezTo>
                    <a:pt x="1882" y="789"/>
                    <a:pt x="1900" y="806"/>
                    <a:pt x="1916" y="830"/>
                  </a:cubicBezTo>
                  <a:cubicBezTo>
                    <a:pt x="1951" y="884"/>
                    <a:pt x="1958" y="958"/>
                    <a:pt x="1934" y="1048"/>
                  </a:cubicBezTo>
                  <a:close/>
                  <a:moveTo>
                    <a:pt x="1547" y="2326"/>
                  </a:moveTo>
                  <a:cubicBezTo>
                    <a:pt x="1547" y="2081"/>
                    <a:pt x="1674" y="1866"/>
                    <a:pt x="1866" y="1742"/>
                  </a:cubicBezTo>
                  <a:lnTo>
                    <a:pt x="1659" y="1660"/>
                  </a:lnTo>
                  <a:cubicBezTo>
                    <a:pt x="1642" y="1653"/>
                    <a:pt x="1623" y="1653"/>
                    <a:pt x="1607" y="1661"/>
                  </a:cubicBezTo>
                  <a:cubicBezTo>
                    <a:pt x="1590" y="1668"/>
                    <a:pt x="1577" y="1682"/>
                    <a:pt x="1571" y="1699"/>
                  </a:cubicBezTo>
                  <a:lnTo>
                    <a:pt x="1433" y="2082"/>
                  </a:lnTo>
                  <a:lnTo>
                    <a:pt x="1407" y="2009"/>
                  </a:lnTo>
                  <a:lnTo>
                    <a:pt x="1451" y="1902"/>
                  </a:lnTo>
                  <a:cubicBezTo>
                    <a:pt x="1460" y="1881"/>
                    <a:pt x="1457" y="1858"/>
                    <a:pt x="1445" y="1839"/>
                  </a:cubicBezTo>
                  <a:cubicBezTo>
                    <a:pt x="1433" y="1821"/>
                    <a:pt x="1412" y="1810"/>
                    <a:pt x="1390" y="1810"/>
                  </a:cubicBezTo>
                  <a:lnTo>
                    <a:pt x="1116" y="1810"/>
                  </a:lnTo>
                  <a:cubicBezTo>
                    <a:pt x="1093" y="1810"/>
                    <a:pt x="1073" y="1821"/>
                    <a:pt x="1060" y="1839"/>
                  </a:cubicBezTo>
                  <a:cubicBezTo>
                    <a:pt x="1048" y="1858"/>
                    <a:pt x="1046" y="1881"/>
                    <a:pt x="1054" y="1902"/>
                  </a:cubicBezTo>
                  <a:lnTo>
                    <a:pt x="1098" y="2009"/>
                  </a:lnTo>
                  <a:lnTo>
                    <a:pt x="1073" y="2082"/>
                  </a:lnTo>
                  <a:lnTo>
                    <a:pt x="934" y="1699"/>
                  </a:lnTo>
                  <a:cubicBezTo>
                    <a:pt x="928" y="1682"/>
                    <a:pt x="915" y="1668"/>
                    <a:pt x="899" y="1661"/>
                  </a:cubicBezTo>
                  <a:cubicBezTo>
                    <a:pt x="882" y="1653"/>
                    <a:pt x="863" y="1653"/>
                    <a:pt x="847" y="1660"/>
                  </a:cubicBezTo>
                  <a:lnTo>
                    <a:pt x="285" y="1884"/>
                  </a:lnTo>
                  <a:cubicBezTo>
                    <a:pt x="112" y="1953"/>
                    <a:pt x="0" y="2119"/>
                    <a:pt x="0" y="2305"/>
                  </a:cubicBezTo>
                  <a:lnTo>
                    <a:pt x="0" y="2758"/>
                  </a:lnTo>
                  <a:cubicBezTo>
                    <a:pt x="0" y="2795"/>
                    <a:pt x="30" y="2825"/>
                    <a:pt x="67" y="2825"/>
                  </a:cubicBezTo>
                  <a:lnTo>
                    <a:pt x="1760" y="2825"/>
                  </a:lnTo>
                  <a:cubicBezTo>
                    <a:pt x="1628" y="2699"/>
                    <a:pt x="1547" y="2522"/>
                    <a:pt x="1547" y="2326"/>
                  </a:cubicBezTo>
                  <a:close/>
                  <a:moveTo>
                    <a:pt x="2306" y="2547"/>
                  </a:moveTo>
                  <a:lnTo>
                    <a:pt x="2330" y="2547"/>
                  </a:lnTo>
                  <a:cubicBezTo>
                    <a:pt x="2376" y="2547"/>
                    <a:pt x="2413" y="2510"/>
                    <a:pt x="2413" y="2464"/>
                  </a:cubicBezTo>
                  <a:cubicBezTo>
                    <a:pt x="2413" y="2418"/>
                    <a:pt x="2376" y="2381"/>
                    <a:pt x="2330" y="2381"/>
                  </a:cubicBezTo>
                  <a:lnTo>
                    <a:pt x="2306" y="2381"/>
                  </a:lnTo>
                  <a:lnTo>
                    <a:pt x="2306" y="2547"/>
                  </a:lnTo>
                  <a:close/>
                  <a:moveTo>
                    <a:pt x="2044" y="2164"/>
                  </a:moveTo>
                  <a:cubicBezTo>
                    <a:pt x="2044" y="2210"/>
                    <a:pt x="2082" y="2247"/>
                    <a:pt x="2128" y="2247"/>
                  </a:cubicBezTo>
                  <a:lnTo>
                    <a:pt x="2173" y="2247"/>
                  </a:lnTo>
                  <a:lnTo>
                    <a:pt x="2173" y="2080"/>
                  </a:lnTo>
                  <a:lnTo>
                    <a:pt x="2128" y="2080"/>
                  </a:lnTo>
                  <a:cubicBezTo>
                    <a:pt x="2082" y="2080"/>
                    <a:pt x="2044" y="2118"/>
                    <a:pt x="2044" y="2164"/>
                  </a:cubicBezTo>
                  <a:close/>
                  <a:moveTo>
                    <a:pt x="2799" y="2326"/>
                  </a:moveTo>
                  <a:cubicBezTo>
                    <a:pt x="2799" y="2634"/>
                    <a:pt x="2548" y="2885"/>
                    <a:pt x="2239" y="2885"/>
                  </a:cubicBezTo>
                  <a:cubicBezTo>
                    <a:pt x="1931" y="2885"/>
                    <a:pt x="1680" y="2634"/>
                    <a:pt x="1680" y="2326"/>
                  </a:cubicBezTo>
                  <a:cubicBezTo>
                    <a:pt x="1680" y="2017"/>
                    <a:pt x="1931" y="1766"/>
                    <a:pt x="2239" y="1766"/>
                  </a:cubicBezTo>
                  <a:cubicBezTo>
                    <a:pt x="2548" y="1766"/>
                    <a:pt x="2799" y="2017"/>
                    <a:pt x="2799" y="2326"/>
                  </a:cubicBezTo>
                  <a:close/>
                  <a:moveTo>
                    <a:pt x="2306" y="2247"/>
                  </a:moveTo>
                  <a:lnTo>
                    <a:pt x="2306" y="2080"/>
                  </a:lnTo>
                  <a:lnTo>
                    <a:pt x="2480" y="2080"/>
                  </a:lnTo>
                  <a:cubicBezTo>
                    <a:pt x="2517" y="2080"/>
                    <a:pt x="2547" y="2051"/>
                    <a:pt x="2547" y="2014"/>
                  </a:cubicBezTo>
                  <a:cubicBezTo>
                    <a:pt x="2547" y="1977"/>
                    <a:pt x="2517" y="1947"/>
                    <a:pt x="2480" y="1947"/>
                  </a:cubicBezTo>
                  <a:lnTo>
                    <a:pt x="2306" y="1947"/>
                  </a:lnTo>
                  <a:lnTo>
                    <a:pt x="2306" y="1926"/>
                  </a:lnTo>
                  <a:cubicBezTo>
                    <a:pt x="2306" y="1890"/>
                    <a:pt x="2276" y="1860"/>
                    <a:pt x="2239" y="1860"/>
                  </a:cubicBezTo>
                  <a:cubicBezTo>
                    <a:pt x="2203" y="1860"/>
                    <a:pt x="2173" y="1890"/>
                    <a:pt x="2173" y="1926"/>
                  </a:cubicBezTo>
                  <a:lnTo>
                    <a:pt x="2173" y="1947"/>
                  </a:lnTo>
                  <a:lnTo>
                    <a:pt x="2128" y="1947"/>
                  </a:lnTo>
                  <a:cubicBezTo>
                    <a:pt x="2008" y="1947"/>
                    <a:pt x="1911" y="2044"/>
                    <a:pt x="1911" y="2164"/>
                  </a:cubicBezTo>
                  <a:cubicBezTo>
                    <a:pt x="1911" y="2283"/>
                    <a:pt x="2008" y="2381"/>
                    <a:pt x="2128" y="2381"/>
                  </a:cubicBezTo>
                  <a:lnTo>
                    <a:pt x="2173" y="2381"/>
                  </a:lnTo>
                  <a:lnTo>
                    <a:pt x="2173" y="2547"/>
                  </a:lnTo>
                  <a:lnTo>
                    <a:pt x="1978" y="2547"/>
                  </a:lnTo>
                  <a:cubicBezTo>
                    <a:pt x="1941" y="2547"/>
                    <a:pt x="1911" y="2577"/>
                    <a:pt x="1911" y="2614"/>
                  </a:cubicBezTo>
                  <a:cubicBezTo>
                    <a:pt x="1911" y="2651"/>
                    <a:pt x="1941" y="2681"/>
                    <a:pt x="1978" y="2681"/>
                  </a:cubicBezTo>
                  <a:lnTo>
                    <a:pt x="2173" y="2681"/>
                  </a:lnTo>
                  <a:lnTo>
                    <a:pt x="2173" y="2718"/>
                  </a:lnTo>
                  <a:cubicBezTo>
                    <a:pt x="2173" y="2754"/>
                    <a:pt x="2203" y="2784"/>
                    <a:pt x="2239" y="2784"/>
                  </a:cubicBezTo>
                  <a:cubicBezTo>
                    <a:pt x="2276" y="2784"/>
                    <a:pt x="2306" y="2754"/>
                    <a:pt x="2306" y="2718"/>
                  </a:cubicBezTo>
                  <a:lnTo>
                    <a:pt x="2306" y="2681"/>
                  </a:lnTo>
                  <a:lnTo>
                    <a:pt x="2330" y="2681"/>
                  </a:lnTo>
                  <a:cubicBezTo>
                    <a:pt x="2449" y="2681"/>
                    <a:pt x="2547" y="2584"/>
                    <a:pt x="2547" y="2464"/>
                  </a:cubicBezTo>
                  <a:cubicBezTo>
                    <a:pt x="2547" y="2344"/>
                    <a:pt x="2449" y="2247"/>
                    <a:pt x="2330" y="2247"/>
                  </a:cubicBezTo>
                  <a:lnTo>
                    <a:pt x="2306" y="2247"/>
                  </a:lnTo>
                  <a:close/>
                </a:path>
              </a:pathLst>
            </a:custGeom>
            <a:solidFill>
              <a:srgbClr val="AE3637"/>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10" name="ïṣḷîdé"/>
            <p:cNvSpPr/>
            <p:nvPr/>
          </p:nvSpPr>
          <p:spPr>
            <a:xfrm>
              <a:off x="4461801" y="1396089"/>
              <a:ext cx="411945" cy="432000"/>
            </a:xfrm>
            <a:custGeom>
              <a:avLst/>
              <a:gdLst>
                <a:gd name="connsiteX0" fmla="*/ 271981 w 578354"/>
                <a:gd name="connsiteY0" fmla="*/ 340887 h 606510"/>
                <a:gd name="connsiteX1" fmla="*/ 256365 w 578354"/>
                <a:gd name="connsiteY1" fmla="*/ 346409 h 606510"/>
                <a:gd name="connsiteX2" fmla="*/ 251051 w 578354"/>
                <a:gd name="connsiteY2" fmla="*/ 352798 h 606510"/>
                <a:gd name="connsiteX3" fmla="*/ 251051 w 578354"/>
                <a:gd name="connsiteY3" fmla="*/ 368716 h 606510"/>
                <a:gd name="connsiteX4" fmla="*/ 248665 w 578354"/>
                <a:gd name="connsiteY4" fmla="*/ 370449 h 606510"/>
                <a:gd name="connsiteX5" fmla="*/ 247038 w 578354"/>
                <a:gd name="connsiteY5" fmla="*/ 375322 h 606510"/>
                <a:gd name="connsiteX6" fmla="*/ 250509 w 578354"/>
                <a:gd name="connsiteY6" fmla="*/ 409431 h 606510"/>
                <a:gd name="connsiteX7" fmla="*/ 255172 w 578354"/>
                <a:gd name="connsiteY7" fmla="*/ 414954 h 606510"/>
                <a:gd name="connsiteX8" fmla="*/ 256907 w 578354"/>
                <a:gd name="connsiteY8" fmla="*/ 415170 h 606510"/>
                <a:gd name="connsiteX9" fmla="*/ 262004 w 578354"/>
                <a:gd name="connsiteY9" fmla="*/ 412572 h 606510"/>
                <a:gd name="connsiteX10" fmla="*/ 280114 w 578354"/>
                <a:gd name="connsiteY10" fmla="*/ 388749 h 606510"/>
                <a:gd name="connsiteX11" fmla="*/ 281307 w 578354"/>
                <a:gd name="connsiteY11" fmla="*/ 384851 h 606510"/>
                <a:gd name="connsiteX12" fmla="*/ 281307 w 578354"/>
                <a:gd name="connsiteY12" fmla="*/ 346626 h 606510"/>
                <a:gd name="connsiteX13" fmla="*/ 278270 w 578354"/>
                <a:gd name="connsiteY13" fmla="*/ 341104 h 606510"/>
                <a:gd name="connsiteX14" fmla="*/ 271981 w 578354"/>
                <a:gd name="connsiteY14" fmla="*/ 340887 h 606510"/>
                <a:gd name="connsiteX15" fmla="*/ 190755 w 578354"/>
                <a:gd name="connsiteY15" fmla="*/ 340887 h 606510"/>
                <a:gd name="connsiteX16" fmla="*/ 184357 w 578354"/>
                <a:gd name="connsiteY16" fmla="*/ 341104 h 606510"/>
                <a:gd name="connsiteX17" fmla="*/ 181321 w 578354"/>
                <a:gd name="connsiteY17" fmla="*/ 346626 h 606510"/>
                <a:gd name="connsiteX18" fmla="*/ 181212 w 578354"/>
                <a:gd name="connsiteY18" fmla="*/ 384851 h 606510"/>
                <a:gd name="connsiteX19" fmla="*/ 182513 w 578354"/>
                <a:gd name="connsiteY19" fmla="*/ 388749 h 606510"/>
                <a:gd name="connsiteX20" fmla="*/ 200624 w 578354"/>
                <a:gd name="connsiteY20" fmla="*/ 412680 h 606510"/>
                <a:gd name="connsiteX21" fmla="*/ 205721 w 578354"/>
                <a:gd name="connsiteY21" fmla="*/ 415170 h 606510"/>
                <a:gd name="connsiteX22" fmla="*/ 207456 w 578354"/>
                <a:gd name="connsiteY22" fmla="*/ 414954 h 606510"/>
                <a:gd name="connsiteX23" fmla="*/ 212119 w 578354"/>
                <a:gd name="connsiteY23" fmla="*/ 409431 h 606510"/>
                <a:gd name="connsiteX24" fmla="*/ 215589 w 578354"/>
                <a:gd name="connsiteY24" fmla="*/ 375322 h 606510"/>
                <a:gd name="connsiteX25" fmla="*/ 213963 w 578354"/>
                <a:gd name="connsiteY25" fmla="*/ 370449 h 606510"/>
                <a:gd name="connsiteX26" fmla="*/ 211577 w 578354"/>
                <a:gd name="connsiteY26" fmla="*/ 368716 h 606510"/>
                <a:gd name="connsiteX27" fmla="*/ 211577 w 578354"/>
                <a:gd name="connsiteY27" fmla="*/ 352798 h 606510"/>
                <a:gd name="connsiteX28" fmla="*/ 206263 w 578354"/>
                <a:gd name="connsiteY28" fmla="*/ 346409 h 606510"/>
                <a:gd name="connsiteX29" fmla="*/ 190755 w 578354"/>
                <a:gd name="connsiteY29" fmla="*/ 340887 h 606510"/>
                <a:gd name="connsiteX30" fmla="*/ 200624 w 578354"/>
                <a:gd name="connsiteY30" fmla="*/ 168497 h 606510"/>
                <a:gd name="connsiteX31" fmla="*/ 156161 w 578354"/>
                <a:gd name="connsiteY31" fmla="*/ 180300 h 606510"/>
                <a:gd name="connsiteX32" fmla="*/ 152583 w 578354"/>
                <a:gd name="connsiteY32" fmla="*/ 186039 h 606510"/>
                <a:gd name="connsiteX33" fmla="*/ 152583 w 578354"/>
                <a:gd name="connsiteY33" fmla="*/ 197518 h 606510"/>
                <a:gd name="connsiteX34" fmla="*/ 149980 w 578354"/>
                <a:gd name="connsiteY34" fmla="*/ 197518 h 606510"/>
                <a:gd name="connsiteX35" fmla="*/ 143473 w 578354"/>
                <a:gd name="connsiteY35" fmla="*/ 203906 h 606510"/>
                <a:gd name="connsiteX36" fmla="*/ 143473 w 578354"/>
                <a:gd name="connsiteY36" fmla="*/ 214410 h 606510"/>
                <a:gd name="connsiteX37" fmla="*/ 146401 w 578354"/>
                <a:gd name="connsiteY37" fmla="*/ 219824 h 606510"/>
                <a:gd name="connsiteX38" fmla="*/ 152691 w 578354"/>
                <a:gd name="connsiteY38" fmla="*/ 223831 h 606510"/>
                <a:gd name="connsiteX39" fmla="*/ 153016 w 578354"/>
                <a:gd name="connsiteY39" fmla="*/ 226538 h 606510"/>
                <a:gd name="connsiteX40" fmla="*/ 176007 w 578354"/>
                <a:gd name="connsiteY40" fmla="*/ 279598 h 606510"/>
                <a:gd name="connsiteX41" fmla="*/ 214071 w 578354"/>
                <a:gd name="connsiteY41" fmla="*/ 312516 h 606510"/>
                <a:gd name="connsiteX42" fmla="*/ 248557 w 578354"/>
                <a:gd name="connsiteY42" fmla="*/ 312516 h 606510"/>
                <a:gd name="connsiteX43" fmla="*/ 286621 w 578354"/>
                <a:gd name="connsiteY43" fmla="*/ 279598 h 606510"/>
                <a:gd name="connsiteX44" fmla="*/ 309611 w 578354"/>
                <a:gd name="connsiteY44" fmla="*/ 226538 h 606510"/>
                <a:gd name="connsiteX45" fmla="*/ 309936 w 578354"/>
                <a:gd name="connsiteY45" fmla="*/ 223831 h 606510"/>
                <a:gd name="connsiteX46" fmla="*/ 316226 w 578354"/>
                <a:gd name="connsiteY46" fmla="*/ 219824 h 606510"/>
                <a:gd name="connsiteX47" fmla="*/ 319154 w 578354"/>
                <a:gd name="connsiteY47" fmla="*/ 214410 h 606510"/>
                <a:gd name="connsiteX48" fmla="*/ 319154 w 578354"/>
                <a:gd name="connsiteY48" fmla="*/ 203906 h 606510"/>
                <a:gd name="connsiteX49" fmla="*/ 312756 w 578354"/>
                <a:gd name="connsiteY49" fmla="*/ 197518 h 606510"/>
                <a:gd name="connsiteX50" fmla="*/ 309177 w 578354"/>
                <a:gd name="connsiteY50" fmla="*/ 197518 h 606510"/>
                <a:gd name="connsiteX51" fmla="*/ 307117 w 578354"/>
                <a:gd name="connsiteY51" fmla="*/ 195352 h 606510"/>
                <a:gd name="connsiteX52" fmla="*/ 301044 w 578354"/>
                <a:gd name="connsiteY52" fmla="*/ 194919 h 606510"/>
                <a:gd name="connsiteX53" fmla="*/ 275668 w 578354"/>
                <a:gd name="connsiteY53" fmla="*/ 200658 h 606510"/>
                <a:gd name="connsiteX54" fmla="*/ 236302 w 578354"/>
                <a:gd name="connsiteY54" fmla="*/ 182791 h 606510"/>
                <a:gd name="connsiteX55" fmla="*/ 200624 w 578354"/>
                <a:gd name="connsiteY55" fmla="*/ 168497 h 606510"/>
                <a:gd name="connsiteX56" fmla="*/ 426321 w 578354"/>
                <a:gd name="connsiteY56" fmla="*/ 71765 h 606510"/>
                <a:gd name="connsiteX57" fmla="*/ 439012 w 578354"/>
                <a:gd name="connsiteY57" fmla="*/ 84331 h 606510"/>
                <a:gd name="connsiteX58" fmla="*/ 439012 w 578354"/>
                <a:gd name="connsiteY58" fmla="*/ 99173 h 606510"/>
                <a:gd name="connsiteX59" fmla="*/ 464721 w 578354"/>
                <a:gd name="connsiteY59" fmla="*/ 112498 h 606510"/>
                <a:gd name="connsiteX60" fmla="*/ 467758 w 578354"/>
                <a:gd name="connsiteY60" fmla="*/ 124306 h 606510"/>
                <a:gd name="connsiteX61" fmla="*/ 459297 w 578354"/>
                <a:gd name="connsiteY61" fmla="*/ 133080 h 606510"/>
                <a:gd name="connsiteX62" fmla="*/ 452789 w 578354"/>
                <a:gd name="connsiteY62" fmla="*/ 135139 h 606510"/>
                <a:gd name="connsiteX63" fmla="*/ 439555 w 578354"/>
                <a:gd name="connsiteY63" fmla="*/ 131455 h 606510"/>
                <a:gd name="connsiteX64" fmla="*/ 425019 w 578354"/>
                <a:gd name="connsiteY64" fmla="*/ 125931 h 606510"/>
                <a:gd name="connsiteX65" fmla="*/ 413738 w 578354"/>
                <a:gd name="connsiteY65" fmla="*/ 132972 h 606510"/>
                <a:gd name="connsiteX66" fmla="*/ 415582 w 578354"/>
                <a:gd name="connsiteY66" fmla="*/ 137197 h 606510"/>
                <a:gd name="connsiteX67" fmla="*/ 426429 w 578354"/>
                <a:gd name="connsiteY67" fmla="*/ 140989 h 606510"/>
                <a:gd name="connsiteX68" fmla="*/ 456043 w 578354"/>
                <a:gd name="connsiteY68" fmla="*/ 149113 h 606510"/>
                <a:gd name="connsiteX69" fmla="*/ 471230 w 578354"/>
                <a:gd name="connsiteY69" fmla="*/ 161355 h 606510"/>
                <a:gd name="connsiteX70" fmla="*/ 477304 w 578354"/>
                <a:gd name="connsiteY70" fmla="*/ 181829 h 606510"/>
                <a:gd name="connsiteX71" fmla="*/ 465480 w 578354"/>
                <a:gd name="connsiteY71" fmla="*/ 209454 h 606510"/>
                <a:gd name="connsiteX72" fmla="*/ 439012 w 578354"/>
                <a:gd name="connsiteY72" fmla="*/ 222020 h 606510"/>
                <a:gd name="connsiteX73" fmla="*/ 439012 w 578354"/>
                <a:gd name="connsiteY73" fmla="*/ 242278 h 606510"/>
                <a:gd name="connsiteX74" fmla="*/ 426321 w 578354"/>
                <a:gd name="connsiteY74" fmla="*/ 254953 h 606510"/>
                <a:gd name="connsiteX75" fmla="*/ 413738 w 578354"/>
                <a:gd name="connsiteY75" fmla="*/ 242278 h 606510"/>
                <a:gd name="connsiteX76" fmla="*/ 413738 w 578354"/>
                <a:gd name="connsiteY76" fmla="*/ 222670 h 606510"/>
                <a:gd name="connsiteX77" fmla="*/ 378158 w 578354"/>
                <a:gd name="connsiteY77" fmla="*/ 202087 h 606510"/>
                <a:gd name="connsiteX78" fmla="*/ 377073 w 578354"/>
                <a:gd name="connsiteY78" fmla="*/ 190171 h 606510"/>
                <a:gd name="connsiteX79" fmla="*/ 386402 w 578354"/>
                <a:gd name="connsiteY79" fmla="*/ 182696 h 606510"/>
                <a:gd name="connsiteX80" fmla="*/ 395948 w 578354"/>
                <a:gd name="connsiteY80" fmla="*/ 180963 h 606510"/>
                <a:gd name="connsiteX81" fmla="*/ 408531 w 578354"/>
                <a:gd name="connsiteY81" fmla="*/ 186163 h 606510"/>
                <a:gd name="connsiteX82" fmla="*/ 426646 w 578354"/>
                <a:gd name="connsiteY82" fmla="*/ 193963 h 606510"/>
                <a:gd name="connsiteX83" fmla="*/ 439555 w 578354"/>
                <a:gd name="connsiteY83" fmla="*/ 187138 h 606510"/>
                <a:gd name="connsiteX84" fmla="*/ 436626 w 578354"/>
                <a:gd name="connsiteY84" fmla="*/ 181504 h 606510"/>
                <a:gd name="connsiteX85" fmla="*/ 425778 w 578354"/>
                <a:gd name="connsiteY85" fmla="*/ 177821 h 606510"/>
                <a:gd name="connsiteX86" fmla="*/ 385534 w 578354"/>
                <a:gd name="connsiteY86" fmla="*/ 161355 h 606510"/>
                <a:gd name="connsiteX87" fmla="*/ 376964 w 578354"/>
                <a:gd name="connsiteY87" fmla="*/ 138280 h 606510"/>
                <a:gd name="connsiteX88" fmla="*/ 386402 w 578354"/>
                <a:gd name="connsiteY88" fmla="*/ 112714 h 606510"/>
                <a:gd name="connsiteX89" fmla="*/ 413738 w 578354"/>
                <a:gd name="connsiteY89" fmla="*/ 98848 h 606510"/>
                <a:gd name="connsiteX90" fmla="*/ 413738 w 578354"/>
                <a:gd name="connsiteY90" fmla="*/ 84331 h 606510"/>
                <a:gd name="connsiteX91" fmla="*/ 426321 w 578354"/>
                <a:gd name="connsiteY91" fmla="*/ 71765 h 606510"/>
                <a:gd name="connsiteX92" fmla="*/ 215047 w 578354"/>
                <a:gd name="connsiteY92" fmla="*/ 46785 h 606510"/>
                <a:gd name="connsiteX93" fmla="*/ 247581 w 578354"/>
                <a:gd name="connsiteY93" fmla="*/ 46785 h 606510"/>
                <a:gd name="connsiteX94" fmla="*/ 347675 w 578354"/>
                <a:gd name="connsiteY94" fmla="*/ 146840 h 606510"/>
                <a:gd name="connsiteX95" fmla="*/ 347675 w 578354"/>
                <a:gd name="connsiteY95" fmla="*/ 178243 h 606510"/>
                <a:gd name="connsiteX96" fmla="*/ 353423 w 578354"/>
                <a:gd name="connsiteY96" fmla="*/ 196110 h 606510"/>
                <a:gd name="connsiteX97" fmla="*/ 353423 w 578354"/>
                <a:gd name="connsiteY97" fmla="*/ 218525 h 606510"/>
                <a:gd name="connsiteX98" fmla="*/ 342362 w 578354"/>
                <a:gd name="connsiteY98" fmla="*/ 242131 h 606510"/>
                <a:gd name="connsiteX99" fmla="*/ 335963 w 578354"/>
                <a:gd name="connsiteY99" fmla="*/ 259132 h 606510"/>
                <a:gd name="connsiteX100" fmla="*/ 314383 w 578354"/>
                <a:gd name="connsiteY100" fmla="*/ 299522 h 606510"/>
                <a:gd name="connsiteX101" fmla="*/ 299743 w 578354"/>
                <a:gd name="connsiteY101" fmla="*/ 318147 h 606510"/>
                <a:gd name="connsiteX102" fmla="*/ 310587 w 578354"/>
                <a:gd name="connsiteY102" fmla="*/ 331683 h 606510"/>
                <a:gd name="connsiteX103" fmla="*/ 382052 w 578354"/>
                <a:gd name="connsiteY103" fmla="*/ 353231 h 606510"/>
                <a:gd name="connsiteX104" fmla="*/ 462627 w 578354"/>
                <a:gd name="connsiteY104" fmla="*/ 587560 h 606510"/>
                <a:gd name="connsiteX105" fmla="*/ 443758 w 578354"/>
                <a:gd name="connsiteY105" fmla="*/ 606510 h 606510"/>
                <a:gd name="connsiteX106" fmla="*/ 18978 w 578354"/>
                <a:gd name="connsiteY106" fmla="*/ 606510 h 606510"/>
                <a:gd name="connsiteX107" fmla="*/ 0 w 578354"/>
                <a:gd name="connsiteY107" fmla="*/ 587560 h 606510"/>
                <a:gd name="connsiteX108" fmla="*/ 217 w 578354"/>
                <a:gd name="connsiteY108" fmla="*/ 584636 h 606510"/>
                <a:gd name="connsiteX109" fmla="*/ 80575 w 578354"/>
                <a:gd name="connsiteY109" fmla="*/ 353231 h 606510"/>
                <a:gd name="connsiteX110" fmla="*/ 152040 w 578354"/>
                <a:gd name="connsiteY110" fmla="*/ 331683 h 606510"/>
                <a:gd name="connsiteX111" fmla="*/ 162885 w 578354"/>
                <a:gd name="connsiteY111" fmla="*/ 318147 h 606510"/>
                <a:gd name="connsiteX112" fmla="*/ 148353 w 578354"/>
                <a:gd name="connsiteY112" fmla="*/ 299522 h 606510"/>
                <a:gd name="connsiteX113" fmla="*/ 126664 w 578354"/>
                <a:gd name="connsiteY113" fmla="*/ 259132 h 606510"/>
                <a:gd name="connsiteX114" fmla="*/ 120266 w 578354"/>
                <a:gd name="connsiteY114" fmla="*/ 242131 h 606510"/>
                <a:gd name="connsiteX115" fmla="*/ 109205 w 578354"/>
                <a:gd name="connsiteY115" fmla="*/ 218525 h 606510"/>
                <a:gd name="connsiteX116" fmla="*/ 109205 w 578354"/>
                <a:gd name="connsiteY116" fmla="*/ 196110 h 606510"/>
                <a:gd name="connsiteX117" fmla="*/ 114952 w 578354"/>
                <a:gd name="connsiteY117" fmla="*/ 178243 h 606510"/>
                <a:gd name="connsiteX118" fmla="*/ 114952 w 578354"/>
                <a:gd name="connsiteY118" fmla="*/ 146840 h 606510"/>
                <a:gd name="connsiteX119" fmla="*/ 215047 w 578354"/>
                <a:gd name="connsiteY119" fmla="*/ 46785 h 606510"/>
                <a:gd name="connsiteX120" fmla="*/ 414825 w 578354"/>
                <a:gd name="connsiteY120" fmla="*/ 0 h 606510"/>
                <a:gd name="connsiteX121" fmla="*/ 578354 w 578354"/>
                <a:gd name="connsiteY121" fmla="*/ 163305 h 606510"/>
                <a:gd name="connsiteX122" fmla="*/ 414825 w 578354"/>
                <a:gd name="connsiteY122" fmla="*/ 326718 h 606510"/>
                <a:gd name="connsiteX123" fmla="*/ 344664 w 578354"/>
                <a:gd name="connsiteY123" fmla="*/ 310907 h 606510"/>
                <a:gd name="connsiteX124" fmla="*/ 360063 w 578354"/>
                <a:gd name="connsiteY124" fmla="*/ 279719 h 606510"/>
                <a:gd name="connsiteX125" fmla="*/ 414825 w 578354"/>
                <a:gd name="connsiteY125" fmla="*/ 291956 h 606510"/>
                <a:gd name="connsiteX126" fmla="*/ 543545 w 578354"/>
                <a:gd name="connsiteY126" fmla="*/ 163305 h 606510"/>
                <a:gd name="connsiteX127" fmla="*/ 414825 w 578354"/>
                <a:gd name="connsiteY127" fmla="*/ 34762 h 606510"/>
                <a:gd name="connsiteX128" fmla="*/ 338808 w 578354"/>
                <a:gd name="connsiteY128" fmla="*/ 59561 h 606510"/>
                <a:gd name="connsiteX129" fmla="*/ 311264 w 578354"/>
                <a:gd name="connsiteY129" fmla="*/ 37036 h 606510"/>
                <a:gd name="connsiteX130" fmla="*/ 414825 w 578354"/>
                <a:gd name="connsiteY130" fmla="*/ 0 h 606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578354" h="606510">
                  <a:moveTo>
                    <a:pt x="271981" y="340887"/>
                  </a:moveTo>
                  <a:cubicBezTo>
                    <a:pt x="266667" y="343702"/>
                    <a:pt x="261461" y="345543"/>
                    <a:pt x="256365" y="346409"/>
                  </a:cubicBezTo>
                  <a:cubicBezTo>
                    <a:pt x="253328" y="346951"/>
                    <a:pt x="251051" y="349658"/>
                    <a:pt x="251051" y="352798"/>
                  </a:cubicBezTo>
                  <a:lnTo>
                    <a:pt x="251051" y="368716"/>
                  </a:lnTo>
                  <a:cubicBezTo>
                    <a:pt x="250183" y="369149"/>
                    <a:pt x="249316" y="369691"/>
                    <a:pt x="248665" y="370449"/>
                  </a:cubicBezTo>
                  <a:cubicBezTo>
                    <a:pt x="247472" y="371748"/>
                    <a:pt x="246821" y="373589"/>
                    <a:pt x="247038" y="375322"/>
                  </a:cubicBezTo>
                  <a:lnTo>
                    <a:pt x="250509" y="409431"/>
                  </a:lnTo>
                  <a:cubicBezTo>
                    <a:pt x="250834" y="412030"/>
                    <a:pt x="252677" y="414196"/>
                    <a:pt x="255172" y="414954"/>
                  </a:cubicBezTo>
                  <a:cubicBezTo>
                    <a:pt x="255822" y="415062"/>
                    <a:pt x="256365" y="415170"/>
                    <a:pt x="256907" y="415170"/>
                  </a:cubicBezTo>
                  <a:cubicBezTo>
                    <a:pt x="258859" y="415170"/>
                    <a:pt x="260811" y="414304"/>
                    <a:pt x="262004" y="412572"/>
                  </a:cubicBezTo>
                  <a:lnTo>
                    <a:pt x="280114" y="388749"/>
                  </a:lnTo>
                  <a:cubicBezTo>
                    <a:pt x="280873" y="387666"/>
                    <a:pt x="281307" y="386258"/>
                    <a:pt x="281307" y="384851"/>
                  </a:cubicBezTo>
                  <a:lnTo>
                    <a:pt x="281307" y="346626"/>
                  </a:lnTo>
                  <a:cubicBezTo>
                    <a:pt x="281307" y="344352"/>
                    <a:pt x="280222" y="342295"/>
                    <a:pt x="278270" y="341104"/>
                  </a:cubicBezTo>
                  <a:cubicBezTo>
                    <a:pt x="276318" y="339912"/>
                    <a:pt x="273933" y="339912"/>
                    <a:pt x="271981" y="340887"/>
                  </a:cubicBezTo>
                  <a:close/>
                  <a:moveTo>
                    <a:pt x="190755" y="340887"/>
                  </a:moveTo>
                  <a:cubicBezTo>
                    <a:pt x="188695" y="339912"/>
                    <a:pt x="186309" y="339912"/>
                    <a:pt x="184357" y="341104"/>
                  </a:cubicBezTo>
                  <a:cubicBezTo>
                    <a:pt x="182513" y="342295"/>
                    <a:pt x="181321" y="344352"/>
                    <a:pt x="181321" y="346626"/>
                  </a:cubicBezTo>
                  <a:lnTo>
                    <a:pt x="181212" y="384851"/>
                  </a:lnTo>
                  <a:cubicBezTo>
                    <a:pt x="181212" y="386258"/>
                    <a:pt x="181754" y="387666"/>
                    <a:pt x="182513" y="388749"/>
                  </a:cubicBezTo>
                  <a:lnTo>
                    <a:pt x="200624" y="412680"/>
                  </a:lnTo>
                  <a:cubicBezTo>
                    <a:pt x="201817" y="414304"/>
                    <a:pt x="203769" y="415170"/>
                    <a:pt x="205721" y="415170"/>
                  </a:cubicBezTo>
                  <a:cubicBezTo>
                    <a:pt x="206263" y="415170"/>
                    <a:pt x="206914" y="415062"/>
                    <a:pt x="207456" y="414954"/>
                  </a:cubicBezTo>
                  <a:cubicBezTo>
                    <a:pt x="209950" y="414196"/>
                    <a:pt x="211794" y="412030"/>
                    <a:pt x="212119" y="409431"/>
                  </a:cubicBezTo>
                  <a:lnTo>
                    <a:pt x="215589" y="375322"/>
                  </a:lnTo>
                  <a:cubicBezTo>
                    <a:pt x="215806" y="373589"/>
                    <a:pt x="215264" y="371748"/>
                    <a:pt x="213963" y="370449"/>
                  </a:cubicBezTo>
                  <a:cubicBezTo>
                    <a:pt x="213312" y="369691"/>
                    <a:pt x="212553" y="369149"/>
                    <a:pt x="211577" y="368716"/>
                  </a:cubicBezTo>
                  <a:lnTo>
                    <a:pt x="211577" y="352798"/>
                  </a:lnTo>
                  <a:cubicBezTo>
                    <a:pt x="211577" y="349658"/>
                    <a:pt x="209299" y="346951"/>
                    <a:pt x="206263" y="346409"/>
                  </a:cubicBezTo>
                  <a:cubicBezTo>
                    <a:pt x="201166" y="345543"/>
                    <a:pt x="195961" y="343702"/>
                    <a:pt x="190755" y="340887"/>
                  </a:cubicBezTo>
                  <a:close/>
                  <a:moveTo>
                    <a:pt x="200624" y="168497"/>
                  </a:moveTo>
                  <a:cubicBezTo>
                    <a:pt x="182513" y="168497"/>
                    <a:pt x="164945" y="175861"/>
                    <a:pt x="156161" y="180300"/>
                  </a:cubicBezTo>
                  <a:cubicBezTo>
                    <a:pt x="153884" y="181383"/>
                    <a:pt x="152583" y="183657"/>
                    <a:pt x="152583" y="186039"/>
                  </a:cubicBezTo>
                  <a:lnTo>
                    <a:pt x="152583" y="197518"/>
                  </a:lnTo>
                  <a:lnTo>
                    <a:pt x="149980" y="197518"/>
                  </a:lnTo>
                  <a:cubicBezTo>
                    <a:pt x="146401" y="197518"/>
                    <a:pt x="143473" y="200333"/>
                    <a:pt x="143473" y="203906"/>
                  </a:cubicBezTo>
                  <a:lnTo>
                    <a:pt x="143473" y="214410"/>
                  </a:lnTo>
                  <a:cubicBezTo>
                    <a:pt x="143473" y="216576"/>
                    <a:pt x="144666" y="218633"/>
                    <a:pt x="146401" y="219824"/>
                  </a:cubicBezTo>
                  <a:lnTo>
                    <a:pt x="152691" y="223831"/>
                  </a:lnTo>
                  <a:lnTo>
                    <a:pt x="153016" y="226538"/>
                  </a:lnTo>
                  <a:cubicBezTo>
                    <a:pt x="155077" y="241806"/>
                    <a:pt x="163644" y="261731"/>
                    <a:pt x="176007" y="279598"/>
                  </a:cubicBezTo>
                  <a:cubicBezTo>
                    <a:pt x="191731" y="302338"/>
                    <a:pt x="206480" y="312516"/>
                    <a:pt x="214071" y="312516"/>
                  </a:cubicBezTo>
                  <a:lnTo>
                    <a:pt x="248557" y="312516"/>
                  </a:lnTo>
                  <a:cubicBezTo>
                    <a:pt x="256148" y="312516"/>
                    <a:pt x="270896" y="302338"/>
                    <a:pt x="286621" y="279598"/>
                  </a:cubicBezTo>
                  <a:cubicBezTo>
                    <a:pt x="298984" y="261731"/>
                    <a:pt x="307551" y="241806"/>
                    <a:pt x="309611" y="226538"/>
                  </a:cubicBezTo>
                  <a:lnTo>
                    <a:pt x="309936" y="223831"/>
                  </a:lnTo>
                  <a:lnTo>
                    <a:pt x="316226" y="219824"/>
                  </a:lnTo>
                  <a:cubicBezTo>
                    <a:pt x="318070" y="218633"/>
                    <a:pt x="319154" y="216576"/>
                    <a:pt x="319154" y="214410"/>
                  </a:cubicBezTo>
                  <a:lnTo>
                    <a:pt x="319154" y="203906"/>
                  </a:lnTo>
                  <a:cubicBezTo>
                    <a:pt x="319154" y="200333"/>
                    <a:pt x="316226" y="197518"/>
                    <a:pt x="312756" y="197518"/>
                  </a:cubicBezTo>
                  <a:lnTo>
                    <a:pt x="309177" y="197518"/>
                  </a:lnTo>
                  <a:cubicBezTo>
                    <a:pt x="308744" y="196651"/>
                    <a:pt x="307984" y="195893"/>
                    <a:pt x="307117" y="195352"/>
                  </a:cubicBezTo>
                  <a:cubicBezTo>
                    <a:pt x="305382" y="194161"/>
                    <a:pt x="302996" y="193944"/>
                    <a:pt x="301044" y="194919"/>
                  </a:cubicBezTo>
                  <a:cubicBezTo>
                    <a:pt x="292477" y="198709"/>
                    <a:pt x="283910" y="200658"/>
                    <a:pt x="275668" y="200658"/>
                  </a:cubicBezTo>
                  <a:cubicBezTo>
                    <a:pt x="261028" y="200658"/>
                    <a:pt x="247797" y="194702"/>
                    <a:pt x="236302" y="182791"/>
                  </a:cubicBezTo>
                  <a:cubicBezTo>
                    <a:pt x="227193" y="173370"/>
                    <a:pt x="215155" y="168497"/>
                    <a:pt x="200624" y="168497"/>
                  </a:cubicBezTo>
                  <a:close/>
                  <a:moveTo>
                    <a:pt x="426321" y="71765"/>
                  </a:moveTo>
                  <a:cubicBezTo>
                    <a:pt x="433372" y="71765"/>
                    <a:pt x="439012" y="77398"/>
                    <a:pt x="439012" y="84331"/>
                  </a:cubicBezTo>
                  <a:lnTo>
                    <a:pt x="439012" y="99173"/>
                  </a:lnTo>
                  <a:cubicBezTo>
                    <a:pt x="449860" y="101231"/>
                    <a:pt x="458321" y="105564"/>
                    <a:pt x="464721" y="112498"/>
                  </a:cubicBezTo>
                  <a:cubicBezTo>
                    <a:pt x="467650" y="115639"/>
                    <a:pt x="468843" y="120081"/>
                    <a:pt x="467758" y="124306"/>
                  </a:cubicBezTo>
                  <a:cubicBezTo>
                    <a:pt x="466565" y="128531"/>
                    <a:pt x="463419" y="131780"/>
                    <a:pt x="459297" y="133080"/>
                  </a:cubicBezTo>
                  <a:lnTo>
                    <a:pt x="452789" y="135139"/>
                  </a:lnTo>
                  <a:cubicBezTo>
                    <a:pt x="448016" y="136655"/>
                    <a:pt x="442809" y="135247"/>
                    <a:pt x="439555" y="131455"/>
                  </a:cubicBezTo>
                  <a:cubicBezTo>
                    <a:pt x="436192" y="127772"/>
                    <a:pt x="431311" y="125931"/>
                    <a:pt x="425019" y="125931"/>
                  </a:cubicBezTo>
                  <a:cubicBezTo>
                    <a:pt x="419921" y="125931"/>
                    <a:pt x="413738" y="127122"/>
                    <a:pt x="413738" y="132972"/>
                  </a:cubicBezTo>
                  <a:cubicBezTo>
                    <a:pt x="413738" y="134597"/>
                    <a:pt x="414388" y="136005"/>
                    <a:pt x="415582" y="137197"/>
                  </a:cubicBezTo>
                  <a:cubicBezTo>
                    <a:pt x="416883" y="138389"/>
                    <a:pt x="420463" y="139689"/>
                    <a:pt x="426429" y="140989"/>
                  </a:cubicBezTo>
                  <a:cubicBezTo>
                    <a:pt x="440097" y="144022"/>
                    <a:pt x="450077" y="146730"/>
                    <a:pt x="456043" y="149113"/>
                  </a:cubicBezTo>
                  <a:cubicBezTo>
                    <a:pt x="462118" y="151497"/>
                    <a:pt x="467216" y="155613"/>
                    <a:pt x="471230" y="161355"/>
                  </a:cubicBezTo>
                  <a:cubicBezTo>
                    <a:pt x="475243" y="167096"/>
                    <a:pt x="477304" y="174030"/>
                    <a:pt x="477304" y="181829"/>
                  </a:cubicBezTo>
                  <a:cubicBezTo>
                    <a:pt x="477304" y="192771"/>
                    <a:pt x="473291" y="202087"/>
                    <a:pt x="465480" y="209454"/>
                  </a:cubicBezTo>
                  <a:cubicBezTo>
                    <a:pt x="458863" y="215737"/>
                    <a:pt x="449968" y="219962"/>
                    <a:pt x="439012" y="222020"/>
                  </a:cubicBezTo>
                  <a:lnTo>
                    <a:pt x="439012" y="242278"/>
                  </a:lnTo>
                  <a:cubicBezTo>
                    <a:pt x="439012" y="249320"/>
                    <a:pt x="433372" y="254953"/>
                    <a:pt x="426321" y="254953"/>
                  </a:cubicBezTo>
                  <a:cubicBezTo>
                    <a:pt x="419378" y="254953"/>
                    <a:pt x="413738" y="249320"/>
                    <a:pt x="413738" y="242278"/>
                  </a:cubicBezTo>
                  <a:lnTo>
                    <a:pt x="413738" y="222670"/>
                  </a:lnTo>
                  <a:cubicBezTo>
                    <a:pt x="397683" y="220504"/>
                    <a:pt x="385751" y="213571"/>
                    <a:pt x="378158" y="202087"/>
                  </a:cubicBezTo>
                  <a:cubicBezTo>
                    <a:pt x="375771" y="198512"/>
                    <a:pt x="375337" y="194071"/>
                    <a:pt x="377073" y="190171"/>
                  </a:cubicBezTo>
                  <a:cubicBezTo>
                    <a:pt x="378700" y="186271"/>
                    <a:pt x="382171" y="183454"/>
                    <a:pt x="386402" y="182696"/>
                  </a:cubicBezTo>
                  <a:lnTo>
                    <a:pt x="395948" y="180963"/>
                  </a:lnTo>
                  <a:cubicBezTo>
                    <a:pt x="400721" y="180096"/>
                    <a:pt x="405710" y="182046"/>
                    <a:pt x="408531" y="186163"/>
                  </a:cubicBezTo>
                  <a:cubicBezTo>
                    <a:pt x="412110" y="191254"/>
                    <a:pt x="418185" y="193963"/>
                    <a:pt x="426646" y="193963"/>
                  </a:cubicBezTo>
                  <a:cubicBezTo>
                    <a:pt x="439555" y="193963"/>
                    <a:pt x="439555" y="188763"/>
                    <a:pt x="439555" y="187138"/>
                  </a:cubicBezTo>
                  <a:cubicBezTo>
                    <a:pt x="439555" y="184646"/>
                    <a:pt x="438578" y="182913"/>
                    <a:pt x="436626" y="181504"/>
                  </a:cubicBezTo>
                  <a:cubicBezTo>
                    <a:pt x="434673" y="180096"/>
                    <a:pt x="430985" y="178905"/>
                    <a:pt x="425778" y="177821"/>
                  </a:cubicBezTo>
                  <a:cubicBezTo>
                    <a:pt x="404734" y="173488"/>
                    <a:pt x="391283" y="167963"/>
                    <a:pt x="385534" y="161355"/>
                  </a:cubicBezTo>
                  <a:cubicBezTo>
                    <a:pt x="379785" y="154530"/>
                    <a:pt x="376964" y="147055"/>
                    <a:pt x="376964" y="138280"/>
                  </a:cubicBezTo>
                  <a:cubicBezTo>
                    <a:pt x="376964" y="128639"/>
                    <a:pt x="380110" y="120081"/>
                    <a:pt x="386402" y="112714"/>
                  </a:cubicBezTo>
                  <a:cubicBezTo>
                    <a:pt x="392368" y="105564"/>
                    <a:pt x="401588" y="100906"/>
                    <a:pt x="413738" y="98848"/>
                  </a:cubicBezTo>
                  <a:lnTo>
                    <a:pt x="413738" y="84331"/>
                  </a:lnTo>
                  <a:cubicBezTo>
                    <a:pt x="413738" y="77398"/>
                    <a:pt x="419378" y="71765"/>
                    <a:pt x="426321" y="71765"/>
                  </a:cubicBezTo>
                  <a:close/>
                  <a:moveTo>
                    <a:pt x="215047" y="46785"/>
                  </a:moveTo>
                  <a:lnTo>
                    <a:pt x="247581" y="46785"/>
                  </a:lnTo>
                  <a:cubicBezTo>
                    <a:pt x="302779" y="46785"/>
                    <a:pt x="347675" y="91723"/>
                    <a:pt x="347675" y="146840"/>
                  </a:cubicBezTo>
                  <a:lnTo>
                    <a:pt x="347675" y="178243"/>
                  </a:lnTo>
                  <a:cubicBezTo>
                    <a:pt x="351471" y="183441"/>
                    <a:pt x="353423" y="189721"/>
                    <a:pt x="353423" y="196110"/>
                  </a:cubicBezTo>
                  <a:lnTo>
                    <a:pt x="353423" y="218525"/>
                  </a:lnTo>
                  <a:cubicBezTo>
                    <a:pt x="353423" y="227621"/>
                    <a:pt x="349302" y="236284"/>
                    <a:pt x="342362" y="242131"/>
                  </a:cubicBezTo>
                  <a:cubicBezTo>
                    <a:pt x="340626" y="247654"/>
                    <a:pt x="338458" y="253393"/>
                    <a:pt x="335963" y="259132"/>
                  </a:cubicBezTo>
                  <a:cubicBezTo>
                    <a:pt x="330758" y="272559"/>
                    <a:pt x="323275" y="286528"/>
                    <a:pt x="314383" y="299522"/>
                  </a:cubicBezTo>
                  <a:cubicBezTo>
                    <a:pt x="310587" y="305045"/>
                    <a:pt x="305599" y="311650"/>
                    <a:pt x="299743" y="318147"/>
                  </a:cubicBezTo>
                  <a:cubicBezTo>
                    <a:pt x="305056" y="321937"/>
                    <a:pt x="308852" y="326485"/>
                    <a:pt x="310587" y="331683"/>
                  </a:cubicBezTo>
                  <a:lnTo>
                    <a:pt x="382052" y="353231"/>
                  </a:lnTo>
                  <a:cubicBezTo>
                    <a:pt x="432263" y="367742"/>
                    <a:pt x="462627" y="578464"/>
                    <a:pt x="462627" y="587560"/>
                  </a:cubicBezTo>
                  <a:cubicBezTo>
                    <a:pt x="462627" y="598064"/>
                    <a:pt x="454169" y="606510"/>
                    <a:pt x="443758" y="606510"/>
                  </a:cubicBezTo>
                  <a:lnTo>
                    <a:pt x="18978" y="606510"/>
                  </a:lnTo>
                  <a:cubicBezTo>
                    <a:pt x="8459" y="606510"/>
                    <a:pt x="0" y="598064"/>
                    <a:pt x="0" y="587560"/>
                  </a:cubicBezTo>
                  <a:cubicBezTo>
                    <a:pt x="0" y="586586"/>
                    <a:pt x="109" y="585611"/>
                    <a:pt x="217" y="584636"/>
                  </a:cubicBezTo>
                  <a:cubicBezTo>
                    <a:pt x="217" y="584636"/>
                    <a:pt x="30365" y="367742"/>
                    <a:pt x="80575" y="353231"/>
                  </a:cubicBezTo>
                  <a:lnTo>
                    <a:pt x="152040" y="331683"/>
                  </a:lnTo>
                  <a:cubicBezTo>
                    <a:pt x="153775" y="326485"/>
                    <a:pt x="157571" y="321937"/>
                    <a:pt x="162885" y="318147"/>
                  </a:cubicBezTo>
                  <a:cubicBezTo>
                    <a:pt x="157029" y="311650"/>
                    <a:pt x="152040" y="305045"/>
                    <a:pt x="148353" y="299522"/>
                  </a:cubicBezTo>
                  <a:cubicBezTo>
                    <a:pt x="139352" y="286528"/>
                    <a:pt x="131870" y="272559"/>
                    <a:pt x="126664" y="259132"/>
                  </a:cubicBezTo>
                  <a:cubicBezTo>
                    <a:pt x="124170" y="253393"/>
                    <a:pt x="122001" y="247654"/>
                    <a:pt x="120266" y="242131"/>
                  </a:cubicBezTo>
                  <a:cubicBezTo>
                    <a:pt x="113325" y="236284"/>
                    <a:pt x="109205" y="227621"/>
                    <a:pt x="109205" y="218525"/>
                  </a:cubicBezTo>
                  <a:lnTo>
                    <a:pt x="109205" y="196110"/>
                  </a:lnTo>
                  <a:cubicBezTo>
                    <a:pt x="109205" y="189721"/>
                    <a:pt x="111265" y="183441"/>
                    <a:pt x="114952" y="178243"/>
                  </a:cubicBezTo>
                  <a:lnTo>
                    <a:pt x="114952" y="146840"/>
                  </a:lnTo>
                  <a:cubicBezTo>
                    <a:pt x="114952" y="91723"/>
                    <a:pt x="159848" y="46785"/>
                    <a:pt x="215047" y="46785"/>
                  </a:cubicBezTo>
                  <a:close/>
                  <a:moveTo>
                    <a:pt x="414825" y="0"/>
                  </a:moveTo>
                  <a:cubicBezTo>
                    <a:pt x="504940" y="0"/>
                    <a:pt x="578354" y="73314"/>
                    <a:pt x="578354" y="163305"/>
                  </a:cubicBezTo>
                  <a:cubicBezTo>
                    <a:pt x="578354" y="253404"/>
                    <a:pt x="504940" y="326718"/>
                    <a:pt x="414825" y="326718"/>
                  </a:cubicBezTo>
                  <a:cubicBezTo>
                    <a:pt x="389667" y="326718"/>
                    <a:pt x="365918" y="320979"/>
                    <a:pt x="344664" y="310907"/>
                  </a:cubicBezTo>
                  <a:cubicBezTo>
                    <a:pt x="350737" y="300620"/>
                    <a:pt x="355942" y="290115"/>
                    <a:pt x="360063" y="279719"/>
                  </a:cubicBezTo>
                  <a:cubicBezTo>
                    <a:pt x="376654" y="287516"/>
                    <a:pt x="395198" y="291956"/>
                    <a:pt x="414825" y="291956"/>
                  </a:cubicBezTo>
                  <a:cubicBezTo>
                    <a:pt x="485854" y="291956"/>
                    <a:pt x="543545" y="234236"/>
                    <a:pt x="543545" y="163305"/>
                  </a:cubicBezTo>
                  <a:cubicBezTo>
                    <a:pt x="543545" y="92482"/>
                    <a:pt x="485854" y="34762"/>
                    <a:pt x="414825" y="34762"/>
                  </a:cubicBezTo>
                  <a:cubicBezTo>
                    <a:pt x="386414" y="34762"/>
                    <a:pt x="360171" y="43967"/>
                    <a:pt x="338808" y="59561"/>
                  </a:cubicBezTo>
                  <a:cubicBezTo>
                    <a:pt x="330675" y="50897"/>
                    <a:pt x="321458" y="43317"/>
                    <a:pt x="311264" y="37036"/>
                  </a:cubicBezTo>
                  <a:cubicBezTo>
                    <a:pt x="339459" y="13861"/>
                    <a:pt x="375570" y="0"/>
                    <a:pt x="414825" y="0"/>
                  </a:cubicBezTo>
                  <a:close/>
                </a:path>
              </a:pathLst>
            </a:custGeom>
            <a:solidFill>
              <a:srgbClr val="AE3637"/>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11" name="îṩļïdê"/>
            <p:cNvSpPr/>
            <p:nvPr/>
          </p:nvSpPr>
          <p:spPr>
            <a:xfrm>
              <a:off x="7304549" y="1396089"/>
              <a:ext cx="413955" cy="432000"/>
            </a:xfrm>
            <a:custGeom>
              <a:avLst/>
              <a:gdLst>
                <a:gd name="connsiteX0" fmla="*/ 519512 w 581137"/>
                <a:gd name="connsiteY0" fmla="*/ 332111 h 606469"/>
                <a:gd name="connsiteX1" fmla="*/ 540163 w 581137"/>
                <a:gd name="connsiteY1" fmla="*/ 340671 h 606469"/>
                <a:gd name="connsiteX2" fmla="*/ 572553 w 581137"/>
                <a:gd name="connsiteY2" fmla="*/ 373014 h 606469"/>
                <a:gd name="connsiteX3" fmla="*/ 572553 w 581137"/>
                <a:gd name="connsiteY3" fmla="*/ 414307 h 606469"/>
                <a:gd name="connsiteX4" fmla="*/ 388637 w 581137"/>
                <a:gd name="connsiteY4" fmla="*/ 597958 h 606469"/>
                <a:gd name="connsiteX5" fmla="*/ 367986 w 581137"/>
                <a:gd name="connsiteY5" fmla="*/ 606469 h 606469"/>
                <a:gd name="connsiteX6" fmla="*/ 347334 w 581137"/>
                <a:gd name="connsiteY6" fmla="*/ 597958 h 606469"/>
                <a:gd name="connsiteX7" fmla="*/ 311096 w 581137"/>
                <a:gd name="connsiteY7" fmla="*/ 561772 h 606469"/>
                <a:gd name="connsiteX8" fmla="*/ 294244 w 581137"/>
                <a:gd name="connsiteY8" fmla="*/ 544944 h 606469"/>
                <a:gd name="connsiteX9" fmla="*/ 257860 w 581137"/>
                <a:gd name="connsiteY9" fmla="*/ 508613 h 606469"/>
                <a:gd name="connsiteX10" fmla="*/ 257860 w 581137"/>
                <a:gd name="connsiteY10" fmla="*/ 467320 h 606469"/>
                <a:gd name="connsiteX11" fmla="*/ 290250 w 581137"/>
                <a:gd name="connsiteY11" fmla="*/ 434977 h 606469"/>
                <a:gd name="connsiteX12" fmla="*/ 310901 w 581137"/>
                <a:gd name="connsiteY12" fmla="*/ 426417 h 606469"/>
                <a:gd name="connsiteX13" fmla="*/ 331553 w 581137"/>
                <a:gd name="connsiteY13" fmla="*/ 434977 h 606469"/>
                <a:gd name="connsiteX14" fmla="*/ 367986 w 581137"/>
                <a:gd name="connsiteY14" fmla="*/ 471308 h 606469"/>
                <a:gd name="connsiteX15" fmla="*/ 377970 w 581137"/>
                <a:gd name="connsiteY15" fmla="*/ 461387 h 606469"/>
                <a:gd name="connsiteX16" fmla="*/ 498860 w 581137"/>
                <a:gd name="connsiteY16" fmla="*/ 340671 h 606469"/>
                <a:gd name="connsiteX17" fmla="*/ 519512 w 581137"/>
                <a:gd name="connsiteY17" fmla="*/ 332111 h 606469"/>
                <a:gd name="connsiteX18" fmla="*/ 51961 w 581137"/>
                <a:gd name="connsiteY18" fmla="*/ 289771 h 606469"/>
                <a:gd name="connsiteX19" fmla="*/ 97543 w 581137"/>
                <a:gd name="connsiteY19" fmla="*/ 289771 h 606469"/>
                <a:gd name="connsiteX20" fmla="*/ 116486 w 581137"/>
                <a:gd name="connsiteY20" fmla="*/ 304796 h 606469"/>
                <a:gd name="connsiteX21" fmla="*/ 143368 w 581137"/>
                <a:gd name="connsiteY21" fmla="*/ 419113 h 606469"/>
                <a:gd name="connsiteX22" fmla="*/ 159828 w 581137"/>
                <a:gd name="connsiteY22" fmla="*/ 445030 h 606469"/>
                <a:gd name="connsiteX23" fmla="*/ 160120 w 581137"/>
                <a:gd name="connsiteY23" fmla="*/ 406228 h 606469"/>
                <a:gd name="connsiteX24" fmla="*/ 180233 w 581137"/>
                <a:gd name="connsiteY24" fmla="*/ 331394 h 606469"/>
                <a:gd name="connsiteX25" fmla="*/ 166792 w 581137"/>
                <a:gd name="connsiteY25" fmla="*/ 301781 h 606469"/>
                <a:gd name="connsiteX26" fmla="*/ 174535 w 581137"/>
                <a:gd name="connsiteY26" fmla="*/ 289771 h 606469"/>
                <a:gd name="connsiteX27" fmla="*/ 188998 w 581137"/>
                <a:gd name="connsiteY27" fmla="*/ 289771 h 606469"/>
                <a:gd name="connsiteX28" fmla="*/ 203413 w 581137"/>
                <a:gd name="connsiteY28" fmla="*/ 289771 h 606469"/>
                <a:gd name="connsiteX29" fmla="*/ 211156 w 581137"/>
                <a:gd name="connsiteY29" fmla="*/ 301781 h 606469"/>
                <a:gd name="connsiteX30" fmla="*/ 197715 w 581137"/>
                <a:gd name="connsiteY30" fmla="*/ 331394 h 606469"/>
                <a:gd name="connsiteX31" fmla="*/ 217876 w 581137"/>
                <a:gd name="connsiteY31" fmla="*/ 406228 h 606469"/>
                <a:gd name="connsiteX32" fmla="*/ 218120 w 581137"/>
                <a:gd name="connsiteY32" fmla="*/ 445030 h 606469"/>
                <a:gd name="connsiteX33" fmla="*/ 234580 w 581137"/>
                <a:gd name="connsiteY33" fmla="*/ 419113 h 606469"/>
                <a:gd name="connsiteX34" fmla="*/ 261462 w 581137"/>
                <a:gd name="connsiteY34" fmla="*/ 304796 h 606469"/>
                <a:gd name="connsiteX35" fmla="*/ 280405 w 581137"/>
                <a:gd name="connsiteY35" fmla="*/ 289771 h 606469"/>
                <a:gd name="connsiteX36" fmla="*/ 325987 w 581137"/>
                <a:gd name="connsiteY36" fmla="*/ 289771 h 606469"/>
                <a:gd name="connsiteX37" fmla="*/ 377948 w 581137"/>
                <a:gd name="connsiteY37" fmla="*/ 341654 h 606469"/>
                <a:gd name="connsiteX38" fmla="*/ 377948 w 581137"/>
                <a:gd name="connsiteY38" fmla="*/ 433847 h 606469"/>
                <a:gd name="connsiteX39" fmla="*/ 367965 w 581137"/>
                <a:gd name="connsiteY39" fmla="*/ 443815 h 606469"/>
                <a:gd name="connsiteX40" fmla="*/ 345320 w 581137"/>
                <a:gd name="connsiteY40" fmla="*/ 421204 h 606469"/>
                <a:gd name="connsiteX41" fmla="*/ 310890 w 581137"/>
                <a:gd name="connsiteY41" fmla="*/ 406957 h 606469"/>
                <a:gd name="connsiteX42" fmla="*/ 276461 w 581137"/>
                <a:gd name="connsiteY42" fmla="*/ 421204 h 606469"/>
                <a:gd name="connsiteX43" fmla="*/ 244076 w 581137"/>
                <a:gd name="connsiteY43" fmla="*/ 453540 h 606469"/>
                <a:gd name="connsiteX44" fmla="*/ 244076 w 581137"/>
                <a:gd name="connsiteY44" fmla="*/ 522344 h 606469"/>
                <a:gd name="connsiteX45" fmla="*/ 280454 w 581137"/>
                <a:gd name="connsiteY45" fmla="*/ 558667 h 606469"/>
                <a:gd name="connsiteX46" fmla="*/ 283522 w 581137"/>
                <a:gd name="connsiteY46" fmla="*/ 561730 h 606469"/>
                <a:gd name="connsiteX47" fmla="*/ 188998 w 581137"/>
                <a:gd name="connsiteY47" fmla="*/ 561730 h 606469"/>
                <a:gd name="connsiteX48" fmla="*/ 19479 w 581137"/>
                <a:gd name="connsiteY48" fmla="*/ 561730 h 606469"/>
                <a:gd name="connsiteX49" fmla="*/ 0 w 581137"/>
                <a:gd name="connsiteY49" fmla="*/ 542280 h 606469"/>
                <a:gd name="connsiteX50" fmla="*/ 0 w 581137"/>
                <a:gd name="connsiteY50" fmla="*/ 341654 h 606469"/>
                <a:gd name="connsiteX51" fmla="*/ 51961 w 581137"/>
                <a:gd name="connsiteY51" fmla="*/ 289771 h 606469"/>
                <a:gd name="connsiteX52" fmla="*/ 273435 w 581137"/>
                <a:gd name="connsiteY52" fmla="*/ 375 h 606469"/>
                <a:gd name="connsiteX53" fmla="*/ 303290 w 581137"/>
                <a:gd name="connsiteY53" fmla="*/ 25467 h 606469"/>
                <a:gd name="connsiteX54" fmla="*/ 303290 w 581137"/>
                <a:gd name="connsiteY54" fmla="*/ 135216 h 606469"/>
                <a:gd name="connsiteX55" fmla="*/ 303290 w 581137"/>
                <a:gd name="connsiteY55" fmla="*/ 147422 h 606469"/>
                <a:gd name="connsiteX56" fmla="*/ 189032 w 581137"/>
                <a:gd name="connsiteY56" fmla="*/ 262180 h 606469"/>
                <a:gd name="connsiteX57" fmla="*/ 73459 w 581137"/>
                <a:gd name="connsiteY57" fmla="*/ 147422 h 606469"/>
                <a:gd name="connsiteX58" fmla="*/ 73459 w 581137"/>
                <a:gd name="connsiteY58" fmla="*/ 81922 h 606469"/>
                <a:gd name="connsiteX59" fmla="*/ 115100 w 581137"/>
                <a:gd name="connsiteY59" fmla="*/ 31059 h 606469"/>
                <a:gd name="connsiteX60" fmla="*/ 273435 w 581137"/>
                <a:gd name="connsiteY60" fmla="*/ 375 h 60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137" h="606469">
                  <a:moveTo>
                    <a:pt x="519512" y="332111"/>
                  </a:moveTo>
                  <a:cubicBezTo>
                    <a:pt x="526964" y="332111"/>
                    <a:pt x="534464" y="334981"/>
                    <a:pt x="540163" y="340671"/>
                  </a:cubicBezTo>
                  <a:lnTo>
                    <a:pt x="572553" y="373014"/>
                  </a:lnTo>
                  <a:cubicBezTo>
                    <a:pt x="583999" y="384395"/>
                    <a:pt x="583999" y="402877"/>
                    <a:pt x="572553" y="414307"/>
                  </a:cubicBezTo>
                  <a:lnTo>
                    <a:pt x="388637" y="597958"/>
                  </a:lnTo>
                  <a:cubicBezTo>
                    <a:pt x="382938" y="603648"/>
                    <a:pt x="375486" y="606469"/>
                    <a:pt x="367986" y="606469"/>
                  </a:cubicBezTo>
                  <a:cubicBezTo>
                    <a:pt x="360485" y="606469"/>
                    <a:pt x="353033" y="603648"/>
                    <a:pt x="347334" y="597958"/>
                  </a:cubicBezTo>
                  <a:lnTo>
                    <a:pt x="311096" y="561772"/>
                  </a:lnTo>
                  <a:lnTo>
                    <a:pt x="294244" y="544944"/>
                  </a:lnTo>
                  <a:lnTo>
                    <a:pt x="257860" y="508613"/>
                  </a:lnTo>
                  <a:cubicBezTo>
                    <a:pt x="246414" y="497183"/>
                    <a:pt x="246414" y="478701"/>
                    <a:pt x="257860" y="467320"/>
                  </a:cubicBezTo>
                  <a:lnTo>
                    <a:pt x="290250" y="434977"/>
                  </a:lnTo>
                  <a:cubicBezTo>
                    <a:pt x="295949" y="429287"/>
                    <a:pt x="303449" y="426417"/>
                    <a:pt x="310901" y="426417"/>
                  </a:cubicBezTo>
                  <a:cubicBezTo>
                    <a:pt x="318402" y="426417"/>
                    <a:pt x="325854" y="429287"/>
                    <a:pt x="331553" y="434977"/>
                  </a:cubicBezTo>
                  <a:lnTo>
                    <a:pt x="367986" y="471308"/>
                  </a:lnTo>
                  <a:lnTo>
                    <a:pt x="377970" y="461387"/>
                  </a:lnTo>
                  <a:lnTo>
                    <a:pt x="498860" y="340671"/>
                  </a:lnTo>
                  <a:cubicBezTo>
                    <a:pt x="504559" y="334981"/>
                    <a:pt x="512011" y="332111"/>
                    <a:pt x="519512" y="332111"/>
                  </a:cubicBezTo>
                  <a:close/>
                  <a:moveTo>
                    <a:pt x="51961" y="289771"/>
                  </a:moveTo>
                  <a:lnTo>
                    <a:pt x="97543" y="289771"/>
                  </a:lnTo>
                  <a:cubicBezTo>
                    <a:pt x="106601" y="289771"/>
                    <a:pt x="114441" y="295995"/>
                    <a:pt x="116486" y="304796"/>
                  </a:cubicBezTo>
                  <a:lnTo>
                    <a:pt x="143368" y="419113"/>
                  </a:lnTo>
                  <a:cubicBezTo>
                    <a:pt x="145852" y="429665"/>
                    <a:pt x="151793" y="438660"/>
                    <a:pt x="159828" y="445030"/>
                  </a:cubicBezTo>
                  <a:cubicBezTo>
                    <a:pt x="157442" y="432193"/>
                    <a:pt x="157539" y="419016"/>
                    <a:pt x="160120" y="406228"/>
                  </a:cubicBezTo>
                  <a:lnTo>
                    <a:pt x="180233" y="331394"/>
                  </a:lnTo>
                  <a:lnTo>
                    <a:pt x="166792" y="301781"/>
                  </a:lnTo>
                  <a:cubicBezTo>
                    <a:pt x="164260" y="296141"/>
                    <a:pt x="168350" y="289771"/>
                    <a:pt x="174535" y="289771"/>
                  </a:cubicBezTo>
                  <a:lnTo>
                    <a:pt x="188998" y="289771"/>
                  </a:lnTo>
                  <a:lnTo>
                    <a:pt x="203413" y="289771"/>
                  </a:lnTo>
                  <a:cubicBezTo>
                    <a:pt x="209598" y="289771"/>
                    <a:pt x="213688" y="296141"/>
                    <a:pt x="211156" y="301781"/>
                  </a:cubicBezTo>
                  <a:lnTo>
                    <a:pt x="197715" y="331394"/>
                  </a:lnTo>
                  <a:lnTo>
                    <a:pt x="217876" y="406228"/>
                  </a:lnTo>
                  <a:cubicBezTo>
                    <a:pt x="220409" y="419016"/>
                    <a:pt x="220506" y="432193"/>
                    <a:pt x="218120" y="445030"/>
                  </a:cubicBezTo>
                  <a:cubicBezTo>
                    <a:pt x="226155" y="438660"/>
                    <a:pt x="232096" y="429665"/>
                    <a:pt x="234580" y="419113"/>
                  </a:cubicBezTo>
                  <a:lnTo>
                    <a:pt x="261462" y="304796"/>
                  </a:lnTo>
                  <a:cubicBezTo>
                    <a:pt x="263507" y="295995"/>
                    <a:pt x="271347" y="289771"/>
                    <a:pt x="280405" y="289771"/>
                  </a:cubicBezTo>
                  <a:lnTo>
                    <a:pt x="325987" y="289771"/>
                  </a:lnTo>
                  <a:cubicBezTo>
                    <a:pt x="354670" y="289771"/>
                    <a:pt x="377948" y="313014"/>
                    <a:pt x="377948" y="341654"/>
                  </a:cubicBezTo>
                  <a:lnTo>
                    <a:pt x="377948" y="433847"/>
                  </a:lnTo>
                  <a:lnTo>
                    <a:pt x="367965" y="443815"/>
                  </a:lnTo>
                  <a:lnTo>
                    <a:pt x="345320" y="421204"/>
                  </a:lnTo>
                  <a:cubicBezTo>
                    <a:pt x="336116" y="412014"/>
                    <a:pt x="323893" y="406957"/>
                    <a:pt x="310890" y="406957"/>
                  </a:cubicBezTo>
                  <a:cubicBezTo>
                    <a:pt x="297888" y="406957"/>
                    <a:pt x="285665" y="412014"/>
                    <a:pt x="276461" y="421204"/>
                  </a:cubicBezTo>
                  <a:lnTo>
                    <a:pt x="244076" y="453540"/>
                  </a:lnTo>
                  <a:cubicBezTo>
                    <a:pt x="225084" y="472503"/>
                    <a:pt x="225084" y="503380"/>
                    <a:pt x="244076" y="522344"/>
                  </a:cubicBezTo>
                  <a:lnTo>
                    <a:pt x="280454" y="558667"/>
                  </a:lnTo>
                  <a:lnTo>
                    <a:pt x="283522" y="561730"/>
                  </a:lnTo>
                  <a:lnTo>
                    <a:pt x="188998" y="561730"/>
                  </a:lnTo>
                  <a:lnTo>
                    <a:pt x="19479" y="561730"/>
                  </a:lnTo>
                  <a:cubicBezTo>
                    <a:pt x="8766" y="561730"/>
                    <a:pt x="0" y="553026"/>
                    <a:pt x="0" y="542280"/>
                  </a:cubicBezTo>
                  <a:lnTo>
                    <a:pt x="0" y="341654"/>
                  </a:lnTo>
                  <a:cubicBezTo>
                    <a:pt x="0" y="313014"/>
                    <a:pt x="23278" y="289771"/>
                    <a:pt x="51961" y="289771"/>
                  </a:cubicBezTo>
                  <a:close/>
                  <a:moveTo>
                    <a:pt x="273435" y="375"/>
                  </a:moveTo>
                  <a:cubicBezTo>
                    <a:pt x="289020" y="-2299"/>
                    <a:pt x="303290" y="9663"/>
                    <a:pt x="303290" y="25467"/>
                  </a:cubicBezTo>
                  <a:lnTo>
                    <a:pt x="303290" y="135216"/>
                  </a:lnTo>
                  <a:lnTo>
                    <a:pt x="303290" y="147422"/>
                  </a:lnTo>
                  <a:cubicBezTo>
                    <a:pt x="303290" y="210831"/>
                    <a:pt x="252492" y="262180"/>
                    <a:pt x="189032" y="262180"/>
                  </a:cubicBezTo>
                  <a:cubicBezTo>
                    <a:pt x="125523" y="262180"/>
                    <a:pt x="73459" y="210831"/>
                    <a:pt x="73459" y="147422"/>
                  </a:cubicBezTo>
                  <a:lnTo>
                    <a:pt x="73459" y="81922"/>
                  </a:lnTo>
                  <a:cubicBezTo>
                    <a:pt x="73459" y="57220"/>
                    <a:pt x="90895" y="35970"/>
                    <a:pt x="115100" y="31059"/>
                  </a:cubicBezTo>
                  <a:cubicBezTo>
                    <a:pt x="136238" y="26828"/>
                    <a:pt x="254538" y="3585"/>
                    <a:pt x="273435" y="375"/>
                  </a:cubicBezTo>
                  <a:close/>
                </a:path>
              </a:pathLst>
            </a:custGeom>
            <a:solidFill>
              <a:srgbClr val="AE3637"/>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12" name="îŝḻîḋê"/>
            <p:cNvSpPr/>
            <p:nvPr/>
          </p:nvSpPr>
          <p:spPr>
            <a:xfrm>
              <a:off x="10149347" y="1396089"/>
              <a:ext cx="411861" cy="432000"/>
            </a:xfrm>
            <a:custGeom>
              <a:avLst/>
              <a:gdLst>
                <a:gd name="connsiteX0" fmla="*/ 272000 w 578707"/>
                <a:gd name="connsiteY0" fmla="*/ 341347 h 607004"/>
                <a:gd name="connsiteX1" fmla="*/ 256491 w 578707"/>
                <a:gd name="connsiteY1" fmla="*/ 346871 h 607004"/>
                <a:gd name="connsiteX2" fmla="*/ 251177 w 578707"/>
                <a:gd name="connsiteY2" fmla="*/ 353152 h 607004"/>
                <a:gd name="connsiteX3" fmla="*/ 251177 w 578707"/>
                <a:gd name="connsiteY3" fmla="*/ 369180 h 607004"/>
                <a:gd name="connsiteX4" fmla="*/ 248682 w 578707"/>
                <a:gd name="connsiteY4" fmla="*/ 370913 h 607004"/>
                <a:gd name="connsiteX5" fmla="*/ 247164 w 578707"/>
                <a:gd name="connsiteY5" fmla="*/ 375786 h 607004"/>
                <a:gd name="connsiteX6" fmla="*/ 250634 w 578707"/>
                <a:gd name="connsiteY6" fmla="*/ 409900 h 607004"/>
                <a:gd name="connsiteX7" fmla="*/ 255298 w 578707"/>
                <a:gd name="connsiteY7" fmla="*/ 415424 h 607004"/>
                <a:gd name="connsiteX8" fmla="*/ 257033 w 578707"/>
                <a:gd name="connsiteY8" fmla="*/ 415640 h 607004"/>
                <a:gd name="connsiteX9" fmla="*/ 262130 w 578707"/>
                <a:gd name="connsiteY9" fmla="*/ 413041 h 607004"/>
                <a:gd name="connsiteX10" fmla="*/ 280134 w 578707"/>
                <a:gd name="connsiteY10" fmla="*/ 389215 h 607004"/>
                <a:gd name="connsiteX11" fmla="*/ 281435 w 578707"/>
                <a:gd name="connsiteY11" fmla="*/ 385317 h 607004"/>
                <a:gd name="connsiteX12" fmla="*/ 281435 w 578707"/>
                <a:gd name="connsiteY12" fmla="*/ 346979 h 607004"/>
                <a:gd name="connsiteX13" fmla="*/ 278290 w 578707"/>
                <a:gd name="connsiteY13" fmla="*/ 341564 h 607004"/>
                <a:gd name="connsiteX14" fmla="*/ 272000 w 578707"/>
                <a:gd name="connsiteY14" fmla="*/ 341347 h 607004"/>
                <a:gd name="connsiteX15" fmla="*/ 190768 w 578707"/>
                <a:gd name="connsiteY15" fmla="*/ 341347 h 607004"/>
                <a:gd name="connsiteX16" fmla="*/ 184478 w 578707"/>
                <a:gd name="connsiteY16" fmla="*/ 341564 h 607004"/>
                <a:gd name="connsiteX17" fmla="*/ 181333 w 578707"/>
                <a:gd name="connsiteY17" fmla="*/ 346979 h 607004"/>
                <a:gd name="connsiteX18" fmla="*/ 181333 w 578707"/>
                <a:gd name="connsiteY18" fmla="*/ 385317 h 607004"/>
                <a:gd name="connsiteX19" fmla="*/ 182634 w 578707"/>
                <a:gd name="connsiteY19" fmla="*/ 389215 h 607004"/>
                <a:gd name="connsiteX20" fmla="*/ 200638 w 578707"/>
                <a:gd name="connsiteY20" fmla="*/ 413041 h 607004"/>
                <a:gd name="connsiteX21" fmla="*/ 205843 w 578707"/>
                <a:gd name="connsiteY21" fmla="*/ 415640 h 607004"/>
                <a:gd name="connsiteX22" fmla="*/ 207579 w 578707"/>
                <a:gd name="connsiteY22" fmla="*/ 415424 h 607004"/>
                <a:gd name="connsiteX23" fmla="*/ 212242 w 578707"/>
                <a:gd name="connsiteY23" fmla="*/ 409900 h 607004"/>
                <a:gd name="connsiteX24" fmla="*/ 215713 w 578707"/>
                <a:gd name="connsiteY24" fmla="*/ 375786 h 607004"/>
                <a:gd name="connsiteX25" fmla="*/ 214086 w 578707"/>
                <a:gd name="connsiteY25" fmla="*/ 370805 h 607004"/>
                <a:gd name="connsiteX26" fmla="*/ 211700 w 578707"/>
                <a:gd name="connsiteY26" fmla="*/ 369180 h 607004"/>
                <a:gd name="connsiteX27" fmla="*/ 211700 w 578707"/>
                <a:gd name="connsiteY27" fmla="*/ 353152 h 607004"/>
                <a:gd name="connsiteX28" fmla="*/ 206386 w 578707"/>
                <a:gd name="connsiteY28" fmla="*/ 346871 h 607004"/>
                <a:gd name="connsiteX29" fmla="*/ 190768 w 578707"/>
                <a:gd name="connsiteY29" fmla="*/ 341347 h 607004"/>
                <a:gd name="connsiteX30" fmla="*/ 200746 w 578707"/>
                <a:gd name="connsiteY30" fmla="*/ 168936 h 607004"/>
                <a:gd name="connsiteX31" fmla="*/ 156172 w 578707"/>
                <a:gd name="connsiteY31" fmla="*/ 180740 h 607004"/>
                <a:gd name="connsiteX32" fmla="*/ 152593 w 578707"/>
                <a:gd name="connsiteY32" fmla="*/ 186480 h 607004"/>
                <a:gd name="connsiteX33" fmla="*/ 152593 w 578707"/>
                <a:gd name="connsiteY33" fmla="*/ 197851 h 607004"/>
                <a:gd name="connsiteX34" fmla="*/ 149990 w 578707"/>
                <a:gd name="connsiteY34" fmla="*/ 197851 h 607004"/>
                <a:gd name="connsiteX35" fmla="*/ 143591 w 578707"/>
                <a:gd name="connsiteY35" fmla="*/ 204349 h 607004"/>
                <a:gd name="connsiteX36" fmla="*/ 143591 w 578707"/>
                <a:gd name="connsiteY36" fmla="*/ 214854 h 607004"/>
                <a:gd name="connsiteX37" fmla="*/ 146520 w 578707"/>
                <a:gd name="connsiteY37" fmla="*/ 220269 h 607004"/>
                <a:gd name="connsiteX38" fmla="*/ 152702 w 578707"/>
                <a:gd name="connsiteY38" fmla="*/ 224276 h 607004"/>
                <a:gd name="connsiteX39" fmla="*/ 153135 w 578707"/>
                <a:gd name="connsiteY39" fmla="*/ 226984 h 607004"/>
                <a:gd name="connsiteX40" fmla="*/ 176127 w 578707"/>
                <a:gd name="connsiteY40" fmla="*/ 280050 h 607004"/>
                <a:gd name="connsiteX41" fmla="*/ 214194 w 578707"/>
                <a:gd name="connsiteY41" fmla="*/ 312973 h 607004"/>
                <a:gd name="connsiteX42" fmla="*/ 248682 w 578707"/>
                <a:gd name="connsiteY42" fmla="*/ 312973 h 607004"/>
                <a:gd name="connsiteX43" fmla="*/ 286749 w 578707"/>
                <a:gd name="connsiteY43" fmla="*/ 280050 h 607004"/>
                <a:gd name="connsiteX44" fmla="*/ 309741 w 578707"/>
                <a:gd name="connsiteY44" fmla="*/ 226984 h 607004"/>
                <a:gd name="connsiteX45" fmla="*/ 310067 w 578707"/>
                <a:gd name="connsiteY45" fmla="*/ 224276 h 607004"/>
                <a:gd name="connsiteX46" fmla="*/ 316357 w 578707"/>
                <a:gd name="connsiteY46" fmla="*/ 220269 h 607004"/>
                <a:gd name="connsiteX47" fmla="*/ 319285 w 578707"/>
                <a:gd name="connsiteY47" fmla="*/ 214854 h 607004"/>
                <a:gd name="connsiteX48" fmla="*/ 319285 w 578707"/>
                <a:gd name="connsiteY48" fmla="*/ 204349 h 607004"/>
                <a:gd name="connsiteX49" fmla="*/ 312778 w 578707"/>
                <a:gd name="connsiteY49" fmla="*/ 197851 h 607004"/>
                <a:gd name="connsiteX50" fmla="*/ 309307 w 578707"/>
                <a:gd name="connsiteY50" fmla="*/ 197851 h 607004"/>
                <a:gd name="connsiteX51" fmla="*/ 307247 w 578707"/>
                <a:gd name="connsiteY51" fmla="*/ 195794 h 607004"/>
                <a:gd name="connsiteX52" fmla="*/ 301173 w 578707"/>
                <a:gd name="connsiteY52" fmla="*/ 195252 h 607004"/>
                <a:gd name="connsiteX53" fmla="*/ 275795 w 578707"/>
                <a:gd name="connsiteY53" fmla="*/ 201100 h 607004"/>
                <a:gd name="connsiteX54" fmla="*/ 236427 w 578707"/>
                <a:gd name="connsiteY54" fmla="*/ 183231 h 607004"/>
                <a:gd name="connsiteX55" fmla="*/ 200746 w 578707"/>
                <a:gd name="connsiteY55" fmla="*/ 168936 h 607004"/>
                <a:gd name="connsiteX56" fmla="*/ 417667 w 578707"/>
                <a:gd name="connsiteY56" fmla="*/ 57723 h 607004"/>
                <a:gd name="connsiteX57" fmla="*/ 430673 w 578707"/>
                <a:gd name="connsiteY57" fmla="*/ 70828 h 607004"/>
                <a:gd name="connsiteX58" fmla="*/ 430673 w 578707"/>
                <a:gd name="connsiteY58" fmla="*/ 154334 h 607004"/>
                <a:gd name="connsiteX59" fmla="*/ 481940 w 578707"/>
                <a:gd name="connsiteY59" fmla="*/ 154334 h 607004"/>
                <a:gd name="connsiteX60" fmla="*/ 494946 w 578707"/>
                <a:gd name="connsiteY60" fmla="*/ 167439 h 607004"/>
                <a:gd name="connsiteX61" fmla="*/ 481940 w 578707"/>
                <a:gd name="connsiteY61" fmla="*/ 180436 h 607004"/>
                <a:gd name="connsiteX62" fmla="*/ 417667 w 578707"/>
                <a:gd name="connsiteY62" fmla="*/ 180436 h 607004"/>
                <a:gd name="connsiteX63" fmla="*/ 404552 w 578707"/>
                <a:gd name="connsiteY63" fmla="*/ 167439 h 607004"/>
                <a:gd name="connsiteX64" fmla="*/ 404552 w 578707"/>
                <a:gd name="connsiteY64" fmla="*/ 70828 h 607004"/>
                <a:gd name="connsiteX65" fmla="*/ 417667 w 578707"/>
                <a:gd name="connsiteY65" fmla="*/ 57723 h 607004"/>
                <a:gd name="connsiteX66" fmla="*/ 215170 w 578707"/>
                <a:gd name="connsiteY66" fmla="*/ 47208 h 607004"/>
                <a:gd name="connsiteX67" fmla="*/ 247706 w 578707"/>
                <a:gd name="connsiteY67" fmla="*/ 47208 h 607004"/>
                <a:gd name="connsiteX68" fmla="*/ 347808 w 578707"/>
                <a:gd name="connsiteY68" fmla="*/ 147276 h 607004"/>
                <a:gd name="connsiteX69" fmla="*/ 347808 w 578707"/>
                <a:gd name="connsiteY69" fmla="*/ 178683 h 607004"/>
                <a:gd name="connsiteX70" fmla="*/ 353556 w 578707"/>
                <a:gd name="connsiteY70" fmla="*/ 196552 h 607004"/>
                <a:gd name="connsiteX71" fmla="*/ 353556 w 578707"/>
                <a:gd name="connsiteY71" fmla="*/ 218861 h 607004"/>
                <a:gd name="connsiteX72" fmla="*/ 342494 w 578707"/>
                <a:gd name="connsiteY72" fmla="*/ 242579 h 607004"/>
                <a:gd name="connsiteX73" fmla="*/ 335987 w 578707"/>
                <a:gd name="connsiteY73" fmla="*/ 259473 h 607004"/>
                <a:gd name="connsiteX74" fmla="*/ 314405 w 578707"/>
                <a:gd name="connsiteY74" fmla="*/ 299977 h 607004"/>
                <a:gd name="connsiteX75" fmla="*/ 299763 w 578707"/>
                <a:gd name="connsiteY75" fmla="*/ 318605 h 607004"/>
                <a:gd name="connsiteX76" fmla="*/ 310717 w 578707"/>
                <a:gd name="connsiteY76" fmla="*/ 332142 h 607004"/>
                <a:gd name="connsiteX77" fmla="*/ 382079 w 578707"/>
                <a:gd name="connsiteY77" fmla="*/ 353693 h 607004"/>
                <a:gd name="connsiteX78" fmla="*/ 462768 w 578707"/>
                <a:gd name="connsiteY78" fmla="*/ 588052 h 607004"/>
                <a:gd name="connsiteX79" fmla="*/ 443789 w 578707"/>
                <a:gd name="connsiteY79" fmla="*/ 607004 h 607004"/>
                <a:gd name="connsiteX80" fmla="*/ 18979 w 578707"/>
                <a:gd name="connsiteY80" fmla="*/ 607004 h 607004"/>
                <a:gd name="connsiteX81" fmla="*/ 0 w 578707"/>
                <a:gd name="connsiteY81" fmla="*/ 588052 h 607004"/>
                <a:gd name="connsiteX82" fmla="*/ 325 w 578707"/>
                <a:gd name="connsiteY82" fmla="*/ 585128 h 607004"/>
                <a:gd name="connsiteX83" fmla="*/ 80689 w 578707"/>
                <a:gd name="connsiteY83" fmla="*/ 353693 h 607004"/>
                <a:gd name="connsiteX84" fmla="*/ 152159 w 578707"/>
                <a:gd name="connsiteY84" fmla="*/ 332142 h 607004"/>
                <a:gd name="connsiteX85" fmla="*/ 163005 w 578707"/>
                <a:gd name="connsiteY85" fmla="*/ 318605 h 607004"/>
                <a:gd name="connsiteX86" fmla="*/ 148363 w 578707"/>
                <a:gd name="connsiteY86" fmla="*/ 299977 h 607004"/>
                <a:gd name="connsiteX87" fmla="*/ 126781 w 578707"/>
                <a:gd name="connsiteY87" fmla="*/ 259582 h 607004"/>
                <a:gd name="connsiteX88" fmla="*/ 120383 w 578707"/>
                <a:gd name="connsiteY88" fmla="*/ 242471 h 607004"/>
                <a:gd name="connsiteX89" fmla="*/ 109320 w 578707"/>
                <a:gd name="connsiteY89" fmla="*/ 218861 h 607004"/>
                <a:gd name="connsiteX90" fmla="*/ 109320 w 578707"/>
                <a:gd name="connsiteY90" fmla="*/ 196552 h 607004"/>
                <a:gd name="connsiteX91" fmla="*/ 115068 w 578707"/>
                <a:gd name="connsiteY91" fmla="*/ 178683 h 607004"/>
                <a:gd name="connsiteX92" fmla="*/ 115068 w 578707"/>
                <a:gd name="connsiteY92" fmla="*/ 147276 h 607004"/>
                <a:gd name="connsiteX93" fmla="*/ 215170 w 578707"/>
                <a:gd name="connsiteY93" fmla="*/ 47208 h 607004"/>
                <a:gd name="connsiteX94" fmla="*/ 415135 w 578707"/>
                <a:gd name="connsiteY94" fmla="*/ 0 h 607004"/>
                <a:gd name="connsiteX95" fmla="*/ 578707 w 578707"/>
                <a:gd name="connsiteY95" fmla="*/ 163305 h 607004"/>
                <a:gd name="connsiteX96" fmla="*/ 415135 w 578707"/>
                <a:gd name="connsiteY96" fmla="*/ 326718 h 607004"/>
                <a:gd name="connsiteX97" fmla="*/ 344955 w 578707"/>
                <a:gd name="connsiteY97" fmla="*/ 310907 h 607004"/>
                <a:gd name="connsiteX98" fmla="*/ 360357 w 578707"/>
                <a:gd name="connsiteY98" fmla="*/ 279719 h 607004"/>
                <a:gd name="connsiteX99" fmla="*/ 415135 w 578707"/>
                <a:gd name="connsiteY99" fmla="*/ 291956 h 607004"/>
                <a:gd name="connsiteX100" fmla="*/ 543888 w 578707"/>
                <a:gd name="connsiteY100" fmla="*/ 163305 h 607004"/>
                <a:gd name="connsiteX101" fmla="*/ 415135 w 578707"/>
                <a:gd name="connsiteY101" fmla="*/ 34762 h 607004"/>
                <a:gd name="connsiteX102" fmla="*/ 339097 w 578707"/>
                <a:gd name="connsiteY102" fmla="*/ 59561 h 607004"/>
                <a:gd name="connsiteX103" fmla="*/ 311546 w 578707"/>
                <a:gd name="connsiteY103" fmla="*/ 37036 h 607004"/>
                <a:gd name="connsiteX104" fmla="*/ 415135 w 578707"/>
                <a:gd name="connsiteY10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78707" h="607004">
                  <a:moveTo>
                    <a:pt x="272000" y="341347"/>
                  </a:moveTo>
                  <a:cubicBezTo>
                    <a:pt x="266794" y="344163"/>
                    <a:pt x="261588" y="346004"/>
                    <a:pt x="256491" y="346871"/>
                  </a:cubicBezTo>
                  <a:cubicBezTo>
                    <a:pt x="253346" y="347412"/>
                    <a:pt x="251177" y="350119"/>
                    <a:pt x="251177" y="353152"/>
                  </a:cubicBezTo>
                  <a:lnTo>
                    <a:pt x="251177" y="369180"/>
                  </a:lnTo>
                  <a:cubicBezTo>
                    <a:pt x="250201" y="369505"/>
                    <a:pt x="249441" y="370155"/>
                    <a:pt x="248682" y="370913"/>
                  </a:cubicBezTo>
                  <a:cubicBezTo>
                    <a:pt x="247489" y="372212"/>
                    <a:pt x="246947" y="374053"/>
                    <a:pt x="247164" y="375786"/>
                  </a:cubicBezTo>
                  <a:lnTo>
                    <a:pt x="250634" y="409900"/>
                  </a:lnTo>
                  <a:cubicBezTo>
                    <a:pt x="250960" y="412500"/>
                    <a:pt x="252803" y="414665"/>
                    <a:pt x="255298" y="415424"/>
                  </a:cubicBezTo>
                  <a:cubicBezTo>
                    <a:pt x="255840" y="415532"/>
                    <a:pt x="256491" y="415640"/>
                    <a:pt x="257033" y="415640"/>
                  </a:cubicBezTo>
                  <a:cubicBezTo>
                    <a:pt x="258985" y="415640"/>
                    <a:pt x="260937" y="414665"/>
                    <a:pt x="262130" y="413041"/>
                  </a:cubicBezTo>
                  <a:lnTo>
                    <a:pt x="280134" y="389215"/>
                  </a:lnTo>
                  <a:cubicBezTo>
                    <a:pt x="281001" y="388132"/>
                    <a:pt x="281435" y="386724"/>
                    <a:pt x="281435" y="385317"/>
                  </a:cubicBezTo>
                  <a:lnTo>
                    <a:pt x="281435" y="346979"/>
                  </a:lnTo>
                  <a:cubicBezTo>
                    <a:pt x="281435" y="344813"/>
                    <a:pt x="280242" y="342647"/>
                    <a:pt x="278290" y="341564"/>
                  </a:cubicBezTo>
                  <a:cubicBezTo>
                    <a:pt x="276446" y="340373"/>
                    <a:pt x="274060" y="340264"/>
                    <a:pt x="272000" y="341347"/>
                  </a:cubicBezTo>
                  <a:close/>
                  <a:moveTo>
                    <a:pt x="190768" y="341347"/>
                  </a:moveTo>
                  <a:cubicBezTo>
                    <a:pt x="188816" y="340264"/>
                    <a:pt x="186430" y="340373"/>
                    <a:pt x="184478" y="341564"/>
                  </a:cubicBezTo>
                  <a:cubicBezTo>
                    <a:pt x="182526" y="342647"/>
                    <a:pt x="181333" y="344813"/>
                    <a:pt x="181333" y="346979"/>
                  </a:cubicBezTo>
                  <a:lnTo>
                    <a:pt x="181333" y="385317"/>
                  </a:lnTo>
                  <a:cubicBezTo>
                    <a:pt x="181333" y="386724"/>
                    <a:pt x="181767" y="388132"/>
                    <a:pt x="182634" y="389215"/>
                  </a:cubicBezTo>
                  <a:lnTo>
                    <a:pt x="200638" y="413041"/>
                  </a:lnTo>
                  <a:cubicBezTo>
                    <a:pt x="201939" y="414665"/>
                    <a:pt x="203783" y="415640"/>
                    <a:pt x="205843" y="415640"/>
                  </a:cubicBezTo>
                  <a:cubicBezTo>
                    <a:pt x="206386" y="415640"/>
                    <a:pt x="206928" y="415532"/>
                    <a:pt x="207579" y="415424"/>
                  </a:cubicBezTo>
                  <a:cubicBezTo>
                    <a:pt x="210073" y="414665"/>
                    <a:pt x="211917" y="412500"/>
                    <a:pt x="212242" y="409900"/>
                  </a:cubicBezTo>
                  <a:lnTo>
                    <a:pt x="215713" y="375786"/>
                  </a:lnTo>
                  <a:cubicBezTo>
                    <a:pt x="215929" y="374053"/>
                    <a:pt x="215279" y="372212"/>
                    <a:pt x="214086" y="370805"/>
                  </a:cubicBezTo>
                  <a:cubicBezTo>
                    <a:pt x="213435" y="370155"/>
                    <a:pt x="212567" y="369505"/>
                    <a:pt x="211700" y="369180"/>
                  </a:cubicBezTo>
                  <a:lnTo>
                    <a:pt x="211700" y="353152"/>
                  </a:lnTo>
                  <a:cubicBezTo>
                    <a:pt x="211700" y="350119"/>
                    <a:pt x="209422" y="347412"/>
                    <a:pt x="206386" y="346871"/>
                  </a:cubicBezTo>
                  <a:cubicBezTo>
                    <a:pt x="201288" y="346004"/>
                    <a:pt x="196083" y="344163"/>
                    <a:pt x="190768" y="341347"/>
                  </a:cubicBezTo>
                  <a:close/>
                  <a:moveTo>
                    <a:pt x="200746" y="168936"/>
                  </a:moveTo>
                  <a:cubicBezTo>
                    <a:pt x="182526" y="168936"/>
                    <a:pt x="165065" y="176300"/>
                    <a:pt x="156172" y="180740"/>
                  </a:cubicBezTo>
                  <a:cubicBezTo>
                    <a:pt x="154003" y="181823"/>
                    <a:pt x="152593" y="183989"/>
                    <a:pt x="152593" y="186480"/>
                  </a:cubicBezTo>
                  <a:lnTo>
                    <a:pt x="152593" y="197851"/>
                  </a:lnTo>
                  <a:lnTo>
                    <a:pt x="149990" y="197851"/>
                  </a:lnTo>
                  <a:cubicBezTo>
                    <a:pt x="146520" y="197851"/>
                    <a:pt x="143591" y="200776"/>
                    <a:pt x="143591" y="204349"/>
                  </a:cubicBezTo>
                  <a:lnTo>
                    <a:pt x="143591" y="214854"/>
                  </a:lnTo>
                  <a:cubicBezTo>
                    <a:pt x="143591" y="217020"/>
                    <a:pt x="144676" y="219078"/>
                    <a:pt x="146520" y="220269"/>
                  </a:cubicBezTo>
                  <a:lnTo>
                    <a:pt x="152702" y="224276"/>
                  </a:lnTo>
                  <a:lnTo>
                    <a:pt x="153135" y="226984"/>
                  </a:lnTo>
                  <a:cubicBezTo>
                    <a:pt x="155087" y="242254"/>
                    <a:pt x="163764" y="262073"/>
                    <a:pt x="176127" y="280050"/>
                  </a:cubicBezTo>
                  <a:cubicBezTo>
                    <a:pt x="191853" y="302793"/>
                    <a:pt x="206603" y="312973"/>
                    <a:pt x="214194" y="312973"/>
                  </a:cubicBezTo>
                  <a:lnTo>
                    <a:pt x="248682" y="312973"/>
                  </a:lnTo>
                  <a:cubicBezTo>
                    <a:pt x="256274" y="312973"/>
                    <a:pt x="271023" y="302793"/>
                    <a:pt x="286749" y="280050"/>
                  </a:cubicBezTo>
                  <a:cubicBezTo>
                    <a:pt x="299113" y="262073"/>
                    <a:pt x="307681" y="242254"/>
                    <a:pt x="309741" y="226984"/>
                  </a:cubicBezTo>
                  <a:lnTo>
                    <a:pt x="310067" y="224276"/>
                  </a:lnTo>
                  <a:lnTo>
                    <a:pt x="316357" y="220269"/>
                  </a:lnTo>
                  <a:cubicBezTo>
                    <a:pt x="318092" y="219078"/>
                    <a:pt x="319285" y="217020"/>
                    <a:pt x="319285" y="214854"/>
                  </a:cubicBezTo>
                  <a:lnTo>
                    <a:pt x="319285" y="204349"/>
                  </a:lnTo>
                  <a:cubicBezTo>
                    <a:pt x="319285" y="200776"/>
                    <a:pt x="316357" y="197851"/>
                    <a:pt x="312778" y="197851"/>
                  </a:cubicBezTo>
                  <a:lnTo>
                    <a:pt x="309307" y="197851"/>
                  </a:lnTo>
                  <a:cubicBezTo>
                    <a:pt x="308765" y="197093"/>
                    <a:pt x="308114" y="196335"/>
                    <a:pt x="307247" y="195794"/>
                  </a:cubicBezTo>
                  <a:cubicBezTo>
                    <a:pt x="305403" y="194603"/>
                    <a:pt x="303125" y="194386"/>
                    <a:pt x="301173" y="195252"/>
                  </a:cubicBezTo>
                  <a:cubicBezTo>
                    <a:pt x="292606" y="199151"/>
                    <a:pt x="284038" y="201100"/>
                    <a:pt x="275795" y="201100"/>
                  </a:cubicBezTo>
                  <a:cubicBezTo>
                    <a:pt x="261154" y="201100"/>
                    <a:pt x="247923" y="195036"/>
                    <a:pt x="236427" y="183231"/>
                  </a:cubicBezTo>
                  <a:cubicBezTo>
                    <a:pt x="227209" y="173701"/>
                    <a:pt x="215279" y="168936"/>
                    <a:pt x="200746" y="168936"/>
                  </a:cubicBezTo>
                  <a:close/>
                  <a:moveTo>
                    <a:pt x="417667" y="57723"/>
                  </a:moveTo>
                  <a:cubicBezTo>
                    <a:pt x="424820" y="57723"/>
                    <a:pt x="430673" y="63572"/>
                    <a:pt x="430673" y="70828"/>
                  </a:cubicBezTo>
                  <a:lnTo>
                    <a:pt x="430673" y="154334"/>
                  </a:lnTo>
                  <a:lnTo>
                    <a:pt x="481940" y="154334"/>
                  </a:lnTo>
                  <a:cubicBezTo>
                    <a:pt x="489093" y="154334"/>
                    <a:pt x="494946" y="160182"/>
                    <a:pt x="494946" y="167439"/>
                  </a:cubicBezTo>
                  <a:cubicBezTo>
                    <a:pt x="494946" y="174587"/>
                    <a:pt x="489093" y="180436"/>
                    <a:pt x="481940" y="180436"/>
                  </a:cubicBezTo>
                  <a:lnTo>
                    <a:pt x="417667" y="180436"/>
                  </a:lnTo>
                  <a:cubicBezTo>
                    <a:pt x="410405" y="180436"/>
                    <a:pt x="404552" y="174587"/>
                    <a:pt x="404552" y="167439"/>
                  </a:cubicBezTo>
                  <a:lnTo>
                    <a:pt x="404552" y="70828"/>
                  </a:lnTo>
                  <a:cubicBezTo>
                    <a:pt x="404552" y="63572"/>
                    <a:pt x="410405" y="57723"/>
                    <a:pt x="417667" y="57723"/>
                  </a:cubicBezTo>
                  <a:close/>
                  <a:moveTo>
                    <a:pt x="215170" y="47208"/>
                  </a:moveTo>
                  <a:lnTo>
                    <a:pt x="247706" y="47208"/>
                  </a:lnTo>
                  <a:cubicBezTo>
                    <a:pt x="302909" y="47208"/>
                    <a:pt x="347808" y="92044"/>
                    <a:pt x="347808" y="147276"/>
                  </a:cubicBezTo>
                  <a:lnTo>
                    <a:pt x="347808" y="178683"/>
                  </a:lnTo>
                  <a:cubicBezTo>
                    <a:pt x="351495" y="183881"/>
                    <a:pt x="353556" y="190162"/>
                    <a:pt x="353556" y="196552"/>
                  </a:cubicBezTo>
                  <a:lnTo>
                    <a:pt x="353556" y="218861"/>
                  </a:lnTo>
                  <a:cubicBezTo>
                    <a:pt x="353556" y="228067"/>
                    <a:pt x="349435" y="236731"/>
                    <a:pt x="342494" y="242579"/>
                  </a:cubicBezTo>
                  <a:cubicBezTo>
                    <a:pt x="340759" y="248102"/>
                    <a:pt x="338590" y="253842"/>
                    <a:pt x="335987" y="259473"/>
                  </a:cubicBezTo>
                  <a:cubicBezTo>
                    <a:pt x="330889" y="273011"/>
                    <a:pt x="323406" y="286981"/>
                    <a:pt x="314405" y="299977"/>
                  </a:cubicBezTo>
                  <a:cubicBezTo>
                    <a:pt x="310717" y="305392"/>
                    <a:pt x="305728" y="311998"/>
                    <a:pt x="299763" y="318605"/>
                  </a:cubicBezTo>
                  <a:cubicBezTo>
                    <a:pt x="305186" y="322395"/>
                    <a:pt x="308982" y="326944"/>
                    <a:pt x="310717" y="332142"/>
                  </a:cubicBezTo>
                  <a:lnTo>
                    <a:pt x="382079" y="353693"/>
                  </a:lnTo>
                  <a:cubicBezTo>
                    <a:pt x="432401" y="368205"/>
                    <a:pt x="462768" y="578955"/>
                    <a:pt x="462768" y="588052"/>
                  </a:cubicBezTo>
                  <a:cubicBezTo>
                    <a:pt x="462768" y="598448"/>
                    <a:pt x="454309" y="607004"/>
                    <a:pt x="443789" y="607004"/>
                  </a:cubicBezTo>
                  <a:lnTo>
                    <a:pt x="18979" y="607004"/>
                  </a:lnTo>
                  <a:cubicBezTo>
                    <a:pt x="8568" y="607004"/>
                    <a:pt x="0" y="598448"/>
                    <a:pt x="0" y="588052"/>
                  </a:cubicBezTo>
                  <a:cubicBezTo>
                    <a:pt x="0" y="587077"/>
                    <a:pt x="108" y="586102"/>
                    <a:pt x="325" y="585128"/>
                  </a:cubicBezTo>
                  <a:cubicBezTo>
                    <a:pt x="325" y="585128"/>
                    <a:pt x="30475" y="368205"/>
                    <a:pt x="80689" y="353693"/>
                  </a:cubicBezTo>
                  <a:lnTo>
                    <a:pt x="152159" y="332142"/>
                  </a:lnTo>
                  <a:cubicBezTo>
                    <a:pt x="153894" y="326944"/>
                    <a:pt x="157690" y="322395"/>
                    <a:pt x="163005" y="318605"/>
                  </a:cubicBezTo>
                  <a:cubicBezTo>
                    <a:pt x="157148" y="311998"/>
                    <a:pt x="152159" y="305392"/>
                    <a:pt x="148363" y="299977"/>
                  </a:cubicBezTo>
                  <a:cubicBezTo>
                    <a:pt x="139470" y="286981"/>
                    <a:pt x="131987" y="273011"/>
                    <a:pt x="126781" y="259582"/>
                  </a:cubicBezTo>
                  <a:cubicBezTo>
                    <a:pt x="124287" y="253842"/>
                    <a:pt x="122118" y="248102"/>
                    <a:pt x="120383" y="242471"/>
                  </a:cubicBezTo>
                  <a:cubicBezTo>
                    <a:pt x="113333" y="236731"/>
                    <a:pt x="109320" y="227959"/>
                    <a:pt x="109320" y="218861"/>
                  </a:cubicBezTo>
                  <a:lnTo>
                    <a:pt x="109320" y="196552"/>
                  </a:lnTo>
                  <a:cubicBezTo>
                    <a:pt x="109320" y="190162"/>
                    <a:pt x="111273" y="183881"/>
                    <a:pt x="115068" y="178683"/>
                  </a:cubicBezTo>
                  <a:lnTo>
                    <a:pt x="115068" y="147276"/>
                  </a:lnTo>
                  <a:cubicBezTo>
                    <a:pt x="115068" y="92044"/>
                    <a:pt x="159968" y="47208"/>
                    <a:pt x="215170" y="47208"/>
                  </a:cubicBezTo>
                  <a:close/>
                  <a:moveTo>
                    <a:pt x="415135" y="0"/>
                  </a:moveTo>
                  <a:cubicBezTo>
                    <a:pt x="505381" y="0"/>
                    <a:pt x="578707" y="73314"/>
                    <a:pt x="578707" y="163305"/>
                  </a:cubicBezTo>
                  <a:cubicBezTo>
                    <a:pt x="578707" y="253404"/>
                    <a:pt x="505381" y="326718"/>
                    <a:pt x="415135" y="326718"/>
                  </a:cubicBezTo>
                  <a:cubicBezTo>
                    <a:pt x="390078" y="326718"/>
                    <a:pt x="366215" y="320979"/>
                    <a:pt x="344955" y="310907"/>
                  </a:cubicBezTo>
                  <a:cubicBezTo>
                    <a:pt x="351029" y="300620"/>
                    <a:pt x="356236" y="290115"/>
                    <a:pt x="360357" y="279719"/>
                  </a:cubicBezTo>
                  <a:cubicBezTo>
                    <a:pt x="376953" y="287516"/>
                    <a:pt x="395502" y="291956"/>
                    <a:pt x="415135" y="291956"/>
                  </a:cubicBezTo>
                  <a:cubicBezTo>
                    <a:pt x="486182" y="291956"/>
                    <a:pt x="543888" y="234236"/>
                    <a:pt x="543888" y="163305"/>
                  </a:cubicBezTo>
                  <a:cubicBezTo>
                    <a:pt x="543888" y="92482"/>
                    <a:pt x="486182" y="34762"/>
                    <a:pt x="415135" y="34762"/>
                  </a:cubicBezTo>
                  <a:cubicBezTo>
                    <a:pt x="386716" y="34762"/>
                    <a:pt x="360466" y="43967"/>
                    <a:pt x="339097" y="59561"/>
                  </a:cubicBezTo>
                  <a:cubicBezTo>
                    <a:pt x="330962" y="50897"/>
                    <a:pt x="321742" y="43317"/>
                    <a:pt x="311546" y="37036"/>
                  </a:cubicBezTo>
                  <a:cubicBezTo>
                    <a:pt x="339748" y="13861"/>
                    <a:pt x="375869" y="0"/>
                    <a:pt x="415135" y="0"/>
                  </a:cubicBezTo>
                  <a:close/>
                </a:path>
              </a:pathLst>
            </a:custGeom>
            <a:solidFill>
              <a:srgbClr val="AE3637"/>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
          <p:nvSpPr>
            <p:cNvPr id="13" name="ïṣ1ïḑé">
              <a:extLst>
                <a:ext uri="{FF2B5EF4-FFF2-40B4-BE49-F238E27FC236}">
                  <a16:creationId xmlns:a16="http://schemas.microsoft.com/office/drawing/2014/main" id="{F29B8C60-FE24-4C9E-854E-3BB576656541}"/>
                </a:ext>
              </a:extLst>
            </p:cNvPr>
            <p:cNvSpPr txBox="1"/>
            <p:nvPr/>
          </p:nvSpPr>
          <p:spPr bwMode="auto">
            <a:xfrm>
              <a:off x="1374870"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cs typeface="+mn-ea"/>
                  <a:sym typeface="+mn-lt"/>
                </a:rPr>
                <a:t>123K</a:t>
              </a:r>
            </a:p>
          </p:txBody>
        </p:sp>
        <p:sp>
          <p:nvSpPr>
            <p:cNvPr id="14" name="iṡḷîḍé">
              <a:extLst>
                <a:ext uri="{FF2B5EF4-FFF2-40B4-BE49-F238E27FC236}">
                  <a16:creationId xmlns:a16="http://schemas.microsoft.com/office/drawing/2014/main" id="{F29B8C60-FE24-4C9E-854E-3BB576656541}"/>
                </a:ext>
              </a:extLst>
            </p:cNvPr>
            <p:cNvSpPr txBox="1"/>
            <p:nvPr/>
          </p:nvSpPr>
          <p:spPr bwMode="auto">
            <a:xfrm>
              <a:off x="4218622"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cs typeface="+mn-ea"/>
                  <a:sym typeface="+mn-lt"/>
                </a:rPr>
                <a:t>288K</a:t>
              </a:r>
            </a:p>
          </p:txBody>
        </p:sp>
        <p:sp>
          <p:nvSpPr>
            <p:cNvPr id="15" name="îṧḷïďe">
              <a:extLst>
                <a:ext uri="{FF2B5EF4-FFF2-40B4-BE49-F238E27FC236}">
                  <a16:creationId xmlns:a16="http://schemas.microsoft.com/office/drawing/2014/main" id="{F29B8C60-FE24-4C9E-854E-3BB576656541}"/>
                </a:ext>
              </a:extLst>
            </p:cNvPr>
            <p:cNvSpPr txBox="1"/>
            <p:nvPr/>
          </p:nvSpPr>
          <p:spPr bwMode="auto">
            <a:xfrm>
              <a:off x="7062374"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cs typeface="+mn-ea"/>
                  <a:sym typeface="+mn-lt"/>
                </a:rPr>
                <a:t>309K</a:t>
              </a:r>
            </a:p>
          </p:txBody>
        </p:sp>
        <p:sp>
          <p:nvSpPr>
            <p:cNvPr id="16" name="ïšḻíḑe">
              <a:extLst>
                <a:ext uri="{FF2B5EF4-FFF2-40B4-BE49-F238E27FC236}">
                  <a16:creationId xmlns:a16="http://schemas.microsoft.com/office/drawing/2014/main" id="{F29B8C60-FE24-4C9E-854E-3BB576656541}"/>
                </a:ext>
              </a:extLst>
            </p:cNvPr>
            <p:cNvSpPr txBox="1"/>
            <p:nvPr/>
          </p:nvSpPr>
          <p:spPr bwMode="auto">
            <a:xfrm>
              <a:off x="9906126"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cs typeface="+mn-ea"/>
                  <a:sym typeface="+mn-lt"/>
                </a:rPr>
                <a:t>555K</a:t>
              </a:r>
            </a:p>
          </p:txBody>
        </p:sp>
      </p:grpSp>
      <p:sp>
        <p:nvSpPr>
          <p:cNvPr id="33" name="TextBox 13"/>
          <p:cNvSpPr txBox="1"/>
          <p:nvPr/>
        </p:nvSpPr>
        <p:spPr>
          <a:xfrm>
            <a:off x="680473"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4" name="TextBox 13"/>
          <p:cNvSpPr txBox="1"/>
          <p:nvPr/>
        </p:nvSpPr>
        <p:spPr>
          <a:xfrm>
            <a:off x="6321305"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5" name="TextBox 13"/>
          <p:cNvSpPr txBox="1"/>
          <p:nvPr/>
        </p:nvSpPr>
        <p:spPr>
          <a:xfrm>
            <a:off x="3500889"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6" name="TextBox 13"/>
          <p:cNvSpPr txBox="1"/>
          <p:nvPr/>
        </p:nvSpPr>
        <p:spPr>
          <a:xfrm>
            <a:off x="9141721"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ct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ctr" defTabSz="1216660">
              <a:lnSpc>
                <a:spcPct val="120000"/>
              </a:lnSpc>
              <a:spcBef>
                <a:spcPct val="20000"/>
              </a:spcBef>
              <a:defRPr/>
            </a:pPr>
            <a:r>
              <a:rPr lang="en-US" altLang="zh-CN" sz="1200" dirty="0">
                <a:cs typeface="+mn-ea"/>
                <a:sym typeface="+mn-lt"/>
              </a:rPr>
              <a:t>……</a:t>
            </a:r>
          </a:p>
        </p:txBody>
      </p:sp>
      <p:sp>
        <p:nvSpPr>
          <p:cNvPr id="37" name="任意多边形 36"/>
          <p:cNvSpPr/>
          <p:nvPr/>
        </p:nvSpPr>
        <p:spPr>
          <a:xfrm>
            <a:off x="4821138" y="6605180"/>
            <a:ext cx="3812836" cy="252820"/>
          </a:xfrm>
          <a:custGeom>
            <a:avLst/>
            <a:gdLst>
              <a:gd name="connsiteX0" fmla="*/ 1695634 w 3812836"/>
              <a:gd name="connsiteY0" fmla="*/ 1689 h 566196"/>
              <a:gd name="connsiteX1" fmla="*/ 3811395 w 3812836"/>
              <a:gd name="connsiteY1" fmla="*/ 565932 h 566196"/>
              <a:gd name="connsiteX2" fmla="*/ 3812836 w 3812836"/>
              <a:gd name="connsiteY2" fmla="*/ 566196 h 566196"/>
              <a:gd name="connsiteX3" fmla="*/ 0 w 3812836"/>
              <a:gd name="connsiteY3" fmla="*/ 566196 h 566196"/>
              <a:gd name="connsiteX4" fmla="*/ 109991 w 3812836"/>
              <a:gd name="connsiteY4" fmla="*/ 500924 h 566196"/>
              <a:gd name="connsiteX5" fmla="*/ 1552170 w 3812836"/>
              <a:gd name="connsiteY5" fmla="*/ 1770 h 566196"/>
              <a:gd name="connsiteX6" fmla="*/ 1695634 w 3812836"/>
              <a:gd name="connsiteY6" fmla="*/ 1689 h 56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2836" h="566196">
                <a:moveTo>
                  <a:pt x="1695634" y="1689"/>
                </a:moveTo>
                <a:cubicBezTo>
                  <a:pt x="2339269" y="30989"/>
                  <a:pt x="3182181" y="433206"/>
                  <a:pt x="3811395" y="565932"/>
                </a:cubicBezTo>
                <a:lnTo>
                  <a:pt x="3812836" y="566196"/>
                </a:lnTo>
                <a:lnTo>
                  <a:pt x="0" y="566196"/>
                </a:lnTo>
                <a:lnTo>
                  <a:pt x="109991" y="500924"/>
                </a:lnTo>
                <a:cubicBezTo>
                  <a:pt x="521075" y="266576"/>
                  <a:pt x="1063473" y="26773"/>
                  <a:pt x="1552170" y="1770"/>
                </a:cubicBezTo>
                <a:cubicBezTo>
                  <a:pt x="1598713" y="-611"/>
                  <a:pt x="1646595" y="-544"/>
                  <a:pt x="1695634" y="1689"/>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任意多边形 37"/>
          <p:cNvSpPr/>
          <p:nvPr/>
        </p:nvSpPr>
        <p:spPr>
          <a:xfrm>
            <a:off x="8633974" y="6605179"/>
            <a:ext cx="3092805" cy="297701"/>
          </a:xfrm>
          <a:custGeom>
            <a:avLst/>
            <a:gdLst>
              <a:gd name="connsiteX0" fmla="*/ 2747817 w 3205101"/>
              <a:gd name="connsiteY0" fmla="*/ 138 h 485620"/>
              <a:gd name="connsiteX1" fmla="*/ 2879154 w 3205101"/>
              <a:gd name="connsiteY1" fmla="*/ 4321 h 485620"/>
              <a:gd name="connsiteX2" fmla="*/ 3132980 w 3205101"/>
              <a:gd name="connsiteY2" fmla="*/ 43267 h 485620"/>
              <a:gd name="connsiteX3" fmla="*/ 3205101 w 3205101"/>
              <a:gd name="connsiteY3" fmla="*/ 61327 h 485620"/>
              <a:gd name="connsiteX4" fmla="*/ 3205101 w 3205101"/>
              <a:gd name="connsiteY4" fmla="*/ 485620 h 485620"/>
              <a:gd name="connsiteX5" fmla="*/ 0 w 3205101"/>
              <a:gd name="connsiteY5" fmla="*/ 485620 h 485620"/>
              <a:gd name="connsiteX6" fmla="*/ 156736 w 3205101"/>
              <a:gd name="connsiteY6" fmla="*/ 482303 h 485620"/>
              <a:gd name="connsiteX7" fmla="*/ 2747817 w 3205101"/>
              <a:gd name="connsiteY7" fmla="*/ 138 h 485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5101" h="485620">
                <a:moveTo>
                  <a:pt x="2747817" y="138"/>
                </a:moveTo>
                <a:cubicBezTo>
                  <a:pt x="2793524" y="-455"/>
                  <a:pt x="2837374" y="858"/>
                  <a:pt x="2879154" y="4321"/>
                </a:cubicBezTo>
                <a:cubicBezTo>
                  <a:pt x="2962714" y="11248"/>
                  <a:pt x="3048006" y="24616"/>
                  <a:pt x="3132980" y="43267"/>
                </a:cubicBezTo>
                <a:lnTo>
                  <a:pt x="3205101" y="61327"/>
                </a:lnTo>
                <a:lnTo>
                  <a:pt x="3205101" y="485620"/>
                </a:lnTo>
                <a:lnTo>
                  <a:pt x="0" y="485620"/>
                </a:lnTo>
                <a:lnTo>
                  <a:pt x="156736" y="482303"/>
                </a:lnTo>
                <a:cubicBezTo>
                  <a:pt x="958784" y="446584"/>
                  <a:pt x="2062209" y="9030"/>
                  <a:pt x="2747817" y="138"/>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任意多边形 38"/>
          <p:cNvSpPr/>
          <p:nvPr/>
        </p:nvSpPr>
        <p:spPr>
          <a:xfrm>
            <a:off x="797644" y="6605180"/>
            <a:ext cx="3320235" cy="252820"/>
          </a:xfrm>
          <a:custGeom>
            <a:avLst/>
            <a:gdLst>
              <a:gd name="connsiteX0" fmla="*/ 1074252 w 3320235"/>
              <a:gd name="connsiteY0" fmla="*/ 121 h 252820"/>
              <a:gd name="connsiteX1" fmla="*/ 3163008 w 3320235"/>
              <a:gd name="connsiteY1" fmla="*/ 249442 h 252820"/>
              <a:gd name="connsiteX2" fmla="*/ 3320235 w 3320235"/>
              <a:gd name="connsiteY2" fmla="*/ 252820 h 252820"/>
              <a:gd name="connsiteX3" fmla="*/ 0 w 3320235"/>
              <a:gd name="connsiteY3" fmla="*/ 252820 h 252820"/>
              <a:gd name="connsiteX4" fmla="*/ 119080 w 3320235"/>
              <a:gd name="connsiteY4" fmla="*/ 223667 h 252820"/>
              <a:gd name="connsiteX5" fmla="*/ 1074252 w 3320235"/>
              <a:gd name="connsiteY5" fmla="*/ 121 h 252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0235" h="252820">
                <a:moveTo>
                  <a:pt x="1074252" y="121"/>
                </a:moveTo>
                <a:cubicBezTo>
                  <a:pt x="1656143" y="-5940"/>
                  <a:pt x="2410404" y="218709"/>
                  <a:pt x="3163008" y="249442"/>
                </a:cubicBezTo>
                <a:lnTo>
                  <a:pt x="3320235" y="252820"/>
                </a:lnTo>
                <a:lnTo>
                  <a:pt x="0" y="252820"/>
                </a:lnTo>
                <a:lnTo>
                  <a:pt x="119080" y="223667"/>
                </a:lnTo>
                <a:cubicBezTo>
                  <a:pt x="412102" y="137313"/>
                  <a:pt x="658616" y="4451"/>
                  <a:pt x="1074252" y="121"/>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338166129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500" fill="hold"/>
                                        <p:tgtEl>
                                          <p:spTgt spid="33"/>
                                        </p:tgtEl>
                                        <p:attrNameLst>
                                          <p:attrName>ppt_w</p:attrName>
                                        </p:attrNameLst>
                                      </p:cBhvr>
                                      <p:tavLst>
                                        <p:tav tm="0">
                                          <p:val>
                                            <p:fltVal val="0"/>
                                          </p:val>
                                        </p:tav>
                                        <p:tav tm="100000">
                                          <p:val>
                                            <p:strVal val="#ppt_w"/>
                                          </p:val>
                                        </p:tav>
                                      </p:tavLst>
                                    </p:anim>
                                    <p:anim calcmode="lin" valueType="num">
                                      <p:cBhvr>
                                        <p:cTn id="13" dur="500" fill="hold"/>
                                        <p:tgtEl>
                                          <p:spTgt spid="33"/>
                                        </p:tgtEl>
                                        <p:attrNameLst>
                                          <p:attrName>ppt_h</p:attrName>
                                        </p:attrNameLst>
                                      </p:cBhvr>
                                      <p:tavLst>
                                        <p:tav tm="0">
                                          <p:val>
                                            <p:fltVal val="0"/>
                                          </p:val>
                                        </p:tav>
                                        <p:tav tm="100000">
                                          <p:val>
                                            <p:strVal val="#ppt_h"/>
                                          </p:val>
                                        </p:tav>
                                      </p:tavLst>
                                    </p:anim>
                                    <p:animEffect transition="in" filter="fade">
                                      <p:cBhvr>
                                        <p:cTn id="14" dur="500"/>
                                        <p:tgtEl>
                                          <p:spTgt spid="3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500" fill="hold"/>
                                        <p:tgtEl>
                                          <p:spTgt spid="34"/>
                                        </p:tgtEl>
                                        <p:attrNameLst>
                                          <p:attrName>ppt_w</p:attrName>
                                        </p:attrNameLst>
                                      </p:cBhvr>
                                      <p:tavLst>
                                        <p:tav tm="0">
                                          <p:val>
                                            <p:fltVal val="0"/>
                                          </p:val>
                                        </p:tav>
                                        <p:tav tm="100000">
                                          <p:val>
                                            <p:strVal val="#ppt_w"/>
                                          </p:val>
                                        </p:tav>
                                      </p:tavLst>
                                    </p:anim>
                                    <p:anim calcmode="lin" valueType="num">
                                      <p:cBhvr>
                                        <p:cTn id="18" dur="500" fill="hold"/>
                                        <p:tgtEl>
                                          <p:spTgt spid="34"/>
                                        </p:tgtEl>
                                        <p:attrNameLst>
                                          <p:attrName>ppt_h</p:attrName>
                                        </p:attrNameLst>
                                      </p:cBhvr>
                                      <p:tavLst>
                                        <p:tav tm="0">
                                          <p:val>
                                            <p:fltVal val="0"/>
                                          </p:val>
                                        </p:tav>
                                        <p:tav tm="100000">
                                          <p:val>
                                            <p:strVal val="#ppt_h"/>
                                          </p:val>
                                        </p:tav>
                                      </p:tavLst>
                                    </p:anim>
                                    <p:animEffect transition="in" filter="fade">
                                      <p:cBhvr>
                                        <p:cTn id="19" dur="500"/>
                                        <p:tgtEl>
                                          <p:spTgt spid="3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 calcmode="lin" valueType="num">
                                      <p:cBhvr>
                                        <p:cTn id="22" dur="500" fill="hold"/>
                                        <p:tgtEl>
                                          <p:spTgt spid="35"/>
                                        </p:tgtEl>
                                        <p:attrNameLst>
                                          <p:attrName>ppt_w</p:attrName>
                                        </p:attrNameLst>
                                      </p:cBhvr>
                                      <p:tavLst>
                                        <p:tav tm="0">
                                          <p:val>
                                            <p:fltVal val="0"/>
                                          </p:val>
                                        </p:tav>
                                        <p:tav tm="100000">
                                          <p:val>
                                            <p:strVal val="#ppt_w"/>
                                          </p:val>
                                        </p:tav>
                                      </p:tavLst>
                                    </p:anim>
                                    <p:anim calcmode="lin" valueType="num">
                                      <p:cBhvr>
                                        <p:cTn id="23" dur="500" fill="hold"/>
                                        <p:tgtEl>
                                          <p:spTgt spid="35"/>
                                        </p:tgtEl>
                                        <p:attrNameLst>
                                          <p:attrName>ppt_h</p:attrName>
                                        </p:attrNameLst>
                                      </p:cBhvr>
                                      <p:tavLst>
                                        <p:tav tm="0">
                                          <p:val>
                                            <p:fltVal val="0"/>
                                          </p:val>
                                        </p:tav>
                                        <p:tav tm="100000">
                                          <p:val>
                                            <p:strVal val="#ppt_h"/>
                                          </p:val>
                                        </p:tav>
                                      </p:tavLst>
                                    </p:anim>
                                    <p:animEffect transition="in" filter="fade">
                                      <p:cBhvr>
                                        <p:cTn id="24" dur="500"/>
                                        <p:tgtEl>
                                          <p:spTgt spid="3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500" fill="hold"/>
                                        <p:tgtEl>
                                          <p:spTgt spid="36"/>
                                        </p:tgtEl>
                                        <p:attrNameLst>
                                          <p:attrName>ppt_w</p:attrName>
                                        </p:attrNameLst>
                                      </p:cBhvr>
                                      <p:tavLst>
                                        <p:tav tm="0">
                                          <p:val>
                                            <p:fltVal val="0"/>
                                          </p:val>
                                        </p:tav>
                                        <p:tav tm="100000">
                                          <p:val>
                                            <p:strVal val="#ppt_w"/>
                                          </p:val>
                                        </p:tav>
                                      </p:tavLst>
                                    </p:anim>
                                    <p:anim calcmode="lin" valueType="num">
                                      <p:cBhvr>
                                        <p:cTn id="28" dur="500" fill="hold"/>
                                        <p:tgtEl>
                                          <p:spTgt spid="36"/>
                                        </p:tgtEl>
                                        <p:attrNameLst>
                                          <p:attrName>ppt_h</p:attrName>
                                        </p:attrNameLst>
                                      </p:cBhvr>
                                      <p:tavLst>
                                        <p:tav tm="0">
                                          <p:val>
                                            <p:fltVal val="0"/>
                                          </p:val>
                                        </p:tav>
                                        <p:tav tm="100000">
                                          <p:val>
                                            <p:strVal val="#ppt_h"/>
                                          </p:val>
                                        </p:tav>
                                      </p:tavLst>
                                    </p:anim>
                                    <p:animEffect transition="in" filter="fade">
                                      <p:cBhvr>
                                        <p:cTn id="29" dur="500"/>
                                        <p:tgtEl>
                                          <p:spTgt spid="3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 calcmode="lin" valueType="num">
                                      <p:cBhvr>
                                        <p:cTn id="32" dur="500" fill="hold"/>
                                        <p:tgtEl>
                                          <p:spTgt spid="37"/>
                                        </p:tgtEl>
                                        <p:attrNameLst>
                                          <p:attrName>ppt_w</p:attrName>
                                        </p:attrNameLst>
                                      </p:cBhvr>
                                      <p:tavLst>
                                        <p:tav tm="0">
                                          <p:val>
                                            <p:fltVal val="0"/>
                                          </p:val>
                                        </p:tav>
                                        <p:tav tm="100000">
                                          <p:val>
                                            <p:strVal val="#ppt_w"/>
                                          </p:val>
                                        </p:tav>
                                      </p:tavLst>
                                    </p:anim>
                                    <p:anim calcmode="lin" valueType="num">
                                      <p:cBhvr>
                                        <p:cTn id="33" dur="500" fill="hold"/>
                                        <p:tgtEl>
                                          <p:spTgt spid="37"/>
                                        </p:tgtEl>
                                        <p:attrNameLst>
                                          <p:attrName>ppt_h</p:attrName>
                                        </p:attrNameLst>
                                      </p:cBhvr>
                                      <p:tavLst>
                                        <p:tav tm="0">
                                          <p:val>
                                            <p:fltVal val="0"/>
                                          </p:val>
                                        </p:tav>
                                        <p:tav tm="100000">
                                          <p:val>
                                            <p:strVal val="#ppt_h"/>
                                          </p:val>
                                        </p:tav>
                                      </p:tavLst>
                                    </p:anim>
                                    <p:animEffect transition="in" filter="fade">
                                      <p:cBhvr>
                                        <p:cTn id="34" dur="500"/>
                                        <p:tgtEl>
                                          <p:spTgt spid="3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anim calcmode="lin" valueType="num">
                                      <p:cBhvr>
                                        <p:cTn id="42" dur="500" fill="hold"/>
                                        <p:tgtEl>
                                          <p:spTgt spid="39"/>
                                        </p:tgtEl>
                                        <p:attrNameLst>
                                          <p:attrName>ppt_w</p:attrName>
                                        </p:attrNameLst>
                                      </p:cBhvr>
                                      <p:tavLst>
                                        <p:tav tm="0">
                                          <p:val>
                                            <p:fltVal val="0"/>
                                          </p:val>
                                        </p:tav>
                                        <p:tav tm="100000">
                                          <p:val>
                                            <p:strVal val="#ppt_w"/>
                                          </p:val>
                                        </p:tav>
                                      </p:tavLst>
                                    </p:anim>
                                    <p:anim calcmode="lin" valueType="num">
                                      <p:cBhvr>
                                        <p:cTn id="43" dur="500" fill="hold"/>
                                        <p:tgtEl>
                                          <p:spTgt spid="39"/>
                                        </p:tgtEl>
                                        <p:attrNameLst>
                                          <p:attrName>ppt_h</p:attrName>
                                        </p:attrNameLst>
                                      </p:cBhvr>
                                      <p:tavLst>
                                        <p:tav tm="0">
                                          <p:val>
                                            <p:fltVal val="0"/>
                                          </p:val>
                                        </p:tav>
                                        <p:tav tm="100000">
                                          <p:val>
                                            <p:strVal val="#ppt_h"/>
                                          </p:val>
                                        </p:tav>
                                      </p:tavLst>
                                    </p:anim>
                                    <p:animEffect transition="in" filter="fade">
                                      <p:cBhvr>
                                        <p:cTn id="4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animBg="1"/>
      <p:bldP spid="38" grpId="0" animBg="1"/>
      <p:bldP spid="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465221" y="465582"/>
            <a:ext cx="1939496" cy="461018"/>
            <a:chOff x="6906997" y="4197923"/>
            <a:chExt cx="1939496" cy="461018"/>
          </a:xfrm>
        </p:grpSpPr>
        <p:sp>
          <p:nvSpPr>
            <p:cNvPr id="30" name="矩形 29"/>
            <p:cNvSpPr/>
            <p:nvPr/>
          </p:nvSpPr>
          <p:spPr>
            <a:xfrm>
              <a:off x="6906997" y="4197923"/>
              <a:ext cx="1939496"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文本框 30"/>
            <p:cNvSpPr txBox="1"/>
            <p:nvPr/>
          </p:nvSpPr>
          <p:spPr>
            <a:xfrm>
              <a:off x="7007009" y="4228377"/>
              <a:ext cx="1739471" cy="400110"/>
            </a:xfrm>
            <a:prstGeom prst="rect">
              <a:avLst/>
            </a:prstGeom>
            <a:noFill/>
          </p:spPr>
          <p:txBody>
            <a:bodyPr wrap="square" rtlCol="0">
              <a:spAutoFit/>
            </a:bodyPr>
            <a:lstStyle/>
            <a:p>
              <a:pPr algn="ctr"/>
              <a:r>
                <a:rPr lang="zh-CN" altLang="en-US" sz="2000" b="1" dirty="0">
                  <a:cs typeface="+mn-ea"/>
                  <a:sym typeface="+mn-lt"/>
                </a:rPr>
                <a:t>点击输入标题</a:t>
              </a:r>
            </a:p>
          </p:txBody>
        </p:sp>
      </p:grpSp>
      <p:grpSp>
        <p:nvGrpSpPr>
          <p:cNvPr id="3" name="2595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1" y="1360173"/>
            <a:ext cx="10851216" cy="3809118"/>
            <a:chOff x="660401" y="1360173"/>
            <a:chExt cx="10851216" cy="3809118"/>
          </a:xfrm>
        </p:grpSpPr>
        <p:sp>
          <p:nvSpPr>
            <p:cNvPr id="4" name="iŝḷïḓè">
              <a:extLst>
                <a:ext uri="{FF2B5EF4-FFF2-40B4-BE49-F238E27FC236}">
                  <a16:creationId xmlns:a16="http://schemas.microsoft.com/office/drawing/2014/main" id="{28346727-9C49-4F8F-911D-21D0044D7A4A}"/>
                </a:ext>
              </a:extLst>
            </p:cNvPr>
            <p:cNvSpPr/>
            <p:nvPr/>
          </p:nvSpPr>
          <p:spPr>
            <a:xfrm>
              <a:off x="4412343" y="1801977"/>
              <a:ext cx="3367314" cy="3367314"/>
            </a:xfrm>
            <a:prstGeom prst="ellipse">
              <a:avLst/>
            </a:prstGeom>
            <a:solidFill>
              <a:schemeClr val="bg1"/>
            </a:solidFill>
            <a:ln w="76200" cap="flat" cmpd="sng" algn="ctr">
              <a:solidFill>
                <a:schemeClr val="bg1">
                  <a:lumMod val="8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1pPr>
              <a:lvl2pPr marL="0" marR="0" indent="2286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2pPr>
              <a:lvl3pPr marL="0" marR="0" indent="4572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3pPr>
              <a:lvl4pPr marL="0" marR="0" indent="6858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4pPr>
              <a:lvl5pPr marL="0" marR="0" indent="9144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5pPr>
              <a:lvl6pPr marL="0" marR="0" indent="11430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6pPr>
              <a:lvl7pPr marL="0" marR="0" indent="13716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7pPr>
              <a:lvl8pPr marL="0" marR="0" indent="16002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8pPr>
              <a:lvl9pPr marL="0" marR="0" indent="18288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9pPr>
            </a:lstStyle>
            <a:p>
              <a:endParaRPr>
                <a:solidFill>
                  <a:schemeClr val="lt1"/>
                </a:solidFill>
                <a:cs typeface="+mn-ea"/>
                <a:sym typeface="+mn-lt"/>
              </a:endParaRPr>
            </a:p>
          </p:txBody>
        </p:sp>
        <p:sp>
          <p:nvSpPr>
            <p:cNvPr id="5" name="ïṥ1iďè">
              <a:extLst>
                <a:ext uri="{FF2B5EF4-FFF2-40B4-BE49-F238E27FC236}">
                  <a16:creationId xmlns:a16="http://schemas.microsoft.com/office/drawing/2014/main" id="{09A73F4B-ABE4-41CC-A593-BD0D2598398A}"/>
                </a:ext>
              </a:extLst>
            </p:cNvPr>
            <p:cNvSpPr/>
            <p:nvPr/>
          </p:nvSpPr>
          <p:spPr>
            <a:xfrm>
              <a:off x="4571040" y="1960674"/>
              <a:ext cx="3049920" cy="3049920"/>
            </a:xfrm>
            <a:prstGeom prst="ellipse">
              <a:avLst/>
            </a:prstGeom>
            <a:pattFill prst="pct5">
              <a:fgClr>
                <a:srgbClr val="E4E6EA"/>
              </a:fgClr>
              <a:bgClr>
                <a:srgbClr val="AE3637"/>
              </a:bgClr>
            </a:pattFill>
            <a:ln w="28575"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1pPr>
              <a:lvl2pPr marL="0" marR="0" indent="2286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2pPr>
              <a:lvl3pPr marL="0" marR="0" indent="4572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3pPr>
              <a:lvl4pPr marL="0" marR="0" indent="6858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4pPr>
              <a:lvl5pPr marL="0" marR="0" indent="9144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5pPr>
              <a:lvl6pPr marL="0" marR="0" indent="11430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6pPr>
              <a:lvl7pPr marL="0" marR="0" indent="13716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7pPr>
              <a:lvl8pPr marL="0" marR="0" indent="16002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8pPr>
              <a:lvl9pPr marL="0" marR="0" indent="1828800" algn="ctr" defTabSz="825500"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B"/>
                  </a:solidFill>
                  <a:effectLst/>
                  <a:uFillTx/>
                </a:defRPr>
              </a:lvl9pPr>
            </a:lstStyle>
            <a:p>
              <a:endParaRPr>
                <a:solidFill>
                  <a:schemeClr val="lt1"/>
                </a:solidFill>
                <a:cs typeface="+mn-ea"/>
                <a:sym typeface="+mn-lt"/>
              </a:endParaRPr>
            </a:p>
          </p:txBody>
        </p:sp>
        <p:sp>
          <p:nvSpPr>
            <p:cNvPr id="6" name="íś1îḓe">
              <a:extLst>
                <a:ext uri="{FF2B5EF4-FFF2-40B4-BE49-F238E27FC236}">
                  <a16:creationId xmlns:a16="http://schemas.microsoft.com/office/drawing/2014/main" id="{13EE50E2-4680-4553-A86A-5E7A6C6E63D0}"/>
                </a:ext>
              </a:extLst>
            </p:cNvPr>
            <p:cNvSpPr/>
            <p:nvPr/>
          </p:nvSpPr>
          <p:spPr>
            <a:xfrm>
              <a:off x="7022792" y="2808116"/>
              <a:ext cx="1355034" cy="1355036"/>
            </a:xfrm>
            <a:prstGeom prst="ellipse">
              <a:avLst/>
            </a:prstGeom>
            <a:solidFill>
              <a:srgbClr val="AE3637"/>
            </a:solidFill>
            <a:ln w="5715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7" name="ï$liḍe">
              <a:extLst>
                <a:ext uri="{FF2B5EF4-FFF2-40B4-BE49-F238E27FC236}">
                  <a16:creationId xmlns:a16="http://schemas.microsoft.com/office/drawing/2014/main" id="{F2A5AF08-A3AE-4EF7-9458-9FF2B7D40EB7}"/>
                </a:ext>
              </a:extLst>
            </p:cNvPr>
            <p:cNvSpPr/>
            <p:nvPr/>
          </p:nvSpPr>
          <p:spPr>
            <a:xfrm>
              <a:off x="3893523" y="2808117"/>
              <a:ext cx="1355034" cy="1355036"/>
            </a:xfrm>
            <a:prstGeom prst="ellipse">
              <a:avLst/>
            </a:prstGeom>
            <a:solidFill>
              <a:srgbClr val="AE3637"/>
            </a:solidFill>
            <a:ln w="5715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cs typeface="+mn-ea"/>
                <a:sym typeface="+mn-lt"/>
              </a:endParaRPr>
            </a:p>
          </p:txBody>
        </p:sp>
        <p:sp>
          <p:nvSpPr>
            <p:cNvPr id="27" name="isḷiḓé">
              <a:extLst>
                <a:ext uri="{FF2B5EF4-FFF2-40B4-BE49-F238E27FC236}">
                  <a16:creationId xmlns:a16="http://schemas.microsoft.com/office/drawing/2014/main" id="{0B3DB8AA-14DD-4388-B048-F8AA4A986E68}"/>
                </a:ext>
              </a:extLst>
            </p:cNvPr>
            <p:cNvSpPr txBox="1"/>
            <p:nvPr/>
          </p:nvSpPr>
          <p:spPr bwMode="auto">
            <a:xfrm>
              <a:off x="660401" y="1360173"/>
              <a:ext cx="2844799" cy="44180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eaLnBrk="1" hangingPunct="1">
                <a:lnSpc>
                  <a:spcPct val="100000"/>
                </a:lnSpc>
                <a:spcBef>
                  <a:spcPct val="0"/>
                </a:spcBef>
              </a:pPr>
              <a:r>
                <a:rPr lang="en-US" altLang="zh-CN" sz="2000" b="1" dirty="0">
                  <a:cs typeface="+mn-ea"/>
                  <a:sym typeface="+mn-lt"/>
                </a:rPr>
                <a:t>Text here</a:t>
              </a:r>
            </a:p>
          </p:txBody>
        </p:sp>
        <p:sp>
          <p:nvSpPr>
            <p:cNvPr id="9" name="í$ľíḍê">
              <a:extLst>
                <a:ext uri="{FF2B5EF4-FFF2-40B4-BE49-F238E27FC236}">
                  <a16:creationId xmlns:a16="http://schemas.microsoft.com/office/drawing/2014/main" id="{14A8A2CC-2CB9-4218-9482-3049AB490118}"/>
                </a:ext>
              </a:extLst>
            </p:cNvPr>
            <p:cNvSpPr/>
            <p:nvPr/>
          </p:nvSpPr>
          <p:spPr bwMode="auto">
            <a:xfrm>
              <a:off x="4266198" y="3291302"/>
              <a:ext cx="609685" cy="388667"/>
            </a:xfrm>
            <a:custGeom>
              <a:avLst/>
              <a:gdLst>
                <a:gd name="connsiteX0" fmla="*/ 498968 w 603828"/>
                <a:gd name="connsiteY0" fmla="*/ 125959 h 384934"/>
                <a:gd name="connsiteX1" fmla="*/ 519009 w 603828"/>
                <a:gd name="connsiteY1" fmla="*/ 145894 h 384934"/>
                <a:gd name="connsiteX2" fmla="*/ 498968 w 603828"/>
                <a:gd name="connsiteY2" fmla="*/ 165829 h 384934"/>
                <a:gd name="connsiteX3" fmla="*/ 478927 w 603828"/>
                <a:gd name="connsiteY3" fmla="*/ 145894 h 384934"/>
                <a:gd name="connsiteX4" fmla="*/ 498968 w 603828"/>
                <a:gd name="connsiteY4" fmla="*/ 125959 h 384934"/>
                <a:gd name="connsiteX5" fmla="*/ 442339 w 603828"/>
                <a:gd name="connsiteY5" fmla="*/ 125959 h 384934"/>
                <a:gd name="connsiteX6" fmla="*/ 462415 w 603828"/>
                <a:gd name="connsiteY6" fmla="*/ 145894 h 384934"/>
                <a:gd name="connsiteX7" fmla="*/ 442339 w 603828"/>
                <a:gd name="connsiteY7" fmla="*/ 165829 h 384934"/>
                <a:gd name="connsiteX8" fmla="*/ 422263 w 603828"/>
                <a:gd name="connsiteY8" fmla="*/ 145894 h 384934"/>
                <a:gd name="connsiteX9" fmla="*/ 442339 w 603828"/>
                <a:gd name="connsiteY9" fmla="*/ 125959 h 384934"/>
                <a:gd name="connsiteX10" fmla="*/ 385711 w 603828"/>
                <a:gd name="connsiteY10" fmla="*/ 125959 h 384934"/>
                <a:gd name="connsiteX11" fmla="*/ 405752 w 603828"/>
                <a:gd name="connsiteY11" fmla="*/ 145894 h 384934"/>
                <a:gd name="connsiteX12" fmla="*/ 385711 w 603828"/>
                <a:gd name="connsiteY12" fmla="*/ 165829 h 384934"/>
                <a:gd name="connsiteX13" fmla="*/ 365670 w 603828"/>
                <a:gd name="connsiteY13" fmla="*/ 145894 h 384934"/>
                <a:gd name="connsiteX14" fmla="*/ 385711 w 603828"/>
                <a:gd name="connsiteY14" fmla="*/ 125959 h 384934"/>
                <a:gd name="connsiteX15" fmla="*/ 329117 w 603828"/>
                <a:gd name="connsiteY15" fmla="*/ 125959 h 384934"/>
                <a:gd name="connsiteX16" fmla="*/ 349158 w 603828"/>
                <a:gd name="connsiteY16" fmla="*/ 145894 h 384934"/>
                <a:gd name="connsiteX17" fmla="*/ 329117 w 603828"/>
                <a:gd name="connsiteY17" fmla="*/ 165829 h 384934"/>
                <a:gd name="connsiteX18" fmla="*/ 309076 w 603828"/>
                <a:gd name="connsiteY18" fmla="*/ 145894 h 384934"/>
                <a:gd name="connsiteX19" fmla="*/ 329117 w 603828"/>
                <a:gd name="connsiteY19" fmla="*/ 125959 h 384934"/>
                <a:gd name="connsiteX20" fmla="*/ 414024 w 603828"/>
                <a:gd name="connsiteY20" fmla="*/ 34369 h 384934"/>
                <a:gd name="connsiteX21" fmla="*/ 258464 w 603828"/>
                <a:gd name="connsiteY21" fmla="*/ 141601 h 384934"/>
                <a:gd name="connsiteX22" fmla="*/ 414024 w 603828"/>
                <a:gd name="connsiteY22" fmla="*/ 248832 h 384934"/>
                <a:gd name="connsiteX23" fmla="*/ 452914 w 603828"/>
                <a:gd name="connsiteY23" fmla="*/ 245395 h 384934"/>
                <a:gd name="connsiteX24" fmla="*/ 456011 w 603828"/>
                <a:gd name="connsiteY24" fmla="*/ 245224 h 384934"/>
                <a:gd name="connsiteX25" fmla="*/ 464443 w 603828"/>
                <a:gd name="connsiteY25" fmla="*/ 247458 h 384934"/>
                <a:gd name="connsiteX26" fmla="*/ 520025 w 603828"/>
                <a:gd name="connsiteY26" fmla="*/ 278905 h 384934"/>
                <a:gd name="connsiteX27" fmla="*/ 509872 w 603828"/>
                <a:gd name="connsiteY27" fmla="*/ 240240 h 384934"/>
                <a:gd name="connsiteX28" fmla="*/ 517444 w 603828"/>
                <a:gd name="connsiteY28" fmla="*/ 221337 h 384934"/>
                <a:gd name="connsiteX29" fmla="*/ 569412 w 603828"/>
                <a:gd name="connsiteY29" fmla="*/ 141601 h 384934"/>
                <a:gd name="connsiteX30" fmla="*/ 414024 w 603828"/>
                <a:gd name="connsiteY30" fmla="*/ 34369 h 384934"/>
                <a:gd name="connsiteX31" fmla="*/ 414024 w 603828"/>
                <a:gd name="connsiteY31" fmla="*/ 0 h 384934"/>
                <a:gd name="connsiteX32" fmla="*/ 546181 w 603828"/>
                <a:gd name="connsiteY32" fmla="*/ 39696 h 384934"/>
                <a:gd name="connsiteX33" fmla="*/ 603828 w 603828"/>
                <a:gd name="connsiteY33" fmla="*/ 141601 h 384934"/>
                <a:gd name="connsiteX34" fmla="*/ 546353 w 603828"/>
                <a:gd name="connsiteY34" fmla="*/ 243505 h 384934"/>
                <a:gd name="connsiteX35" fmla="*/ 563561 w 603828"/>
                <a:gd name="connsiteY35" fmla="*/ 309666 h 384934"/>
                <a:gd name="connsiteX36" fmla="*/ 557366 w 603828"/>
                <a:gd name="connsiteY36" fmla="*/ 327538 h 384934"/>
                <a:gd name="connsiteX37" fmla="*/ 546870 w 603828"/>
                <a:gd name="connsiteY37" fmla="*/ 331146 h 384934"/>
                <a:gd name="connsiteX38" fmla="*/ 538438 w 603828"/>
                <a:gd name="connsiteY38" fmla="*/ 328912 h 384934"/>
                <a:gd name="connsiteX39" fmla="*/ 452742 w 603828"/>
                <a:gd name="connsiteY39" fmla="*/ 280280 h 384934"/>
                <a:gd name="connsiteX40" fmla="*/ 414024 w 603828"/>
                <a:gd name="connsiteY40" fmla="*/ 283201 h 384934"/>
                <a:gd name="connsiteX41" fmla="*/ 347773 w 603828"/>
                <a:gd name="connsiteY41" fmla="*/ 274437 h 384934"/>
                <a:gd name="connsiteX42" fmla="*/ 322133 w 603828"/>
                <a:gd name="connsiteY42" fmla="*/ 297293 h 384934"/>
                <a:gd name="connsiteX43" fmla="*/ 189976 w 603828"/>
                <a:gd name="connsiteY43" fmla="*/ 336989 h 384934"/>
                <a:gd name="connsiteX44" fmla="*/ 151086 w 603828"/>
                <a:gd name="connsiteY44" fmla="*/ 334068 h 384934"/>
                <a:gd name="connsiteX45" fmla="*/ 65390 w 603828"/>
                <a:gd name="connsiteY45" fmla="*/ 382700 h 384934"/>
                <a:gd name="connsiteX46" fmla="*/ 56958 w 603828"/>
                <a:gd name="connsiteY46" fmla="*/ 384934 h 384934"/>
                <a:gd name="connsiteX47" fmla="*/ 46462 w 603828"/>
                <a:gd name="connsiteY47" fmla="*/ 381325 h 384934"/>
                <a:gd name="connsiteX48" fmla="*/ 40267 w 603828"/>
                <a:gd name="connsiteY48" fmla="*/ 363453 h 384934"/>
                <a:gd name="connsiteX49" fmla="*/ 57647 w 603828"/>
                <a:gd name="connsiteY49" fmla="*/ 297121 h 384934"/>
                <a:gd name="connsiteX50" fmla="*/ 0 w 603828"/>
                <a:gd name="connsiteY50" fmla="*/ 195388 h 384934"/>
                <a:gd name="connsiteX51" fmla="*/ 57647 w 603828"/>
                <a:gd name="connsiteY51" fmla="*/ 93312 h 384934"/>
                <a:gd name="connsiteX52" fmla="*/ 189976 w 603828"/>
                <a:gd name="connsiteY52" fmla="*/ 53616 h 384934"/>
                <a:gd name="connsiteX53" fmla="*/ 256055 w 603828"/>
                <a:gd name="connsiteY53" fmla="*/ 62552 h 384934"/>
                <a:gd name="connsiteX54" fmla="*/ 281867 w 603828"/>
                <a:gd name="connsiteY54" fmla="*/ 39696 h 384934"/>
                <a:gd name="connsiteX55" fmla="*/ 414024 w 603828"/>
                <a:gd name="connsiteY55" fmla="*/ 0 h 384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03828" h="384934">
                  <a:moveTo>
                    <a:pt x="498968" y="125959"/>
                  </a:moveTo>
                  <a:cubicBezTo>
                    <a:pt x="510036" y="125959"/>
                    <a:pt x="519009" y="134884"/>
                    <a:pt x="519009" y="145894"/>
                  </a:cubicBezTo>
                  <a:cubicBezTo>
                    <a:pt x="519009" y="156904"/>
                    <a:pt x="510036" y="165829"/>
                    <a:pt x="498968" y="165829"/>
                  </a:cubicBezTo>
                  <a:cubicBezTo>
                    <a:pt x="487900" y="165829"/>
                    <a:pt x="478927" y="156904"/>
                    <a:pt x="478927" y="145894"/>
                  </a:cubicBezTo>
                  <a:cubicBezTo>
                    <a:pt x="478927" y="134884"/>
                    <a:pt x="487900" y="125959"/>
                    <a:pt x="498968" y="125959"/>
                  </a:cubicBezTo>
                  <a:close/>
                  <a:moveTo>
                    <a:pt x="442339" y="125959"/>
                  </a:moveTo>
                  <a:cubicBezTo>
                    <a:pt x="453427" y="125959"/>
                    <a:pt x="462415" y="134884"/>
                    <a:pt x="462415" y="145894"/>
                  </a:cubicBezTo>
                  <a:cubicBezTo>
                    <a:pt x="462415" y="156904"/>
                    <a:pt x="453427" y="165829"/>
                    <a:pt x="442339" y="165829"/>
                  </a:cubicBezTo>
                  <a:cubicBezTo>
                    <a:pt x="431251" y="165829"/>
                    <a:pt x="422263" y="156904"/>
                    <a:pt x="422263" y="145894"/>
                  </a:cubicBezTo>
                  <a:cubicBezTo>
                    <a:pt x="422263" y="134884"/>
                    <a:pt x="431251" y="125959"/>
                    <a:pt x="442339" y="125959"/>
                  </a:cubicBezTo>
                  <a:close/>
                  <a:moveTo>
                    <a:pt x="385711" y="125959"/>
                  </a:moveTo>
                  <a:cubicBezTo>
                    <a:pt x="396779" y="125959"/>
                    <a:pt x="405752" y="134884"/>
                    <a:pt x="405752" y="145894"/>
                  </a:cubicBezTo>
                  <a:cubicBezTo>
                    <a:pt x="405752" y="156904"/>
                    <a:pt x="396779" y="165829"/>
                    <a:pt x="385711" y="165829"/>
                  </a:cubicBezTo>
                  <a:cubicBezTo>
                    <a:pt x="374643" y="165829"/>
                    <a:pt x="365670" y="156904"/>
                    <a:pt x="365670" y="145894"/>
                  </a:cubicBezTo>
                  <a:cubicBezTo>
                    <a:pt x="365670" y="134884"/>
                    <a:pt x="374643" y="125959"/>
                    <a:pt x="385711" y="125959"/>
                  </a:cubicBezTo>
                  <a:close/>
                  <a:moveTo>
                    <a:pt x="329117" y="125959"/>
                  </a:moveTo>
                  <a:cubicBezTo>
                    <a:pt x="340185" y="125959"/>
                    <a:pt x="349158" y="134884"/>
                    <a:pt x="349158" y="145894"/>
                  </a:cubicBezTo>
                  <a:cubicBezTo>
                    <a:pt x="349158" y="156904"/>
                    <a:pt x="340185" y="165829"/>
                    <a:pt x="329117" y="165829"/>
                  </a:cubicBezTo>
                  <a:cubicBezTo>
                    <a:pt x="318049" y="165829"/>
                    <a:pt x="309076" y="156904"/>
                    <a:pt x="309076" y="145894"/>
                  </a:cubicBezTo>
                  <a:cubicBezTo>
                    <a:pt x="309076" y="134884"/>
                    <a:pt x="318049" y="125959"/>
                    <a:pt x="329117" y="125959"/>
                  </a:cubicBezTo>
                  <a:close/>
                  <a:moveTo>
                    <a:pt x="414024" y="34369"/>
                  </a:moveTo>
                  <a:cubicBezTo>
                    <a:pt x="328328" y="34369"/>
                    <a:pt x="258464" y="82486"/>
                    <a:pt x="258464" y="141601"/>
                  </a:cubicBezTo>
                  <a:cubicBezTo>
                    <a:pt x="258464" y="200716"/>
                    <a:pt x="328328" y="248832"/>
                    <a:pt x="414024" y="248832"/>
                  </a:cubicBezTo>
                  <a:cubicBezTo>
                    <a:pt x="427102" y="248832"/>
                    <a:pt x="440180" y="247801"/>
                    <a:pt x="452914" y="245395"/>
                  </a:cubicBezTo>
                  <a:cubicBezTo>
                    <a:pt x="453946" y="245224"/>
                    <a:pt x="454979" y="245224"/>
                    <a:pt x="456011" y="245224"/>
                  </a:cubicBezTo>
                  <a:cubicBezTo>
                    <a:pt x="458937" y="245224"/>
                    <a:pt x="461862" y="245911"/>
                    <a:pt x="464443" y="247458"/>
                  </a:cubicBezTo>
                  <a:lnTo>
                    <a:pt x="520025" y="278905"/>
                  </a:lnTo>
                  <a:lnTo>
                    <a:pt x="509872" y="240240"/>
                  </a:lnTo>
                  <a:cubicBezTo>
                    <a:pt x="507980" y="233023"/>
                    <a:pt x="511077" y="225290"/>
                    <a:pt x="517444" y="221337"/>
                  </a:cubicBezTo>
                  <a:cubicBezTo>
                    <a:pt x="550483" y="200887"/>
                    <a:pt x="569412" y="171846"/>
                    <a:pt x="569412" y="141601"/>
                  </a:cubicBezTo>
                  <a:cubicBezTo>
                    <a:pt x="569412" y="82486"/>
                    <a:pt x="499720" y="34369"/>
                    <a:pt x="414024" y="34369"/>
                  </a:cubicBezTo>
                  <a:close/>
                  <a:moveTo>
                    <a:pt x="414024" y="0"/>
                  </a:moveTo>
                  <a:cubicBezTo>
                    <a:pt x="463755" y="0"/>
                    <a:pt x="510733" y="14091"/>
                    <a:pt x="546181" y="39696"/>
                  </a:cubicBezTo>
                  <a:cubicBezTo>
                    <a:pt x="583350" y="66504"/>
                    <a:pt x="603828" y="102764"/>
                    <a:pt x="603828" y="141601"/>
                  </a:cubicBezTo>
                  <a:cubicBezTo>
                    <a:pt x="603828" y="180266"/>
                    <a:pt x="583006" y="216869"/>
                    <a:pt x="546353" y="243505"/>
                  </a:cubicBezTo>
                  <a:lnTo>
                    <a:pt x="563561" y="309666"/>
                  </a:lnTo>
                  <a:cubicBezTo>
                    <a:pt x="565282" y="316368"/>
                    <a:pt x="562873" y="323413"/>
                    <a:pt x="557366" y="327538"/>
                  </a:cubicBezTo>
                  <a:cubicBezTo>
                    <a:pt x="554269" y="329943"/>
                    <a:pt x="550655" y="331146"/>
                    <a:pt x="546870" y="331146"/>
                  </a:cubicBezTo>
                  <a:cubicBezTo>
                    <a:pt x="543944" y="331146"/>
                    <a:pt x="541019" y="330459"/>
                    <a:pt x="538438" y="328912"/>
                  </a:cubicBezTo>
                  <a:lnTo>
                    <a:pt x="452742" y="280280"/>
                  </a:lnTo>
                  <a:cubicBezTo>
                    <a:pt x="440008" y="282342"/>
                    <a:pt x="427102" y="283201"/>
                    <a:pt x="414024" y="283201"/>
                  </a:cubicBezTo>
                  <a:cubicBezTo>
                    <a:pt x="390965" y="283201"/>
                    <a:pt x="368595" y="280280"/>
                    <a:pt x="347773" y="274437"/>
                  </a:cubicBezTo>
                  <a:cubicBezTo>
                    <a:pt x="340374" y="282686"/>
                    <a:pt x="331770" y="290247"/>
                    <a:pt x="322133" y="297293"/>
                  </a:cubicBezTo>
                  <a:cubicBezTo>
                    <a:pt x="286513" y="322898"/>
                    <a:pt x="239535" y="336989"/>
                    <a:pt x="189976" y="336989"/>
                  </a:cubicBezTo>
                  <a:cubicBezTo>
                    <a:pt x="176898" y="336989"/>
                    <a:pt x="163820" y="335958"/>
                    <a:pt x="151086" y="334068"/>
                  </a:cubicBezTo>
                  <a:lnTo>
                    <a:pt x="65390" y="382700"/>
                  </a:lnTo>
                  <a:cubicBezTo>
                    <a:pt x="62809" y="384075"/>
                    <a:pt x="59884" y="384934"/>
                    <a:pt x="56958" y="384934"/>
                  </a:cubicBezTo>
                  <a:cubicBezTo>
                    <a:pt x="53173" y="384934"/>
                    <a:pt x="49559" y="383731"/>
                    <a:pt x="46462" y="381325"/>
                  </a:cubicBezTo>
                  <a:cubicBezTo>
                    <a:pt x="40955" y="377201"/>
                    <a:pt x="38546" y="369983"/>
                    <a:pt x="40267" y="363453"/>
                  </a:cubicBezTo>
                  <a:lnTo>
                    <a:pt x="57647" y="297121"/>
                  </a:lnTo>
                  <a:cubicBezTo>
                    <a:pt x="20822" y="270657"/>
                    <a:pt x="0" y="234054"/>
                    <a:pt x="0" y="195388"/>
                  </a:cubicBezTo>
                  <a:cubicBezTo>
                    <a:pt x="0" y="156379"/>
                    <a:pt x="20477" y="120292"/>
                    <a:pt x="57647" y="93312"/>
                  </a:cubicBezTo>
                  <a:cubicBezTo>
                    <a:pt x="93267" y="67707"/>
                    <a:pt x="140245" y="53616"/>
                    <a:pt x="189976" y="53616"/>
                  </a:cubicBezTo>
                  <a:cubicBezTo>
                    <a:pt x="212863" y="53616"/>
                    <a:pt x="235233" y="56709"/>
                    <a:pt x="256055" y="62552"/>
                  </a:cubicBezTo>
                  <a:cubicBezTo>
                    <a:pt x="263454" y="54303"/>
                    <a:pt x="272058" y="46742"/>
                    <a:pt x="281867" y="39696"/>
                  </a:cubicBezTo>
                  <a:cubicBezTo>
                    <a:pt x="317315" y="14091"/>
                    <a:pt x="364293" y="0"/>
                    <a:pt x="414024" y="0"/>
                  </a:cubicBezTo>
                  <a:close/>
                </a:path>
              </a:pathLst>
            </a:custGeom>
            <a:solidFill>
              <a:schemeClr val="bg1"/>
            </a:solidFill>
            <a:ln>
              <a:noFill/>
            </a:ln>
          </p:spPr>
          <p:txBody>
            <a:bodyPr/>
            <a:lstStyle/>
            <a:p>
              <a:endParaRPr lang="zh-CN" altLang="en-US">
                <a:cs typeface="+mn-ea"/>
                <a:sym typeface="+mn-lt"/>
              </a:endParaRPr>
            </a:p>
          </p:txBody>
        </p:sp>
        <p:sp>
          <p:nvSpPr>
            <p:cNvPr id="10" name="îṩ1îḓe">
              <a:extLst>
                <a:ext uri="{FF2B5EF4-FFF2-40B4-BE49-F238E27FC236}">
                  <a16:creationId xmlns:a16="http://schemas.microsoft.com/office/drawing/2014/main" id="{1C203716-C4C2-4E79-A512-C4BA61A4124A}"/>
                </a:ext>
              </a:extLst>
            </p:cNvPr>
            <p:cNvSpPr/>
            <p:nvPr/>
          </p:nvSpPr>
          <p:spPr bwMode="auto">
            <a:xfrm>
              <a:off x="7395466" y="3291302"/>
              <a:ext cx="609685" cy="388667"/>
            </a:xfrm>
            <a:custGeom>
              <a:avLst/>
              <a:gdLst>
                <a:gd name="connsiteX0" fmla="*/ 498968 w 603828"/>
                <a:gd name="connsiteY0" fmla="*/ 125959 h 384934"/>
                <a:gd name="connsiteX1" fmla="*/ 519009 w 603828"/>
                <a:gd name="connsiteY1" fmla="*/ 145894 h 384934"/>
                <a:gd name="connsiteX2" fmla="*/ 498968 w 603828"/>
                <a:gd name="connsiteY2" fmla="*/ 165829 h 384934"/>
                <a:gd name="connsiteX3" fmla="*/ 478927 w 603828"/>
                <a:gd name="connsiteY3" fmla="*/ 145894 h 384934"/>
                <a:gd name="connsiteX4" fmla="*/ 498968 w 603828"/>
                <a:gd name="connsiteY4" fmla="*/ 125959 h 384934"/>
                <a:gd name="connsiteX5" fmla="*/ 442339 w 603828"/>
                <a:gd name="connsiteY5" fmla="*/ 125959 h 384934"/>
                <a:gd name="connsiteX6" fmla="*/ 462415 w 603828"/>
                <a:gd name="connsiteY6" fmla="*/ 145894 h 384934"/>
                <a:gd name="connsiteX7" fmla="*/ 442339 w 603828"/>
                <a:gd name="connsiteY7" fmla="*/ 165829 h 384934"/>
                <a:gd name="connsiteX8" fmla="*/ 422263 w 603828"/>
                <a:gd name="connsiteY8" fmla="*/ 145894 h 384934"/>
                <a:gd name="connsiteX9" fmla="*/ 442339 w 603828"/>
                <a:gd name="connsiteY9" fmla="*/ 125959 h 384934"/>
                <a:gd name="connsiteX10" fmla="*/ 385711 w 603828"/>
                <a:gd name="connsiteY10" fmla="*/ 125959 h 384934"/>
                <a:gd name="connsiteX11" fmla="*/ 405752 w 603828"/>
                <a:gd name="connsiteY11" fmla="*/ 145894 h 384934"/>
                <a:gd name="connsiteX12" fmla="*/ 385711 w 603828"/>
                <a:gd name="connsiteY12" fmla="*/ 165829 h 384934"/>
                <a:gd name="connsiteX13" fmla="*/ 365670 w 603828"/>
                <a:gd name="connsiteY13" fmla="*/ 145894 h 384934"/>
                <a:gd name="connsiteX14" fmla="*/ 385711 w 603828"/>
                <a:gd name="connsiteY14" fmla="*/ 125959 h 384934"/>
                <a:gd name="connsiteX15" fmla="*/ 329117 w 603828"/>
                <a:gd name="connsiteY15" fmla="*/ 125959 h 384934"/>
                <a:gd name="connsiteX16" fmla="*/ 349158 w 603828"/>
                <a:gd name="connsiteY16" fmla="*/ 145894 h 384934"/>
                <a:gd name="connsiteX17" fmla="*/ 329117 w 603828"/>
                <a:gd name="connsiteY17" fmla="*/ 165829 h 384934"/>
                <a:gd name="connsiteX18" fmla="*/ 309076 w 603828"/>
                <a:gd name="connsiteY18" fmla="*/ 145894 h 384934"/>
                <a:gd name="connsiteX19" fmla="*/ 329117 w 603828"/>
                <a:gd name="connsiteY19" fmla="*/ 125959 h 384934"/>
                <a:gd name="connsiteX20" fmla="*/ 414024 w 603828"/>
                <a:gd name="connsiteY20" fmla="*/ 34369 h 384934"/>
                <a:gd name="connsiteX21" fmla="*/ 258464 w 603828"/>
                <a:gd name="connsiteY21" fmla="*/ 141601 h 384934"/>
                <a:gd name="connsiteX22" fmla="*/ 414024 w 603828"/>
                <a:gd name="connsiteY22" fmla="*/ 248832 h 384934"/>
                <a:gd name="connsiteX23" fmla="*/ 452914 w 603828"/>
                <a:gd name="connsiteY23" fmla="*/ 245395 h 384934"/>
                <a:gd name="connsiteX24" fmla="*/ 456011 w 603828"/>
                <a:gd name="connsiteY24" fmla="*/ 245224 h 384934"/>
                <a:gd name="connsiteX25" fmla="*/ 464443 w 603828"/>
                <a:gd name="connsiteY25" fmla="*/ 247458 h 384934"/>
                <a:gd name="connsiteX26" fmla="*/ 520025 w 603828"/>
                <a:gd name="connsiteY26" fmla="*/ 278905 h 384934"/>
                <a:gd name="connsiteX27" fmla="*/ 509872 w 603828"/>
                <a:gd name="connsiteY27" fmla="*/ 240240 h 384934"/>
                <a:gd name="connsiteX28" fmla="*/ 517444 w 603828"/>
                <a:gd name="connsiteY28" fmla="*/ 221337 h 384934"/>
                <a:gd name="connsiteX29" fmla="*/ 569412 w 603828"/>
                <a:gd name="connsiteY29" fmla="*/ 141601 h 384934"/>
                <a:gd name="connsiteX30" fmla="*/ 414024 w 603828"/>
                <a:gd name="connsiteY30" fmla="*/ 34369 h 384934"/>
                <a:gd name="connsiteX31" fmla="*/ 414024 w 603828"/>
                <a:gd name="connsiteY31" fmla="*/ 0 h 384934"/>
                <a:gd name="connsiteX32" fmla="*/ 546181 w 603828"/>
                <a:gd name="connsiteY32" fmla="*/ 39696 h 384934"/>
                <a:gd name="connsiteX33" fmla="*/ 603828 w 603828"/>
                <a:gd name="connsiteY33" fmla="*/ 141601 h 384934"/>
                <a:gd name="connsiteX34" fmla="*/ 546353 w 603828"/>
                <a:gd name="connsiteY34" fmla="*/ 243505 h 384934"/>
                <a:gd name="connsiteX35" fmla="*/ 563561 w 603828"/>
                <a:gd name="connsiteY35" fmla="*/ 309666 h 384934"/>
                <a:gd name="connsiteX36" fmla="*/ 557366 w 603828"/>
                <a:gd name="connsiteY36" fmla="*/ 327538 h 384934"/>
                <a:gd name="connsiteX37" fmla="*/ 546870 w 603828"/>
                <a:gd name="connsiteY37" fmla="*/ 331146 h 384934"/>
                <a:gd name="connsiteX38" fmla="*/ 538438 w 603828"/>
                <a:gd name="connsiteY38" fmla="*/ 328912 h 384934"/>
                <a:gd name="connsiteX39" fmla="*/ 452742 w 603828"/>
                <a:gd name="connsiteY39" fmla="*/ 280280 h 384934"/>
                <a:gd name="connsiteX40" fmla="*/ 414024 w 603828"/>
                <a:gd name="connsiteY40" fmla="*/ 283201 h 384934"/>
                <a:gd name="connsiteX41" fmla="*/ 347773 w 603828"/>
                <a:gd name="connsiteY41" fmla="*/ 274437 h 384934"/>
                <a:gd name="connsiteX42" fmla="*/ 322133 w 603828"/>
                <a:gd name="connsiteY42" fmla="*/ 297293 h 384934"/>
                <a:gd name="connsiteX43" fmla="*/ 189976 w 603828"/>
                <a:gd name="connsiteY43" fmla="*/ 336989 h 384934"/>
                <a:gd name="connsiteX44" fmla="*/ 151086 w 603828"/>
                <a:gd name="connsiteY44" fmla="*/ 334068 h 384934"/>
                <a:gd name="connsiteX45" fmla="*/ 65390 w 603828"/>
                <a:gd name="connsiteY45" fmla="*/ 382700 h 384934"/>
                <a:gd name="connsiteX46" fmla="*/ 56958 w 603828"/>
                <a:gd name="connsiteY46" fmla="*/ 384934 h 384934"/>
                <a:gd name="connsiteX47" fmla="*/ 46462 w 603828"/>
                <a:gd name="connsiteY47" fmla="*/ 381325 h 384934"/>
                <a:gd name="connsiteX48" fmla="*/ 40267 w 603828"/>
                <a:gd name="connsiteY48" fmla="*/ 363453 h 384934"/>
                <a:gd name="connsiteX49" fmla="*/ 57647 w 603828"/>
                <a:gd name="connsiteY49" fmla="*/ 297121 h 384934"/>
                <a:gd name="connsiteX50" fmla="*/ 0 w 603828"/>
                <a:gd name="connsiteY50" fmla="*/ 195388 h 384934"/>
                <a:gd name="connsiteX51" fmla="*/ 57647 w 603828"/>
                <a:gd name="connsiteY51" fmla="*/ 93312 h 384934"/>
                <a:gd name="connsiteX52" fmla="*/ 189976 w 603828"/>
                <a:gd name="connsiteY52" fmla="*/ 53616 h 384934"/>
                <a:gd name="connsiteX53" fmla="*/ 256055 w 603828"/>
                <a:gd name="connsiteY53" fmla="*/ 62552 h 384934"/>
                <a:gd name="connsiteX54" fmla="*/ 281867 w 603828"/>
                <a:gd name="connsiteY54" fmla="*/ 39696 h 384934"/>
                <a:gd name="connsiteX55" fmla="*/ 414024 w 603828"/>
                <a:gd name="connsiteY55" fmla="*/ 0 h 384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03828" h="384934">
                  <a:moveTo>
                    <a:pt x="498968" y="125959"/>
                  </a:moveTo>
                  <a:cubicBezTo>
                    <a:pt x="510036" y="125959"/>
                    <a:pt x="519009" y="134884"/>
                    <a:pt x="519009" y="145894"/>
                  </a:cubicBezTo>
                  <a:cubicBezTo>
                    <a:pt x="519009" y="156904"/>
                    <a:pt x="510036" y="165829"/>
                    <a:pt x="498968" y="165829"/>
                  </a:cubicBezTo>
                  <a:cubicBezTo>
                    <a:pt x="487900" y="165829"/>
                    <a:pt x="478927" y="156904"/>
                    <a:pt x="478927" y="145894"/>
                  </a:cubicBezTo>
                  <a:cubicBezTo>
                    <a:pt x="478927" y="134884"/>
                    <a:pt x="487900" y="125959"/>
                    <a:pt x="498968" y="125959"/>
                  </a:cubicBezTo>
                  <a:close/>
                  <a:moveTo>
                    <a:pt x="442339" y="125959"/>
                  </a:moveTo>
                  <a:cubicBezTo>
                    <a:pt x="453427" y="125959"/>
                    <a:pt x="462415" y="134884"/>
                    <a:pt x="462415" y="145894"/>
                  </a:cubicBezTo>
                  <a:cubicBezTo>
                    <a:pt x="462415" y="156904"/>
                    <a:pt x="453427" y="165829"/>
                    <a:pt x="442339" y="165829"/>
                  </a:cubicBezTo>
                  <a:cubicBezTo>
                    <a:pt x="431251" y="165829"/>
                    <a:pt x="422263" y="156904"/>
                    <a:pt x="422263" y="145894"/>
                  </a:cubicBezTo>
                  <a:cubicBezTo>
                    <a:pt x="422263" y="134884"/>
                    <a:pt x="431251" y="125959"/>
                    <a:pt x="442339" y="125959"/>
                  </a:cubicBezTo>
                  <a:close/>
                  <a:moveTo>
                    <a:pt x="385711" y="125959"/>
                  </a:moveTo>
                  <a:cubicBezTo>
                    <a:pt x="396779" y="125959"/>
                    <a:pt x="405752" y="134884"/>
                    <a:pt x="405752" y="145894"/>
                  </a:cubicBezTo>
                  <a:cubicBezTo>
                    <a:pt x="405752" y="156904"/>
                    <a:pt x="396779" y="165829"/>
                    <a:pt x="385711" y="165829"/>
                  </a:cubicBezTo>
                  <a:cubicBezTo>
                    <a:pt x="374643" y="165829"/>
                    <a:pt x="365670" y="156904"/>
                    <a:pt x="365670" y="145894"/>
                  </a:cubicBezTo>
                  <a:cubicBezTo>
                    <a:pt x="365670" y="134884"/>
                    <a:pt x="374643" y="125959"/>
                    <a:pt x="385711" y="125959"/>
                  </a:cubicBezTo>
                  <a:close/>
                  <a:moveTo>
                    <a:pt x="329117" y="125959"/>
                  </a:moveTo>
                  <a:cubicBezTo>
                    <a:pt x="340185" y="125959"/>
                    <a:pt x="349158" y="134884"/>
                    <a:pt x="349158" y="145894"/>
                  </a:cubicBezTo>
                  <a:cubicBezTo>
                    <a:pt x="349158" y="156904"/>
                    <a:pt x="340185" y="165829"/>
                    <a:pt x="329117" y="165829"/>
                  </a:cubicBezTo>
                  <a:cubicBezTo>
                    <a:pt x="318049" y="165829"/>
                    <a:pt x="309076" y="156904"/>
                    <a:pt x="309076" y="145894"/>
                  </a:cubicBezTo>
                  <a:cubicBezTo>
                    <a:pt x="309076" y="134884"/>
                    <a:pt x="318049" y="125959"/>
                    <a:pt x="329117" y="125959"/>
                  </a:cubicBezTo>
                  <a:close/>
                  <a:moveTo>
                    <a:pt x="414024" y="34369"/>
                  </a:moveTo>
                  <a:cubicBezTo>
                    <a:pt x="328328" y="34369"/>
                    <a:pt x="258464" y="82486"/>
                    <a:pt x="258464" y="141601"/>
                  </a:cubicBezTo>
                  <a:cubicBezTo>
                    <a:pt x="258464" y="200716"/>
                    <a:pt x="328328" y="248832"/>
                    <a:pt x="414024" y="248832"/>
                  </a:cubicBezTo>
                  <a:cubicBezTo>
                    <a:pt x="427102" y="248832"/>
                    <a:pt x="440180" y="247801"/>
                    <a:pt x="452914" y="245395"/>
                  </a:cubicBezTo>
                  <a:cubicBezTo>
                    <a:pt x="453946" y="245224"/>
                    <a:pt x="454979" y="245224"/>
                    <a:pt x="456011" y="245224"/>
                  </a:cubicBezTo>
                  <a:cubicBezTo>
                    <a:pt x="458937" y="245224"/>
                    <a:pt x="461862" y="245911"/>
                    <a:pt x="464443" y="247458"/>
                  </a:cubicBezTo>
                  <a:lnTo>
                    <a:pt x="520025" y="278905"/>
                  </a:lnTo>
                  <a:lnTo>
                    <a:pt x="509872" y="240240"/>
                  </a:lnTo>
                  <a:cubicBezTo>
                    <a:pt x="507980" y="233023"/>
                    <a:pt x="511077" y="225290"/>
                    <a:pt x="517444" y="221337"/>
                  </a:cubicBezTo>
                  <a:cubicBezTo>
                    <a:pt x="550483" y="200887"/>
                    <a:pt x="569412" y="171846"/>
                    <a:pt x="569412" y="141601"/>
                  </a:cubicBezTo>
                  <a:cubicBezTo>
                    <a:pt x="569412" y="82486"/>
                    <a:pt x="499720" y="34369"/>
                    <a:pt x="414024" y="34369"/>
                  </a:cubicBezTo>
                  <a:close/>
                  <a:moveTo>
                    <a:pt x="414024" y="0"/>
                  </a:moveTo>
                  <a:cubicBezTo>
                    <a:pt x="463755" y="0"/>
                    <a:pt x="510733" y="14091"/>
                    <a:pt x="546181" y="39696"/>
                  </a:cubicBezTo>
                  <a:cubicBezTo>
                    <a:pt x="583350" y="66504"/>
                    <a:pt x="603828" y="102764"/>
                    <a:pt x="603828" y="141601"/>
                  </a:cubicBezTo>
                  <a:cubicBezTo>
                    <a:pt x="603828" y="180266"/>
                    <a:pt x="583006" y="216869"/>
                    <a:pt x="546353" y="243505"/>
                  </a:cubicBezTo>
                  <a:lnTo>
                    <a:pt x="563561" y="309666"/>
                  </a:lnTo>
                  <a:cubicBezTo>
                    <a:pt x="565282" y="316368"/>
                    <a:pt x="562873" y="323413"/>
                    <a:pt x="557366" y="327538"/>
                  </a:cubicBezTo>
                  <a:cubicBezTo>
                    <a:pt x="554269" y="329943"/>
                    <a:pt x="550655" y="331146"/>
                    <a:pt x="546870" y="331146"/>
                  </a:cubicBezTo>
                  <a:cubicBezTo>
                    <a:pt x="543944" y="331146"/>
                    <a:pt x="541019" y="330459"/>
                    <a:pt x="538438" y="328912"/>
                  </a:cubicBezTo>
                  <a:lnTo>
                    <a:pt x="452742" y="280280"/>
                  </a:lnTo>
                  <a:cubicBezTo>
                    <a:pt x="440008" y="282342"/>
                    <a:pt x="427102" y="283201"/>
                    <a:pt x="414024" y="283201"/>
                  </a:cubicBezTo>
                  <a:cubicBezTo>
                    <a:pt x="390965" y="283201"/>
                    <a:pt x="368595" y="280280"/>
                    <a:pt x="347773" y="274437"/>
                  </a:cubicBezTo>
                  <a:cubicBezTo>
                    <a:pt x="340374" y="282686"/>
                    <a:pt x="331770" y="290247"/>
                    <a:pt x="322133" y="297293"/>
                  </a:cubicBezTo>
                  <a:cubicBezTo>
                    <a:pt x="286513" y="322898"/>
                    <a:pt x="239535" y="336989"/>
                    <a:pt x="189976" y="336989"/>
                  </a:cubicBezTo>
                  <a:cubicBezTo>
                    <a:pt x="176898" y="336989"/>
                    <a:pt x="163820" y="335958"/>
                    <a:pt x="151086" y="334068"/>
                  </a:cubicBezTo>
                  <a:lnTo>
                    <a:pt x="65390" y="382700"/>
                  </a:lnTo>
                  <a:cubicBezTo>
                    <a:pt x="62809" y="384075"/>
                    <a:pt x="59884" y="384934"/>
                    <a:pt x="56958" y="384934"/>
                  </a:cubicBezTo>
                  <a:cubicBezTo>
                    <a:pt x="53173" y="384934"/>
                    <a:pt x="49559" y="383731"/>
                    <a:pt x="46462" y="381325"/>
                  </a:cubicBezTo>
                  <a:cubicBezTo>
                    <a:pt x="40955" y="377201"/>
                    <a:pt x="38546" y="369983"/>
                    <a:pt x="40267" y="363453"/>
                  </a:cubicBezTo>
                  <a:lnTo>
                    <a:pt x="57647" y="297121"/>
                  </a:lnTo>
                  <a:cubicBezTo>
                    <a:pt x="20822" y="270657"/>
                    <a:pt x="0" y="234054"/>
                    <a:pt x="0" y="195388"/>
                  </a:cubicBezTo>
                  <a:cubicBezTo>
                    <a:pt x="0" y="156379"/>
                    <a:pt x="20477" y="120292"/>
                    <a:pt x="57647" y="93312"/>
                  </a:cubicBezTo>
                  <a:cubicBezTo>
                    <a:pt x="93267" y="67707"/>
                    <a:pt x="140245" y="53616"/>
                    <a:pt x="189976" y="53616"/>
                  </a:cubicBezTo>
                  <a:cubicBezTo>
                    <a:pt x="212863" y="53616"/>
                    <a:pt x="235233" y="56709"/>
                    <a:pt x="256055" y="62552"/>
                  </a:cubicBezTo>
                  <a:cubicBezTo>
                    <a:pt x="263454" y="54303"/>
                    <a:pt x="272058" y="46742"/>
                    <a:pt x="281867" y="39696"/>
                  </a:cubicBezTo>
                  <a:cubicBezTo>
                    <a:pt x="317315" y="14091"/>
                    <a:pt x="364293" y="0"/>
                    <a:pt x="414024" y="0"/>
                  </a:cubicBezTo>
                  <a:close/>
                </a:path>
              </a:pathLst>
            </a:custGeom>
            <a:solidFill>
              <a:schemeClr val="bg1"/>
            </a:solidFill>
            <a:ln>
              <a:noFill/>
            </a:ln>
          </p:spPr>
          <p:txBody>
            <a:bodyPr/>
            <a:lstStyle/>
            <a:p>
              <a:endParaRPr lang="zh-CN" altLang="en-US">
                <a:cs typeface="+mn-ea"/>
                <a:sym typeface="+mn-lt"/>
              </a:endParaRPr>
            </a:p>
          </p:txBody>
        </p:sp>
        <p:sp>
          <p:nvSpPr>
            <p:cNvPr id="25" name="işlîḓe">
              <a:extLst>
                <a:ext uri="{FF2B5EF4-FFF2-40B4-BE49-F238E27FC236}">
                  <a16:creationId xmlns:a16="http://schemas.microsoft.com/office/drawing/2014/main" id="{2FB5A2A8-0F26-4659-A3E4-D707EEAE0289}"/>
                </a:ext>
              </a:extLst>
            </p:cNvPr>
            <p:cNvSpPr txBox="1"/>
            <p:nvPr/>
          </p:nvSpPr>
          <p:spPr bwMode="auto">
            <a:xfrm>
              <a:off x="660401" y="2993728"/>
              <a:ext cx="2844799" cy="44180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eaLnBrk="1" hangingPunct="1">
                <a:lnSpc>
                  <a:spcPct val="100000"/>
                </a:lnSpc>
                <a:spcBef>
                  <a:spcPct val="0"/>
                </a:spcBef>
              </a:pPr>
              <a:r>
                <a:rPr lang="en-US" altLang="zh-CN" sz="2000" b="1" dirty="0">
                  <a:cs typeface="+mn-ea"/>
                  <a:sym typeface="+mn-lt"/>
                </a:rPr>
                <a:t>Text here</a:t>
              </a:r>
            </a:p>
          </p:txBody>
        </p:sp>
        <p:sp>
          <p:nvSpPr>
            <p:cNvPr id="23" name="îṡļíḍè">
              <a:extLst>
                <a:ext uri="{FF2B5EF4-FFF2-40B4-BE49-F238E27FC236}">
                  <a16:creationId xmlns:a16="http://schemas.microsoft.com/office/drawing/2014/main" id="{EAE48CBB-C8B5-4BBC-95D6-EC398D7AA117}"/>
                </a:ext>
              </a:extLst>
            </p:cNvPr>
            <p:cNvSpPr txBox="1"/>
            <p:nvPr/>
          </p:nvSpPr>
          <p:spPr bwMode="auto">
            <a:xfrm>
              <a:off x="660401" y="4627283"/>
              <a:ext cx="2844799" cy="44180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eaLnBrk="1" hangingPunct="1">
                <a:lnSpc>
                  <a:spcPct val="100000"/>
                </a:lnSpc>
                <a:spcBef>
                  <a:spcPct val="0"/>
                </a:spcBef>
              </a:pPr>
              <a:r>
                <a:rPr lang="en-US" altLang="zh-CN" sz="2000" b="1" dirty="0">
                  <a:cs typeface="+mn-ea"/>
                  <a:sym typeface="+mn-lt"/>
                </a:rPr>
                <a:t>Text here</a:t>
              </a:r>
            </a:p>
          </p:txBody>
        </p:sp>
        <p:sp>
          <p:nvSpPr>
            <p:cNvPr id="21" name="iṡ1iḑè">
              <a:extLst>
                <a:ext uri="{FF2B5EF4-FFF2-40B4-BE49-F238E27FC236}">
                  <a16:creationId xmlns:a16="http://schemas.microsoft.com/office/drawing/2014/main" id="{14087753-5FAE-4016-86E6-3351701AAD42}"/>
                </a:ext>
              </a:extLst>
            </p:cNvPr>
            <p:cNvSpPr txBox="1"/>
            <p:nvPr/>
          </p:nvSpPr>
          <p:spPr bwMode="auto">
            <a:xfrm>
              <a:off x="8666818" y="1360173"/>
              <a:ext cx="2844799" cy="44180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en-US" altLang="zh-CN" sz="2000" b="1" dirty="0">
                  <a:cs typeface="+mn-ea"/>
                  <a:sym typeface="+mn-lt"/>
                </a:rPr>
                <a:t>Text here</a:t>
              </a:r>
            </a:p>
          </p:txBody>
        </p:sp>
        <p:sp>
          <p:nvSpPr>
            <p:cNvPr id="19" name="îṣļídê">
              <a:extLst>
                <a:ext uri="{FF2B5EF4-FFF2-40B4-BE49-F238E27FC236}">
                  <a16:creationId xmlns:a16="http://schemas.microsoft.com/office/drawing/2014/main" id="{EEAFA6BD-8B61-4EDC-868C-753E66E2BC82}"/>
                </a:ext>
              </a:extLst>
            </p:cNvPr>
            <p:cNvSpPr txBox="1"/>
            <p:nvPr/>
          </p:nvSpPr>
          <p:spPr bwMode="auto">
            <a:xfrm>
              <a:off x="8666818" y="2993728"/>
              <a:ext cx="2844799" cy="44180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en-US" altLang="zh-CN" sz="2000" b="1" dirty="0">
                  <a:cs typeface="+mn-ea"/>
                  <a:sym typeface="+mn-lt"/>
                </a:rPr>
                <a:t>Text here</a:t>
              </a:r>
            </a:p>
          </p:txBody>
        </p:sp>
        <p:sp>
          <p:nvSpPr>
            <p:cNvPr id="17" name="îṡļïdè">
              <a:extLst>
                <a:ext uri="{FF2B5EF4-FFF2-40B4-BE49-F238E27FC236}">
                  <a16:creationId xmlns:a16="http://schemas.microsoft.com/office/drawing/2014/main" id="{397FE3BE-3288-4B84-97FD-BA087AB25E4E}"/>
                </a:ext>
              </a:extLst>
            </p:cNvPr>
            <p:cNvSpPr txBox="1"/>
            <p:nvPr/>
          </p:nvSpPr>
          <p:spPr bwMode="auto">
            <a:xfrm>
              <a:off x="8666818" y="4627283"/>
              <a:ext cx="2844799" cy="44180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en-US" altLang="zh-CN" sz="2000" b="1" dirty="0">
                  <a:cs typeface="+mn-ea"/>
                  <a:sym typeface="+mn-lt"/>
                </a:rPr>
                <a:t>Text here</a:t>
              </a:r>
            </a:p>
          </p:txBody>
        </p:sp>
      </p:grpSp>
      <p:sp>
        <p:nvSpPr>
          <p:cNvPr id="32" name="TextBox 13"/>
          <p:cNvSpPr txBox="1"/>
          <p:nvPr/>
        </p:nvSpPr>
        <p:spPr>
          <a:xfrm>
            <a:off x="993648" y="1856169"/>
            <a:ext cx="2487168" cy="103412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r" defTabSz="1216660">
              <a:lnSpc>
                <a:spcPct val="120000"/>
              </a:lnSpc>
              <a:spcBef>
                <a:spcPct val="20000"/>
              </a:spcBef>
              <a:defRPr/>
            </a:pPr>
            <a:r>
              <a:rPr lang="en-US" altLang="zh-CN" sz="1200" dirty="0">
                <a:cs typeface="+mn-ea"/>
                <a:sym typeface="+mn-lt"/>
              </a:rPr>
              <a:t>……</a:t>
            </a:r>
          </a:p>
        </p:txBody>
      </p:sp>
      <p:sp>
        <p:nvSpPr>
          <p:cNvPr id="33" name="TextBox 13"/>
          <p:cNvSpPr txBox="1"/>
          <p:nvPr/>
        </p:nvSpPr>
        <p:spPr>
          <a:xfrm>
            <a:off x="993648" y="3465513"/>
            <a:ext cx="2487168" cy="103412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r" defTabSz="1216660">
              <a:lnSpc>
                <a:spcPct val="120000"/>
              </a:lnSpc>
              <a:spcBef>
                <a:spcPct val="20000"/>
              </a:spcBef>
              <a:defRPr/>
            </a:pPr>
            <a:r>
              <a:rPr lang="en-US" altLang="zh-CN" sz="1200" dirty="0">
                <a:cs typeface="+mn-ea"/>
                <a:sym typeface="+mn-lt"/>
              </a:rPr>
              <a:t>……</a:t>
            </a:r>
          </a:p>
        </p:txBody>
      </p:sp>
      <p:sp>
        <p:nvSpPr>
          <p:cNvPr id="34" name="TextBox 13"/>
          <p:cNvSpPr txBox="1"/>
          <p:nvPr/>
        </p:nvSpPr>
        <p:spPr>
          <a:xfrm>
            <a:off x="993648" y="5062665"/>
            <a:ext cx="2487168" cy="103412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algn="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algn="r" defTabSz="1216660">
              <a:lnSpc>
                <a:spcPct val="120000"/>
              </a:lnSpc>
              <a:spcBef>
                <a:spcPct val="20000"/>
              </a:spcBef>
              <a:defRPr/>
            </a:pPr>
            <a:r>
              <a:rPr lang="en-US" altLang="zh-CN" sz="1200" dirty="0">
                <a:cs typeface="+mn-ea"/>
                <a:sym typeface="+mn-lt"/>
              </a:rPr>
              <a:t>……</a:t>
            </a:r>
          </a:p>
        </p:txBody>
      </p:sp>
      <p:sp>
        <p:nvSpPr>
          <p:cNvPr id="35" name="TextBox 13"/>
          <p:cNvSpPr txBox="1"/>
          <p:nvPr/>
        </p:nvSpPr>
        <p:spPr>
          <a:xfrm>
            <a:off x="8717280" y="1843977"/>
            <a:ext cx="2487168" cy="103412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defTabSz="1216660">
              <a:lnSpc>
                <a:spcPct val="120000"/>
              </a:lnSpc>
              <a:spcBef>
                <a:spcPct val="20000"/>
              </a:spcBef>
              <a:defRPr/>
            </a:pPr>
            <a:r>
              <a:rPr lang="en-US" altLang="zh-CN" sz="1200" dirty="0">
                <a:cs typeface="+mn-ea"/>
                <a:sym typeface="+mn-lt"/>
              </a:rPr>
              <a:t>……</a:t>
            </a:r>
          </a:p>
        </p:txBody>
      </p:sp>
      <p:sp>
        <p:nvSpPr>
          <p:cNvPr id="36" name="TextBox 13"/>
          <p:cNvSpPr txBox="1"/>
          <p:nvPr/>
        </p:nvSpPr>
        <p:spPr>
          <a:xfrm>
            <a:off x="8717280" y="3453321"/>
            <a:ext cx="2487168" cy="103412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defTabSz="1216660">
              <a:lnSpc>
                <a:spcPct val="120000"/>
              </a:lnSpc>
              <a:spcBef>
                <a:spcPct val="20000"/>
              </a:spcBef>
              <a:defRPr/>
            </a:pPr>
            <a:r>
              <a:rPr lang="en-US" altLang="zh-CN" sz="1200" dirty="0">
                <a:cs typeface="+mn-ea"/>
                <a:sym typeface="+mn-lt"/>
              </a:rPr>
              <a:t>……</a:t>
            </a:r>
          </a:p>
        </p:txBody>
      </p:sp>
      <p:sp>
        <p:nvSpPr>
          <p:cNvPr id="37" name="TextBox 13"/>
          <p:cNvSpPr txBox="1"/>
          <p:nvPr/>
        </p:nvSpPr>
        <p:spPr>
          <a:xfrm>
            <a:off x="8717280" y="5050473"/>
            <a:ext cx="2487168" cy="103412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95000"/>
                    <a:lumOff val="5000"/>
                  </a:schemeClr>
                </a:solidFill>
                <a:cs typeface="+mn-ea"/>
                <a:sym typeface="+mn-lt"/>
              </a:rPr>
              <a:t>点击输入标题</a:t>
            </a:r>
            <a:endParaRPr lang="en-US" altLang="zh-CN" sz="1600" b="1" dirty="0">
              <a:solidFill>
                <a:schemeClr val="tx1">
                  <a:lumMod val="95000"/>
                  <a:lumOff val="5000"/>
                </a:schemeClr>
              </a:solidFill>
              <a:cs typeface="+mn-ea"/>
              <a:sym typeface="+mn-lt"/>
            </a:endParaRPr>
          </a:p>
          <a:p>
            <a:pPr defTabSz="1216660">
              <a:lnSpc>
                <a:spcPct val="120000"/>
              </a:lnSpc>
              <a:spcBef>
                <a:spcPct val="20000"/>
              </a:spcBef>
              <a:defRPr/>
            </a:pPr>
            <a:r>
              <a:rPr lang="zh-CN" altLang="en-US" sz="1200" dirty="0">
                <a:solidFill>
                  <a:schemeClr val="tx1">
                    <a:lumMod val="95000"/>
                    <a:lumOff val="5000"/>
                  </a:schemeClr>
                </a:solidFill>
                <a:cs typeface="+mn-ea"/>
                <a:sym typeface="+mn-lt"/>
              </a:rPr>
              <a:t>单击此处可编辑内容，根据您的需要自由拉伸文本框大小</a:t>
            </a:r>
            <a:endParaRPr lang="en-US" altLang="zh-CN" sz="1200" dirty="0">
              <a:solidFill>
                <a:schemeClr val="tx1">
                  <a:lumMod val="95000"/>
                  <a:lumOff val="5000"/>
                </a:schemeClr>
              </a:solidFill>
              <a:cs typeface="+mn-ea"/>
              <a:sym typeface="+mn-lt"/>
            </a:endParaRPr>
          </a:p>
          <a:p>
            <a:pPr defTabSz="1216660">
              <a:lnSpc>
                <a:spcPct val="120000"/>
              </a:lnSpc>
              <a:spcBef>
                <a:spcPct val="20000"/>
              </a:spcBef>
              <a:defRPr/>
            </a:pPr>
            <a:r>
              <a:rPr lang="en-US" altLang="zh-CN" sz="1200" dirty="0">
                <a:cs typeface="+mn-ea"/>
                <a:sym typeface="+mn-lt"/>
              </a:rPr>
              <a:t>……</a:t>
            </a:r>
          </a:p>
        </p:txBody>
      </p:sp>
      <p:grpSp>
        <p:nvGrpSpPr>
          <p:cNvPr id="38" name="组合 37"/>
          <p:cNvGrpSpPr/>
          <p:nvPr/>
        </p:nvGrpSpPr>
        <p:grpSpPr>
          <a:xfrm>
            <a:off x="5551715" y="2921228"/>
            <a:ext cx="1088569" cy="1088569"/>
            <a:chOff x="658984" y="3850009"/>
            <a:chExt cx="333375" cy="333375"/>
          </a:xfrm>
          <a:solidFill>
            <a:schemeClr val="bg1"/>
          </a:solidFill>
        </p:grpSpPr>
        <p:sp>
          <p:nvSpPr>
            <p:cNvPr id="39" name="Freeform 571"/>
            <p:cNvSpPr>
              <a:spLocks/>
            </p:cNvSpPr>
            <p:nvPr/>
          </p:nvSpPr>
          <p:spPr bwMode="auto">
            <a:xfrm>
              <a:off x="805034" y="3850009"/>
              <a:ext cx="41275" cy="104775"/>
            </a:xfrm>
            <a:custGeom>
              <a:avLst/>
              <a:gdLst>
                <a:gd name="T0" fmla="*/ 18 w 36"/>
                <a:gd name="T1" fmla="*/ 0 h 91"/>
                <a:gd name="T2" fmla="*/ 0 w 36"/>
                <a:gd name="T3" fmla="*/ 14 h 91"/>
                <a:gd name="T4" fmla="*/ 0 w 36"/>
                <a:gd name="T5" fmla="*/ 77 h 91"/>
                <a:gd name="T6" fmla="*/ 18 w 36"/>
                <a:gd name="T7" fmla="*/ 91 h 91"/>
                <a:gd name="T8" fmla="*/ 36 w 36"/>
                <a:gd name="T9" fmla="*/ 77 h 91"/>
                <a:gd name="T10" fmla="*/ 36 w 36"/>
                <a:gd name="T11" fmla="*/ 14 h 91"/>
                <a:gd name="T12" fmla="*/ 18 w 36"/>
                <a:gd name="T13" fmla="*/ 0 h 91"/>
              </a:gdLst>
              <a:ahLst/>
              <a:cxnLst>
                <a:cxn ang="0">
                  <a:pos x="T0" y="T1"/>
                </a:cxn>
                <a:cxn ang="0">
                  <a:pos x="T2" y="T3"/>
                </a:cxn>
                <a:cxn ang="0">
                  <a:pos x="T4" y="T5"/>
                </a:cxn>
                <a:cxn ang="0">
                  <a:pos x="T6" y="T7"/>
                </a:cxn>
                <a:cxn ang="0">
                  <a:pos x="T8" y="T9"/>
                </a:cxn>
                <a:cxn ang="0">
                  <a:pos x="T10" y="T11"/>
                </a:cxn>
                <a:cxn ang="0">
                  <a:pos x="T12" y="T13"/>
                </a:cxn>
              </a:cxnLst>
              <a:rect l="0" t="0" r="r" b="b"/>
              <a:pathLst>
                <a:path w="36" h="91">
                  <a:moveTo>
                    <a:pt x="18" y="0"/>
                  </a:moveTo>
                  <a:cubicBezTo>
                    <a:pt x="8" y="0"/>
                    <a:pt x="0" y="6"/>
                    <a:pt x="0" y="14"/>
                  </a:cubicBezTo>
                  <a:cubicBezTo>
                    <a:pt x="0" y="77"/>
                    <a:pt x="0" y="77"/>
                    <a:pt x="0" y="77"/>
                  </a:cubicBezTo>
                  <a:cubicBezTo>
                    <a:pt x="0" y="85"/>
                    <a:pt x="8" y="91"/>
                    <a:pt x="18" y="91"/>
                  </a:cubicBezTo>
                  <a:cubicBezTo>
                    <a:pt x="28" y="91"/>
                    <a:pt x="36" y="85"/>
                    <a:pt x="36" y="77"/>
                  </a:cubicBezTo>
                  <a:cubicBezTo>
                    <a:pt x="36" y="14"/>
                    <a:pt x="36" y="14"/>
                    <a:pt x="36" y="14"/>
                  </a:cubicBezTo>
                  <a:cubicBezTo>
                    <a:pt x="36" y="6"/>
                    <a:pt x="28" y="0"/>
                    <a:pt x="18" y="0"/>
                  </a:cubicBez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srgbClr val="AE3637"/>
                </a:solidFill>
                <a:cs typeface="+mn-ea"/>
                <a:sym typeface="+mn-lt"/>
              </a:endParaRPr>
            </a:p>
          </p:txBody>
        </p:sp>
        <p:sp>
          <p:nvSpPr>
            <p:cNvPr id="40" name="Freeform 572"/>
            <p:cNvSpPr>
              <a:spLocks/>
            </p:cNvSpPr>
            <p:nvPr/>
          </p:nvSpPr>
          <p:spPr bwMode="auto">
            <a:xfrm>
              <a:off x="805034" y="4078609"/>
              <a:ext cx="41275" cy="104775"/>
            </a:xfrm>
            <a:custGeom>
              <a:avLst/>
              <a:gdLst>
                <a:gd name="T0" fmla="*/ 18 w 36"/>
                <a:gd name="T1" fmla="*/ 0 h 91"/>
                <a:gd name="T2" fmla="*/ 0 w 36"/>
                <a:gd name="T3" fmla="*/ 14 h 91"/>
                <a:gd name="T4" fmla="*/ 0 w 36"/>
                <a:gd name="T5" fmla="*/ 77 h 91"/>
                <a:gd name="T6" fmla="*/ 18 w 36"/>
                <a:gd name="T7" fmla="*/ 91 h 91"/>
                <a:gd name="T8" fmla="*/ 36 w 36"/>
                <a:gd name="T9" fmla="*/ 77 h 91"/>
                <a:gd name="T10" fmla="*/ 36 w 36"/>
                <a:gd name="T11" fmla="*/ 14 h 91"/>
                <a:gd name="T12" fmla="*/ 18 w 36"/>
                <a:gd name="T13" fmla="*/ 0 h 91"/>
              </a:gdLst>
              <a:ahLst/>
              <a:cxnLst>
                <a:cxn ang="0">
                  <a:pos x="T0" y="T1"/>
                </a:cxn>
                <a:cxn ang="0">
                  <a:pos x="T2" y="T3"/>
                </a:cxn>
                <a:cxn ang="0">
                  <a:pos x="T4" y="T5"/>
                </a:cxn>
                <a:cxn ang="0">
                  <a:pos x="T6" y="T7"/>
                </a:cxn>
                <a:cxn ang="0">
                  <a:pos x="T8" y="T9"/>
                </a:cxn>
                <a:cxn ang="0">
                  <a:pos x="T10" y="T11"/>
                </a:cxn>
                <a:cxn ang="0">
                  <a:pos x="T12" y="T13"/>
                </a:cxn>
              </a:cxnLst>
              <a:rect l="0" t="0" r="r" b="b"/>
              <a:pathLst>
                <a:path w="36" h="91">
                  <a:moveTo>
                    <a:pt x="18" y="0"/>
                  </a:moveTo>
                  <a:cubicBezTo>
                    <a:pt x="8" y="0"/>
                    <a:pt x="0" y="7"/>
                    <a:pt x="0" y="14"/>
                  </a:cubicBezTo>
                  <a:cubicBezTo>
                    <a:pt x="0" y="77"/>
                    <a:pt x="0" y="77"/>
                    <a:pt x="0" y="77"/>
                  </a:cubicBezTo>
                  <a:cubicBezTo>
                    <a:pt x="0" y="85"/>
                    <a:pt x="8" y="91"/>
                    <a:pt x="18" y="91"/>
                  </a:cubicBezTo>
                  <a:cubicBezTo>
                    <a:pt x="28" y="91"/>
                    <a:pt x="36" y="85"/>
                    <a:pt x="36" y="77"/>
                  </a:cubicBezTo>
                  <a:cubicBezTo>
                    <a:pt x="36" y="14"/>
                    <a:pt x="36" y="14"/>
                    <a:pt x="36" y="14"/>
                  </a:cubicBezTo>
                  <a:cubicBezTo>
                    <a:pt x="36" y="7"/>
                    <a:pt x="28" y="0"/>
                    <a:pt x="18" y="0"/>
                  </a:cubicBez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srgbClr val="AE3637"/>
                </a:solidFill>
                <a:cs typeface="+mn-ea"/>
                <a:sym typeface="+mn-lt"/>
              </a:endParaRPr>
            </a:p>
          </p:txBody>
        </p:sp>
        <p:sp>
          <p:nvSpPr>
            <p:cNvPr id="41" name="Freeform 573"/>
            <p:cNvSpPr>
              <a:spLocks/>
            </p:cNvSpPr>
            <p:nvPr/>
          </p:nvSpPr>
          <p:spPr bwMode="auto">
            <a:xfrm>
              <a:off x="887584" y="3996059"/>
              <a:ext cx="104775" cy="41275"/>
            </a:xfrm>
            <a:custGeom>
              <a:avLst/>
              <a:gdLst>
                <a:gd name="T0" fmla="*/ 77 w 91"/>
                <a:gd name="T1" fmla="*/ 0 h 36"/>
                <a:gd name="T2" fmla="*/ 14 w 91"/>
                <a:gd name="T3" fmla="*/ 0 h 36"/>
                <a:gd name="T4" fmla="*/ 0 w 91"/>
                <a:gd name="T5" fmla="*/ 18 h 36"/>
                <a:gd name="T6" fmla="*/ 14 w 91"/>
                <a:gd name="T7" fmla="*/ 36 h 36"/>
                <a:gd name="T8" fmla="*/ 77 w 91"/>
                <a:gd name="T9" fmla="*/ 36 h 36"/>
                <a:gd name="T10" fmla="*/ 91 w 91"/>
                <a:gd name="T11" fmla="*/ 18 h 36"/>
                <a:gd name="T12" fmla="*/ 77 w 91"/>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91" h="36">
                  <a:moveTo>
                    <a:pt x="77" y="0"/>
                  </a:moveTo>
                  <a:cubicBezTo>
                    <a:pt x="14" y="0"/>
                    <a:pt x="14" y="0"/>
                    <a:pt x="14" y="0"/>
                  </a:cubicBezTo>
                  <a:cubicBezTo>
                    <a:pt x="7" y="0"/>
                    <a:pt x="0" y="9"/>
                    <a:pt x="0" y="18"/>
                  </a:cubicBezTo>
                  <a:cubicBezTo>
                    <a:pt x="0" y="28"/>
                    <a:pt x="7" y="36"/>
                    <a:pt x="14" y="36"/>
                  </a:cubicBezTo>
                  <a:cubicBezTo>
                    <a:pt x="77" y="36"/>
                    <a:pt x="77" y="36"/>
                    <a:pt x="77" y="36"/>
                  </a:cubicBezTo>
                  <a:cubicBezTo>
                    <a:pt x="85" y="36"/>
                    <a:pt x="91" y="28"/>
                    <a:pt x="91" y="18"/>
                  </a:cubicBezTo>
                  <a:cubicBezTo>
                    <a:pt x="91" y="9"/>
                    <a:pt x="85" y="0"/>
                    <a:pt x="77" y="0"/>
                  </a:cubicBez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srgbClr val="AE3637"/>
                </a:solidFill>
                <a:cs typeface="+mn-ea"/>
                <a:sym typeface="+mn-lt"/>
              </a:endParaRPr>
            </a:p>
          </p:txBody>
        </p:sp>
        <p:sp>
          <p:nvSpPr>
            <p:cNvPr id="42" name="Freeform 574"/>
            <p:cNvSpPr>
              <a:spLocks/>
            </p:cNvSpPr>
            <p:nvPr/>
          </p:nvSpPr>
          <p:spPr bwMode="auto">
            <a:xfrm>
              <a:off x="658984" y="3996059"/>
              <a:ext cx="104775" cy="41275"/>
            </a:xfrm>
            <a:custGeom>
              <a:avLst/>
              <a:gdLst>
                <a:gd name="T0" fmla="*/ 91 w 91"/>
                <a:gd name="T1" fmla="*/ 18 h 36"/>
                <a:gd name="T2" fmla="*/ 77 w 91"/>
                <a:gd name="T3" fmla="*/ 0 h 36"/>
                <a:gd name="T4" fmla="*/ 14 w 91"/>
                <a:gd name="T5" fmla="*/ 0 h 36"/>
                <a:gd name="T6" fmla="*/ 0 w 91"/>
                <a:gd name="T7" fmla="*/ 18 h 36"/>
                <a:gd name="T8" fmla="*/ 14 w 91"/>
                <a:gd name="T9" fmla="*/ 36 h 36"/>
                <a:gd name="T10" fmla="*/ 77 w 91"/>
                <a:gd name="T11" fmla="*/ 36 h 36"/>
                <a:gd name="T12" fmla="*/ 91 w 91"/>
                <a:gd name="T13" fmla="*/ 18 h 36"/>
              </a:gdLst>
              <a:ahLst/>
              <a:cxnLst>
                <a:cxn ang="0">
                  <a:pos x="T0" y="T1"/>
                </a:cxn>
                <a:cxn ang="0">
                  <a:pos x="T2" y="T3"/>
                </a:cxn>
                <a:cxn ang="0">
                  <a:pos x="T4" y="T5"/>
                </a:cxn>
                <a:cxn ang="0">
                  <a:pos x="T6" y="T7"/>
                </a:cxn>
                <a:cxn ang="0">
                  <a:pos x="T8" y="T9"/>
                </a:cxn>
                <a:cxn ang="0">
                  <a:pos x="T10" y="T11"/>
                </a:cxn>
                <a:cxn ang="0">
                  <a:pos x="T12" y="T13"/>
                </a:cxn>
              </a:cxnLst>
              <a:rect l="0" t="0" r="r" b="b"/>
              <a:pathLst>
                <a:path w="91" h="36">
                  <a:moveTo>
                    <a:pt x="91" y="18"/>
                  </a:moveTo>
                  <a:cubicBezTo>
                    <a:pt x="91" y="9"/>
                    <a:pt x="84" y="0"/>
                    <a:pt x="77" y="0"/>
                  </a:cubicBezTo>
                  <a:cubicBezTo>
                    <a:pt x="14" y="0"/>
                    <a:pt x="14" y="0"/>
                    <a:pt x="14" y="0"/>
                  </a:cubicBezTo>
                  <a:cubicBezTo>
                    <a:pt x="6" y="0"/>
                    <a:pt x="0" y="9"/>
                    <a:pt x="0" y="18"/>
                  </a:cubicBezTo>
                  <a:cubicBezTo>
                    <a:pt x="0" y="28"/>
                    <a:pt x="6" y="36"/>
                    <a:pt x="14" y="36"/>
                  </a:cubicBezTo>
                  <a:cubicBezTo>
                    <a:pt x="77" y="36"/>
                    <a:pt x="77" y="36"/>
                    <a:pt x="77" y="36"/>
                  </a:cubicBezTo>
                  <a:cubicBezTo>
                    <a:pt x="84" y="36"/>
                    <a:pt x="91" y="28"/>
                    <a:pt x="91" y="18"/>
                  </a:cubicBez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srgbClr val="AE3637"/>
                </a:solidFill>
                <a:cs typeface="+mn-ea"/>
                <a:sym typeface="+mn-lt"/>
              </a:endParaRPr>
            </a:p>
          </p:txBody>
        </p:sp>
        <p:sp>
          <p:nvSpPr>
            <p:cNvPr id="43" name="Freeform 575"/>
            <p:cNvSpPr>
              <a:spLocks/>
            </p:cNvSpPr>
            <p:nvPr/>
          </p:nvSpPr>
          <p:spPr bwMode="auto">
            <a:xfrm>
              <a:off x="859009" y="3889697"/>
              <a:ext cx="95250" cy="93663"/>
            </a:xfrm>
            <a:custGeom>
              <a:avLst/>
              <a:gdLst>
                <a:gd name="T0" fmla="*/ 31 w 81"/>
                <a:gd name="T1" fmla="*/ 75 h 81"/>
                <a:gd name="T2" fmla="*/ 76 w 81"/>
                <a:gd name="T3" fmla="*/ 31 h 81"/>
                <a:gd name="T4" fmla="*/ 73 w 81"/>
                <a:gd name="T5" fmla="*/ 8 h 81"/>
                <a:gd name="T6" fmla="*/ 50 w 81"/>
                <a:gd name="T7" fmla="*/ 5 h 81"/>
                <a:gd name="T8" fmla="*/ 6 w 81"/>
                <a:gd name="T9" fmla="*/ 50 h 81"/>
                <a:gd name="T10" fmla="*/ 9 w 81"/>
                <a:gd name="T11" fmla="*/ 72 h 81"/>
                <a:gd name="T12" fmla="*/ 31 w 81"/>
                <a:gd name="T13" fmla="*/ 75 h 81"/>
              </a:gdLst>
              <a:ahLst/>
              <a:cxnLst>
                <a:cxn ang="0">
                  <a:pos x="T0" y="T1"/>
                </a:cxn>
                <a:cxn ang="0">
                  <a:pos x="T2" y="T3"/>
                </a:cxn>
                <a:cxn ang="0">
                  <a:pos x="T4" y="T5"/>
                </a:cxn>
                <a:cxn ang="0">
                  <a:pos x="T6" y="T7"/>
                </a:cxn>
                <a:cxn ang="0">
                  <a:pos x="T8" y="T9"/>
                </a:cxn>
                <a:cxn ang="0">
                  <a:pos x="T10" y="T11"/>
                </a:cxn>
                <a:cxn ang="0">
                  <a:pos x="T12" y="T13"/>
                </a:cxn>
              </a:cxnLst>
              <a:rect l="0" t="0" r="r" b="b"/>
              <a:pathLst>
                <a:path w="81" h="81">
                  <a:moveTo>
                    <a:pt x="31" y="75"/>
                  </a:moveTo>
                  <a:cubicBezTo>
                    <a:pt x="76" y="31"/>
                    <a:pt x="76" y="31"/>
                    <a:pt x="76" y="31"/>
                  </a:cubicBezTo>
                  <a:cubicBezTo>
                    <a:pt x="81" y="25"/>
                    <a:pt x="80" y="15"/>
                    <a:pt x="73" y="8"/>
                  </a:cubicBezTo>
                  <a:cubicBezTo>
                    <a:pt x="66" y="1"/>
                    <a:pt x="56" y="0"/>
                    <a:pt x="50" y="5"/>
                  </a:cubicBezTo>
                  <a:cubicBezTo>
                    <a:pt x="6" y="50"/>
                    <a:pt x="6" y="50"/>
                    <a:pt x="6" y="50"/>
                  </a:cubicBezTo>
                  <a:cubicBezTo>
                    <a:pt x="0" y="55"/>
                    <a:pt x="2" y="65"/>
                    <a:pt x="9" y="72"/>
                  </a:cubicBezTo>
                  <a:cubicBezTo>
                    <a:pt x="16" y="79"/>
                    <a:pt x="26" y="81"/>
                    <a:pt x="31" y="75"/>
                  </a:cubicBez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srgbClr val="AE3637"/>
                </a:solidFill>
                <a:cs typeface="+mn-ea"/>
                <a:sym typeface="+mn-lt"/>
              </a:endParaRPr>
            </a:p>
          </p:txBody>
        </p:sp>
        <p:sp>
          <p:nvSpPr>
            <p:cNvPr id="44" name="Freeform 576"/>
            <p:cNvSpPr>
              <a:spLocks/>
            </p:cNvSpPr>
            <p:nvPr/>
          </p:nvSpPr>
          <p:spPr bwMode="auto">
            <a:xfrm>
              <a:off x="698672" y="4051622"/>
              <a:ext cx="93663" cy="92075"/>
            </a:xfrm>
            <a:custGeom>
              <a:avLst/>
              <a:gdLst>
                <a:gd name="T0" fmla="*/ 50 w 81"/>
                <a:gd name="T1" fmla="*/ 5 h 80"/>
                <a:gd name="T2" fmla="*/ 5 w 81"/>
                <a:gd name="T3" fmla="*/ 49 h 80"/>
                <a:gd name="T4" fmla="*/ 8 w 81"/>
                <a:gd name="T5" fmla="*/ 72 h 80"/>
                <a:gd name="T6" fmla="*/ 31 w 81"/>
                <a:gd name="T7" fmla="*/ 75 h 80"/>
                <a:gd name="T8" fmla="*/ 75 w 81"/>
                <a:gd name="T9" fmla="*/ 30 h 80"/>
                <a:gd name="T10" fmla="*/ 72 w 81"/>
                <a:gd name="T11" fmla="*/ 8 h 80"/>
                <a:gd name="T12" fmla="*/ 50 w 81"/>
                <a:gd name="T13" fmla="*/ 5 h 80"/>
              </a:gdLst>
              <a:ahLst/>
              <a:cxnLst>
                <a:cxn ang="0">
                  <a:pos x="T0" y="T1"/>
                </a:cxn>
                <a:cxn ang="0">
                  <a:pos x="T2" y="T3"/>
                </a:cxn>
                <a:cxn ang="0">
                  <a:pos x="T4" y="T5"/>
                </a:cxn>
                <a:cxn ang="0">
                  <a:pos x="T6" y="T7"/>
                </a:cxn>
                <a:cxn ang="0">
                  <a:pos x="T8" y="T9"/>
                </a:cxn>
                <a:cxn ang="0">
                  <a:pos x="T10" y="T11"/>
                </a:cxn>
                <a:cxn ang="0">
                  <a:pos x="T12" y="T13"/>
                </a:cxn>
              </a:cxnLst>
              <a:rect l="0" t="0" r="r" b="b"/>
              <a:pathLst>
                <a:path w="81" h="80">
                  <a:moveTo>
                    <a:pt x="50" y="5"/>
                  </a:moveTo>
                  <a:cubicBezTo>
                    <a:pt x="5" y="49"/>
                    <a:pt x="5" y="49"/>
                    <a:pt x="5" y="49"/>
                  </a:cubicBezTo>
                  <a:cubicBezTo>
                    <a:pt x="0" y="55"/>
                    <a:pt x="1" y="65"/>
                    <a:pt x="8" y="72"/>
                  </a:cubicBezTo>
                  <a:cubicBezTo>
                    <a:pt x="15" y="79"/>
                    <a:pt x="25" y="80"/>
                    <a:pt x="31" y="75"/>
                  </a:cubicBezTo>
                  <a:cubicBezTo>
                    <a:pt x="75" y="30"/>
                    <a:pt x="75" y="30"/>
                    <a:pt x="75" y="30"/>
                  </a:cubicBezTo>
                  <a:cubicBezTo>
                    <a:pt x="81" y="25"/>
                    <a:pt x="79" y="15"/>
                    <a:pt x="72" y="8"/>
                  </a:cubicBezTo>
                  <a:cubicBezTo>
                    <a:pt x="65" y="1"/>
                    <a:pt x="55" y="0"/>
                    <a:pt x="50" y="5"/>
                  </a:cubicBez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srgbClr val="AE3637"/>
                </a:solidFill>
                <a:cs typeface="+mn-ea"/>
                <a:sym typeface="+mn-lt"/>
              </a:endParaRPr>
            </a:p>
          </p:txBody>
        </p:sp>
        <p:sp>
          <p:nvSpPr>
            <p:cNvPr id="45" name="Freeform 577"/>
            <p:cNvSpPr>
              <a:spLocks/>
            </p:cNvSpPr>
            <p:nvPr/>
          </p:nvSpPr>
          <p:spPr bwMode="auto">
            <a:xfrm>
              <a:off x="859009" y="4051622"/>
              <a:ext cx="95250" cy="93663"/>
            </a:xfrm>
            <a:custGeom>
              <a:avLst/>
              <a:gdLst>
                <a:gd name="T0" fmla="*/ 31 w 81"/>
                <a:gd name="T1" fmla="*/ 5 h 81"/>
                <a:gd name="T2" fmla="*/ 9 w 81"/>
                <a:gd name="T3" fmla="*/ 8 h 81"/>
                <a:gd name="T4" fmla="*/ 6 w 81"/>
                <a:gd name="T5" fmla="*/ 31 h 81"/>
                <a:gd name="T6" fmla="*/ 50 w 81"/>
                <a:gd name="T7" fmla="*/ 75 h 81"/>
                <a:gd name="T8" fmla="*/ 73 w 81"/>
                <a:gd name="T9" fmla="*/ 72 h 81"/>
                <a:gd name="T10" fmla="*/ 76 w 81"/>
                <a:gd name="T11" fmla="*/ 50 h 81"/>
                <a:gd name="T12" fmla="*/ 31 w 81"/>
                <a:gd name="T13" fmla="*/ 5 h 81"/>
              </a:gdLst>
              <a:ahLst/>
              <a:cxnLst>
                <a:cxn ang="0">
                  <a:pos x="T0" y="T1"/>
                </a:cxn>
                <a:cxn ang="0">
                  <a:pos x="T2" y="T3"/>
                </a:cxn>
                <a:cxn ang="0">
                  <a:pos x="T4" y="T5"/>
                </a:cxn>
                <a:cxn ang="0">
                  <a:pos x="T6" y="T7"/>
                </a:cxn>
                <a:cxn ang="0">
                  <a:pos x="T8" y="T9"/>
                </a:cxn>
                <a:cxn ang="0">
                  <a:pos x="T10" y="T11"/>
                </a:cxn>
                <a:cxn ang="0">
                  <a:pos x="T12" y="T13"/>
                </a:cxn>
              </a:cxnLst>
              <a:rect l="0" t="0" r="r" b="b"/>
              <a:pathLst>
                <a:path w="81" h="81">
                  <a:moveTo>
                    <a:pt x="31" y="5"/>
                  </a:moveTo>
                  <a:cubicBezTo>
                    <a:pt x="26" y="0"/>
                    <a:pt x="16" y="1"/>
                    <a:pt x="9" y="8"/>
                  </a:cubicBezTo>
                  <a:cubicBezTo>
                    <a:pt x="1" y="15"/>
                    <a:pt x="0" y="25"/>
                    <a:pt x="6" y="31"/>
                  </a:cubicBezTo>
                  <a:cubicBezTo>
                    <a:pt x="50" y="75"/>
                    <a:pt x="50" y="75"/>
                    <a:pt x="50" y="75"/>
                  </a:cubicBezTo>
                  <a:cubicBezTo>
                    <a:pt x="55" y="81"/>
                    <a:pt x="66" y="79"/>
                    <a:pt x="73" y="72"/>
                  </a:cubicBezTo>
                  <a:cubicBezTo>
                    <a:pt x="80" y="65"/>
                    <a:pt x="81" y="55"/>
                    <a:pt x="76" y="50"/>
                  </a:cubicBezTo>
                  <a:lnTo>
                    <a:pt x="31" y="5"/>
                  </a:ln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srgbClr val="AE3637"/>
                </a:solidFill>
                <a:cs typeface="+mn-ea"/>
                <a:sym typeface="+mn-lt"/>
              </a:endParaRPr>
            </a:p>
          </p:txBody>
        </p:sp>
        <p:sp>
          <p:nvSpPr>
            <p:cNvPr id="46" name="Freeform 578"/>
            <p:cNvSpPr>
              <a:spLocks/>
            </p:cNvSpPr>
            <p:nvPr/>
          </p:nvSpPr>
          <p:spPr bwMode="auto">
            <a:xfrm>
              <a:off x="698672" y="3889697"/>
              <a:ext cx="92075" cy="93663"/>
            </a:xfrm>
            <a:custGeom>
              <a:avLst/>
              <a:gdLst>
                <a:gd name="T0" fmla="*/ 50 w 80"/>
                <a:gd name="T1" fmla="*/ 76 h 81"/>
                <a:gd name="T2" fmla="*/ 72 w 80"/>
                <a:gd name="T3" fmla="*/ 73 h 81"/>
                <a:gd name="T4" fmla="*/ 75 w 80"/>
                <a:gd name="T5" fmla="*/ 50 h 81"/>
                <a:gd name="T6" fmla="*/ 30 w 80"/>
                <a:gd name="T7" fmla="*/ 6 h 81"/>
                <a:gd name="T8" fmla="*/ 8 w 80"/>
                <a:gd name="T9" fmla="*/ 9 h 81"/>
                <a:gd name="T10" fmla="*/ 5 w 80"/>
                <a:gd name="T11" fmla="*/ 31 h 81"/>
                <a:gd name="T12" fmla="*/ 50 w 80"/>
                <a:gd name="T13" fmla="*/ 76 h 81"/>
              </a:gdLst>
              <a:ahLst/>
              <a:cxnLst>
                <a:cxn ang="0">
                  <a:pos x="T0" y="T1"/>
                </a:cxn>
                <a:cxn ang="0">
                  <a:pos x="T2" y="T3"/>
                </a:cxn>
                <a:cxn ang="0">
                  <a:pos x="T4" y="T5"/>
                </a:cxn>
                <a:cxn ang="0">
                  <a:pos x="T6" y="T7"/>
                </a:cxn>
                <a:cxn ang="0">
                  <a:pos x="T8" y="T9"/>
                </a:cxn>
                <a:cxn ang="0">
                  <a:pos x="T10" y="T11"/>
                </a:cxn>
                <a:cxn ang="0">
                  <a:pos x="T12" y="T13"/>
                </a:cxn>
              </a:cxnLst>
              <a:rect l="0" t="0" r="r" b="b"/>
              <a:pathLst>
                <a:path w="80" h="81">
                  <a:moveTo>
                    <a:pt x="50" y="76"/>
                  </a:moveTo>
                  <a:cubicBezTo>
                    <a:pt x="55" y="81"/>
                    <a:pt x="65" y="80"/>
                    <a:pt x="72" y="73"/>
                  </a:cubicBezTo>
                  <a:cubicBezTo>
                    <a:pt x="79" y="66"/>
                    <a:pt x="80" y="56"/>
                    <a:pt x="75" y="50"/>
                  </a:cubicBezTo>
                  <a:cubicBezTo>
                    <a:pt x="30" y="6"/>
                    <a:pt x="30" y="6"/>
                    <a:pt x="30" y="6"/>
                  </a:cubicBezTo>
                  <a:cubicBezTo>
                    <a:pt x="25" y="0"/>
                    <a:pt x="15" y="2"/>
                    <a:pt x="8" y="9"/>
                  </a:cubicBezTo>
                  <a:cubicBezTo>
                    <a:pt x="1" y="16"/>
                    <a:pt x="0" y="26"/>
                    <a:pt x="5" y="31"/>
                  </a:cubicBezTo>
                  <a:lnTo>
                    <a:pt x="50" y="76"/>
                  </a:lnTo>
                  <a:close/>
                </a:path>
              </a:pathLst>
            </a:custGeom>
            <a:grpFill/>
            <a:ln>
              <a:noFill/>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a:solidFill>
                  <a:srgbClr val="AE3637"/>
                </a:solidFill>
                <a:cs typeface="+mn-ea"/>
                <a:sym typeface="+mn-lt"/>
              </a:endParaRPr>
            </a:p>
          </p:txBody>
        </p:sp>
      </p:grpSp>
    </p:spTree>
    <p:extLst>
      <p:ext uri="{BB962C8B-B14F-4D97-AF65-F5344CB8AC3E}">
        <p14:creationId xmlns:p14="http://schemas.microsoft.com/office/powerpoint/2010/main" val="44778725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500" fill="hold"/>
                                        <p:tgtEl>
                                          <p:spTgt spid="32"/>
                                        </p:tgtEl>
                                        <p:attrNameLst>
                                          <p:attrName>ppt_w</p:attrName>
                                        </p:attrNameLst>
                                      </p:cBhvr>
                                      <p:tavLst>
                                        <p:tav tm="0">
                                          <p:val>
                                            <p:fltVal val="0"/>
                                          </p:val>
                                        </p:tav>
                                        <p:tav tm="100000">
                                          <p:val>
                                            <p:strVal val="#ppt_w"/>
                                          </p:val>
                                        </p:tav>
                                      </p:tavLst>
                                    </p:anim>
                                    <p:anim calcmode="lin" valueType="num">
                                      <p:cBhvr>
                                        <p:cTn id="13" dur="500" fill="hold"/>
                                        <p:tgtEl>
                                          <p:spTgt spid="32"/>
                                        </p:tgtEl>
                                        <p:attrNameLst>
                                          <p:attrName>ppt_h</p:attrName>
                                        </p:attrNameLst>
                                      </p:cBhvr>
                                      <p:tavLst>
                                        <p:tav tm="0">
                                          <p:val>
                                            <p:fltVal val="0"/>
                                          </p:val>
                                        </p:tav>
                                        <p:tav tm="100000">
                                          <p:val>
                                            <p:strVal val="#ppt_h"/>
                                          </p:val>
                                        </p:tav>
                                      </p:tavLst>
                                    </p:anim>
                                    <p:animEffect transition="in" filter="fade">
                                      <p:cBhvr>
                                        <p:cTn id="14" dur="500"/>
                                        <p:tgtEl>
                                          <p:spTgt spid="3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 calcmode="lin" valueType="num">
                                      <p:cBhvr>
                                        <p:cTn id="22" dur="500" fill="hold"/>
                                        <p:tgtEl>
                                          <p:spTgt spid="34"/>
                                        </p:tgtEl>
                                        <p:attrNameLst>
                                          <p:attrName>ppt_w</p:attrName>
                                        </p:attrNameLst>
                                      </p:cBhvr>
                                      <p:tavLst>
                                        <p:tav tm="0">
                                          <p:val>
                                            <p:fltVal val="0"/>
                                          </p:val>
                                        </p:tav>
                                        <p:tav tm="100000">
                                          <p:val>
                                            <p:strVal val="#ppt_w"/>
                                          </p:val>
                                        </p:tav>
                                      </p:tavLst>
                                    </p:anim>
                                    <p:anim calcmode="lin" valueType="num">
                                      <p:cBhvr>
                                        <p:cTn id="23" dur="500" fill="hold"/>
                                        <p:tgtEl>
                                          <p:spTgt spid="34"/>
                                        </p:tgtEl>
                                        <p:attrNameLst>
                                          <p:attrName>ppt_h</p:attrName>
                                        </p:attrNameLst>
                                      </p:cBhvr>
                                      <p:tavLst>
                                        <p:tav tm="0">
                                          <p:val>
                                            <p:fltVal val="0"/>
                                          </p:val>
                                        </p:tav>
                                        <p:tav tm="100000">
                                          <p:val>
                                            <p:strVal val="#ppt_h"/>
                                          </p:val>
                                        </p:tav>
                                      </p:tavLst>
                                    </p:anim>
                                    <p:animEffect transition="in" filter="fade">
                                      <p:cBhvr>
                                        <p:cTn id="24" dur="500"/>
                                        <p:tgtEl>
                                          <p:spTgt spid="3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p:cTn id="27" dur="500" fill="hold"/>
                                        <p:tgtEl>
                                          <p:spTgt spid="35"/>
                                        </p:tgtEl>
                                        <p:attrNameLst>
                                          <p:attrName>ppt_w</p:attrName>
                                        </p:attrNameLst>
                                      </p:cBhvr>
                                      <p:tavLst>
                                        <p:tav tm="0">
                                          <p:val>
                                            <p:fltVal val="0"/>
                                          </p:val>
                                        </p:tav>
                                        <p:tav tm="100000">
                                          <p:val>
                                            <p:strVal val="#ppt_w"/>
                                          </p:val>
                                        </p:tav>
                                      </p:tavLst>
                                    </p:anim>
                                    <p:anim calcmode="lin" valueType="num">
                                      <p:cBhvr>
                                        <p:cTn id="28" dur="500" fill="hold"/>
                                        <p:tgtEl>
                                          <p:spTgt spid="35"/>
                                        </p:tgtEl>
                                        <p:attrNameLst>
                                          <p:attrName>ppt_h</p:attrName>
                                        </p:attrNameLst>
                                      </p:cBhvr>
                                      <p:tavLst>
                                        <p:tav tm="0">
                                          <p:val>
                                            <p:fltVal val="0"/>
                                          </p:val>
                                        </p:tav>
                                        <p:tav tm="100000">
                                          <p:val>
                                            <p:strVal val="#ppt_h"/>
                                          </p:val>
                                        </p:tav>
                                      </p:tavLst>
                                    </p:anim>
                                    <p:animEffect transition="in" filter="fade">
                                      <p:cBhvr>
                                        <p:cTn id="29" dur="500"/>
                                        <p:tgtEl>
                                          <p:spTgt spid="3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p:cTn id="32" dur="500" fill="hold"/>
                                        <p:tgtEl>
                                          <p:spTgt spid="36"/>
                                        </p:tgtEl>
                                        <p:attrNameLst>
                                          <p:attrName>ppt_w</p:attrName>
                                        </p:attrNameLst>
                                      </p:cBhvr>
                                      <p:tavLst>
                                        <p:tav tm="0">
                                          <p:val>
                                            <p:fltVal val="0"/>
                                          </p:val>
                                        </p:tav>
                                        <p:tav tm="100000">
                                          <p:val>
                                            <p:strVal val="#ppt_w"/>
                                          </p:val>
                                        </p:tav>
                                      </p:tavLst>
                                    </p:anim>
                                    <p:anim calcmode="lin" valueType="num">
                                      <p:cBhvr>
                                        <p:cTn id="33" dur="500" fill="hold"/>
                                        <p:tgtEl>
                                          <p:spTgt spid="36"/>
                                        </p:tgtEl>
                                        <p:attrNameLst>
                                          <p:attrName>ppt_h</p:attrName>
                                        </p:attrNameLst>
                                      </p:cBhvr>
                                      <p:tavLst>
                                        <p:tav tm="0">
                                          <p:val>
                                            <p:fltVal val="0"/>
                                          </p:val>
                                        </p:tav>
                                        <p:tav tm="100000">
                                          <p:val>
                                            <p:strVal val="#ppt_h"/>
                                          </p:val>
                                        </p:tav>
                                      </p:tavLst>
                                    </p:anim>
                                    <p:animEffect transition="in" filter="fade">
                                      <p:cBhvr>
                                        <p:cTn id="34" dur="500"/>
                                        <p:tgtEl>
                                          <p:spTgt spid="3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p:cTn id="37" dur="500" fill="hold"/>
                                        <p:tgtEl>
                                          <p:spTgt spid="37"/>
                                        </p:tgtEl>
                                        <p:attrNameLst>
                                          <p:attrName>ppt_w</p:attrName>
                                        </p:attrNameLst>
                                      </p:cBhvr>
                                      <p:tavLst>
                                        <p:tav tm="0">
                                          <p:val>
                                            <p:fltVal val="0"/>
                                          </p:val>
                                        </p:tav>
                                        <p:tav tm="100000">
                                          <p:val>
                                            <p:strVal val="#ppt_w"/>
                                          </p:val>
                                        </p:tav>
                                      </p:tavLst>
                                    </p:anim>
                                    <p:anim calcmode="lin" valueType="num">
                                      <p:cBhvr>
                                        <p:cTn id="38" dur="500" fill="hold"/>
                                        <p:tgtEl>
                                          <p:spTgt spid="37"/>
                                        </p:tgtEl>
                                        <p:attrNameLst>
                                          <p:attrName>ppt_h</p:attrName>
                                        </p:attrNameLst>
                                      </p:cBhvr>
                                      <p:tavLst>
                                        <p:tav tm="0">
                                          <p:val>
                                            <p:fltVal val="0"/>
                                          </p:val>
                                        </p:tav>
                                        <p:tav tm="100000">
                                          <p:val>
                                            <p:strVal val="#ppt_h"/>
                                          </p:val>
                                        </p:tav>
                                      </p:tavLst>
                                    </p:anim>
                                    <p:animEffect transition="in" filter="fade">
                                      <p:cBhvr>
                                        <p:cTn id="39" dur="500"/>
                                        <p:tgtEl>
                                          <p:spTgt spid="37"/>
                                        </p:tgtEl>
                                      </p:cBhvr>
                                    </p:animEffect>
                                  </p:childTnLst>
                                </p:cTn>
                              </p:par>
                              <p:par>
                                <p:cTn id="40" presetID="53" presetClass="entr" presetSubtype="16"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 calcmode="lin" valueType="num">
                                      <p:cBhvr>
                                        <p:cTn id="42" dur="500" fill="hold"/>
                                        <p:tgtEl>
                                          <p:spTgt spid="38"/>
                                        </p:tgtEl>
                                        <p:attrNameLst>
                                          <p:attrName>ppt_w</p:attrName>
                                        </p:attrNameLst>
                                      </p:cBhvr>
                                      <p:tavLst>
                                        <p:tav tm="0">
                                          <p:val>
                                            <p:fltVal val="0"/>
                                          </p:val>
                                        </p:tav>
                                        <p:tav tm="100000">
                                          <p:val>
                                            <p:strVal val="#ppt_w"/>
                                          </p:val>
                                        </p:tav>
                                      </p:tavLst>
                                    </p:anim>
                                    <p:anim calcmode="lin" valueType="num">
                                      <p:cBhvr>
                                        <p:cTn id="43" dur="500" fill="hold"/>
                                        <p:tgtEl>
                                          <p:spTgt spid="38"/>
                                        </p:tgtEl>
                                        <p:attrNameLst>
                                          <p:attrName>ppt_h</p:attrName>
                                        </p:attrNameLst>
                                      </p:cBhvr>
                                      <p:tavLst>
                                        <p:tav tm="0">
                                          <p:val>
                                            <p:fltVal val="0"/>
                                          </p:val>
                                        </p:tav>
                                        <p:tav tm="100000">
                                          <p:val>
                                            <p:strVal val="#ppt_h"/>
                                          </p:val>
                                        </p:tav>
                                      </p:tavLst>
                                    </p:anim>
                                    <p:animEffect transition="in" filter="fade">
                                      <p:cBhvr>
                                        <p:cTn id="4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65221" y="477982"/>
            <a:ext cx="11261558" cy="6380017"/>
          </a:xfrm>
          <a:prstGeom prst="rect">
            <a:avLst/>
          </a:prstGeom>
          <a:solidFill>
            <a:srgbClr val="E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72551" y="3607150"/>
            <a:ext cx="5135588" cy="5135588"/>
          </a:xfrm>
          <a:prstGeom prst="ellipse">
            <a:avLst/>
          </a:prstGeom>
          <a:solidFill>
            <a:srgbClr val="AE36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任意多边形 22"/>
          <p:cNvSpPr/>
          <p:nvPr/>
        </p:nvSpPr>
        <p:spPr>
          <a:xfrm>
            <a:off x="4821138" y="6605180"/>
            <a:ext cx="3812836" cy="252820"/>
          </a:xfrm>
          <a:custGeom>
            <a:avLst/>
            <a:gdLst>
              <a:gd name="connsiteX0" fmla="*/ 1695634 w 3812836"/>
              <a:gd name="connsiteY0" fmla="*/ 1689 h 566196"/>
              <a:gd name="connsiteX1" fmla="*/ 3811395 w 3812836"/>
              <a:gd name="connsiteY1" fmla="*/ 565932 h 566196"/>
              <a:gd name="connsiteX2" fmla="*/ 3812836 w 3812836"/>
              <a:gd name="connsiteY2" fmla="*/ 566196 h 566196"/>
              <a:gd name="connsiteX3" fmla="*/ 0 w 3812836"/>
              <a:gd name="connsiteY3" fmla="*/ 566196 h 566196"/>
              <a:gd name="connsiteX4" fmla="*/ 109991 w 3812836"/>
              <a:gd name="connsiteY4" fmla="*/ 500924 h 566196"/>
              <a:gd name="connsiteX5" fmla="*/ 1552170 w 3812836"/>
              <a:gd name="connsiteY5" fmla="*/ 1770 h 566196"/>
              <a:gd name="connsiteX6" fmla="*/ 1695634 w 3812836"/>
              <a:gd name="connsiteY6" fmla="*/ 1689 h 56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2836" h="566196">
                <a:moveTo>
                  <a:pt x="1695634" y="1689"/>
                </a:moveTo>
                <a:cubicBezTo>
                  <a:pt x="2339269" y="30989"/>
                  <a:pt x="3182181" y="433206"/>
                  <a:pt x="3811395" y="565932"/>
                </a:cubicBezTo>
                <a:lnTo>
                  <a:pt x="3812836" y="566196"/>
                </a:lnTo>
                <a:lnTo>
                  <a:pt x="0" y="566196"/>
                </a:lnTo>
                <a:lnTo>
                  <a:pt x="109991" y="500924"/>
                </a:lnTo>
                <a:cubicBezTo>
                  <a:pt x="521075" y="266576"/>
                  <a:pt x="1063473" y="26773"/>
                  <a:pt x="1552170" y="1770"/>
                </a:cubicBezTo>
                <a:cubicBezTo>
                  <a:pt x="1598713" y="-611"/>
                  <a:pt x="1646595" y="-544"/>
                  <a:pt x="1695634" y="1689"/>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任意多边形 21"/>
          <p:cNvSpPr/>
          <p:nvPr/>
        </p:nvSpPr>
        <p:spPr>
          <a:xfrm>
            <a:off x="8633974" y="6605179"/>
            <a:ext cx="3092805" cy="297701"/>
          </a:xfrm>
          <a:custGeom>
            <a:avLst/>
            <a:gdLst>
              <a:gd name="connsiteX0" fmla="*/ 2747817 w 3205101"/>
              <a:gd name="connsiteY0" fmla="*/ 138 h 485620"/>
              <a:gd name="connsiteX1" fmla="*/ 2879154 w 3205101"/>
              <a:gd name="connsiteY1" fmla="*/ 4321 h 485620"/>
              <a:gd name="connsiteX2" fmla="*/ 3132980 w 3205101"/>
              <a:gd name="connsiteY2" fmla="*/ 43267 h 485620"/>
              <a:gd name="connsiteX3" fmla="*/ 3205101 w 3205101"/>
              <a:gd name="connsiteY3" fmla="*/ 61327 h 485620"/>
              <a:gd name="connsiteX4" fmla="*/ 3205101 w 3205101"/>
              <a:gd name="connsiteY4" fmla="*/ 485620 h 485620"/>
              <a:gd name="connsiteX5" fmla="*/ 0 w 3205101"/>
              <a:gd name="connsiteY5" fmla="*/ 485620 h 485620"/>
              <a:gd name="connsiteX6" fmla="*/ 156736 w 3205101"/>
              <a:gd name="connsiteY6" fmla="*/ 482303 h 485620"/>
              <a:gd name="connsiteX7" fmla="*/ 2747817 w 3205101"/>
              <a:gd name="connsiteY7" fmla="*/ 138 h 485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5101" h="485620">
                <a:moveTo>
                  <a:pt x="2747817" y="138"/>
                </a:moveTo>
                <a:cubicBezTo>
                  <a:pt x="2793524" y="-455"/>
                  <a:pt x="2837374" y="858"/>
                  <a:pt x="2879154" y="4321"/>
                </a:cubicBezTo>
                <a:cubicBezTo>
                  <a:pt x="2962714" y="11248"/>
                  <a:pt x="3048006" y="24616"/>
                  <a:pt x="3132980" y="43267"/>
                </a:cubicBezTo>
                <a:lnTo>
                  <a:pt x="3205101" y="61327"/>
                </a:lnTo>
                <a:lnTo>
                  <a:pt x="3205101" y="485620"/>
                </a:lnTo>
                <a:lnTo>
                  <a:pt x="0" y="485620"/>
                </a:lnTo>
                <a:lnTo>
                  <a:pt x="156736" y="482303"/>
                </a:lnTo>
                <a:cubicBezTo>
                  <a:pt x="958784" y="446584"/>
                  <a:pt x="2062209" y="9030"/>
                  <a:pt x="2747817" y="138"/>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任意多边形 20"/>
          <p:cNvSpPr/>
          <p:nvPr/>
        </p:nvSpPr>
        <p:spPr>
          <a:xfrm>
            <a:off x="797644" y="6605180"/>
            <a:ext cx="3320235" cy="252820"/>
          </a:xfrm>
          <a:custGeom>
            <a:avLst/>
            <a:gdLst>
              <a:gd name="connsiteX0" fmla="*/ 1074252 w 3320235"/>
              <a:gd name="connsiteY0" fmla="*/ 121 h 252820"/>
              <a:gd name="connsiteX1" fmla="*/ 3163008 w 3320235"/>
              <a:gd name="connsiteY1" fmla="*/ 249442 h 252820"/>
              <a:gd name="connsiteX2" fmla="*/ 3320235 w 3320235"/>
              <a:gd name="connsiteY2" fmla="*/ 252820 h 252820"/>
              <a:gd name="connsiteX3" fmla="*/ 0 w 3320235"/>
              <a:gd name="connsiteY3" fmla="*/ 252820 h 252820"/>
              <a:gd name="connsiteX4" fmla="*/ 119080 w 3320235"/>
              <a:gd name="connsiteY4" fmla="*/ 223667 h 252820"/>
              <a:gd name="connsiteX5" fmla="*/ 1074252 w 3320235"/>
              <a:gd name="connsiteY5" fmla="*/ 121 h 252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0235" h="252820">
                <a:moveTo>
                  <a:pt x="1074252" y="121"/>
                </a:moveTo>
                <a:cubicBezTo>
                  <a:pt x="1656143" y="-5940"/>
                  <a:pt x="2410404" y="218709"/>
                  <a:pt x="3163008" y="249442"/>
                </a:cubicBezTo>
                <a:lnTo>
                  <a:pt x="3320235" y="252820"/>
                </a:lnTo>
                <a:lnTo>
                  <a:pt x="0" y="252820"/>
                </a:lnTo>
                <a:lnTo>
                  <a:pt x="119080" y="223667"/>
                </a:lnTo>
                <a:cubicBezTo>
                  <a:pt x="412102" y="137313"/>
                  <a:pt x="658616" y="4451"/>
                  <a:pt x="1074252" y="121"/>
                </a:cubicBezTo>
                <a:close/>
              </a:path>
            </a:pathLst>
          </a:custGeom>
          <a:solidFill>
            <a:srgbClr val="0E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文本框 25"/>
          <p:cNvSpPr txBox="1"/>
          <p:nvPr/>
        </p:nvSpPr>
        <p:spPr>
          <a:xfrm>
            <a:off x="5274698" y="2050009"/>
            <a:ext cx="6374549" cy="1569660"/>
          </a:xfrm>
          <a:prstGeom prst="rect">
            <a:avLst/>
          </a:prstGeom>
          <a:noFill/>
        </p:spPr>
        <p:txBody>
          <a:bodyPr wrap="square" rtlCol="0">
            <a:spAutoFit/>
          </a:bodyPr>
          <a:lstStyle/>
          <a:p>
            <a:pPr algn="dist"/>
            <a:r>
              <a:rPr lang="zh-CN" altLang="en-US" sz="9600" b="1" dirty="0">
                <a:cs typeface="+mn-ea"/>
                <a:sym typeface="+mn-lt"/>
              </a:rPr>
              <a:t>感谢指导</a:t>
            </a:r>
          </a:p>
        </p:txBody>
      </p:sp>
      <p:grpSp>
        <p:nvGrpSpPr>
          <p:cNvPr id="28" name="组合 27"/>
          <p:cNvGrpSpPr/>
          <p:nvPr/>
        </p:nvGrpSpPr>
        <p:grpSpPr>
          <a:xfrm>
            <a:off x="5540379" y="3827852"/>
            <a:ext cx="5920500" cy="461018"/>
            <a:chOff x="6906997" y="4197923"/>
            <a:chExt cx="4364742" cy="461018"/>
          </a:xfrm>
        </p:grpSpPr>
        <p:sp>
          <p:nvSpPr>
            <p:cNvPr id="25" name="矩形 24"/>
            <p:cNvSpPr/>
            <p:nvPr/>
          </p:nvSpPr>
          <p:spPr>
            <a:xfrm>
              <a:off x="6906997" y="4197923"/>
              <a:ext cx="4364742" cy="46101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a:cs typeface="+mn-ea"/>
                <a:sym typeface="+mn-lt"/>
              </a:endParaRPr>
            </a:p>
          </p:txBody>
        </p:sp>
        <p:sp>
          <p:nvSpPr>
            <p:cNvPr id="27" name="文本框 26"/>
            <p:cNvSpPr txBox="1"/>
            <p:nvPr/>
          </p:nvSpPr>
          <p:spPr>
            <a:xfrm>
              <a:off x="7037623" y="4210551"/>
              <a:ext cx="4103493" cy="400110"/>
            </a:xfrm>
            <a:prstGeom prst="rect">
              <a:avLst/>
            </a:prstGeom>
            <a:noFill/>
          </p:spPr>
          <p:txBody>
            <a:bodyPr wrap="square" rtlCol="0">
              <a:spAutoFit/>
            </a:bodyPr>
            <a:lstStyle/>
            <a:p>
              <a:pPr algn="dist"/>
              <a:r>
                <a:rPr lang="zh-CN" altLang="en-US" sz="2000" b="1" dirty="0">
                  <a:cs typeface="+mn-ea"/>
                  <a:sym typeface="+mn-lt"/>
                </a:rPr>
                <a:t>答辩人：  指导老师：</a:t>
              </a:r>
            </a:p>
          </p:txBody>
        </p:sp>
      </p:grpSp>
    </p:spTree>
    <p:extLst>
      <p:ext uri="{BB962C8B-B14F-4D97-AF65-F5344CB8AC3E}">
        <p14:creationId xmlns:p14="http://schemas.microsoft.com/office/powerpoint/2010/main" val="11359516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anim calcmode="lin" valueType="num">
                                      <p:cBhvr>
                                        <p:cTn id="13" dur="500" fill="hold"/>
                                        <p:tgtEl>
                                          <p:spTgt spid="23"/>
                                        </p:tgtEl>
                                        <p:attrNameLst>
                                          <p:attrName>ppt_x</p:attrName>
                                        </p:attrNameLst>
                                      </p:cBhvr>
                                      <p:tavLst>
                                        <p:tav tm="0">
                                          <p:val>
                                            <p:strVal val="#ppt_x"/>
                                          </p:val>
                                        </p:tav>
                                        <p:tav tm="100000">
                                          <p:val>
                                            <p:strVal val="#ppt_x"/>
                                          </p:val>
                                        </p:tav>
                                      </p:tavLst>
                                    </p:anim>
                                    <p:anim calcmode="lin" valueType="num">
                                      <p:cBhvr>
                                        <p:cTn id="14" dur="500" fill="hold"/>
                                        <p:tgtEl>
                                          <p:spTgt spid="2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anim calcmode="lin" valueType="num">
                                      <p:cBhvr>
                                        <p:cTn id="18" dur="500" fill="hold"/>
                                        <p:tgtEl>
                                          <p:spTgt spid="22"/>
                                        </p:tgtEl>
                                        <p:attrNameLst>
                                          <p:attrName>ppt_x</p:attrName>
                                        </p:attrNameLst>
                                      </p:cBhvr>
                                      <p:tavLst>
                                        <p:tav tm="0">
                                          <p:val>
                                            <p:strVal val="#ppt_x"/>
                                          </p:val>
                                        </p:tav>
                                        <p:tav tm="100000">
                                          <p:val>
                                            <p:strVal val="#ppt_x"/>
                                          </p:val>
                                        </p:tav>
                                      </p:tavLst>
                                    </p:anim>
                                    <p:anim calcmode="lin" valueType="num">
                                      <p:cBhvr>
                                        <p:cTn id="19" dur="5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anim calcmode="lin" valueType="num">
                                      <p:cBhvr>
                                        <p:cTn id="23" dur="500" fill="hold"/>
                                        <p:tgtEl>
                                          <p:spTgt spid="21"/>
                                        </p:tgtEl>
                                        <p:attrNameLst>
                                          <p:attrName>ppt_x</p:attrName>
                                        </p:attrNameLst>
                                      </p:cBhvr>
                                      <p:tavLst>
                                        <p:tav tm="0">
                                          <p:val>
                                            <p:strVal val="#ppt_x"/>
                                          </p:val>
                                        </p:tav>
                                        <p:tav tm="100000">
                                          <p:val>
                                            <p:strVal val="#ppt_x"/>
                                          </p:val>
                                        </p:tav>
                                      </p:tavLst>
                                    </p:anim>
                                    <p:anim calcmode="lin" valueType="num">
                                      <p:cBhvr>
                                        <p:cTn id="24" dur="50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anim calcmode="lin" valueType="num">
                                      <p:cBhvr>
                                        <p:cTn id="28" dur="500" fill="hold"/>
                                        <p:tgtEl>
                                          <p:spTgt spid="26"/>
                                        </p:tgtEl>
                                        <p:attrNameLst>
                                          <p:attrName>ppt_x</p:attrName>
                                        </p:attrNameLst>
                                      </p:cBhvr>
                                      <p:tavLst>
                                        <p:tav tm="0">
                                          <p:val>
                                            <p:strVal val="#ppt_x"/>
                                          </p:val>
                                        </p:tav>
                                        <p:tav tm="100000">
                                          <p:val>
                                            <p:strVal val="#ppt_x"/>
                                          </p:val>
                                        </p:tav>
                                      </p:tavLst>
                                    </p:anim>
                                    <p:anim calcmode="lin" valueType="num">
                                      <p:cBhvr>
                                        <p:cTn id="29" dur="500" fill="hold"/>
                                        <p:tgtEl>
                                          <p:spTgt spid="2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anim calcmode="lin" valueType="num">
                                      <p:cBhvr>
                                        <p:cTn id="33" dur="500" fill="hold"/>
                                        <p:tgtEl>
                                          <p:spTgt spid="28"/>
                                        </p:tgtEl>
                                        <p:attrNameLst>
                                          <p:attrName>ppt_x</p:attrName>
                                        </p:attrNameLst>
                                      </p:cBhvr>
                                      <p:tavLst>
                                        <p:tav tm="0">
                                          <p:val>
                                            <p:strVal val="#ppt_x"/>
                                          </p:val>
                                        </p:tav>
                                        <p:tav tm="100000">
                                          <p:val>
                                            <p:strVal val="#ppt_x"/>
                                          </p:val>
                                        </p:tav>
                                      </p:tavLst>
                                    </p:anim>
                                    <p:anim calcmode="lin" valueType="num">
                                      <p:cBhvr>
                                        <p:cTn id="34"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animBg="1"/>
      <p:bldP spid="22" grpId="0" animBg="1"/>
      <p:bldP spid="21" grpId="0" animBg="1"/>
      <p:bldP spid="26"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FIRST_PUBLISH" val="1"/>
  <p:tag name="ISPRING_PRESENTATION_TITLE" val="素雅简约中国风毕业答辩模板"/>
</p:tagLst>
</file>

<file path=ppt/tags/tag2.xml><?xml version="1.0" encoding="utf-8"?>
<p:tagLst xmlns:a="http://schemas.openxmlformats.org/drawingml/2006/main" xmlns:r="http://schemas.openxmlformats.org/officeDocument/2006/relationships" xmlns:p="http://schemas.openxmlformats.org/presentationml/2006/main">
  <p:tag name="ISLIDE.DIAGRAM" val="259610"/>
</p:tagLst>
</file>

<file path=ppt/tags/tag3.xml><?xml version="1.0" encoding="utf-8"?>
<p:tagLst xmlns:a="http://schemas.openxmlformats.org/drawingml/2006/main" xmlns:r="http://schemas.openxmlformats.org/officeDocument/2006/relationships" xmlns:p="http://schemas.openxmlformats.org/presentationml/2006/main">
  <p:tag name="ISLIDE.DIAGRAM" val="259876"/>
</p:tagLst>
</file>

<file path=ppt/tags/tag4.xml><?xml version="1.0" encoding="utf-8"?>
<p:tagLst xmlns:a="http://schemas.openxmlformats.org/drawingml/2006/main" xmlns:r="http://schemas.openxmlformats.org/officeDocument/2006/relationships" xmlns:p="http://schemas.openxmlformats.org/presentationml/2006/main">
  <p:tag name="ISLIDE.DIAGRAM" val="259593"/>
</p:tagLst>
</file>

<file path=ppt/tags/tag5.xml><?xml version="1.0" encoding="utf-8"?>
<p:tagLst xmlns:a="http://schemas.openxmlformats.org/drawingml/2006/main" xmlns:r="http://schemas.openxmlformats.org/officeDocument/2006/relationships" xmlns:p="http://schemas.openxmlformats.org/presentationml/2006/main">
  <p:tag name="ISLIDE.DIAGRAM" val="259887"/>
</p:tagLst>
</file>

<file path=ppt/tags/tag6.xml><?xml version="1.0" encoding="utf-8"?>
<p:tagLst xmlns:a="http://schemas.openxmlformats.org/drawingml/2006/main" xmlns:r="http://schemas.openxmlformats.org/officeDocument/2006/relationships" xmlns:p="http://schemas.openxmlformats.org/presentationml/2006/main">
  <p:tag name="ISLIDE.DIAGRAM" val="258387"/>
</p:tagLst>
</file>

<file path=ppt/tags/tag7.xml><?xml version="1.0" encoding="utf-8"?>
<p:tagLst xmlns:a="http://schemas.openxmlformats.org/drawingml/2006/main" xmlns:r="http://schemas.openxmlformats.org/officeDocument/2006/relationships" xmlns:p="http://schemas.openxmlformats.org/presentationml/2006/main">
  <p:tag name="ISLIDE.DIAGRAM" val="259841"/>
</p:tagLst>
</file>

<file path=ppt/tags/tag8.xml><?xml version="1.0" encoding="utf-8"?>
<p:tagLst xmlns:a="http://schemas.openxmlformats.org/drawingml/2006/main" xmlns:r="http://schemas.openxmlformats.org/officeDocument/2006/relationships" xmlns:p="http://schemas.openxmlformats.org/presentationml/2006/main">
  <p:tag name="ISLIDE.DIAGRAM" val="259885"/>
</p:tagLst>
</file>

<file path=ppt/tags/tag9.xml><?xml version="1.0" encoding="utf-8"?>
<p:tagLst xmlns:a="http://schemas.openxmlformats.org/drawingml/2006/main" xmlns:r="http://schemas.openxmlformats.org/officeDocument/2006/relationships" xmlns:p="http://schemas.openxmlformats.org/presentationml/2006/main">
  <p:tag name="ISLIDE.DIAGRAM" val="259860"/>
</p:tagLst>
</file>

<file path=ppt/tags/tag10.xml><?xml version="1.0" encoding="utf-8"?>
<p:tagLst xmlns:a="http://schemas.openxmlformats.org/drawingml/2006/main" xmlns:r="http://schemas.openxmlformats.org/officeDocument/2006/relationships" xmlns:p="http://schemas.openxmlformats.org/presentationml/2006/main">
  <p:tag name="ISLIDE.DIAGRAM" val="258392"/>
</p:tagLst>
</file>

<file path=ppt/tags/tag11.xml><?xml version="1.0" encoding="utf-8"?>
<p:tagLst xmlns:a="http://schemas.openxmlformats.org/drawingml/2006/main" xmlns:r="http://schemas.openxmlformats.org/officeDocument/2006/relationships" xmlns:p="http://schemas.openxmlformats.org/presentationml/2006/main">
  <p:tag name="ISLIDE.DIAGRAM" val="254786"/>
</p:tagLst>
</file>

<file path=ppt/tags/tag12.xml><?xml version="1.0" encoding="utf-8"?>
<p:tagLst xmlns:a="http://schemas.openxmlformats.org/drawingml/2006/main" xmlns:r="http://schemas.openxmlformats.org/officeDocument/2006/relationships" xmlns:p="http://schemas.openxmlformats.org/presentationml/2006/main">
  <p:tag name="ISLIDE.DIAGRAM" val="255923"/>
</p:tagLst>
</file>

<file path=ppt/tags/tag13.xml><?xml version="1.0" encoding="utf-8"?>
<p:tagLst xmlns:a="http://schemas.openxmlformats.org/drawingml/2006/main" xmlns:r="http://schemas.openxmlformats.org/officeDocument/2006/relationships" xmlns:p="http://schemas.openxmlformats.org/presentationml/2006/main">
  <p:tag name="ISLIDE.DIAGRAM" val="258381"/>
</p:tagLst>
</file>

<file path=ppt/tags/tag14.xml><?xml version="1.0" encoding="utf-8"?>
<p:tagLst xmlns:a="http://schemas.openxmlformats.org/drawingml/2006/main" xmlns:r="http://schemas.openxmlformats.org/officeDocument/2006/relationships" xmlns:p="http://schemas.openxmlformats.org/presentationml/2006/main">
  <p:tag name="ISLIDE.DIAGRAM" val="259576"/>
</p:tagLst>
</file>

<file path=ppt/tags/tag15.xml><?xml version="1.0" encoding="utf-8"?>
<p:tagLst xmlns:a="http://schemas.openxmlformats.org/drawingml/2006/main" xmlns:r="http://schemas.openxmlformats.org/officeDocument/2006/relationships" xmlns:p="http://schemas.openxmlformats.org/presentationml/2006/main">
  <p:tag name="ISLIDE.DIAGRAM" val="25959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icmf1pq">
      <a:majorFont>
        <a:latin typeface="字魂73号-江南手书" panose="020F0302020204030204"/>
        <a:ea typeface="字魂73号-江南手书"/>
        <a:cs typeface=""/>
      </a:majorFont>
      <a:minorFont>
        <a:latin typeface="字魂73号-江南手书" panose="020F0502020204030204"/>
        <a:ea typeface="字魂73号-江南手书"/>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TotalTime>
  <Words>1560</Words>
  <Application>Microsoft Office PowerPoint</Application>
  <PresentationFormat>宽屏</PresentationFormat>
  <Paragraphs>346</Paragraphs>
  <Slides>23</Slides>
  <Notes>23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23</vt:i4>
      </vt:variant>
    </vt:vector>
  </HeadingPairs>
  <TitlesOfParts>
    <vt:vector size="27" baseType="lpstr">
      <vt:lpstr>字魂73号-江南手书</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素雅简约中国风毕业答辩模板</dc:title>
  <dc:creator>唐 凯</dc:creator>
  <cp:lastModifiedBy>蜜桃收藏馆</cp:lastModifiedBy>
  <cp:revision>43</cp:revision>
  <dcterms:created xsi:type="dcterms:W3CDTF">2019-03-10T08:59:26Z</dcterms:created>
  <dcterms:modified xsi:type="dcterms:W3CDTF">2021-06-06T08:50:27Z</dcterms:modified>
</cp:coreProperties>
</file>