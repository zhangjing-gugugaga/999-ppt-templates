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notesMasterIdLst>
    <p:notesMasterId r:id="rId42"/>
  </p:notesMasterIdLst>
  <p:sldIdLst>
    <p:sldId id="312" r:id="rId2"/>
    <p:sldId id="320" r:id="rId3"/>
    <p:sldId id="313" r:id="rId4"/>
    <p:sldId id="315" r:id="rId5"/>
    <p:sldId id="316" r:id="rId6"/>
    <p:sldId id="317" r:id="rId7"/>
    <p:sldId id="318" r:id="rId8"/>
    <p:sldId id="319" r:id="rId9"/>
    <p:sldId id="321" r:id="rId10"/>
    <p:sldId id="322" r:id="rId11"/>
    <p:sldId id="323" r:id="rId12"/>
    <p:sldId id="314" r:id="rId13"/>
    <p:sldId id="324" r:id="rId14"/>
    <p:sldId id="325" r:id="rId15"/>
    <p:sldId id="326" r:id="rId16"/>
    <p:sldId id="327" r:id="rId17"/>
    <p:sldId id="328" r:id="rId18"/>
    <p:sldId id="329" r:id="rId19"/>
    <p:sldId id="331" r:id="rId20"/>
    <p:sldId id="330" r:id="rId21"/>
    <p:sldId id="332" r:id="rId22"/>
    <p:sldId id="333" r:id="rId23"/>
    <p:sldId id="334" r:id="rId24"/>
    <p:sldId id="335" r:id="rId25"/>
    <p:sldId id="336" r:id="rId26"/>
    <p:sldId id="337" r:id="rId27"/>
    <p:sldId id="349" r:id="rId28"/>
    <p:sldId id="338" r:id="rId29"/>
    <p:sldId id="339" r:id="rId30"/>
    <p:sldId id="340" r:id="rId31"/>
    <p:sldId id="341" r:id="rId32"/>
    <p:sldId id="350" r:id="rId33"/>
    <p:sldId id="342" r:id="rId34"/>
    <p:sldId id="343" r:id="rId35"/>
    <p:sldId id="344" r:id="rId36"/>
    <p:sldId id="345" r:id="rId37"/>
    <p:sldId id="346" r:id="rId38"/>
    <p:sldId id="348" r:id="rId39"/>
    <p:sldId id="351" r:id="rId40"/>
    <p:sldId id="256" r:id="rId41"/>
  </p:sldIdLst>
  <p:sldSz cx="24379238"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550673E0-7387-2E44-8AFD-B5CFC479C014}">
          <p14:sldIdLst>
            <p14:sldId id="312"/>
            <p14:sldId id="320"/>
          </p14:sldIdLst>
        </p14:section>
        <p14:section name="Quotes" id="{3CE4AAD9-E63A-0845-8DE9-0D6C5FA77A5A}">
          <p14:sldIdLst>
            <p14:sldId id="313"/>
          </p14:sldIdLst>
        </p14:section>
        <p14:section name="Welcome Slide" id="{86B9BB20-266A-9543-97FC-FAA53334992C}">
          <p14:sldIdLst>
            <p14:sldId id="315"/>
          </p14:sldIdLst>
        </p14:section>
        <p14:section name="About Us" id="{2FD0AC01-1D85-484A-B49C-5B5D9A142835}">
          <p14:sldIdLst>
            <p14:sldId id="316"/>
            <p14:sldId id="317"/>
            <p14:sldId id="318"/>
            <p14:sldId id="319"/>
          </p14:sldIdLst>
        </p14:section>
        <p14:section name="Team" id="{F85AF3C8-8A47-0D4C-942D-2E89D4B5214A}">
          <p14:sldIdLst>
            <p14:sldId id="321"/>
            <p14:sldId id="322"/>
            <p14:sldId id="323"/>
          </p14:sldIdLst>
        </p14:section>
        <p14:section name="Services" id="{640B37D0-ACA3-814E-B05E-70A63522E862}">
          <p14:sldIdLst>
            <p14:sldId id="314"/>
            <p14:sldId id="324"/>
            <p14:sldId id="325"/>
            <p14:sldId id="326"/>
            <p14:sldId id="327"/>
          </p14:sldIdLst>
        </p14:section>
        <p14:section name="Special Slides" id="{648AD486-5CAB-7943-9BC5-36603E96FCE9}">
          <p14:sldIdLst>
            <p14:sldId id="328"/>
            <p14:sldId id="329"/>
            <p14:sldId id="331"/>
            <p14:sldId id="330"/>
          </p14:sldIdLst>
        </p14:section>
        <p14:section name="Portfolio" id="{7929B30B-BB55-7D44-AAB3-1724805B775B}">
          <p14:sldIdLst>
            <p14:sldId id="332"/>
            <p14:sldId id="333"/>
            <p14:sldId id="334"/>
            <p14:sldId id="335"/>
          </p14:sldIdLst>
        </p14:section>
        <p14:section name="Chart" id="{95AFAFB1-57E7-4447-8E95-30E3CC08DD88}">
          <p14:sldIdLst>
            <p14:sldId id="336"/>
            <p14:sldId id="337"/>
            <p14:sldId id="349"/>
          </p14:sldIdLst>
        </p14:section>
        <p14:section name="Infographic" id="{DEF853B5-6408-D14F-BFAD-5B79F48649AA}">
          <p14:sldIdLst>
            <p14:sldId id="338"/>
            <p14:sldId id="339"/>
          </p14:sldIdLst>
        </p14:section>
        <p14:section name="Break Slide" id="{EA917C84-233F-4141-B21E-2DAC113AC7F5}">
          <p14:sldIdLst>
            <p14:sldId id="340"/>
          </p14:sldIdLst>
        </p14:section>
        <p14:section name="SWOT" id="{04FF802D-B758-0349-BCAE-BF09859B2F42}">
          <p14:sldIdLst>
            <p14:sldId id="341"/>
            <p14:sldId id="350"/>
            <p14:sldId id="342"/>
            <p14:sldId id="343"/>
            <p14:sldId id="344"/>
          </p14:sldIdLst>
        </p14:section>
        <p14:section name="Mockup" id="{D6499EAD-B0D9-6F4F-91D4-33B207696D14}">
          <p14:sldIdLst>
            <p14:sldId id="345"/>
            <p14:sldId id="346"/>
          </p14:sldIdLst>
        </p14:section>
        <p14:section name="Pricing" id="{CD0A32B3-5268-7346-B64C-B5DDBDB37B28}">
          <p14:sldIdLst>
            <p14:sldId id="348"/>
          </p14:sldIdLst>
        </p14:section>
        <p14:section name="Contact Us" id="{EB963064-A48A-F345-BC2B-A3FAD833E8F5}">
          <p14:sldIdLst>
            <p14:sldId id="351"/>
          </p14:sldIdLst>
        </p14:section>
        <p14:section name="End Slide" id="{AC7471C7-08BE-8745-8CBA-E8D4F5425771}">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76B"/>
    <a:srgbClr val="FFEA9F"/>
    <a:srgbClr val="7F6B36"/>
    <a:srgbClr val="FFF7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64"/>
    <p:restoredTop sz="94530"/>
  </p:normalViewPr>
  <p:slideViewPr>
    <p:cSldViewPr snapToGrid="0" snapToObjects="1">
      <p:cViewPr varScale="1">
        <p:scale>
          <a:sx n="69" d="100"/>
          <a:sy n="69" d="100"/>
        </p:scale>
        <p:origin x="1392" y="184"/>
      </p:cViewPr>
      <p:guideLst/>
    </p:cSldViewPr>
  </p:slideViewPr>
  <p:notesTextViewPr>
    <p:cViewPr>
      <p:scale>
        <a:sx n="1" d="1"/>
        <a:sy n="1" d="1"/>
      </p:scale>
      <p:origin x="0" y="0"/>
    </p:cViewPr>
  </p:notesTextViewPr>
  <p:sorterViewPr>
    <p:cViewPr>
      <p:scale>
        <a:sx n="165" d="100"/>
        <a:sy n="16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gradFill>
              <a:gsLst>
                <a:gs pos="0">
                  <a:schemeClr val="accent1"/>
                </a:gs>
                <a:gs pos="100000">
                  <a:schemeClr val="accent1">
                    <a:lumMod val="60000"/>
                    <a:lumOff val="40000"/>
                  </a:schemeClr>
                </a:gs>
              </a:gsLst>
              <a:lin ang="13500000" scaled="1"/>
            </a:gradFill>
            <a:ln>
              <a:noFill/>
            </a:ln>
            <a:effectLst>
              <a:outerShdw blurRad="444500" dist="317500" dir="2700000" sx="135000" sy="135000" algn="tl" rotWithShape="0">
                <a:prstClr val="black">
                  <a:alpha val="7000"/>
                </a:prstClr>
              </a:outerShdw>
            </a:effectLst>
          </c:spPr>
          <c:invertIfNegative val="0"/>
          <c:dPt>
            <c:idx val="1"/>
            <c:invertIfNegative val="0"/>
            <c:bubble3D val="0"/>
            <c:spPr>
              <a:gradFill>
                <a:gsLst>
                  <a:gs pos="0">
                    <a:schemeClr val="accent1"/>
                  </a:gs>
                  <a:gs pos="100000">
                    <a:schemeClr val="accent1">
                      <a:lumMod val="60000"/>
                      <a:lumOff val="40000"/>
                    </a:schemeClr>
                  </a:gs>
                </a:gsLst>
                <a:lin ang="13500000" scaled="1"/>
              </a:gradFill>
              <a:ln>
                <a:noFill/>
              </a:ln>
              <a:effectLst>
                <a:outerShdw blurRad="444500" dist="317500" dir="2700000" sx="135000" sy="135000" algn="tl" rotWithShape="0">
                  <a:prstClr val="black">
                    <a:alpha val="10000"/>
                  </a:prstClr>
                </a:outerShdw>
              </a:effectLst>
            </c:spPr>
            <c:extLst>
              <c:ext xmlns:c16="http://schemas.microsoft.com/office/drawing/2014/chart" uri="{C3380CC4-5D6E-409C-BE32-E72D297353CC}">
                <c16:uniqueId val="{00000001-6D55-C546-BD7B-2906555FF1B7}"/>
              </c:ext>
            </c:extLst>
          </c:dPt>
          <c:dPt>
            <c:idx val="2"/>
            <c:invertIfNegative val="0"/>
            <c:bubble3D val="0"/>
            <c:spPr>
              <a:gradFill>
                <a:gsLst>
                  <a:gs pos="0">
                    <a:schemeClr val="accent1"/>
                  </a:gs>
                  <a:gs pos="100000">
                    <a:schemeClr val="accent1">
                      <a:lumMod val="60000"/>
                      <a:lumOff val="40000"/>
                    </a:schemeClr>
                  </a:gs>
                </a:gsLst>
                <a:lin ang="13500000" scaled="1"/>
              </a:gradFill>
              <a:ln>
                <a:noFill/>
              </a:ln>
              <a:effectLst>
                <a:outerShdw blurRad="444500" dist="317500" dir="2700000" sx="135000" sy="135000" algn="tl" rotWithShape="0">
                  <a:prstClr val="black">
                    <a:alpha val="6000"/>
                  </a:prstClr>
                </a:outerShdw>
              </a:effectLst>
            </c:spPr>
            <c:extLst>
              <c:ext xmlns:c16="http://schemas.microsoft.com/office/drawing/2014/chart" uri="{C3380CC4-5D6E-409C-BE32-E72D297353CC}">
                <c16:uniqueId val="{00000003-6D55-C546-BD7B-2906555FF1B7}"/>
              </c:ext>
            </c:extLst>
          </c:dPt>
          <c:cat>
            <c:strRef>
              <c:f>Sheet1!$A$2:$A$4</c:f>
              <c:strCache>
                <c:ptCount val="3"/>
                <c:pt idx="0">
                  <c:v>Category 1</c:v>
                </c:pt>
                <c:pt idx="1">
                  <c:v>Category 2</c:v>
                </c:pt>
                <c:pt idx="2">
                  <c:v>Category 3</c:v>
                </c:pt>
              </c:strCache>
            </c:strRef>
          </c:cat>
          <c:val>
            <c:numRef>
              <c:f>Sheet1!$B$2:$B$4</c:f>
              <c:numCache>
                <c:formatCode>General</c:formatCode>
                <c:ptCount val="3"/>
                <c:pt idx="0">
                  <c:v>4.3</c:v>
                </c:pt>
                <c:pt idx="1">
                  <c:v>2.5</c:v>
                </c:pt>
                <c:pt idx="2">
                  <c:v>3.5</c:v>
                </c:pt>
              </c:numCache>
            </c:numRef>
          </c:val>
          <c:extLst>
            <c:ext xmlns:c16="http://schemas.microsoft.com/office/drawing/2014/chart" uri="{C3380CC4-5D6E-409C-BE32-E72D297353CC}">
              <c16:uniqueId val="{00000004-6D55-C546-BD7B-2906555FF1B7}"/>
            </c:ext>
          </c:extLst>
        </c:ser>
        <c:ser>
          <c:idx val="1"/>
          <c:order val="1"/>
          <c:tx>
            <c:strRef>
              <c:f>Sheet1!$C$1</c:f>
              <c:strCache>
                <c:ptCount val="1"/>
                <c:pt idx="0">
                  <c:v>Series 2</c:v>
                </c:pt>
              </c:strCache>
            </c:strRef>
          </c:tx>
          <c:spPr>
            <a:gradFill>
              <a:gsLst>
                <a:gs pos="0">
                  <a:srgbClr val="FFD76B"/>
                </a:gs>
                <a:gs pos="100000">
                  <a:srgbClr val="FFEA9F"/>
                </a:gs>
              </a:gsLst>
              <a:lin ang="13500000" scaled="1"/>
            </a:gradFill>
            <a:ln>
              <a:noFill/>
            </a:ln>
            <a:effectLst/>
          </c:spPr>
          <c:invertIfNegative val="0"/>
          <c:cat>
            <c:strRef>
              <c:f>Sheet1!$A$2:$A$4</c:f>
              <c:strCache>
                <c:ptCount val="3"/>
                <c:pt idx="0">
                  <c:v>Category 1</c:v>
                </c:pt>
                <c:pt idx="1">
                  <c:v>Category 2</c:v>
                </c:pt>
                <c:pt idx="2">
                  <c:v>Category 3</c:v>
                </c:pt>
              </c:strCache>
            </c:strRef>
          </c:cat>
          <c:val>
            <c:numRef>
              <c:f>Sheet1!$C$2:$C$4</c:f>
              <c:numCache>
                <c:formatCode>General</c:formatCode>
                <c:ptCount val="3"/>
                <c:pt idx="0">
                  <c:v>2.4</c:v>
                </c:pt>
                <c:pt idx="1">
                  <c:v>4.4000000000000004</c:v>
                </c:pt>
                <c:pt idx="2">
                  <c:v>1.8</c:v>
                </c:pt>
              </c:numCache>
            </c:numRef>
          </c:val>
          <c:extLst>
            <c:ext xmlns:c16="http://schemas.microsoft.com/office/drawing/2014/chart" uri="{C3380CC4-5D6E-409C-BE32-E72D297353CC}">
              <c16:uniqueId val="{00000005-6D55-C546-BD7B-2906555FF1B7}"/>
            </c:ext>
          </c:extLst>
        </c:ser>
        <c:ser>
          <c:idx val="2"/>
          <c:order val="2"/>
          <c:tx>
            <c:strRef>
              <c:f>Sheet1!$D$1</c:f>
              <c:strCache>
                <c:ptCount val="1"/>
                <c:pt idx="0">
                  <c:v>Series 3</c:v>
                </c:pt>
              </c:strCache>
            </c:strRef>
          </c:tx>
          <c:spPr>
            <a:gradFill>
              <a:gsLst>
                <a:gs pos="0">
                  <a:schemeClr val="accent1"/>
                </a:gs>
                <a:gs pos="100000">
                  <a:schemeClr val="accent5"/>
                </a:gs>
              </a:gsLst>
              <a:lin ang="13500000" scaled="1"/>
            </a:gradFill>
            <a:ln>
              <a:noFill/>
            </a:ln>
            <a:effectLst/>
          </c:spPr>
          <c:invertIfNegative val="0"/>
          <c:cat>
            <c:strRef>
              <c:f>Sheet1!$A$2:$A$4</c:f>
              <c:strCache>
                <c:ptCount val="3"/>
                <c:pt idx="0">
                  <c:v>Category 1</c:v>
                </c:pt>
                <c:pt idx="1">
                  <c:v>Category 2</c:v>
                </c:pt>
                <c:pt idx="2">
                  <c:v>Category 3</c:v>
                </c:pt>
              </c:strCache>
            </c:strRef>
          </c:cat>
          <c:val>
            <c:numRef>
              <c:f>Sheet1!$D$2:$D$4</c:f>
              <c:numCache>
                <c:formatCode>General</c:formatCode>
                <c:ptCount val="3"/>
                <c:pt idx="0">
                  <c:v>2</c:v>
                </c:pt>
                <c:pt idx="1">
                  <c:v>2</c:v>
                </c:pt>
                <c:pt idx="2">
                  <c:v>3</c:v>
                </c:pt>
              </c:numCache>
            </c:numRef>
          </c:val>
          <c:extLst>
            <c:ext xmlns:c16="http://schemas.microsoft.com/office/drawing/2014/chart" uri="{C3380CC4-5D6E-409C-BE32-E72D297353CC}">
              <c16:uniqueId val="{00000006-6D55-C546-BD7B-2906555FF1B7}"/>
            </c:ext>
          </c:extLst>
        </c:ser>
        <c:dLbls>
          <c:showLegendKey val="0"/>
          <c:showVal val="0"/>
          <c:showCatName val="0"/>
          <c:showSerName val="0"/>
          <c:showPercent val="0"/>
          <c:showBubbleSize val="0"/>
        </c:dLbls>
        <c:gapWidth val="71"/>
        <c:overlap val="-21"/>
        <c:axId val="1828859056"/>
        <c:axId val="1828860736"/>
      </c:barChart>
      <c:catAx>
        <c:axId val="1828859056"/>
        <c:scaling>
          <c:orientation val="minMax"/>
        </c:scaling>
        <c:delete val="1"/>
        <c:axPos val="b"/>
        <c:numFmt formatCode="General" sourceLinked="1"/>
        <c:majorTickMark val="none"/>
        <c:minorTickMark val="none"/>
        <c:tickLblPos val="nextTo"/>
        <c:crossAx val="1828860736"/>
        <c:crosses val="autoZero"/>
        <c:auto val="1"/>
        <c:lblAlgn val="ctr"/>
        <c:lblOffset val="100"/>
        <c:noMultiLvlLbl val="0"/>
      </c:catAx>
      <c:valAx>
        <c:axId val="1828860736"/>
        <c:scaling>
          <c:orientation val="minMax"/>
        </c:scaling>
        <c:delete val="0"/>
        <c:axPos val="l"/>
        <c:majorGridlines>
          <c:spPr>
            <a:ln w="9525" cap="flat" cmpd="sng" algn="ctr">
              <a:solidFill>
                <a:schemeClr val="bg2"/>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182885905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ln>
              <a:noFill/>
            </a:ln>
          </c:spPr>
          <c:dPt>
            <c:idx val="0"/>
            <c:bubble3D val="0"/>
            <c:explosion val="2"/>
            <c:spPr>
              <a:solidFill>
                <a:schemeClr val="bg1"/>
              </a:solidFill>
              <a:ln w="19050">
                <a:noFill/>
              </a:ln>
              <a:effectLst>
                <a:outerShdw blurRad="825500" dist="1168400" dir="5400000" sx="102000" sy="102000" algn="t" rotWithShape="0">
                  <a:schemeClr val="accent2">
                    <a:alpha val="7000"/>
                  </a:schemeClr>
                </a:outerShdw>
              </a:effectLst>
            </c:spPr>
            <c:extLst>
              <c:ext xmlns:c16="http://schemas.microsoft.com/office/drawing/2014/chart" uri="{C3380CC4-5D6E-409C-BE32-E72D297353CC}">
                <c16:uniqueId val="{00000001-2F12-2D48-83B0-88873D14EC0A}"/>
              </c:ext>
            </c:extLst>
          </c:dPt>
          <c:dPt>
            <c:idx val="1"/>
            <c:bubble3D val="0"/>
            <c:spPr>
              <a:gradFill>
                <a:gsLst>
                  <a:gs pos="0">
                    <a:schemeClr val="accent1"/>
                  </a:gs>
                  <a:gs pos="100000">
                    <a:schemeClr val="accent5"/>
                  </a:gs>
                </a:gsLst>
                <a:lin ang="13500000" scaled="1"/>
              </a:gradFill>
              <a:ln w="19050">
                <a:noFill/>
              </a:ln>
              <a:effectLst/>
            </c:spPr>
            <c:extLst>
              <c:ext xmlns:c16="http://schemas.microsoft.com/office/drawing/2014/chart" uri="{C3380CC4-5D6E-409C-BE32-E72D297353CC}">
                <c16:uniqueId val="{00000003-2F12-2D48-83B0-88873D14EC0A}"/>
              </c:ext>
            </c:extLst>
          </c:dPt>
          <c:dPt>
            <c:idx val="2"/>
            <c:bubble3D val="0"/>
            <c:explosion val="23"/>
            <c:spPr>
              <a:gradFill>
                <a:gsLst>
                  <a:gs pos="0">
                    <a:schemeClr val="tx2">
                      <a:lumMod val="75000"/>
                      <a:lumOff val="25000"/>
                    </a:schemeClr>
                  </a:gs>
                  <a:gs pos="100000">
                    <a:schemeClr val="tx2"/>
                  </a:gs>
                </a:gsLst>
                <a:lin ang="13500000" scaled="1"/>
              </a:gradFill>
              <a:ln w="19050">
                <a:noFill/>
              </a:ln>
              <a:effectLst/>
            </c:spPr>
            <c:extLst>
              <c:ext xmlns:c16="http://schemas.microsoft.com/office/drawing/2014/chart" uri="{C3380CC4-5D6E-409C-BE32-E72D297353CC}">
                <c16:uniqueId val="{00000005-2F12-2D48-83B0-88873D14EC0A}"/>
              </c:ext>
            </c:extLst>
          </c:dPt>
          <c:cat>
            <c:strRef>
              <c:f>Sheet1!$A$2:$A$4</c:f>
              <c:strCache>
                <c:ptCount val="3"/>
                <c:pt idx="0">
                  <c:v>1st Qtr</c:v>
                </c:pt>
                <c:pt idx="1">
                  <c:v>2nd Qtr</c:v>
                </c:pt>
                <c:pt idx="2">
                  <c:v>3rd Qtr</c:v>
                </c:pt>
              </c:strCache>
            </c:strRef>
          </c:cat>
          <c:val>
            <c:numRef>
              <c:f>Sheet1!$B$2:$B$4</c:f>
              <c:numCache>
                <c:formatCode>General</c:formatCode>
                <c:ptCount val="3"/>
                <c:pt idx="0">
                  <c:v>8.1999999999999993</c:v>
                </c:pt>
                <c:pt idx="1">
                  <c:v>3.2</c:v>
                </c:pt>
                <c:pt idx="2">
                  <c:v>1.4</c:v>
                </c:pt>
              </c:numCache>
            </c:numRef>
          </c:val>
          <c:extLst>
            <c:ext xmlns:c16="http://schemas.microsoft.com/office/drawing/2014/chart" uri="{C3380CC4-5D6E-409C-BE32-E72D297353CC}">
              <c16:uniqueId val="{00000006-2F12-2D48-83B0-88873D14EC0A}"/>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74E5E2-DA94-7A45-96C0-125DF50C68B8}" type="datetimeFigureOut">
              <a:t>11/23/20</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0CE5F3-C6F2-0343-A59F-F4F8CFE18741}" type="slidenum">
              <a:rPr lang="en-ID"/>
              <a:t>‹#›</a:t>
            </a:fld>
            <a:endParaRPr/>
          </a:p>
        </p:txBody>
      </p:sp>
    </p:spTree>
    <p:extLst>
      <p:ext uri="{BB962C8B-B14F-4D97-AF65-F5344CB8AC3E}">
        <p14:creationId xmlns:p14="http://schemas.microsoft.com/office/powerpoint/2010/main" val="1784956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5"/>
          </p:nvPr>
        </p:nvSpPr>
        <p:spPr/>
        <p:txBody>
          <a:bodyPr/>
          <a:lstStyle/>
          <a:p>
            <a:fld id="{B00CE5F3-C6F2-0343-A59F-F4F8CFE18741}" type="slidenum">
              <a:rPr lang="en-ID"/>
              <a:t>15</a:t>
            </a:fld>
            <a:endParaRPr lang="en-ID"/>
          </a:p>
        </p:txBody>
      </p:sp>
    </p:spTree>
    <p:extLst>
      <p:ext uri="{BB962C8B-B14F-4D97-AF65-F5344CB8AC3E}">
        <p14:creationId xmlns:p14="http://schemas.microsoft.com/office/powerpoint/2010/main" val="2064097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2E201E6-38FB-0143-8AC7-5BB4E14C8D1D}"/>
              </a:ext>
            </a:extLst>
          </p:cNvPr>
          <p:cNvSpPr>
            <a:spLocks noGrp="1"/>
          </p:cNvSpPr>
          <p:nvPr>
            <p:ph type="pic" sz="quarter" idx="10" hasCustomPrompt="1"/>
          </p:nvPr>
        </p:nvSpPr>
        <p:spPr>
          <a:xfrm>
            <a:off x="0" y="0"/>
            <a:ext cx="24379238" cy="13716000"/>
          </a:xfrm>
          <a:prstGeom prst="rect">
            <a:avLst/>
          </a:prstGeom>
          <a:pattFill prst="pct20">
            <a:fgClr>
              <a:schemeClr val="accent1"/>
            </a:fgClr>
            <a:bgClr>
              <a:schemeClr val="bg1"/>
            </a:bgClr>
          </a:pattFill>
        </p:spPr>
        <p:txBody>
          <a:bodyPr/>
          <a:lstStyle>
            <a:lvl1pPr>
              <a:defRPr sz="4000"/>
            </a:lvl1pPr>
          </a:lstStyle>
          <a:p>
            <a:r>
              <a:rPr lang="en-US" dirty="0"/>
              <a:t>Drag Picture here</a:t>
            </a:r>
          </a:p>
        </p:txBody>
      </p:sp>
    </p:spTree>
    <p:extLst>
      <p:ext uri="{BB962C8B-B14F-4D97-AF65-F5344CB8AC3E}">
        <p14:creationId xmlns:p14="http://schemas.microsoft.com/office/powerpoint/2010/main" val="2173931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_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3634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2E201E6-38FB-0143-8AC7-5BB4E14C8D1D}"/>
              </a:ext>
            </a:extLst>
          </p:cNvPr>
          <p:cNvSpPr>
            <a:spLocks noGrp="1"/>
          </p:cNvSpPr>
          <p:nvPr>
            <p:ph type="pic" sz="quarter" idx="10" hasCustomPrompt="1"/>
          </p:nvPr>
        </p:nvSpPr>
        <p:spPr>
          <a:xfrm>
            <a:off x="0" y="0"/>
            <a:ext cx="24379238" cy="13716000"/>
          </a:xfrm>
          <a:prstGeom prst="rect">
            <a:avLst/>
          </a:prstGeom>
          <a:pattFill prst="pct20">
            <a:fgClr>
              <a:schemeClr val="accent1"/>
            </a:fgClr>
            <a:bgClr>
              <a:schemeClr val="bg1"/>
            </a:bgClr>
          </a:pattFill>
        </p:spPr>
        <p:txBody>
          <a:bodyPr/>
          <a:lstStyle>
            <a:lvl1pPr>
              <a:defRPr sz="4000"/>
            </a:lvl1pPr>
          </a:lstStyle>
          <a:p>
            <a:r>
              <a:rPr lang="en-US" dirty="0"/>
              <a:t>Drag Picture here</a:t>
            </a:r>
          </a:p>
        </p:txBody>
      </p:sp>
    </p:spTree>
    <p:extLst>
      <p:ext uri="{BB962C8B-B14F-4D97-AF65-F5344CB8AC3E}">
        <p14:creationId xmlns:p14="http://schemas.microsoft.com/office/powerpoint/2010/main" val="1667857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Blank_Slide">
    <p:bg>
      <p:bgPr>
        <a:solidFill>
          <a:schemeClr val="accent6"/>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2A09496-BC0C-1943-AB8D-0205C7D5A3DE}"/>
              </a:ext>
            </a:extLst>
          </p:cNvPr>
          <p:cNvSpPr/>
          <p:nvPr userDrawn="1"/>
        </p:nvSpPr>
        <p:spPr>
          <a:xfrm>
            <a:off x="-2193823" y="-1032387"/>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1721875" y="2028518"/>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485468" y="866467"/>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6953578" y="5180985"/>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15575525" y="2670072"/>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18466209" y="1577463"/>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7654261" y="10572135"/>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0477499" y="-3201015"/>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10477499" y="-930992"/>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0E0D6F4D-D73F-C345-8F83-B77170987AFE}"/>
              </a:ext>
            </a:extLst>
          </p:cNvPr>
          <p:cNvSpPr/>
          <p:nvPr userDrawn="1"/>
        </p:nvSpPr>
        <p:spPr>
          <a:xfrm>
            <a:off x="1544406" y="1459477"/>
            <a:ext cx="21290425" cy="10797048"/>
          </a:xfrm>
          <a:prstGeom prst="rect">
            <a:avLst/>
          </a:prstGeom>
          <a:solidFill>
            <a:schemeClr val="bg1">
              <a:alpha val="8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Picture Placeholder 2">
            <a:extLst>
              <a:ext uri="{FF2B5EF4-FFF2-40B4-BE49-F238E27FC236}">
                <a16:creationId xmlns:a16="http://schemas.microsoft.com/office/drawing/2014/main" id="{0E9B1337-B4BD-5F48-A9CA-B3F993B10339}"/>
              </a:ext>
            </a:extLst>
          </p:cNvPr>
          <p:cNvSpPr>
            <a:spLocks noGrp="1"/>
          </p:cNvSpPr>
          <p:nvPr>
            <p:ph type="pic" sz="quarter" idx="10" hasCustomPrompt="1"/>
          </p:nvPr>
        </p:nvSpPr>
        <p:spPr>
          <a:xfrm>
            <a:off x="13142259" y="1459476"/>
            <a:ext cx="9692572" cy="6813754"/>
          </a:xfrm>
          <a:prstGeom prst="rect">
            <a:avLst/>
          </a:prstGeom>
          <a:pattFill prst="pct20">
            <a:fgClr>
              <a:schemeClr val="accent1"/>
            </a:fgClr>
            <a:bgClr>
              <a:schemeClr val="bg1"/>
            </a:bgClr>
          </a:pattFill>
        </p:spPr>
        <p:txBody>
          <a:bodyPr/>
          <a:lstStyle>
            <a:lvl1pPr>
              <a:defRPr sz="4000"/>
            </a:lvl1pPr>
          </a:lstStyle>
          <a:p>
            <a:r>
              <a:rPr lang="en-US" dirty="0"/>
              <a:t>Drag Picture here</a:t>
            </a:r>
          </a:p>
        </p:txBody>
      </p:sp>
    </p:spTree>
    <p:extLst>
      <p:ext uri="{BB962C8B-B14F-4D97-AF65-F5344CB8AC3E}">
        <p14:creationId xmlns:p14="http://schemas.microsoft.com/office/powerpoint/2010/main" val="1869138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Blank_Slide">
    <p:bg>
      <p:bgPr>
        <a:solidFill>
          <a:schemeClr val="accent6"/>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2A09496-BC0C-1943-AB8D-0205C7D5A3DE}"/>
              </a:ext>
            </a:extLst>
          </p:cNvPr>
          <p:cNvSpPr/>
          <p:nvPr userDrawn="1"/>
        </p:nvSpPr>
        <p:spPr>
          <a:xfrm>
            <a:off x="-2023702" y="-2963811"/>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488078" y="7934633"/>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206169" y="10572135"/>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6953578" y="5180985"/>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9405171" y="5110931"/>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21467964" y="10079908"/>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7654261" y="10572135"/>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6174952" y="-2396613"/>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20480496" y="-813005"/>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Picture Placeholder 2">
            <a:extLst>
              <a:ext uri="{FF2B5EF4-FFF2-40B4-BE49-F238E27FC236}">
                <a16:creationId xmlns:a16="http://schemas.microsoft.com/office/drawing/2014/main" id="{0E9B1337-B4BD-5F48-A9CA-B3F993B10339}"/>
              </a:ext>
            </a:extLst>
          </p:cNvPr>
          <p:cNvSpPr>
            <a:spLocks noGrp="1"/>
          </p:cNvSpPr>
          <p:nvPr>
            <p:ph type="pic" sz="quarter" idx="10" hasCustomPrompt="1"/>
          </p:nvPr>
        </p:nvSpPr>
        <p:spPr>
          <a:xfrm>
            <a:off x="12947273" y="5435395"/>
            <a:ext cx="6634557" cy="8261555"/>
          </a:xfrm>
          <a:prstGeom prst="rect">
            <a:avLst/>
          </a:prstGeom>
          <a:pattFill prst="pct20">
            <a:fgClr>
              <a:schemeClr val="accent1"/>
            </a:fgClr>
            <a:bgClr>
              <a:schemeClr val="bg1"/>
            </a:bgClr>
          </a:pattFill>
        </p:spPr>
        <p:txBody>
          <a:bodyPr/>
          <a:lstStyle>
            <a:lvl1pPr>
              <a:defRPr sz="4000"/>
            </a:lvl1pPr>
          </a:lstStyle>
          <a:p>
            <a:r>
              <a:rPr lang="en-US" dirty="0"/>
              <a:t>Drag Picture here</a:t>
            </a:r>
          </a:p>
        </p:txBody>
      </p:sp>
    </p:spTree>
    <p:extLst>
      <p:ext uri="{BB962C8B-B14F-4D97-AF65-F5344CB8AC3E}">
        <p14:creationId xmlns:p14="http://schemas.microsoft.com/office/powerpoint/2010/main" val="2409363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Blank_Slide">
    <p:bg>
      <p:bgPr>
        <a:solidFill>
          <a:schemeClr val="accent6"/>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2A09496-BC0C-1943-AB8D-0205C7D5A3DE}"/>
              </a:ext>
            </a:extLst>
          </p:cNvPr>
          <p:cNvSpPr/>
          <p:nvPr userDrawn="1"/>
        </p:nvSpPr>
        <p:spPr>
          <a:xfrm>
            <a:off x="-2023702" y="-2963811"/>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488078" y="7934633"/>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206169" y="10572135"/>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6953578" y="5180985"/>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9405171" y="5110931"/>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21467964" y="10079908"/>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7654261" y="10572135"/>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6174952" y="-2396613"/>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20480496" y="-813005"/>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Picture Placeholder 2">
            <a:extLst>
              <a:ext uri="{FF2B5EF4-FFF2-40B4-BE49-F238E27FC236}">
                <a16:creationId xmlns:a16="http://schemas.microsoft.com/office/drawing/2014/main" id="{0E9B1337-B4BD-5F48-A9CA-B3F993B10339}"/>
              </a:ext>
            </a:extLst>
          </p:cNvPr>
          <p:cNvSpPr>
            <a:spLocks noGrp="1"/>
          </p:cNvSpPr>
          <p:nvPr>
            <p:ph type="pic" sz="quarter" idx="10" hasCustomPrompt="1"/>
          </p:nvPr>
        </p:nvSpPr>
        <p:spPr>
          <a:xfrm>
            <a:off x="2791326" y="1111353"/>
            <a:ext cx="20261850" cy="4780936"/>
          </a:xfrm>
          <a:prstGeom prst="rect">
            <a:avLst/>
          </a:prstGeom>
          <a:pattFill prst="pct20">
            <a:fgClr>
              <a:schemeClr val="accent1"/>
            </a:fgClr>
            <a:bgClr>
              <a:schemeClr val="bg1"/>
            </a:bgClr>
          </a:pattFill>
        </p:spPr>
        <p:txBody>
          <a:bodyPr/>
          <a:lstStyle>
            <a:lvl1pPr>
              <a:defRPr sz="4000"/>
            </a:lvl1pPr>
          </a:lstStyle>
          <a:p>
            <a:r>
              <a:rPr lang="en-US" dirty="0"/>
              <a:t>Drag Picture here</a:t>
            </a:r>
          </a:p>
        </p:txBody>
      </p:sp>
    </p:spTree>
    <p:extLst>
      <p:ext uri="{BB962C8B-B14F-4D97-AF65-F5344CB8AC3E}">
        <p14:creationId xmlns:p14="http://schemas.microsoft.com/office/powerpoint/2010/main" val="911258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Blank_Slide">
    <p:bg>
      <p:bgPr>
        <a:solidFill>
          <a:schemeClr val="accent6"/>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2A09496-BC0C-1943-AB8D-0205C7D5A3DE}"/>
              </a:ext>
            </a:extLst>
          </p:cNvPr>
          <p:cNvSpPr/>
          <p:nvPr userDrawn="1"/>
        </p:nvSpPr>
        <p:spPr>
          <a:xfrm>
            <a:off x="-2023702" y="-2963811"/>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488078" y="7934633"/>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206169" y="10572135"/>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6953578" y="5180985"/>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9405171" y="5110931"/>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21467964" y="10079908"/>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7654261" y="10572135"/>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6174952" y="-2396613"/>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20480496" y="-813005"/>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Picture Placeholder 2">
            <a:extLst>
              <a:ext uri="{FF2B5EF4-FFF2-40B4-BE49-F238E27FC236}">
                <a16:creationId xmlns:a16="http://schemas.microsoft.com/office/drawing/2014/main" id="{0E9B1337-B4BD-5F48-A9CA-B3F993B10339}"/>
              </a:ext>
            </a:extLst>
          </p:cNvPr>
          <p:cNvSpPr>
            <a:spLocks noGrp="1"/>
          </p:cNvSpPr>
          <p:nvPr>
            <p:ph type="pic" sz="quarter" idx="10" hasCustomPrompt="1"/>
          </p:nvPr>
        </p:nvSpPr>
        <p:spPr>
          <a:xfrm>
            <a:off x="1873201" y="3319669"/>
            <a:ext cx="6388504" cy="8753710"/>
          </a:xfrm>
          <a:prstGeom prst="rect">
            <a:avLst/>
          </a:prstGeom>
          <a:pattFill prst="pct20">
            <a:fgClr>
              <a:schemeClr val="accent1"/>
            </a:fgClr>
            <a:bgClr>
              <a:schemeClr val="bg1"/>
            </a:bgClr>
          </a:pattFill>
        </p:spPr>
        <p:txBody>
          <a:bodyPr/>
          <a:lstStyle>
            <a:lvl1pPr>
              <a:defRPr sz="4000"/>
            </a:lvl1pPr>
          </a:lstStyle>
          <a:p>
            <a:r>
              <a:rPr lang="en-US" dirty="0"/>
              <a:t>Drag Picture here</a:t>
            </a:r>
          </a:p>
        </p:txBody>
      </p:sp>
      <p:sp>
        <p:nvSpPr>
          <p:cNvPr id="12" name="Picture Placeholder 2">
            <a:extLst>
              <a:ext uri="{FF2B5EF4-FFF2-40B4-BE49-F238E27FC236}">
                <a16:creationId xmlns:a16="http://schemas.microsoft.com/office/drawing/2014/main" id="{BE66F968-907E-1147-9F5E-13A648D5665D}"/>
              </a:ext>
            </a:extLst>
          </p:cNvPr>
          <p:cNvSpPr>
            <a:spLocks noGrp="1"/>
          </p:cNvSpPr>
          <p:nvPr>
            <p:ph type="pic" sz="quarter" idx="11" hasCustomPrompt="1"/>
          </p:nvPr>
        </p:nvSpPr>
        <p:spPr>
          <a:xfrm>
            <a:off x="8259755" y="3319669"/>
            <a:ext cx="6388504" cy="8753710"/>
          </a:xfrm>
          <a:prstGeom prst="rect">
            <a:avLst/>
          </a:prstGeom>
          <a:pattFill prst="pct20">
            <a:fgClr>
              <a:schemeClr val="accent1"/>
            </a:fgClr>
            <a:bgClr>
              <a:schemeClr val="bg1"/>
            </a:bgClr>
          </a:pattFill>
        </p:spPr>
        <p:txBody>
          <a:bodyPr/>
          <a:lstStyle>
            <a:lvl1pPr>
              <a:defRPr sz="4000"/>
            </a:lvl1pPr>
          </a:lstStyle>
          <a:p>
            <a:r>
              <a:rPr lang="en-US" dirty="0"/>
              <a:t>Drag Picture here</a:t>
            </a:r>
          </a:p>
        </p:txBody>
      </p:sp>
    </p:spTree>
    <p:extLst>
      <p:ext uri="{BB962C8B-B14F-4D97-AF65-F5344CB8AC3E}">
        <p14:creationId xmlns:p14="http://schemas.microsoft.com/office/powerpoint/2010/main" val="3827057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Blank_Slide">
    <p:bg>
      <p:bgPr>
        <a:solidFill>
          <a:schemeClr val="accent6"/>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2A09496-BC0C-1943-AB8D-0205C7D5A3DE}"/>
              </a:ext>
            </a:extLst>
          </p:cNvPr>
          <p:cNvSpPr/>
          <p:nvPr userDrawn="1"/>
        </p:nvSpPr>
        <p:spPr>
          <a:xfrm>
            <a:off x="-2193823" y="-1032387"/>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1721875" y="2028518"/>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8147254" y="9641143"/>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3551539" y="-4919509"/>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19444118" y="9641143"/>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18780032" y="44245"/>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7654261" y="10572135"/>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7240095" y="9343716"/>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19272914" y="-1866899"/>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Picture Placeholder 2">
            <a:extLst>
              <a:ext uri="{FF2B5EF4-FFF2-40B4-BE49-F238E27FC236}">
                <a16:creationId xmlns:a16="http://schemas.microsoft.com/office/drawing/2014/main" id="{0E9B1337-B4BD-5F48-A9CA-B3F993B10339}"/>
              </a:ext>
            </a:extLst>
          </p:cNvPr>
          <p:cNvSpPr>
            <a:spLocks noGrp="1"/>
          </p:cNvSpPr>
          <p:nvPr>
            <p:ph type="pic" sz="quarter" idx="10" hasCustomPrompt="1"/>
          </p:nvPr>
        </p:nvSpPr>
        <p:spPr>
          <a:xfrm>
            <a:off x="1905000" y="0"/>
            <a:ext cx="8375855" cy="13716000"/>
          </a:xfrm>
          <a:prstGeom prst="rect">
            <a:avLst/>
          </a:prstGeom>
          <a:pattFill prst="pct20">
            <a:fgClr>
              <a:schemeClr val="accent1"/>
            </a:fgClr>
            <a:bgClr>
              <a:schemeClr val="bg1"/>
            </a:bgClr>
          </a:pattFill>
        </p:spPr>
        <p:txBody>
          <a:bodyPr/>
          <a:lstStyle>
            <a:lvl1pPr>
              <a:defRPr sz="4000"/>
            </a:lvl1pPr>
          </a:lstStyle>
          <a:p>
            <a:r>
              <a:rPr lang="en-US" dirty="0"/>
              <a:t>Drag Picture here</a:t>
            </a:r>
          </a:p>
        </p:txBody>
      </p:sp>
    </p:spTree>
    <p:extLst>
      <p:ext uri="{BB962C8B-B14F-4D97-AF65-F5344CB8AC3E}">
        <p14:creationId xmlns:p14="http://schemas.microsoft.com/office/powerpoint/2010/main" val="2137600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Blank_Slide">
    <p:bg>
      <p:bgPr>
        <a:solidFill>
          <a:schemeClr val="accent6"/>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2A09496-BC0C-1943-AB8D-0205C7D5A3DE}"/>
              </a:ext>
            </a:extLst>
          </p:cNvPr>
          <p:cNvSpPr/>
          <p:nvPr userDrawn="1"/>
        </p:nvSpPr>
        <p:spPr>
          <a:xfrm>
            <a:off x="-2193823" y="-1032387"/>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1721875" y="2028518"/>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8147254" y="9641143"/>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3551539" y="-4919509"/>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19444118" y="9641143"/>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18780032" y="44245"/>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7654261" y="10572135"/>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7240095" y="9343716"/>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19272914" y="-1866899"/>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Picture Placeholder 2">
            <a:extLst>
              <a:ext uri="{FF2B5EF4-FFF2-40B4-BE49-F238E27FC236}">
                <a16:creationId xmlns:a16="http://schemas.microsoft.com/office/drawing/2014/main" id="{0E9B1337-B4BD-5F48-A9CA-B3F993B10339}"/>
              </a:ext>
            </a:extLst>
          </p:cNvPr>
          <p:cNvSpPr>
            <a:spLocks noGrp="1"/>
          </p:cNvSpPr>
          <p:nvPr>
            <p:ph type="pic" sz="quarter" idx="10" hasCustomPrompt="1"/>
          </p:nvPr>
        </p:nvSpPr>
        <p:spPr>
          <a:xfrm>
            <a:off x="16046994" y="0"/>
            <a:ext cx="8332244" cy="13715999"/>
          </a:xfrm>
          <a:prstGeom prst="rect">
            <a:avLst/>
          </a:prstGeom>
          <a:pattFill prst="pct20">
            <a:fgClr>
              <a:schemeClr val="accent1"/>
            </a:fgClr>
            <a:bgClr>
              <a:schemeClr val="bg1"/>
            </a:bgClr>
          </a:pattFill>
        </p:spPr>
        <p:txBody>
          <a:bodyPr/>
          <a:lstStyle>
            <a:lvl1pPr>
              <a:defRPr sz="4000"/>
            </a:lvl1pPr>
          </a:lstStyle>
          <a:p>
            <a:r>
              <a:rPr lang="en-US" dirty="0"/>
              <a:t>Drag Picture here</a:t>
            </a:r>
          </a:p>
        </p:txBody>
      </p:sp>
      <p:grpSp>
        <p:nvGrpSpPr>
          <p:cNvPr id="12" name="Group 11">
            <a:extLst>
              <a:ext uri="{FF2B5EF4-FFF2-40B4-BE49-F238E27FC236}">
                <a16:creationId xmlns:a16="http://schemas.microsoft.com/office/drawing/2014/main" id="{9DEA50D0-602D-0349-875B-017E8CD7DA21}"/>
              </a:ext>
            </a:extLst>
          </p:cNvPr>
          <p:cNvGrpSpPr/>
          <p:nvPr userDrawn="1"/>
        </p:nvGrpSpPr>
        <p:grpSpPr>
          <a:xfrm>
            <a:off x="7866646" y="-188959"/>
            <a:ext cx="8645946" cy="13904957"/>
            <a:chOff x="859562" y="6255019"/>
            <a:chExt cx="8645946" cy="13904957"/>
          </a:xfrm>
        </p:grpSpPr>
        <p:sp>
          <p:nvSpPr>
            <p:cNvPr id="13" name="Rectangle 12">
              <a:extLst>
                <a:ext uri="{FF2B5EF4-FFF2-40B4-BE49-F238E27FC236}">
                  <a16:creationId xmlns:a16="http://schemas.microsoft.com/office/drawing/2014/main" id="{63BBE7C8-F49F-D44C-B2A6-4449FFEB25DF}"/>
                </a:ext>
              </a:extLst>
            </p:cNvPr>
            <p:cNvSpPr/>
            <p:nvPr/>
          </p:nvSpPr>
          <p:spPr>
            <a:xfrm>
              <a:off x="2823341" y="6443978"/>
              <a:ext cx="6214512" cy="13715998"/>
            </a:xfrm>
            <a:prstGeom prst="rect">
              <a:avLst/>
            </a:prstGeom>
            <a:gradFill>
              <a:gsLst>
                <a:gs pos="0">
                  <a:schemeClr val="accent1"/>
                </a:gs>
                <a:gs pos="100000">
                  <a:schemeClr val="accent5"/>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Oval 13">
              <a:extLst>
                <a:ext uri="{FF2B5EF4-FFF2-40B4-BE49-F238E27FC236}">
                  <a16:creationId xmlns:a16="http://schemas.microsoft.com/office/drawing/2014/main" id="{AEB4224B-B882-F74A-9090-7C0181046E95}"/>
                </a:ext>
              </a:extLst>
            </p:cNvPr>
            <p:cNvSpPr/>
            <p:nvPr/>
          </p:nvSpPr>
          <p:spPr>
            <a:xfrm>
              <a:off x="4119737" y="7732979"/>
              <a:ext cx="5385771" cy="5385772"/>
            </a:xfrm>
            <a:prstGeom prst="ellipse">
              <a:avLst/>
            </a:prstGeom>
            <a:solidFill>
              <a:schemeClr val="accent4">
                <a:alpha val="64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Oval 14">
              <a:extLst>
                <a:ext uri="{FF2B5EF4-FFF2-40B4-BE49-F238E27FC236}">
                  <a16:creationId xmlns:a16="http://schemas.microsoft.com/office/drawing/2014/main" id="{9D65C9C5-E23A-644F-8A3C-01D1341E81A4}"/>
                </a:ext>
              </a:extLst>
            </p:cNvPr>
            <p:cNvSpPr/>
            <p:nvPr/>
          </p:nvSpPr>
          <p:spPr>
            <a:xfrm>
              <a:off x="859562" y="6255019"/>
              <a:ext cx="3691795" cy="3691796"/>
            </a:xfrm>
            <a:prstGeom prst="ellipse">
              <a:avLst/>
            </a:prstGeom>
            <a:solidFill>
              <a:schemeClr val="accent2">
                <a:alpha val="43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2647563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Blank_Slide">
    <p:bg>
      <p:bgPr>
        <a:solidFill>
          <a:schemeClr val="accent6"/>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2A09496-BC0C-1943-AB8D-0205C7D5A3DE}"/>
              </a:ext>
            </a:extLst>
          </p:cNvPr>
          <p:cNvSpPr/>
          <p:nvPr userDrawn="1"/>
        </p:nvSpPr>
        <p:spPr>
          <a:xfrm>
            <a:off x="-2193823" y="-1032387"/>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1721875" y="2028518"/>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8147254" y="9641143"/>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3551539" y="-4919509"/>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19444118" y="9641143"/>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18780032" y="44245"/>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7654261" y="10572135"/>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7240095" y="9343716"/>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19272914" y="-1866899"/>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Picture Placeholder 2">
            <a:extLst>
              <a:ext uri="{FF2B5EF4-FFF2-40B4-BE49-F238E27FC236}">
                <a16:creationId xmlns:a16="http://schemas.microsoft.com/office/drawing/2014/main" id="{0E9B1337-B4BD-5F48-A9CA-B3F993B10339}"/>
              </a:ext>
            </a:extLst>
          </p:cNvPr>
          <p:cNvSpPr>
            <a:spLocks noGrp="1"/>
          </p:cNvSpPr>
          <p:nvPr>
            <p:ph type="pic" sz="quarter" idx="10" hasCustomPrompt="1"/>
          </p:nvPr>
        </p:nvSpPr>
        <p:spPr>
          <a:xfrm>
            <a:off x="16046994" y="-15128"/>
            <a:ext cx="5826417" cy="6873128"/>
          </a:xfrm>
          <a:prstGeom prst="rect">
            <a:avLst/>
          </a:prstGeom>
          <a:pattFill prst="pct20">
            <a:fgClr>
              <a:schemeClr val="accent1"/>
            </a:fgClr>
            <a:bgClr>
              <a:schemeClr val="bg1"/>
            </a:bgClr>
          </a:pattFill>
        </p:spPr>
        <p:txBody>
          <a:bodyPr/>
          <a:lstStyle>
            <a:lvl1pPr>
              <a:defRPr sz="4000"/>
            </a:lvl1pPr>
          </a:lstStyle>
          <a:p>
            <a:r>
              <a:rPr lang="en-US" dirty="0"/>
              <a:t>Drag Picture here</a:t>
            </a:r>
          </a:p>
        </p:txBody>
      </p:sp>
      <p:sp>
        <p:nvSpPr>
          <p:cNvPr id="13" name="Rectangle 12">
            <a:extLst>
              <a:ext uri="{FF2B5EF4-FFF2-40B4-BE49-F238E27FC236}">
                <a16:creationId xmlns:a16="http://schemas.microsoft.com/office/drawing/2014/main" id="{63BBE7C8-F49F-D44C-B2A6-4449FFEB25DF}"/>
              </a:ext>
            </a:extLst>
          </p:cNvPr>
          <p:cNvSpPr/>
          <p:nvPr/>
        </p:nvSpPr>
        <p:spPr>
          <a:xfrm>
            <a:off x="16046994" y="6829422"/>
            <a:ext cx="5826418" cy="6886578"/>
          </a:xfrm>
          <a:prstGeom prst="rect">
            <a:avLst/>
          </a:prstGeom>
          <a:gradFill>
            <a:gsLst>
              <a:gs pos="0">
                <a:schemeClr val="accent1"/>
              </a:gs>
              <a:gs pos="100000">
                <a:schemeClr val="accent5"/>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Oval 13">
            <a:extLst>
              <a:ext uri="{FF2B5EF4-FFF2-40B4-BE49-F238E27FC236}">
                <a16:creationId xmlns:a16="http://schemas.microsoft.com/office/drawing/2014/main" id="{AEB4224B-B882-F74A-9090-7C0181046E95}"/>
              </a:ext>
            </a:extLst>
          </p:cNvPr>
          <p:cNvSpPr/>
          <p:nvPr/>
        </p:nvSpPr>
        <p:spPr>
          <a:xfrm>
            <a:off x="17328259" y="8118423"/>
            <a:ext cx="5385771" cy="5385772"/>
          </a:xfrm>
          <a:prstGeom prst="ellipse">
            <a:avLst/>
          </a:prstGeom>
          <a:solidFill>
            <a:schemeClr val="accent4">
              <a:alpha val="64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Oval 14">
            <a:extLst>
              <a:ext uri="{FF2B5EF4-FFF2-40B4-BE49-F238E27FC236}">
                <a16:creationId xmlns:a16="http://schemas.microsoft.com/office/drawing/2014/main" id="{9D65C9C5-E23A-644F-8A3C-01D1341E81A4}"/>
              </a:ext>
            </a:extLst>
          </p:cNvPr>
          <p:cNvSpPr/>
          <p:nvPr/>
        </p:nvSpPr>
        <p:spPr>
          <a:xfrm>
            <a:off x="14068084" y="6640463"/>
            <a:ext cx="3691795" cy="3691796"/>
          </a:xfrm>
          <a:prstGeom prst="ellipse">
            <a:avLst/>
          </a:prstGeom>
          <a:solidFill>
            <a:schemeClr val="accent2">
              <a:alpha val="43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Picture Placeholder 2">
            <a:extLst>
              <a:ext uri="{FF2B5EF4-FFF2-40B4-BE49-F238E27FC236}">
                <a16:creationId xmlns:a16="http://schemas.microsoft.com/office/drawing/2014/main" id="{AAD44047-3A9D-A64D-9561-DF327D9C5009}"/>
              </a:ext>
            </a:extLst>
          </p:cNvPr>
          <p:cNvSpPr>
            <a:spLocks noGrp="1"/>
          </p:cNvSpPr>
          <p:nvPr>
            <p:ph type="pic" sz="quarter" idx="11" hasCustomPrompt="1"/>
          </p:nvPr>
        </p:nvSpPr>
        <p:spPr>
          <a:xfrm>
            <a:off x="10220576" y="6829422"/>
            <a:ext cx="5826417" cy="6886578"/>
          </a:xfrm>
          <a:prstGeom prst="rect">
            <a:avLst/>
          </a:prstGeom>
          <a:pattFill prst="pct20">
            <a:fgClr>
              <a:schemeClr val="accent1"/>
            </a:fgClr>
            <a:bgClr>
              <a:schemeClr val="bg1"/>
            </a:bgClr>
          </a:pattFill>
        </p:spPr>
        <p:txBody>
          <a:bodyPr/>
          <a:lstStyle>
            <a:lvl1pPr>
              <a:defRPr sz="4000"/>
            </a:lvl1pPr>
          </a:lstStyle>
          <a:p>
            <a:r>
              <a:rPr lang="en-US" dirty="0"/>
              <a:t>Drag Picture here</a:t>
            </a:r>
          </a:p>
        </p:txBody>
      </p:sp>
    </p:spTree>
    <p:extLst>
      <p:ext uri="{BB962C8B-B14F-4D97-AF65-F5344CB8AC3E}">
        <p14:creationId xmlns:p14="http://schemas.microsoft.com/office/powerpoint/2010/main" val="1252229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_Blank_Slide">
    <p:bg>
      <p:bgPr>
        <a:solidFill>
          <a:schemeClr val="accent6"/>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2A09496-BC0C-1943-AB8D-0205C7D5A3DE}"/>
              </a:ext>
            </a:extLst>
          </p:cNvPr>
          <p:cNvSpPr/>
          <p:nvPr userDrawn="1"/>
        </p:nvSpPr>
        <p:spPr>
          <a:xfrm>
            <a:off x="-2193823" y="-1032387"/>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1721875" y="2028518"/>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8147254" y="9641143"/>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3551539" y="-4919509"/>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19444118" y="9641143"/>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18780032" y="44245"/>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7654261" y="10572135"/>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7240095" y="9343716"/>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19272914" y="-1866899"/>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ounded Rectangle 11">
            <a:extLst>
              <a:ext uri="{FF2B5EF4-FFF2-40B4-BE49-F238E27FC236}">
                <a16:creationId xmlns:a16="http://schemas.microsoft.com/office/drawing/2014/main" id="{3D34C10D-7BE7-BE45-B375-0BCF6FA94941}"/>
              </a:ext>
            </a:extLst>
          </p:cNvPr>
          <p:cNvSpPr/>
          <p:nvPr userDrawn="1"/>
        </p:nvSpPr>
        <p:spPr>
          <a:xfrm>
            <a:off x="1642447" y="2225911"/>
            <a:ext cx="21094344" cy="10123568"/>
          </a:xfrm>
          <a:prstGeom prst="roundRect">
            <a:avLst>
              <a:gd name="adj" fmla="val 12001"/>
            </a:avLst>
          </a:prstGeom>
          <a:solidFill>
            <a:schemeClr val="bg1">
              <a:alpha val="8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Picture Placeholder 2">
            <a:extLst>
              <a:ext uri="{FF2B5EF4-FFF2-40B4-BE49-F238E27FC236}">
                <a16:creationId xmlns:a16="http://schemas.microsoft.com/office/drawing/2014/main" id="{0E9B1337-B4BD-5F48-A9CA-B3F993B10339}"/>
              </a:ext>
            </a:extLst>
          </p:cNvPr>
          <p:cNvSpPr>
            <a:spLocks noGrp="1"/>
          </p:cNvSpPr>
          <p:nvPr>
            <p:ph type="pic" sz="quarter" idx="10" hasCustomPrompt="1"/>
          </p:nvPr>
        </p:nvSpPr>
        <p:spPr>
          <a:xfrm>
            <a:off x="15180180" y="3247401"/>
            <a:ext cx="6323854" cy="8080588"/>
          </a:xfrm>
          <a:prstGeom prst="roundRect">
            <a:avLst>
              <a:gd name="adj" fmla="val 14003"/>
            </a:avLst>
          </a:prstGeom>
          <a:pattFill prst="pct20">
            <a:fgClr>
              <a:schemeClr val="accent1"/>
            </a:fgClr>
            <a:bgClr>
              <a:schemeClr val="bg1"/>
            </a:bgClr>
          </a:pattFill>
          <a:effectLst>
            <a:outerShdw blurRad="495300" dist="38100" dir="2700000" sx="102000" sy="102000" algn="tl" rotWithShape="0">
              <a:schemeClr val="accent5">
                <a:alpha val="13000"/>
              </a:schemeClr>
            </a:outerShdw>
          </a:effectLst>
        </p:spPr>
        <p:txBody>
          <a:bodyPr/>
          <a:lstStyle>
            <a:lvl1pPr>
              <a:defRPr sz="4000"/>
            </a:lvl1pPr>
          </a:lstStyle>
          <a:p>
            <a:r>
              <a:rPr lang="en-US" dirty="0"/>
              <a:t>Drag Picture here</a:t>
            </a:r>
          </a:p>
        </p:txBody>
      </p:sp>
    </p:spTree>
    <p:extLst>
      <p:ext uri="{BB962C8B-B14F-4D97-AF65-F5344CB8AC3E}">
        <p14:creationId xmlns:p14="http://schemas.microsoft.com/office/powerpoint/2010/main" val="3614100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Blank_Slide">
    <p:bg>
      <p:bgPr>
        <a:solidFill>
          <a:schemeClr val="accent6"/>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2A09496-BC0C-1943-AB8D-0205C7D5A3DE}"/>
              </a:ext>
            </a:extLst>
          </p:cNvPr>
          <p:cNvSpPr/>
          <p:nvPr userDrawn="1"/>
        </p:nvSpPr>
        <p:spPr>
          <a:xfrm>
            <a:off x="-2193823" y="-1032387"/>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1721875" y="2028518"/>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485468" y="866467"/>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6953578" y="5180985"/>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15575525" y="2670072"/>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18466209" y="1577463"/>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7654261" y="10572135"/>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0477499" y="-3201015"/>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10477499" y="-930992"/>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Picture Placeholder 2">
            <a:extLst>
              <a:ext uri="{FF2B5EF4-FFF2-40B4-BE49-F238E27FC236}">
                <a16:creationId xmlns:a16="http://schemas.microsoft.com/office/drawing/2014/main" id="{0E9B1337-B4BD-5F48-A9CA-B3F993B10339}"/>
              </a:ext>
            </a:extLst>
          </p:cNvPr>
          <p:cNvSpPr>
            <a:spLocks noGrp="1"/>
          </p:cNvSpPr>
          <p:nvPr>
            <p:ph type="pic" sz="quarter" idx="10" hasCustomPrompt="1"/>
          </p:nvPr>
        </p:nvSpPr>
        <p:spPr>
          <a:xfrm>
            <a:off x="12845803" y="2339421"/>
            <a:ext cx="4445451" cy="4445451"/>
          </a:xfrm>
          <a:prstGeom prst="ellipse">
            <a:avLst/>
          </a:prstGeom>
          <a:pattFill prst="pct20">
            <a:fgClr>
              <a:schemeClr val="accent1"/>
            </a:fgClr>
            <a:bgClr>
              <a:schemeClr val="bg1"/>
            </a:bgClr>
          </a:pattFill>
          <a:effectLst>
            <a:outerShdw blurRad="1079500" dist="266700" dir="2700000" sx="103000" sy="103000" algn="tl" rotWithShape="0">
              <a:schemeClr val="accent1">
                <a:alpha val="17000"/>
              </a:schemeClr>
            </a:outerShdw>
          </a:effectLst>
        </p:spPr>
        <p:txBody>
          <a:bodyPr/>
          <a:lstStyle>
            <a:lvl1pPr>
              <a:defRPr sz="4000"/>
            </a:lvl1pPr>
          </a:lstStyle>
          <a:p>
            <a:r>
              <a:rPr lang="en-US" dirty="0"/>
              <a:t>Drag Picture here</a:t>
            </a:r>
          </a:p>
        </p:txBody>
      </p:sp>
      <p:sp>
        <p:nvSpPr>
          <p:cNvPr id="13" name="Picture Placeholder 2">
            <a:extLst>
              <a:ext uri="{FF2B5EF4-FFF2-40B4-BE49-F238E27FC236}">
                <a16:creationId xmlns:a16="http://schemas.microsoft.com/office/drawing/2014/main" id="{EF678A1A-79CA-1F48-A41A-FCADC7A87AC0}"/>
              </a:ext>
            </a:extLst>
          </p:cNvPr>
          <p:cNvSpPr>
            <a:spLocks noGrp="1"/>
          </p:cNvSpPr>
          <p:nvPr>
            <p:ph type="pic" sz="quarter" idx="12" hasCustomPrompt="1"/>
          </p:nvPr>
        </p:nvSpPr>
        <p:spPr>
          <a:xfrm>
            <a:off x="13105939" y="10096688"/>
            <a:ext cx="2604858" cy="2604858"/>
          </a:xfrm>
          <a:prstGeom prst="ellipse">
            <a:avLst/>
          </a:prstGeom>
          <a:pattFill prst="pct20">
            <a:fgClr>
              <a:schemeClr val="accent1"/>
            </a:fgClr>
            <a:bgClr>
              <a:schemeClr val="bg1"/>
            </a:bgClr>
          </a:pattFill>
          <a:effectLst>
            <a:outerShdw blurRad="889000" dist="38100" dir="8100000" sx="104000" sy="104000" algn="tr" rotWithShape="0">
              <a:schemeClr val="accent5">
                <a:alpha val="25000"/>
              </a:schemeClr>
            </a:outerShdw>
          </a:effectLst>
        </p:spPr>
        <p:txBody>
          <a:bodyPr/>
          <a:lstStyle>
            <a:lvl1pPr>
              <a:defRPr sz="4000"/>
            </a:lvl1pPr>
          </a:lstStyle>
          <a:p>
            <a:r>
              <a:rPr lang="en-US" dirty="0"/>
              <a:t>Drag Picture here</a:t>
            </a:r>
          </a:p>
        </p:txBody>
      </p:sp>
      <p:sp>
        <p:nvSpPr>
          <p:cNvPr id="14" name="Picture Placeholder 2">
            <a:extLst>
              <a:ext uri="{FF2B5EF4-FFF2-40B4-BE49-F238E27FC236}">
                <a16:creationId xmlns:a16="http://schemas.microsoft.com/office/drawing/2014/main" id="{7AE56A0F-B5ED-3B40-B624-E49291E9844F}"/>
              </a:ext>
            </a:extLst>
          </p:cNvPr>
          <p:cNvSpPr>
            <a:spLocks noGrp="1"/>
          </p:cNvSpPr>
          <p:nvPr>
            <p:ph type="pic" sz="quarter" idx="13" hasCustomPrompt="1"/>
          </p:nvPr>
        </p:nvSpPr>
        <p:spPr>
          <a:xfrm>
            <a:off x="19030939" y="7966450"/>
            <a:ext cx="2604858" cy="2604858"/>
          </a:xfrm>
          <a:prstGeom prst="ellipse">
            <a:avLst/>
          </a:prstGeom>
          <a:pattFill prst="pct20">
            <a:fgClr>
              <a:schemeClr val="accent1"/>
            </a:fgClr>
            <a:bgClr>
              <a:schemeClr val="bg1"/>
            </a:bgClr>
          </a:pattFill>
        </p:spPr>
        <p:txBody>
          <a:bodyPr/>
          <a:lstStyle>
            <a:lvl1pPr>
              <a:defRPr sz="4000"/>
            </a:lvl1pPr>
          </a:lstStyle>
          <a:p>
            <a:r>
              <a:rPr lang="en-US" dirty="0"/>
              <a:t>Drag Picture here</a:t>
            </a:r>
          </a:p>
        </p:txBody>
      </p:sp>
      <p:sp>
        <p:nvSpPr>
          <p:cNvPr id="15" name="Picture Placeholder 2">
            <a:extLst>
              <a:ext uri="{FF2B5EF4-FFF2-40B4-BE49-F238E27FC236}">
                <a16:creationId xmlns:a16="http://schemas.microsoft.com/office/drawing/2014/main" id="{3031D337-C7C9-A540-BADE-8B24FC4A569A}"/>
              </a:ext>
            </a:extLst>
          </p:cNvPr>
          <p:cNvSpPr>
            <a:spLocks noGrp="1"/>
          </p:cNvSpPr>
          <p:nvPr>
            <p:ph type="pic" sz="quarter" idx="14" hasCustomPrompt="1"/>
          </p:nvPr>
        </p:nvSpPr>
        <p:spPr>
          <a:xfrm>
            <a:off x="18398763" y="1459476"/>
            <a:ext cx="1934605" cy="1934605"/>
          </a:xfrm>
          <a:prstGeom prst="ellipse">
            <a:avLst/>
          </a:prstGeom>
          <a:pattFill prst="pct20">
            <a:fgClr>
              <a:schemeClr val="accent1"/>
            </a:fgClr>
            <a:bgClr>
              <a:schemeClr val="bg1"/>
            </a:bgClr>
          </a:pattFill>
          <a:effectLst>
            <a:outerShdw blurRad="800100" dist="38100" dir="2700000" sx="107000" sy="107000" algn="tl" rotWithShape="0">
              <a:schemeClr val="accent3">
                <a:lumMod val="75000"/>
                <a:alpha val="14000"/>
              </a:schemeClr>
            </a:outerShdw>
          </a:effectLst>
        </p:spPr>
        <p:txBody>
          <a:bodyPr/>
          <a:lstStyle>
            <a:lvl1pPr>
              <a:defRPr sz="4000"/>
            </a:lvl1pPr>
          </a:lstStyle>
          <a:p>
            <a:r>
              <a:rPr lang="en-US" dirty="0"/>
              <a:t>Drag Picture here</a:t>
            </a:r>
          </a:p>
        </p:txBody>
      </p:sp>
      <p:sp>
        <p:nvSpPr>
          <p:cNvPr id="16" name="Picture Placeholder 2">
            <a:extLst>
              <a:ext uri="{FF2B5EF4-FFF2-40B4-BE49-F238E27FC236}">
                <a16:creationId xmlns:a16="http://schemas.microsoft.com/office/drawing/2014/main" id="{9B05EB92-1E17-AA4A-931E-AEC6B4DC9232}"/>
              </a:ext>
            </a:extLst>
          </p:cNvPr>
          <p:cNvSpPr>
            <a:spLocks noGrp="1"/>
          </p:cNvSpPr>
          <p:nvPr>
            <p:ph type="pic" sz="quarter" idx="15" hasCustomPrompt="1"/>
          </p:nvPr>
        </p:nvSpPr>
        <p:spPr>
          <a:xfrm>
            <a:off x="3676856" y="861226"/>
            <a:ext cx="2162960" cy="2162960"/>
          </a:xfrm>
          <a:prstGeom prst="ellipse">
            <a:avLst/>
          </a:prstGeom>
          <a:pattFill prst="pct20">
            <a:fgClr>
              <a:schemeClr val="accent1"/>
            </a:fgClr>
            <a:bgClr>
              <a:schemeClr val="bg1"/>
            </a:bgClr>
          </a:pattFill>
        </p:spPr>
        <p:txBody>
          <a:bodyPr/>
          <a:lstStyle>
            <a:lvl1pPr>
              <a:defRPr sz="4000"/>
            </a:lvl1pPr>
          </a:lstStyle>
          <a:p>
            <a:r>
              <a:rPr lang="en-US" dirty="0"/>
              <a:t>Drag Picture here</a:t>
            </a:r>
          </a:p>
        </p:txBody>
      </p:sp>
    </p:spTree>
    <p:extLst>
      <p:ext uri="{BB962C8B-B14F-4D97-AF65-F5344CB8AC3E}">
        <p14:creationId xmlns:p14="http://schemas.microsoft.com/office/powerpoint/2010/main" val="2139170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Blank_Slide">
    <p:bg>
      <p:bgPr>
        <a:solidFill>
          <a:schemeClr val="accent6"/>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2A09496-BC0C-1943-AB8D-0205C7D5A3DE}"/>
              </a:ext>
            </a:extLst>
          </p:cNvPr>
          <p:cNvSpPr/>
          <p:nvPr userDrawn="1"/>
        </p:nvSpPr>
        <p:spPr>
          <a:xfrm>
            <a:off x="-2193823" y="-1032387"/>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1721875" y="2028518"/>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485468" y="866467"/>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6953578" y="5180985"/>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15575525" y="2670072"/>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18466209" y="1577463"/>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7654261" y="10572135"/>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0477499" y="-3201015"/>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10477499" y="-930992"/>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427837B8-22B8-9B4E-92E1-AFD500395257}"/>
              </a:ext>
            </a:extLst>
          </p:cNvPr>
          <p:cNvSpPr/>
          <p:nvPr userDrawn="1"/>
        </p:nvSpPr>
        <p:spPr>
          <a:xfrm>
            <a:off x="1642447" y="1471992"/>
            <a:ext cx="21094344" cy="10772016"/>
          </a:xfrm>
          <a:prstGeom prst="rect">
            <a:avLst/>
          </a:prstGeom>
          <a:solidFill>
            <a:schemeClr val="bg1">
              <a:alpha val="8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Picture Placeholder 2">
            <a:extLst>
              <a:ext uri="{FF2B5EF4-FFF2-40B4-BE49-F238E27FC236}">
                <a16:creationId xmlns:a16="http://schemas.microsoft.com/office/drawing/2014/main" id="{0E9B1337-B4BD-5F48-A9CA-B3F993B10339}"/>
              </a:ext>
            </a:extLst>
          </p:cNvPr>
          <p:cNvSpPr>
            <a:spLocks noGrp="1"/>
          </p:cNvSpPr>
          <p:nvPr>
            <p:ph type="pic" sz="quarter" idx="10" hasCustomPrompt="1"/>
          </p:nvPr>
        </p:nvSpPr>
        <p:spPr>
          <a:xfrm>
            <a:off x="2952751" y="1471992"/>
            <a:ext cx="4605890" cy="6578395"/>
          </a:xfrm>
          <a:prstGeom prst="rect">
            <a:avLst/>
          </a:prstGeom>
          <a:pattFill prst="pct20">
            <a:fgClr>
              <a:schemeClr val="accent1"/>
            </a:fgClr>
            <a:bgClr>
              <a:schemeClr val="bg1"/>
            </a:bgClr>
          </a:pattFill>
        </p:spPr>
        <p:txBody>
          <a:bodyPr/>
          <a:lstStyle>
            <a:lvl1pPr>
              <a:defRPr sz="4000"/>
            </a:lvl1pPr>
          </a:lstStyle>
          <a:p>
            <a:r>
              <a:rPr lang="en-US" dirty="0"/>
              <a:t>Drag Picture here</a:t>
            </a:r>
          </a:p>
        </p:txBody>
      </p:sp>
      <p:sp>
        <p:nvSpPr>
          <p:cNvPr id="13" name="Picture Placeholder 2">
            <a:extLst>
              <a:ext uri="{FF2B5EF4-FFF2-40B4-BE49-F238E27FC236}">
                <a16:creationId xmlns:a16="http://schemas.microsoft.com/office/drawing/2014/main" id="{12A92E28-81E5-824E-A98E-30B6075EEB18}"/>
              </a:ext>
            </a:extLst>
          </p:cNvPr>
          <p:cNvSpPr>
            <a:spLocks noGrp="1"/>
          </p:cNvSpPr>
          <p:nvPr>
            <p:ph type="pic" sz="quarter" idx="11" hasCustomPrompt="1"/>
          </p:nvPr>
        </p:nvSpPr>
        <p:spPr>
          <a:xfrm>
            <a:off x="20335461" y="3803241"/>
            <a:ext cx="2401330" cy="6109519"/>
          </a:xfrm>
          <a:prstGeom prst="rect">
            <a:avLst/>
          </a:prstGeom>
          <a:pattFill prst="pct20">
            <a:fgClr>
              <a:schemeClr val="accent1"/>
            </a:fgClr>
            <a:bgClr>
              <a:schemeClr val="bg1"/>
            </a:bgClr>
          </a:pattFill>
        </p:spPr>
        <p:txBody>
          <a:bodyPr/>
          <a:lstStyle>
            <a:lvl1pPr>
              <a:defRPr sz="4000"/>
            </a:lvl1pPr>
          </a:lstStyle>
          <a:p>
            <a:r>
              <a:rPr lang="en-US" dirty="0"/>
              <a:t>Drag Picture here</a:t>
            </a:r>
          </a:p>
        </p:txBody>
      </p:sp>
      <p:sp>
        <p:nvSpPr>
          <p:cNvPr id="15" name="Rectangle 14">
            <a:extLst>
              <a:ext uri="{FF2B5EF4-FFF2-40B4-BE49-F238E27FC236}">
                <a16:creationId xmlns:a16="http://schemas.microsoft.com/office/drawing/2014/main" id="{6ED5FB40-4B83-D24E-957A-AF72373837BC}"/>
              </a:ext>
            </a:extLst>
          </p:cNvPr>
          <p:cNvSpPr/>
          <p:nvPr userDrawn="1"/>
        </p:nvSpPr>
        <p:spPr>
          <a:xfrm>
            <a:off x="20335461" y="9912760"/>
            <a:ext cx="2401330" cy="2331248"/>
          </a:xfrm>
          <a:prstGeom prst="rect">
            <a:avLst/>
          </a:prstGeom>
          <a:gradFill>
            <a:gsLst>
              <a:gs pos="0">
                <a:schemeClr val="accent1"/>
              </a:gs>
              <a:gs pos="100000">
                <a:schemeClr val="accent5"/>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Oval 15">
            <a:extLst>
              <a:ext uri="{FF2B5EF4-FFF2-40B4-BE49-F238E27FC236}">
                <a16:creationId xmlns:a16="http://schemas.microsoft.com/office/drawing/2014/main" id="{CED4E731-48E3-9A4F-AD4E-F92583E0B3AD}"/>
              </a:ext>
            </a:extLst>
          </p:cNvPr>
          <p:cNvSpPr/>
          <p:nvPr userDrawn="1"/>
        </p:nvSpPr>
        <p:spPr>
          <a:xfrm>
            <a:off x="20763269" y="10286318"/>
            <a:ext cx="1892778" cy="1892778"/>
          </a:xfrm>
          <a:prstGeom prst="ellipse">
            <a:avLst/>
          </a:prstGeom>
          <a:solidFill>
            <a:schemeClr val="accent4">
              <a:alpha val="64000"/>
            </a:schemeClr>
          </a:solidFill>
          <a:ln>
            <a:noFill/>
          </a:ln>
          <a:effectLst>
            <a:softEdge rad="508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3412158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5_Blank_Slide">
    <p:bg>
      <p:bgPr>
        <a:solidFill>
          <a:schemeClr val="accent6"/>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2A09496-BC0C-1943-AB8D-0205C7D5A3DE}"/>
              </a:ext>
            </a:extLst>
          </p:cNvPr>
          <p:cNvSpPr/>
          <p:nvPr userDrawn="1"/>
        </p:nvSpPr>
        <p:spPr>
          <a:xfrm>
            <a:off x="-2193823" y="-1032387"/>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1721875" y="2028518"/>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485468" y="866467"/>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6953578" y="5180985"/>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15575525" y="2670072"/>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18466209" y="1577463"/>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7654261" y="10572135"/>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0477499" y="-3201015"/>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10477499" y="-930992"/>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427837B8-22B8-9B4E-92E1-AFD500395257}"/>
              </a:ext>
            </a:extLst>
          </p:cNvPr>
          <p:cNvSpPr/>
          <p:nvPr userDrawn="1"/>
        </p:nvSpPr>
        <p:spPr>
          <a:xfrm>
            <a:off x="1642447" y="1471992"/>
            <a:ext cx="21094344" cy="10772016"/>
          </a:xfrm>
          <a:prstGeom prst="rect">
            <a:avLst/>
          </a:prstGeom>
          <a:solidFill>
            <a:schemeClr val="bg1">
              <a:alpha val="8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3982027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Blank_Slide">
    <p:bg>
      <p:bgPr>
        <a:solidFill>
          <a:schemeClr val="accent6"/>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2A09496-BC0C-1943-AB8D-0205C7D5A3DE}"/>
              </a:ext>
            </a:extLst>
          </p:cNvPr>
          <p:cNvSpPr/>
          <p:nvPr userDrawn="1"/>
        </p:nvSpPr>
        <p:spPr>
          <a:xfrm>
            <a:off x="-2193823" y="-1032387"/>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0" y="-3221602"/>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19834736" y="185276"/>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6131807" y="7552564"/>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14278281" y="8321164"/>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8221376" y="10309122"/>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15151356" y="-2540411"/>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542582" y="9668183"/>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1542582" y="11938206"/>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ounded Rectangle 11">
            <a:extLst>
              <a:ext uri="{FF2B5EF4-FFF2-40B4-BE49-F238E27FC236}">
                <a16:creationId xmlns:a16="http://schemas.microsoft.com/office/drawing/2014/main" id="{CAB0A43D-3E46-DC47-A35C-4F6AB2CEC223}"/>
              </a:ext>
            </a:extLst>
          </p:cNvPr>
          <p:cNvSpPr/>
          <p:nvPr userDrawn="1"/>
        </p:nvSpPr>
        <p:spPr>
          <a:xfrm>
            <a:off x="2329512" y="1796215"/>
            <a:ext cx="7231400" cy="10123568"/>
          </a:xfrm>
          <a:prstGeom prst="roundRect">
            <a:avLst>
              <a:gd name="adj" fmla="val 5821"/>
            </a:avLst>
          </a:prstGeom>
          <a:solidFill>
            <a:schemeClr val="bg1">
              <a:alpha val="8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Picture Placeholder 2">
            <a:extLst>
              <a:ext uri="{FF2B5EF4-FFF2-40B4-BE49-F238E27FC236}">
                <a16:creationId xmlns:a16="http://schemas.microsoft.com/office/drawing/2014/main" id="{0E9B1337-B4BD-5F48-A9CA-B3F993B10339}"/>
              </a:ext>
            </a:extLst>
          </p:cNvPr>
          <p:cNvSpPr>
            <a:spLocks noGrp="1"/>
          </p:cNvSpPr>
          <p:nvPr>
            <p:ph type="pic" sz="quarter" idx="10" hasCustomPrompt="1"/>
          </p:nvPr>
        </p:nvSpPr>
        <p:spPr>
          <a:xfrm>
            <a:off x="4038070" y="3259336"/>
            <a:ext cx="3814285" cy="3814285"/>
          </a:xfrm>
          <a:prstGeom prst="ellipse">
            <a:avLst/>
          </a:prstGeom>
          <a:pattFill prst="pct20">
            <a:fgClr>
              <a:schemeClr val="accent1"/>
            </a:fgClr>
            <a:bgClr>
              <a:schemeClr val="bg1"/>
            </a:bgClr>
          </a:pattFill>
        </p:spPr>
        <p:txBody>
          <a:bodyPr/>
          <a:lstStyle>
            <a:lvl1pPr>
              <a:defRPr sz="4000"/>
            </a:lvl1pPr>
          </a:lstStyle>
          <a:p>
            <a:r>
              <a:rPr lang="en-US" dirty="0"/>
              <a:t>Drag Picture here</a:t>
            </a:r>
          </a:p>
        </p:txBody>
      </p:sp>
    </p:spTree>
    <p:extLst>
      <p:ext uri="{BB962C8B-B14F-4D97-AF65-F5344CB8AC3E}">
        <p14:creationId xmlns:p14="http://schemas.microsoft.com/office/powerpoint/2010/main" val="3432716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3_Blank_Slide">
    <p:bg>
      <p:bgPr>
        <a:solidFill>
          <a:schemeClr val="accent6"/>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2A09496-BC0C-1943-AB8D-0205C7D5A3DE}"/>
              </a:ext>
            </a:extLst>
          </p:cNvPr>
          <p:cNvSpPr/>
          <p:nvPr userDrawn="1"/>
        </p:nvSpPr>
        <p:spPr>
          <a:xfrm>
            <a:off x="-2193823" y="-1032387"/>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0" y="-3221602"/>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19834736" y="185276"/>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6131807" y="7552564"/>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14278281" y="8321164"/>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8221376" y="10309122"/>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15151356" y="-2540411"/>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542582" y="9668183"/>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1542582" y="11938206"/>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2">
            <a:extLst>
              <a:ext uri="{FF2B5EF4-FFF2-40B4-BE49-F238E27FC236}">
                <a16:creationId xmlns:a16="http://schemas.microsoft.com/office/drawing/2014/main" id="{5540941C-92DB-564F-BD89-2FAF21099B37}"/>
              </a:ext>
            </a:extLst>
          </p:cNvPr>
          <p:cNvSpPr>
            <a:spLocks noGrp="1"/>
          </p:cNvSpPr>
          <p:nvPr>
            <p:ph type="pic" sz="quarter" idx="10" hasCustomPrompt="1"/>
          </p:nvPr>
        </p:nvSpPr>
        <p:spPr>
          <a:xfrm>
            <a:off x="0" y="0"/>
            <a:ext cx="24379238" cy="9660835"/>
          </a:xfrm>
          <a:prstGeom prst="rect">
            <a:avLst/>
          </a:prstGeom>
          <a:pattFill prst="pct20">
            <a:fgClr>
              <a:schemeClr val="accent1"/>
            </a:fgClr>
            <a:bgClr>
              <a:schemeClr val="bg1"/>
            </a:bgClr>
          </a:pattFill>
        </p:spPr>
        <p:txBody>
          <a:bodyPr/>
          <a:lstStyle>
            <a:lvl1pPr>
              <a:defRPr sz="4000"/>
            </a:lvl1pPr>
          </a:lstStyle>
          <a:p>
            <a:r>
              <a:rPr lang="en-US" dirty="0"/>
              <a:t>Drag Picture here</a:t>
            </a:r>
          </a:p>
        </p:txBody>
      </p:sp>
    </p:spTree>
    <p:extLst>
      <p:ext uri="{BB962C8B-B14F-4D97-AF65-F5344CB8AC3E}">
        <p14:creationId xmlns:p14="http://schemas.microsoft.com/office/powerpoint/2010/main" val="29605254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4_Blank_Slide">
    <p:bg>
      <p:bgPr>
        <a:solidFill>
          <a:schemeClr val="accent6"/>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2A09496-BC0C-1943-AB8D-0205C7D5A3DE}"/>
              </a:ext>
            </a:extLst>
          </p:cNvPr>
          <p:cNvSpPr/>
          <p:nvPr userDrawn="1"/>
        </p:nvSpPr>
        <p:spPr>
          <a:xfrm>
            <a:off x="-2193823" y="-1032387"/>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0" y="-3221602"/>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19834736" y="185276"/>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6131807" y="7552564"/>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14278281" y="8321164"/>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8221376" y="10309122"/>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15151356" y="-2540411"/>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542582" y="9668183"/>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1542582" y="11938206"/>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2">
            <a:extLst>
              <a:ext uri="{FF2B5EF4-FFF2-40B4-BE49-F238E27FC236}">
                <a16:creationId xmlns:a16="http://schemas.microsoft.com/office/drawing/2014/main" id="{5540941C-92DB-564F-BD89-2FAF21099B37}"/>
              </a:ext>
            </a:extLst>
          </p:cNvPr>
          <p:cNvSpPr>
            <a:spLocks noGrp="1"/>
          </p:cNvSpPr>
          <p:nvPr>
            <p:ph type="pic" sz="quarter" idx="10" hasCustomPrompt="1"/>
          </p:nvPr>
        </p:nvSpPr>
        <p:spPr>
          <a:xfrm>
            <a:off x="0" y="0"/>
            <a:ext cx="8221376" cy="11191461"/>
          </a:xfrm>
          <a:prstGeom prst="rect">
            <a:avLst/>
          </a:prstGeom>
          <a:pattFill prst="pct20">
            <a:fgClr>
              <a:schemeClr val="accent1"/>
            </a:fgClr>
            <a:bgClr>
              <a:schemeClr val="bg1"/>
            </a:bgClr>
          </a:pattFill>
        </p:spPr>
        <p:txBody>
          <a:bodyPr/>
          <a:lstStyle>
            <a:lvl1pPr>
              <a:defRPr sz="4000"/>
            </a:lvl1pPr>
          </a:lstStyle>
          <a:p>
            <a:r>
              <a:rPr lang="en-US" dirty="0"/>
              <a:t>Drag Picture here</a:t>
            </a:r>
          </a:p>
        </p:txBody>
      </p:sp>
      <p:sp>
        <p:nvSpPr>
          <p:cNvPr id="12" name="Rectangle 11">
            <a:extLst>
              <a:ext uri="{FF2B5EF4-FFF2-40B4-BE49-F238E27FC236}">
                <a16:creationId xmlns:a16="http://schemas.microsoft.com/office/drawing/2014/main" id="{A8BC6C7D-3445-9541-BC90-B5E924905DEC}"/>
              </a:ext>
            </a:extLst>
          </p:cNvPr>
          <p:cNvSpPr/>
          <p:nvPr userDrawn="1"/>
        </p:nvSpPr>
        <p:spPr>
          <a:xfrm>
            <a:off x="-1" y="11191461"/>
            <a:ext cx="8221376" cy="2524539"/>
          </a:xfrm>
          <a:prstGeom prst="rect">
            <a:avLst/>
          </a:prstGeom>
          <a:gradFill>
            <a:gsLst>
              <a:gs pos="0">
                <a:schemeClr val="accent1"/>
              </a:gs>
              <a:gs pos="100000">
                <a:schemeClr val="accent5"/>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5813428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6_Blank_Slide">
    <p:bg>
      <p:bgPr>
        <a:solidFill>
          <a:schemeClr val="accent6"/>
        </a:solidFill>
        <a:effectLst/>
      </p:bgPr>
    </p:bg>
    <p:spTree>
      <p:nvGrpSpPr>
        <p:cNvPr id="1" name=""/>
        <p:cNvGrpSpPr/>
        <p:nvPr/>
      </p:nvGrpSpPr>
      <p:grpSpPr>
        <a:xfrm>
          <a:off x="0" y="0"/>
          <a:ext cx="0" cy="0"/>
          <a:chOff x="0" y="0"/>
          <a:chExt cx="0" cy="0"/>
        </a:xfrm>
      </p:grpSpPr>
      <p:sp>
        <p:nvSpPr>
          <p:cNvPr id="12" name="Rounded Rectangle 11">
            <a:extLst>
              <a:ext uri="{FF2B5EF4-FFF2-40B4-BE49-F238E27FC236}">
                <a16:creationId xmlns:a16="http://schemas.microsoft.com/office/drawing/2014/main" id="{9E25CC89-246C-1E4B-AD89-2F19BB9F6E98}"/>
              </a:ext>
            </a:extLst>
          </p:cNvPr>
          <p:cNvSpPr/>
          <p:nvPr userDrawn="1"/>
        </p:nvSpPr>
        <p:spPr>
          <a:xfrm>
            <a:off x="4891814" y="3668933"/>
            <a:ext cx="14595610" cy="7998318"/>
          </a:xfrm>
          <a:prstGeom prst="roundRect">
            <a:avLst>
              <a:gd name="adj" fmla="val 8376"/>
            </a:avLst>
          </a:prstGeom>
          <a:gradFill>
            <a:gsLst>
              <a:gs pos="0">
                <a:schemeClr val="accent1"/>
              </a:gs>
              <a:gs pos="100000">
                <a:schemeClr val="accent5"/>
              </a:gs>
            </a:gsLst>
            <a:lin ang="13500000" scaled="1"/>
          </a:gradFill>
          <a:ln>
            <a:noFill/>
          </a:ln>
          <a:effectLst>
            <a:outerShdw blurRad="812800" dist="38100" dir="8100000" sx="112000" sy="112000" algn="tr" rotWithShape="0">
              <a:schemeClr val="accent5">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Oval 1">
            <a:extLst>
              <a:ext uri="{FF2B5EF4-FFF2-40B4-BE49-F238E27FC236}">
                <a16:creationId xmlns:a16="http://schemas.microsoft.com/office/drawing/2014/main" id="{72A09496-BC0C-1943-AB8D-0205C7D5A3DE}"/>
              </a:ext>
            </a:extLst>
          </p:cNvPr>
          <p:cNvSpPr/>
          <p:nvPr userDrawn="1"/>
        </p:nvSpPr>
        <p:spPr>
          <a:xfrm>
            <a:off x="-2193823" y="-1032387"/>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1721875" y="2028518"/>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8147254" y="9641143"/>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3551539" y="-4919509"/>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19444118" y="9641143"/>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18780032" y="44245"/>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7654261" y="10572135"/>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7240095" y="9343716"/>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19272914" y="-1866899"/>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Picture Placeholder 13">
            <a:extLst>
              <a:ext uri="{FF2B5EF4-FFF2-40B4-BE49-F238E27FC236}">
                <a16:creationId xmlns:a16="http://schemas.microsoft.com/office/drawing/2014/main" id="{A157D8A5-B24E-6148-894C-189A92516492}"/>
              </a:ext>
            </a:extLst>
          </p:cNvPr>
          <p:cNvSpPr>
            <a:spLocks noGrp="1"/>
          </p:cNvSpPr>
          <p:nvPr>
            <p:ph type="pic" sz="quarter" idx="10" hasCustomPrompt="1"/>
          </p:nvPr>
        </p:nvSpPr>
        <p:spPr>
          <a:xfrm>
            <a:off x="5122163" y="3888717"/>
            <a:ext cx="14134913" cy="7558750"/>
          </a:xfrm>
          <a:custGeom>
            <a:avLst/>
            <a:gdLst>
              <a:gd name="connsiteX0" fmla="*/ 580210 w 14134913"/>
              <a:gd name="connsiteY0" fmla="*/ 0 h 7558750"/>
              <a:gd name="connsiteX1" fmla="*/ 13554703 w 14134913"/>
              <a:gd name="connsiteY1" fmla="*/ 0 h 7558750"/>
              <a:gd name="connsiteX2" fmla="*/ 14134913 w 14134913"/>
              <a:gd name="connsiteY2" fmla="*/ 580210 h 7558750"/>
              <a:gd name="connsiteX3" fmla="*/ 14134913 w 14134913"/>
              <a:gd name="connsiteY3" fmla="*/ 6978540 h 7558750"/>
              <a:gd name="connsiteX4" fmla="*/ 13554703 w 14134913"/>
              <a:gd name="connsiteY4" fmla="*/ 7558750 h 7558750"/>
              <a:gd name="connsiteX5" fmla="*/ 580210 w 14134913"/>
              <a:gd name="connsiteY5" fmla="*/ 7558750 h 7558750"/>
              <a:gd name="connsiteX6" fmla="*/ 0 w 14134913"/>
              <a:gd name="connsiteY6" fmla="*/ 6978540 h 7558750"/>
              <a:gd name="connsiteX7" fmla="*/ 0 w 14134913"/>
              <a:gd name="connsiteY7" fmla="*/ 580210 h 7558750"/>
              <a:gd name="connsiteX8" fmla="*/ 580210 w 14134913"/>
              <a:gd name="connsiteY8" fmla="*/ 0 h 755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34913" h="7558750">
                <a:moveTo>
                  <a:pt x="580210" y="0"/>
                </a:moveTo>
                <a:lnTo>
                  <a:pt x="13554703" y="0"/>
                </a:lnTo>
                <a:cubicBezTo>
                  <a:pt x="13875145" y="0"/>
                  <a:pt x="14134913" y="259769"/>
                  <a:pt x="14134913" y="580210"/>
                </a:cubicBezTo>
                <a:lnTo>
                  <a:pt x="14134913" y="6978540"/>
                </a:lnTo>
                <a:cubicBezTo>
                  <a:pt x="14134913" y="7298981"/>
                  <a:pt x="13875145" y="7558750"/>
                  <a:pt x="13554703" y="7558750"/>
                </a:cubicBezTo>
                <a:lnTo>
                  <a:pt x="580210" y="7558750"/>
                </a:lnTo>
                <a:cubicBezTo>
                  <a:pt x="259769" y="7558750"/>
                  <a:pt x="0" y="7298981"/>
                  <a:pt x="0" y="6978540"/>
                </a:cubicBezTo>
                <a:lnTo>
                  <a:pt x="0" y="580210"/>
                </a:lnTo>
                <a:cubicBezTo>
                  <a:pt x="0" y="259769"/>
                  <a:pt x="259769" y="0"/>
                  <a:pt x="580210" y="0"/>
                </a:cubicBezTo>
                <a:close/>
              </a:path>
            </a:pathLst>
          </a:custGeom>
          <a:pattFill prst="pct20">
            <a:fgClr>
              <a:schemeClr val="accent1"/>
            </a:fgClr>
            <a:bgClr>
              <a:schemeClr val="bg1"/>
            </a:bgClr>
          </a:pattFill>
        </p:spPr>
        <p:txBody>
          <a:bodyPr wrap="square">
            <a:noAutofit/>
          </a:bodyPr>
          <a:lstStyle>
            <a:lvl1pPr>
              <a:defRPr sz="4000"/>
            </a:lvl1pPr>
          </a:lstStyle>
          <a:p>
            <a:r>
              <a:rPr lang="en-US" dirty="0"/>
              <a:t>Drag Picture here</a:t>
            </a:r>
          </a:p>
        </p:txBody>
      </p:sp>
    </p:spTree>
    <p:extLst>
      <p:ext uri="{BB962C8B-B14F-4D97-AF65-F5344CB8AC3E}">
        <p14:creationId xmlns:p14="http://schemas.microsoft.com/office/powerpoint/2010/main" val="13133609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7_Blank_Slide">
    <p:bg>
      <p:bgPr>
        <a:solidFill>
          <a:schemeClr val="accent6"/>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2A09496-BC0C-1943-AB8D-0205C7D5A3DE}"/>
              </a:ext>
            </a:extLst>
          </p:cNvPr>
          <p:cNvSpPr/>
          <p:nvPr userDrawn="1"/>
        </p:nvSpPr>
        <p:spPr>
          <a:xfrm>
            <a:off x="-2193823" y="-1032387"/>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0" y="-3221602"/>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19834736" y="185276"/>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6131807" y="7552564"/>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14278281" y="8321164"/>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8221376" y="10309122"/>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15151356" y="-2540411"/>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542582" y="9668183"/>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1542582" y="11938206"/>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E695A847-8E04-2245-AEC1-5615153BE480}"/>
              </a:ext>
            </a:extLst>
          </p:cNvPr>
          <p:cNvSpPr/>
          <p:nvPr userDrawn="1"/>
        </p:nvSpPr>
        <p:spPr>
          <a:xfrm>
            <a:off x="1" y="2705101"/>
            <a:ext cx="15700809" cy="11010899"/>
          </a:xfrm>
          <a:prstGeom prst="rect">
            <a:avLst/>
          </a:prstGeom>
          <a:solidFill>
            <a:schemeClr val="bg1">
              <a:alpha val="8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2">
            <a:extLst>
              <a:ext uri="{FF2B5EF4-FFF2-40B4-BE49-F238E27FC236}">
                <a16:creationId xmlns:a16="http://schemas.microsoft.com/office/drawing/2014/main" id="{5540941C-92DB-564F-BD89-2FAF21099B37}"/>
              </a:ext>
            </a:extLst>
          </p:cNvPr>
          <p:cNvSpPr>
            <a:spLocks noGrp="1"/>
          </p:cNvSpPr>
          <p:nvPr>
            <p:ph type="pic" sz="quarter" idx="10" hasCustomPrompt="1"/>
          </p:nvPr>
        </p:nvSpPr>
        <p:spPr>
          <a:xfrm>
            <a:off x="1" y="2705102"/>
            <a:ext cx="5233603" cy="5505449"/>
          </a:xfrm>
          <a:prstGeom prst="rect">
            <a:avLst/>
          </a:prstGeom>
          <a:pattFill prst="pct20">
            <a:fgClr>
              <a:schemeClr val="accent1"/>
            </a:fgClr>
            <a:bgClr>
              <a:schemeClr val="bg1"/>
            </a:bgClr>
          </a:pattFill>
        </p:spPr>
        <p:txBody>
          <a:bodyPr/>
          <a:lstStyle>
            <a:lvl1pPr>
              <a:defRPr sz="4000"/>
            </a:lvl1pPr>
          </a:lstStyle>
          <a:p>
            <a:r>
              <a:rPr lang="en-US" dirty="0"/>
              <a:t>Drag Picture here</a:t>
            </a:r>
          </a:p>
        </p:txBody>
      </p:sp>
      <p:sp>
        <p:nvSpPr>
          <p:cNvPr id="14" name="Picture Placeholder 2">
            <a:extLst>
              <a:ext uri="{FF2B5EF4-FFF2-40B4-BE49-F238E27FC236}">
                <a16:creationId xmlns:a16="http://schemas.microsoft.com/office/drawing/2014/main" id="{E86C0497-183E-844C-B911-3A4151E7A8AA}"/>
              </a:ext>
            </a:extLst>
          </p:cNvPr>
          <p:cNvSpPr>
            <a:spLocks noGrp="1"/>
          </p:cNvSpPr>
          <p:nvPr>
            <p:ph type="pic" sz="quarter" idx="11" hasCustomPrompt="1"/>
          </p:nvPr>
        </p:nvSpPr>
        <p:spPr>
          <a:xfrm>
            <a:off x="5233604" y="8210551"/>
            <a:ext cx="5233603" cy="5505449"/>
          </a:xfrm>
          <a:prstGeom prst="rect">
            <a:avLst/>
          </a:prstGeom>
          <a:pattFill prst="pct20">
            <a:fgClr>
              <a:schemeClr val="accent1"/>
            </a:fgClr>
            <a:bgClr>
              <a:schemeClr val="bg1"/>
            </a:bgClr>
          </a:pattFill>
        </p:spPr>
        <p:txBody>
          <a:bodyPr/>
          <a:lstStyle>
            <a:lvl1pPr>
              <a:defRPr sz="4000"/>
            </a:lvl1pPr>
          </a:lstStyle>
          <a:p>
            <a:r>
              <a:rPr lang="en-US" dirty="0"/>
              <a:t>Drag Picture here</a:t>
            </a:r>
          </a:p>
        </p:txBody>
      </p:sp>
      <p:sp>
        <p:nvSpPr>
          <p:cNvPr id="15" name="Picture Placeholder 2">
            <a:extLst>
              <a:ext uri="{FF2B5EF4-FFF2-40B4-BE49-F238E27FC236}">
                <a16:creationId xmlns:a16="http://schemas.microsoft.com/office/drawing/2014/main" id="{7720DEC4-661B-9049-BC4B-36E3511785B8}"/>
              </a:ext>
            </a:extLst>
          </p:cNvPr>
          <p:cNvSpPr>
            <a:spLocks noGrp="1"/>
          </p:cNvSpPr>
          <p:nvPr>
            <p:ph type="pic" sz="quarter" idx="12" hasCustomPrompt="1"/>
          </p:nvPr>
        </p:nvSpPr>
        <p:spPr>
          <a:xfrm>
            <a:off x="10467207" y="2705101"/>
            <a:ext cx="5233603" cy="5505449"/>
          </a:xfrm>
          <a:prstGeom prst="rect">
            <a:avLst/>
          </a:prstGeom>
          <a:pattFill prst="pct20">
            <a:fgClr>
              <a:schemeClr val="accent1"/>
            </a:fgClr>
            <a:bgClr>
              <a:schemeClr val="bg1"/>
            </a:bgClr>
          </a:pattFill>
        </p:spPr>
        <p:txBody>
          <a:bodyPr/>
          <a:lstStyle>
            <a:lvl1pPr>
              <a:defRPr sz="4000"/>
            </a:lvl1pPr>
          </a:lstStyle>
          <a:p>
            <a:r>
              <a:rPr lang="en-US" dirty="0"/>
              <a:t>Drag Picture here</a:t>
            </a:r>
          </a:p>
        </p:txBody>
      </p:sp>
      <p:sp>
        <p:nvSpPr>
          <p:cNvPr id="17" name="Rectangle 16">
            <a:extLst>
              <a:ext uri="{FF2B5EF4-FFF2-40B4-BE49-F238E27FC236}">
                <a16:creationId xmlns:a16="http://schemas.microsoft.com/office/drawing/2014/main" id="{A4692BF0-53B6-8449-B5A7-1CEAA9C55417}"/>
              </a:ext>
            </a:extLst>
          </p:cNvPr>
          <p:cNvSpPr/>
          <p:nvPr userDrawn="1"/>
        </p:nvSpPr>
        <p:spPr>
          <a:xfrm>
            <a:off x="10467206" y="8210550"/>
            <a:ext cx="5233603" cy="5505448"/>
          </a:xfrm>
          <a:prstGeom prst="rect">
            <a:avLst/>
          </a:prstGeom>
          <a:gradFill>
            <a:gsLst>
              <a:gs pos="0">
                <a:schemeClr val="accent1"/>
              </a:gs>
              <a:gs pos="100000">
                <a:schemeClr val="accent5"/>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Oval 17">
            <a:extLst>
              <a:ext uri="{FF2B5EF4-FFF2-40B4-BE49-F238E27FC236}">
                <a16:creationId xmlns:a16="http://schemas.microsoft.com/office/drawing/2014/main" id="{4C3FA4AF-6F5C-AD40-B5F7-934A427E22F4}"/>
              </a:ext>
            </a:extLst>
          </p:cNvPr>
          <p:cNvSpPr/>
          <p:nvPr userDrawn="1"/>
        </p:nvSpPr>
        <p:spPr>
          <a:xfrm>
            <a:off x="14278281" y="12567331"/>
            <a:ext cx="1892778" cy="1892778"/>
          </a:xfrm>
          <a:prstGeom prst="ellipse">
            <a:avLst/>
          </a:prstGeom>
          <a:solidFill>
            <a:schemeClr val="accent4">
              <a:alpha val="64000"/>
            </a:schemeClr>
          </a:solidFill>
          <a:ln>
            <a:noFill/>
          </a:ln>
          <a:effectLst>
            <a:softEdge rad="508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8495339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8_Blank_Slide">
    <p:bg>
      <p:bgPr>
        <a:solidFill>
          <a:schemeClr val="accent6"/>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2A09496-BC0C-1943-AB8D-0205C7D5A3DE}"/>
              </a:ext>
            </a:extLst>
          </p:cNvPr>
          <p:cNvSpPr/>
          <p:nvPr userDrawn="1"/>
        </p:nvSpPr>
        <p:spPr>
          <a:xfrm>
            <a:off x="-2193823" y="-1032387"/>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0" y="-3221602"/>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19834736" y="185276"/>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6131807" y="7552564"/>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14278281" y="8321164"/>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8221376" y="10309122"/>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15151356" y="-2540411"/>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542582" y="9668183"/>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1542582" y="11938206"/>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Picture Placeholder 2">
            <a:extLst>
              <a:ext uri="{FF2B5EF4-FFF2-40B4-BE49-F238E27FC236}">
                <a16:creationId xmlns:a16="http://schemas.microsoft.com/office/drawing/2014/main" id="{E86C0497-183E-844C-B911-3A4151E7A8AA}"/>
              </a:ext>
            </a:extLst>
          </p:cNvPr>
          <p:cNvSpPr>
            <a:spLocks noGrp="1"/>
          </p:cNvSpPr>
          <p:nvPr>
            <p:ph type="pic" sz="quarter" idx="11" hasCustomPrompt="1"/>
          </p:nvPr>
        </p:nvSpPr>
        <p:spPr>
          <a:xfrm>
            <a:off x="0" y="8210551"/>
            <a:ext cx="10467207" cy="5505449"/>
          </a:xfrm>
          <a:prstGeom prst="rect">
            <a:avLst/>
          </a:prstGeom>
          <a:pattFill prst="pct20">
            <a:fgClr>
              <a:schemeClr val="accent1"/>
            </a:fgClr>
            <a:bgClr>
              <a:schemeClr val="bg1"/>
            </a:bgClr>
          </a:pattFill>
        </p:spPr>
        <p:txBody>
          <a:bodyPr/>
          <a:lstStyle>
            <a:lvl1pPr>
              <a:defRPr sz="4000"/>
            </a:lvl1pPr>
          </a:lstStyle>
          <a:p>
            <a:r>
              <a:rPr lang="en-US" dirty="0"/>
              <a:t>Drag Picture here</a:t>
            </a:r>
          </a:p>
        </p:txBody>
      </p:sp>
      <p:sp>
        <p:nvSpPr>
          <p:cNvPr id="15" name="Picture Placeholder 2">
            <a:extLst>
              <a:ext uri="{FF2B5EF4-FFF2-40B4-BE49-F238E27FC236}">
                <a16:creationId xmlns:a16="http://schemas.microsoft.com/office/drawing/2014/main" id="{7720DEC4-661B-9049-BC4B-36E3511785B8}"/>
              </a:ext>
            </a:extLst>
          </p:cNvPr>
          <p:cNvSpPr>
            <a:spLocks noGrp="1"/>
          </p:cNvSpPr>
          <p:nvPr>
            <p:ph type="pic" sz="quarter" idx="12" hasCustomPrompt="1"/>
          </p:nvPr>
        </p:nvSpPr>
        <p:spPr>
          <a:xfrm>
            <a:off x="10467207" y="1"/>
            <a:ext cx="13912030" cy="8210550"/>
          </a:xfrm>
          <a:prstGeom prst="rect">
            <a:avLst/>
          </a:prstGeom>
          <a:pattFill prst="pct20">
            <a:fgClr>
              <a:schemeClr val="accent1"/>
            </a:fgClr>
            <a:bgClr>
              <a:schemeClr val="bg1"/>
            </a:bgClr>
          </a:pattFill>
        </p:spPr>
        <p:txBody>
          <a:bodyPr/>
          <a:lstStyle>
            <a:lvl1pPr>
              <a:defRPr sz="4000"/>
            </a:lvl1pPr>
          </a:lstStyle>
          <a:p>
            <a:r>
              <a:rPr lang="en-US" dirty="0"/>
              <a:t>Drag Picture here</a:t>
            </a:r>
          </a:p>
        </p:txBody>
      </p:sp>
      <p:sp>
        <p:nvSpPr>
          <p:cNvPr id="17" name="Rectangle 16">
            <a:extLst>
              <a:ext uri="{FF2B5EF4-FFF2-40B4-BE49-F238E27FC236}">
                <a16:creationId xmlns:a16="http://schemas.microsoft.com/office/drawing/2014/main" id="{A4692BF0-53B6-8449-B5A7-1CEAA9C55417}"/>
              </a:ext>
            </a:extLst>
          </p:cNvPr>
          <p:cNvSpPr/>
          <p:nvPr userDrawn="1"/>
        </p:nvSpPr>
        <p:spPr>
          <a:xfrm>
            <a:off x="10467206" y="8210550"/>
            <a:ext cx="13912030" cy="5505448"/>
          </a:xfrm>
          <a:prstGeom prst="rect">
            <a:avLst/>
          </a:prstGeom>
          <a:gradFill>
            <a:gsLst>
              <a:gs pos="0">
                <a:schemeClr val="accent1"/>
              </a:gs>
              <a:gs pos="100000">
                <a:schemeClr val="accent5"/>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19" name="Straight Connector 18">
            <a:extLst>
              <a:ext uri="{FF2B5EF4-FFF2-40B4-BE49-F238E27FC236}">
                <a16:creationId xmlns:a16="http://schemas.microsoft.com/office/drawing/2014/main" id="{39967088-024D-3A49-8C4C-43C06930CF5F}"/>
              </a:ext>
            </a:extLst>
          </p:cNvPr>
          <p:cNvCxnSpPr>
            <a:cxnSpLocks/>
          </p:cNvCxnSpPr>
          <p:nvPr userDrawn="1"/>
        </p:nvCxnSpPr>
        <p:spPr>
          <a:xfrm>
            <a:off x="17423221" y="8210551"/>
            <a:ext cx="0" cy="5505449"/>
          </a:xfrm>
          <a:prstGeom prst="line">
            <a:avLst/>
          </a:prstGeom>
          <a:ln>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63290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9_Blank_Slide">
    <p:bg>
      <p:bgPr>
        <a:solidFill>
          <a:schemeClr val="accent6"/>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2A09496-BC0C-1943-AB8D-0205C7D5A3DE}"/>
              </a:ext>
            </a:extLst>
          </p:cNvPr>
          <p:cNvSpPr/>
          <p:nvPr userDrawn="1"/>
        </p:nvSpPr>
        <p:spPr>
          <a:xfrm>
            <a:off x="-2193823" y="-1032387"/>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0" y="-3221602"/>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19834736" y="185276"/>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6131807" y="7552564"/>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14278281" y="8321164"/>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8221376" y="10309122"/>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15151356" y="-2540411"/>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542582" y="9668183"/>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1542582" y="11938206"/>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A4692BF0-53B6-8449-B5A7-1CEAA9C55417}"/>
              </a:ext>
            </a:extLst>
          </p:cNvPr>
          <p:cNvSpPr/>
          <p:nvPr userDrawn="1"/>
        </p:nvSpPr>
        <p:spPr>
          <a:xfrm>
            <a:off x="6188557" y="4921322"/>
            <a:ext cx="3750883" cy="3336851"/>
          </a:xfrm>
          <a:prstGeom prst="rect">
            <a:avLst/>
          </a:prstGeom>
          <a:gradFill>
            <a:gsLst>
              <a:gs pos="0">
                <a:schemeClr val="accent1"/>
              </a:gs>
              <a:gs pos="100000">
                <a:schemeClr val="accent5"/>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Picture Placeholder 2">
            <a:extLst>
              <a:ext uri="{FF2B5EF4-FFF2-40B4-BE49-F238E27FC236}">
                <a16:creationId xmlns:a16="http://schemas.microsoft.com/office/drawing/2014/main" id="{E86C0497-183E-844C-B911-3A4151E7A8AA}"/>
              </a:ext>
            </a:extLst>
          </p:cNvPr>
          <p:cNvSpPr>
            <a:spLocks noGrp="1"/>
          </p:cNvSpPr>
          <p:nvPr>
            <p:ph type="pic" sz="quarter" idx="11" hasCustomPrompt="1"/>
          </p:nvPr>
        </p:nvSpPr>
        <p:spPr>
          <a:xfrm>
            <a:off x="-3810" y="0"/>
            <a:ext cx="6188557" cy="8210551"/>
          </a:xfrm>
          <a:prstGeom prst="rect">
            <a:avLst/>
          </a:prstGeom>
          <a:pattFill prst="pct20">
            <a:fgClr>
              <a:schemeClr val="accent1"/>
            </a:fgClr>
            <a:bgClr>
              <a:schemeClr val="bg1"/>
            </a:bgClr>
          </a:pattFill>
        </p:spPr>
        <p:txBody>
          <a:bodyPr/>
          <a:lstStyle>
            <a:lvl1pPr>
              <a:defRPr sz="4000"/>
            </a:lvl1pPr>
          </a:lstStyle>
          <a:p>
            <a:r>
              <a:rPr lang="en-US" dirty="0"/>
              <a:t>Drag Picture here</a:t>
            </a:r>
          </a:p>
        </p:txBody>
      </p:sp>
      <p:sp>
        <p:nvSpPr>
          <p:cNvPr id="16" name="Picture Placeholder 2">
            <a:extLst>
              <a:ext uri="{FF2B5EF4-FFF2-40B4-BE49-F238E27FC236}">
                <a16:creationId xmlns:a16="http://schemas.microsoft.com/office/drawing/2014/main" id="{15A4C270-255F-B041-85B7-8E885D470392}"/>
              </a:ext>
            </a:extLst>
          </p:cNvPr>
          <p:cNvSpPr>
            <a:spLocks noGrp="1"/>
          </p:cNvSpPr>
          <p:nvPr>
            <p:ph type="pic" sz="quarter" idx="12" hasCustomPrompt="1"/>
          </p:nvPr>
        </p:nvSpPr>
        <p:spPr>
          <a:xfrm>
            <a:off x="6188557" y="8210551"/>
            <a:ext cx="6188557" cy="5505449"/>
          </a:xfrm>
          <a:prstGeom prst="rect">
            <a:avLst/>
          </a:prstGeom>
          <a:pattFill prst="pct20">
            <a:fgClr>
              <a:schemeClr val="accent1"/>
            </a:fgClr>
            <a:bgClr>
              <a:schemeClr val="bg1"/>
            </a:bgClr>
          </a:pattFill>
        </p:spPr>
        <p:txBody>
          <a:bodyPr/>
          <a:lstStyle>
            <a:lvl1pPr>
              <a:defRPr sz="4000"/>
            </a:lvl1pPr>
          </a:lstStyle>
          <a:p>
            <a:r>
              <a:rPr lang="en-US" dirty="0"/>
              <a:t>Drag Picture here</a:t>
            </a:r>
          </a:p>
        </p:txBody>
      </p:sp>
      <p:sp>
        <p:nvSpPr>
          <p:cNvPr id="18" name="Picture Placeholder 2">
            <a:extLst>
              <a:ext uri="{FF2B5EF4-FFF2-40B4-BE49-F238E27FC236}">
                <a16:creationId xmlns:a16="http://schemas.microsoft.com/office/drawing/2014/main" id="{C0BA819A-627A-844E-B3E1-D07004E375C2}"/>
              </a:ext>
            </a:extLst>
          </p:cNvPr>
          <p:cNvSpPr>
            <a:spLocks noGrp="1"/>
          </p:cNvSpPr>
          <p:nvPr>
            <p:ph type="pic" sz="quarter" idx="13" hasCustomPrompt="1"/>
          </p:nvPr>
        </p:nvSpPr>
        <p:spPr>
          <a:xfrm>
            <a:off x="9939441" y="-3833"/>
            <a:ext cx="5536262" cy="4925156"/>
          </a:xfrm>
          <a:prstGeom prst="rect">
            <a:avLst/>
          </a:prstGeom>
          <a:pattFill prst="pct20">
            <a:fgClr>
              <a:schemeClr val="accent1"/>
            </a:fgClr>
            <a:bgClr>
              <a:schemeClr val="bg1"/>
            </a:bgClr>
          </a:pattFill>
        </p:spPr>
        <p:txBody>
          <a:bodyPr/>
          <a:lstStyle>
            <a:lvl1pPr>
              <a:defRPr sz="4000"/>
            </a:lvl1pPr>
          </a:lstStyle>
          <a:p>
            <a:r>
              <a:rPr lang="en-US" dirty="0"/>
              <a:t>Drag Picture here</a:t>
            </a:r>
          </a:p>
        </p:txBody>
      </p:sp>
    </p:spTree>
    <p:extLst>
      <p:ext uri="{BB962C8B-B14F-4D97-AF65-F5344CB8AC3E}">
        <p14:creationId xmlns:p14="http://schemas.microsoft.com/office/powerpoint/2010/main" val="39537869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0_Blank_Slide">
    <p:bg>
      <p:bgPr>
        <a:solidFill>
          <a:schemeClr val="accent6"/>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2A09496-BC0C-1943-AB8D-0205C7D5A3DE}"/>
              </a:ext>
            </a:extLst>
          </p:cNvPr>
          <p:cNvSpPr/>
          <p:nvPr userDrawn="1"/>
        </p:nvSpPr>
        <p:spPr>
          <a:xfrm>
            <a:off x="-2193823" y="-1032387"/>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0" y="-3221602"/>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19834736" y="185276"/>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6131807" y="7552564"/>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14278281" y="8321164"/>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8221376" y="10309122"/>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15151356" y="-2540411"/>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542582" y="9668183"/>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1542582" y="11938206"/>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164878A2-C715-3048-BEDC-E64D36B1966D}"/>
              </a:ext>
            </a:extLst>
          </p:cNvPr>
          <p:cNvSpPr/>
          <p:nvPr userDrawn="1"/>
        </p:nvSpPr>
        <p:spPr>
          <a:xfrm>
            <a:off x="1642447" y="1471992"/>
            <a:ext cx="21094344" cy="10772016"/>
          </a:xfrm>
          <a:prstGeom prst="rect">
            <a:avLst/>
          </a:prstGeom>
          <a:solidFill>
            <a:schemeClr val="bg1">
              <a:alpha val="8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Picture Placeholder 2">
            <a:extLst>
              <a:ext uri="{FF2B5EF4-FFF2-40B4-BE49-F238E27FC236}">
                <a16:creationId xmlns:a16="http://schemas.microsoft.com/office/drawing/2014/main" id="{E86C0497-183E-844C-B911-3A4151E7A8AA}"/>
              </a:ext>
            </a:extLst>
          </p:cNvPr>
          <p:cNvSpPr>
            <a:spLocks noGrp="1"/>
          </p:cNvSpPr>
          <p:nvPr>
            <p:ph type="pic" sz="quarter" idx="11" hasCustomPrompt="1"/>
          </p:nvPr>
        </p:nvSpPr>
        <p:spPr>
          <a:xfrm>
            <a:off x="1642447" y="1471992"/>
            <a:ext cx="7660865" cy="10772016"/>
          </a:xfrm>
          <a:prstGeom prst="rect">
            <a:avLst/>
          </a:prstGeom>
          <a:pattFill prst="pct20">
            <a:fgClr>
              <a:schemeClr val="accent1"/>
            </a:fgClr>
            <a:bgClr>
              <a:schemeClr val="bg1"/>
            </a:bgClr>
          </a:pattFill>
        </p:spPr>
        <p:txBody>
          <a:bodyPr/>
          <a:lstStyle>
            <a:lvl1pPr>
              <a:defRPr sz="4000"/>
            </a:lvl1pPr>
          </a:lstStyle>
          <a:p>
            <a:r>
              <a:rPr lang="en-US" dirty="0"/>
              <a:t>Drag Picture here</a:t>
            </a:r>
          </a:p>
        </p:txBody>
      </p:sp>
    </p:spTree>
    <p:extLst>
      <p:ext uri="{BB962C8B-B14F-4D97-AF65-F5344CB8AC3E}">
        <p14:creationId xmlns:p14="http://schemas.microsoft.com/office/powerpoint/2010/main" val="18280020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4_Blank_Slide">
    <p:bg>
      <p:bgPr>
        <a:solidFill>
          <a:schemeClr val="accent6"/>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2A09496-BC0C-1943-AB8D-0205C7D5A3DE}"/>
              </a:ext>
            </a:extLst>
          </p:cNvPr>
          <p:cNvSpPr/>
          <p:nvPr userDrawn="1"/>
        </p:nvSpPr>
        <p:spPr>
          <a:xfrm>
            <a:off x="-2193823" y="-1032387"/>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0" y="-3221602"/>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19834736" y="185276"/>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6131807" y="7552564"/>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14278281" y="8321164"/>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8221376" y="10309122"/>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15151356" y="-2540411"/>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542582" y="9668183"/>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1542582" y="11938206"/>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164878A2-C715-3048-BEDC-E64D36B1966D}"/>
              </a:ext>
            </a:extLst>
          </p:cNvPr>
          <p:cNvSpPr/>
          <p:nvPr userDrawn="1"/>
        </p:nvSpPr>
        <p:spPr>
          <a:xfrm>
            <a:off x="1642447" y="1471992"/>
            <a:ext cx="21094344" cy="10772016"/>
          </a:xfrm>
          <a:prstGeom prst="rect">
            <a:avLst/>
          </a:prstGeom>
          <a:solidFill>
            <a:schemeClr val="bg1">
              <a:alpha val="8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Picture Placeholder 13">
            <a:extLst>
              <a:ext uri="{FF2B5EF4-FFF2-40B4-BE49-F238E27FC236}">
                <a16:creationId xmlns:a16="http://schemas.microsoft.com/office/drawing/2014/main" id="{802DD0B1-BC71-FE41-9D34-A473B460BF6E}"/>
              </a:ext>
            </a:extLst>
          </p:cNvPr>
          <p:cNvSpPr>
            <a:spLocks noGrp="1"/>
          </p:cNvSpPr>
          <p:nvPr>
            <p:ph type="pic" sz="quarter" idx="12" hasCustomPrompt="1"/>
          </p:nvPr>
        </p:nvSpPr>
        <p:spPr>
          <a:xfrm>
            <a:off x="11978654" y="1486464"/>
            <a:ext cx="10758138" cy="10756953"/>
          </a:xfrm>
          <a:custGeom>
            <a:avLst/>
            <a:gdLst>
              <a:gd name="connsiteX0" fmla="*/ 10758134 w 10758138"/>
              <a:gd name="connsiteY0" fmla="*/ 0 h 10756953"/>
              <a:gd name="connsiteX1" fmla="*/ 10758138 w 10758138"/>
              <a:gd name="connsiteY1" fmla="*/ 0 h 10756953"/>
              <a:gd name="connsiteX2" fmla="*/ 10758138 w 10758138"/>
              <a:gd name="connsiteY2" fmla="*/ 10756953 h 10756953"/>
              <a:gd name="connsiteX3" fmla="*/ 0 w 10758138"/>
              <a:gd name="connsiteY3" fmla="*/ 10756953 h 10756953"/>
              <a:gd name="connsiteX4" fmla="*/ 13966 w 10758138"/>
              <a:gd name="connsiteY4" fmla="*/ 10204551 h 10756953"/>
              <a:gd name="connsiteX5" fmla="*/ 10758134 w 10758138"/>
              <a:gd name="connsiteY5" fmla="*/ 0 h 10756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58138" h="10756953">
                <a:moveTo>
                  <a:pt x="10758134" y="0"/>
                </a:moveTo>
                <a:lnTo>
                  <a:pt x="10758138" y="0"/>
                </a:lnTo>
                <a:lnTo>
                  <a:pt x="10758138" y="10756953"/>
                </a:lnTo>
                <a:lnTo>
                  <a:pt x="0" y="10756953"/>
                </a:lnTo>
                <a:lnTo>
                  <a:pt x="13966" y="10204551"/>
                </a:lnTo>
                <a:cubicBezTo>
                  <a:pt x="302104" y="4520261"/>
                  <a:pt x="5002236" y="0"/>
                  <a:pt x="10758134" y="0"/>
                </a:cubicBezTo>
                <a:close/>
              </a:path>
            </a:pathLst>
          </a:custGeom>
          <a:pattFill prst="pct20">
            <a:fgClr>
              <a:schemeClr val="accent1"/>
            </a:fgClr>
            <a:bgClr>
              <a:schemeClr val="bg1"/>
            </a:bgClr>
          </a:pattFill>
        </p:spPr>
        <p:txBody>
          <a:bodyPr wrap="square">
            <a:noAutofit/>
          </a:bodyPr>
          <a:lstStyle>
            <a:lvl1pPr>
              <a:defRPr sz="4000"/>
            </a:lvl1pPr>
          </a:lstStyle>
          <a:p>
            <a:r>
              <a:rPr lang="en-US" dirty="0"/>
              <a:t>Drag Picture here</a:t>
            </a:r>
          </a:p>
        </p:txBody>
      </p:sp>
    </p:spTree>
    <p:extLst>
      <p:ext uri="{BB962C8B-B14F-4D97-AF65-F5344CB8AC3E}">
        <p14:creationId xmlns:p14="http://schemas.microsoft.com/office/powerpoint/2010/main" val="775311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3_Blank_Slide">
    <p:bg>
      <p:bgPr>
        <a:solidFill>
          <a:schemeClr val="accent6"/>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2A09496-BC0C-1943-AB8D-0205C7D5A3DE}"/>
              </a:ext>
            </a:extLst>
          </p:cNvPr>
          <p:cNvSpPr/>
          <p:nvPr userDrawn="1"/>
        </p:nvSpPr>
        <p:spPr>
          <a:xfrm>
            <a:off x="-2193823" y="-1032387"/>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0" y="-3221602"/>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19834736" y="185276"/>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6131807" y="7552564"/>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14278281" y="8321164"/>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8221376" y="10309122"/>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15151356" y="-2540411"/>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542582" y="9668183"/>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1542582" y="11938206"/>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164878A2-C715-3048-BEDC-E64D36B1966D}"/>
              </a:ext>
            </a:extLst>
          </p:cNvPr>
          <p:cNvSpPr/>
          <p:nvPr userDrawn="1"/>
        </p:nvSpPr>
        <p:spPr>
          <a:xfrm>
            <a:off x="1642447" y="1471992"/>
            <a:ext cx="21094344" cy="10772016"/>
          </a:xfrm>
          <a:prstGeom prst="rect">
            <a:avLst/>
          </a:prstGeom>
          <a:solidFill>
            <a:schemeClr val="bg1">
              <a:alpha val="8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Picture Placeholder 15">
            <a:extLst>
              <a:ext uri="{FF2B5EF4-FFF2-40B4-BE49-F238E27FC236}">
                <a16:creationId xmlns:a16="http://schemas.microsoft.com/office/drawing/2014/main" id="{F653CC06-5CC1-1241-84A6-14C0750EF359}"/>
              </a:ext>
            </a:extLst>
          </p:cNvPr>
          <p:cNvSpPr>
            <a:spLocks noGrp="1"/>
          </p:cNvSpPr>
          <p:nvPr>
            <p:ph type="pic" sz="quarter" idx="11" hasCustomPrompt="1"/>
          </p:nvPr>
        </p:nvSpPr>
        <p:spPr>
          <a:xfrm>
            <a:off x="1642447" y="1485871"/>
            <a:ext cx="10756953" cy="10758137"/>
          </a:xfrm>
          <a:custGeom>
            <a:avLst/>
            <a:gdLst>
              <a:gd name="connsiteX0" fmla="*/ 0 w 3979805"/>
              <a:gd name="connsiteY0" fmla="*/ 0 h 3980243"/>
              <a:gd name="connsiteX1" fmla="*/ 204375 w 3979805"/>
              <a:gd name="connsiteY1" fmla="*/ 5167 h 3980243"/>
              <a:gd name="connsiteX2" fmla="*/ 3979805 w 3979805"/>
              <a:gd name="connsiteY2" fmla="*/ 3980242 h 3980243"/>
              <a:gd name="connsiteX3" fmla="*/ 3979805 w 3979805"/>
              <a:gd name="connsiteY3" fmla="*/ 3980243 h 3980243"/>
              <a:gd name="connsiteX4" fmla="*/ 0 w 3979805"/>
              <a:gd name="connsiteY4" fmla="*/ 3980243 h 3980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9805" h="3980243">
                <a:moveTo>
                  <a:pt x="0" y="0"/>
                </a:moveTo>
                <a:lnTo>
                  <a:pt x="204375" y="5167"/>
                </a:lnTo>
                <a:cubicBezTo>
                  <a:pt x="2307421" y="111771"/>
                  <a:pt x="3979805" y="1850703"/>
                  <a:pt x="3979805" y="3980242"/>
                </a:cubicBezTo>
                <a:lnTo>
                  <a:pt x="3979805" y="3980243"/>
                </a:lnTo>
                <a:lnTo>
                  <a:pt x="0" y="3980243"/>
                </a:lnTo>
                <a:close/>
              </a:path>
            </a:pathLst>
          </a:custGeom>
          <a:pattFill prst="pct20">
            <a:fgClr>
              <a:schemeClr val="accent1"/>
            </a:fgClr>
            <a:bgClr>
              <a:schemeClr val="bg1"/>
            </a:bgClr>
          </a:pattFill>
        </p:spPr>
        <p:txBody>
          <a:bodyPr wrap="square">
            <a:noAutofit/>
          </a:bodyPr>
          <a:lstStyle>
            <a:lvl1pPr>
              <a:defRPr sz="4000"/>
            </a:lvl1pPr>
          </a:lstStyle>
          <a:p>
            <a:r>
              <a:rPr lang="en-US" dirty="0"/>
              <a:t>Drag Picture here</a:t>
            </a:r>
          </a:p>
        </p:txBody>
      </p:sp>
    </p:spTree>
    <p:extLst>
      <p:ext uri="{BB962C8B-B14F-4D97-AF65-F5344CB8AC3E}">
        <p14:creationId xmlns:p14="http://schemas.microsoft.com/office/powerpoint/2010/main" val="34410850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5_Blank_Slide">
    <p:bg>
      <p:bgPr>
        <a:solidFill>
          <a:schemeClr val="accent6"/>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2A09496-BC0C-1943-AB8D-0205C7D5A3DE}"/>
              </a:ext>
            </a:extLst>
          </p:cNvPr>
          <p:cNvSpPr/>
          <p:nvPr userDrawn="1"/>
        </p:nvSpPr>
        <p:spPr>
          <a:xfrm>
            <a:off x="-2193823" y="-1032387"/>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0" y="-3221602"/>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19834736" y="185276"/>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6131807" y="7552564"/>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14278281" y="8321164"/>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8221376" y="10309122"/>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15151356" y="-2540411"/>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542582" y="9668183"/>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1542582" y="11938206"/>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164878A2-C715-3048-BEDC-E64D36B1966D}"/>
              </a:ext>
            </a:extLst>
          </p:cNvPr>
          <p:cNvSpPr/>
          <p:nvPr userDrawn="1"/>
        </p:nvSpPr>
        <p:spPr>
          <a:xfrm>
            <a:off x="1642447" y="1471992"/>
            <a:ext cx="21094344" cy="10772016"/>
          </a:xfrm>
          <a:prstGeom prst="rect">
            <a:avLst/>
          </a:prstGeom>
          <a:solidFill>
            <a:schemeClr val="bg1">
              <a:alpha val="8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Picture Placeholder 13">
            <a:extLst>
              <a:ext uri="{FF2B5EF4-FFF2-40B4-BE49-F238E27FC236}">
                <a16:creationId xmlns:a16="http://schemas.microsoft.com/office/drawing/2014/main" id="{E0F906E2-3A04-5E46-8DC5-6F8662BA49F2}"/>
              </a:ext>
            </a:extLst>
          </p:cNvPr>
          <p:cNvSpPr>
            <a:spLocks noGrp="1"/>
          </p:cNvSpPr>
          <p:nvPr>
            <p:ph type="pic" sz="quarter" idx="12" hasCustomPrompt="1"/>
          </p:nvPr>
        </p:nvSpPr>
        <p:spPr>
          <a:xfrm>
            <a:off x="11979246" y="1485872"/>
            <a:ext cx="10756954" cy="10758137"/>
          </a:xfrm>
          <a:custGeom>
            <a:avLst/>
            <a:gdLst>
              <a:gd name="connsiteX0" fmla="*/ 0 w 10756954"/>
              <a:gd name="connsiteY0" fmla="*/ 0 h 10758137"/>
              <a:gd name="connsiteX1" fmla="*/ 10756954 w 10756954"/>
              <a:gd name="connsiteY1" fmla="*/ 0 h 10758137"/>
              <a:gd name="connsiteX2" fmla="*/ 10756954 w 10756954"/>
              <a:gd name="connsiteY2" fmla="*/ 10758137 h 10758137"/>
              <a:gd name="connsiteX3" fmla="*/ 10204550 w 10756954"/>
              <a:gd name="connsiteY3" fmla="*/ 10744171 h 10758137"/>
              <a:gd name="connsiteX4" fmla="*/ 0 w 10756954"/>
              <a:gd name="connsiteY4" fmla="*/ 3 h 107581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56954" h="10758137">
                <a:moveTo>
                  <a:pt x="0" y="0"/>
                </a:moveTo>
                <a:lnTo>
                  <a:pt x="10756954" y="0"/>
                </a:lnTo>
                <a:lnTo>
                  <a:pt x="10756954" y="10758137"/>
                </a:lnTo>
                <a:lnTo>
                  <a:pt x="10204550" y="10744171"/>
                </a:lnTo>
                <a:cubicBezTo>
                  <a:pt x="4520260" y="10456033"/>
                  <a:pt x="0" y="5755901"/>
                  <a:pt x="0" y="3"/>
                </a:cubicBezTo>
                <a:close/>
              </a:path>
            </a:pathLst>
          </a:custGeom>
          <a:pattFill prst="pct20">
            <a:fgClr>
              <a:schemeClr val="accent1"/>
            </a:fgClr>
            <a:bgClr>
              <a:schemeClr val="bg1"/>
            </a:bgClr>
          </a:pattFill>
        </p:spPr>
        <p:txBody>
          <a:bodyPr wrap="square">
            <a:noAutofit/>
          </a:bodyPr>
          <a:lstStyle>
            <a:lvl1pPr>
              <a:defRPr sz="4000"/>
            </a:lvl1pPr>
          </a:lstStyle>
          <a:p>
            <a:r>
              <a:rPr lang="en-US" dirty="0"/>
              <a:t>Drag Picture here</a:t>
            </a:r>
          </a:p>
        </p:txBody>
      </p:sp>
    </p:spTree>
    <p:extLst>
      <p:ext uri="{BB962C8B-B14F-4D97-AF65-F5344CB8AC3E}">
        <p14:creationId xmlns:p14="http://schemas.microsoft.com/office/powerpoint/2010/main" val="14505223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6_Blank_Slide">
    <p:bg>
      <p:bgPr>
        <a:solidFill>
          <a:schemeClr val="accent6"/>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2A09496-BC0C-1943-AB8D-0205C7D5A3DE}"/>
              </a:ext>
            </a:extLst>
          </p:cNvPr>
          <p:cNvSpPr/>
          <p:nvPr userDrawn="1"/>
        </p:nvSpPr>
        <p:spPr>
          <a:xfrm>
            <a:off x="-2193823" y="-1032387"/>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0" y="-3221602"/>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19834736" y="185276"/>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6131807" y="7552564"/>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14278281" y="8321164"/>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8221376" y="10309122"/>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15151356" y="-2540411"/>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542582" y="9668183"/>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1542582" y="11938206"/>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164878A2-C715-3048-BEDC-E64D36B1966D}"/>
              </a:ext>
            </a:extLst>
          </p:cNvPr>
          <p:cNvSpPr/>
          <p:nvPr userDrawn="1"/>
        </p:nvSpPr>
        <p:spPr>
          <a:xfrm>
            <a:off x="1642447" y="1471992"/>
            <a:ext cx="21094344" cy="10772016"/>
          </a:xfrm>
          <a:prstGeom prst="rect">
            <a:avLst/>
          </a:prstGeom>
          <a:solidFill>
            <a:schemeClr val="bg1">
              <a:alpha val="8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Picture Placeholder 13">
            <a:extLst>
              <a:ext uri="{FF2B5EF4-FFF2-40B4-BE49-F238E27FC236}">
                <a16:creationId xmlns:a16="http://schemas.microsoft.com/office/drawing/2014/main" id="{24FF283A-2B5D-714C-8FF6-C5031721B98C}"/>
              </a:ext>
            </a:extLst>
          </p:cNvPr>
          <p:cNvSpPr>
            <a:spLocks noGrp="1"/>
          </p:cNvSpPr>
          <p:nvPr>
            <p:ph type="pic" sz="quarter" idx="12" hasCustomPrompt="1"/>
          </p:nvPr>
        </p:nvSpPr>
        <p:spPr>
          <a:xfrm>
            <a:off x="1642448" y="1486464"/>
            <a:ext cx="10757545" cy="10756939"/>
          </a:xfrm>
          <a:custGeom>
            <a:avLst/>
            <a:gdLst>
              <a:gd name="connsiteX0" fmla="*/ 0 w 10757545"/>
              <a:gd name="connsiteY0" fmla="*/ 0 h 10756939"/>
              <a:gd name="connsiteX1" fmla="*/ 10757545 w 10757545"/>
              <a:gd name="connsiteY1" fmla="*/ 0 h 10756939"/>
              <a:gd name="connsiteX2" fmla="*/ 10743579 w 10757545"/>
              <a:gd name="connsiteY2" fmla="*/ 552402 h 10756939"/>
              <a:gd name="connsiteX3" fmla="*/ 535831 w 10757545"/>
              <a:gd name="connsiteY3" fmla="*/ 10743812 h 10756939"/>
              <a:gd name="connsiteX4" fmla="*/ 0 w 10757545"/>
              <a:gd name="connsiteY4" fmla="*/ 10756939 h 107569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57545" h="10756939">
                <a:moveTo>
                  <a:pt x="0" y="0"/>
                </a:moveTo>
                <a:lnTo>
                  <a:pt x="10757545" y="0"/>
                </a:lnTo>
                <a:lnTo>
                  <a:pt x="10743579" y="552402"/>
                </a:lnTo>
                <a:cubicBezTo>
                  <a:pt x="10464445" y="6059059"/>
                  <a:pt x="6044759" y="10473300"/>
                  <a:pt x="535831" y="10743812"/>
                </a:cubicBezTo>
                <a:lnTo>
                  <a:pt x="0" y="10756939"/>
                </a:lnTo>
                <a:close/>
              </a:path>
            </a:pathLst>
          </a:custGeom>
          <a:pattFill prst="pct20">
            <a:fgClr>
              <a:schemeClr val="accent1"/>
            </a:fgClr>
            <a:bgClr>
              <a:schemeClr val="bg1"/>
            </a:bgClr>
          </a:pattFill>
        </p:spPr>
        <p:txBody>
          <a:bodyPr wrap="square">
            <a:noAutofit/>
          </a:bodyPr>
          <a:lstStyle>
            <a:lvl1pPr>
              <a:defRPr sz="4000"/>
            </a:lvl1pPr>
          </a:lstStyle>
          <a:p>
            <a:r>
              <a:rPr lang="en-US" dirty="0"/>
              <a:t>Drag Picture here</a:t>
            </a:r>
          </a:p>
        </p:txBody>
      </p:sp>
    </p:spTree>
    <p:extLst>
      <p:ext uri="{BB962C8B-B14F-4D97-AF65-F5344CB8AC3E}">
        <p14:creationId xmlns:p14="http://schemas.microsoft.com/office/powerpoint/2010/main" val="208151673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1_Blank_Slide">
    <p:bg>
      <p:bgPr>
        <a:solidFill>
          <a:schemeClr val="accent6"/>
        </a:solidFill>
        <a:effectLst/>
      </p:bgPr>
    </p:bg>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9E25CC89-246C-1E4B-AD89-2F19BB9F6E98}"/>
              </a:ext>
            </a:extLst>
          </p:cNvPr>
          <p:cNvSpPr/>
          <p:nvPr userDrawn="1"/>
        </p:nvSpPr>
        <p:spPr>
          <a:xfrm>
            <a:off x="-3498146" y="-2243414"/>
            <a:ext cx="14325846" cy="14325846"/>
          </a:xfrm>
          <a:prstGeom prst="ellipse">
            <a:avLst/>
          </a:prstGeom>
          <a:gradFill>
            <a:gsLst>
              <a:gs pos="0">
                <a:schemeClr val="accent1"/>
              </a:gs>
              <a:gs pos="100000">
                <a:schemeClr val="accent5"/>
              </a:gs>
            </a:gsLst>
            <a:lin ang="13500000" scaled="1"/>
          </a:gradFill>
          <a:ln>
            <a:noFill/>
          </a:ln>
          <a:effectLst>
            <a:outerShdw blurRad="812800" dist="38100" dir="8100000" sx="112000" sy="112000" algn="tr" rotWithShape="0">
              <a:schemeClr val="accent5">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Oval 1">
            <a:extLst>
              <a:ext uri="{FF2B5EF4-FFF2-40B4-BE49-F238E27FC236}">
                <a16:creationId xmlns:a16="http://schemas.microsoft.com/office/drawing/2014/main" id="{72A09496-BC0C-1943-AB8D-0205C7D5A3DE}"/>
              </a:ext>
            </a:extLst>
          </p:cNvPr>
          <p:cNvSpPr/>
          <p:nvPr userDrawn="1"/>
        </p:nvSpPr>
        <p:spPr>
          <a:xfrm>
            <a:off x="-2193823" y="-1032387"/>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1721875" y="2028518"/>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8147254" y="9641143"/>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3551539" y="-4919509"/>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19444118" y="9641143"/>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18780032" y="44245"/>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7654261" y="10572135"/>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7240095" y="9343716"/>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19272914" y="-1866899"/>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5">
            <a:extLst>
              <a:ext uri="{FF2B5EF4-FFF2-40B4-BE49-F238E27FC236}">
                <a16:creationId xmlns:a16="http://schemas.microsoft.com/office/drawing/2014/main" id="{473A31F2-3237-A34E-9489-2C9D97169161}"/>
              </a:ext>
            </a:extLst>
          </p:cNvPr>
          <p:cNvSpPr>
            <a:spLocks noGrp="1"/>
          </p:cNvSpPr>
          <p:nvPr>
            <p:ph type="pic" sz="quarter" idx="15" hasCustomPrompt="1"/>
          </p:nvPr>
        </p:nvSpPr>
        <p:spPr>
          <a:xfrm>
            <a:off x="3962400" y="3962400"/>
            <a:ext cx="8940800" cy="5537200"/>
          </a:xfrm>
          <a:custGeom>
            <a:avLst/>
            <a:gdLst>
              <a:gd name="connsiteX0" fmla="*/ 0 w 8940800"/>
              <a:gd name="connsiteY0" fmla="*/ 0 h 5537200"/>
              <a:gd name="connsiteX1" fmla="*/ 8940800 w 8940800"/>
              <a:gd name="connsiteY1" fmla="*/ 0 h 5537200"/>
              <a:gd name="connsiteX2" fmla="*/ 8940800 w 8940800"/>
              <a:gd name="connsiteY2" fmla="*/ 5537200 h 5537200"/>
              <a:gd name="connsiteX3" fmla="*/ 0 w 8940800"/>
              <a:gd name="connsiteY3" fmla="*/ 5537200 h 5537200"/>
            </a:gdLst>
            <a:ahLst/>
            <a:cxnLst>
              <a:cxn ang="0">
                <a:pos x="connsiteX0" y="connsiteY0"/>
              </a:cxn>
              <a:cxn ang="0">
                <a:pos x="connsiteX1" y="connsiteY1"/>
              </a:cxn>
              <a:cxn ang="0">
                <a:pos x="connsiteX2" y="connsiteY2"/>
              </a:cxn>
              <a:cxn ang="0">
                <a:pos x="connsiteX3" y="connsiteY3"/>
              </a:cxn>
            </a:cxnLst>
            <a:rect l="l" t="t" r="r" b="b"/>
            <a:pathLst>
              <a:path w="8940800" h="5537200">
                <a:moveTo>
                  <a:pt x="0" y="0"/>
                </a:moveTo>
                <a:lnTo>
                  <a:pt x="8940800" y="0"/>
                </a:lnTo>
                <a:lnTo>
                  <a:pt x="8940800" y="5537200"/>
                </a:lnTo>
                <a:lnTo>
                  <a:pt x="0" y="5537200"/>
                </a:lnTo>
                <a:close/>
              </a:path>
            </a:pathLst>
          </a:custGeom>
          <a:pattFill prst="pct20">
            <a:fgClr>
              <a:schemeClr val="accent1"/>
            </a:fgClr>
            <a:bgClr>
              <a:schemeClr val="bg1"/>
            </a:bgClr>
          </a:pattFill>
        </p:spPr>
        <p:txBody>
          <a:bodyPr wrap="square">
            <a:noAutofit/>
          </a:bodyPr>
          <a:lstStyle>
            <a:lvl1pPr>
              <a:defRPr sz="4000"/>
            </a:lvl1pPr>
          </a:lstStyle>
          <a:p>
            <a:r>
              <a:rPr lang="en-US" dirty="0"/>
              <a:t>Drag Picture here</a:t>
            </a:r>
          </a:p>
        </p:txBody>
      </p:sp>
    </p:spTree>
    <p:extLst>
      <p:ext uri="{BB962C8B-B14F-4D97-AF65-F5344CB8AC3E}">
        <p14:creationId xmlns:p14="http://schemas.microsoft.com/office/powerpoint/2010/main" val="40301980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2_Blank_Slide">
    <p:bg>
      <p:bgPr>
        <a:solidFill>
          <a:schemeClr val="accent6"/>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2A09496-BC0C-1943-AB8D-0205C7D5A3DE}"/>
              </a:ext>
            </a:extLst>
          </p:cNvPr>
          <p:cNvSpPr/>
          <p:nvPr userDrawn="1"/>
        </p:nvSpPr>
        <p:spPr>
          <a:xfrm>
            <a:off x="-2193823" y="-1032387"/>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0" y="-3221602"/>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19834736" y="185276"/>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6131807" y="7552564"/>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14278281" y="8321164"/>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8221376" y="10309122"/>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15151356" y="-2540411"/>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542582" y="9668183"/>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1542582" y="11938206"/>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164878A2-C715-3048-BEDC-E64D36B1966D}"/>
              </a:ext>
            </a:extLst>
          </p:cNvPr>
          <p:cNvSpPr/>
          <p:nvPr userDrawn="1"/>
        </p:nvSpPr>
        <p:spPr>
          <a:xfrm>
            <a:off x="1642447" y="1471992"/>
            <a:ext cx="21094344" cy="10772016"/>
          </a:xfrm>
          <a:prstGeom prst="rect">
            <a:avLst/>
          </a:prstGeom>
          <a:solidFill>
            <a:schemeClr val="bg1">
              <a:alpha val="8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Picture Placeholder 15">
            <a:extLst>
              <a:ext uri="{FF2B5EF4-FFF2-40B4-BE49-F238E27FC236}">
                <a16:creationId xmlns:a16="http://schemas.microsoft.com/office/drawing/2014/main" id="{8827DD2C-C427-BF40-BFA3-BCF8D017B58C}"/>
              </a:ext>
            </a:extLst>
          </p:cNvPr>
          <p:cNvSpPr>
            <a:spLocks noGrp="1"/>
          </p:cNvSpPr>
          <p:nvPr>
            <p:ph type="pic" sz="quarter" idx="11" hasCustomPrompt="1"/>
          </p:nvPr>
        </p:nvSpPr>
        <p:spPr>
          <a:xfrm>
            <a:off x="15264856" y="3610802"/>
            <a:ext cx="5809130" cy="12536577"/>
          </a:xfrm>
          <a:custGeom>
            <a:avLst/>
            <a:gdLst>
              <a:gd name="connsiteX0" fmla="*/ 699245 w 5809130"/>
              <a:gd name="connsiteY0" fmla="*/ 0 h 12536577"/>
              <a:gd name="connsiteX1" fmla="*/ 5109884 w 5809130"/>
              <a:gd name="connsiteY1" fmla="*/ 0 h 12536577"/>
              <a:gd name="connsiteX2" fmla="*/ 5809130 w 5809130"/>
              <a:gd name="connsiteY2" fmla="*/ 699246 h 12536577"/>
              <a:gd name="connsiteX3" fmla="*/ 5809130 w 5809130"/>
              <a:gd name="connsiteY3" fmla="*/ 11837332 h 12536577"/>
              <a:gd name="connsiteX4" fmla="*/ 5109884 w 5809130"/>
              <a:gd name="connsiteY4" fmla="*/ 12536577 h 12536577"/>
              <a:gd name="connsiteX5" fmla="*/ 699245 w 5809130"/>
              <a:gd name="connsiteY5" fmla="*/ 12536577 h 12536577"/>
              <a:gd name="connsiteX6" fmla="*/ 0 w 5809130"/>
              <a:gd name="connsiteY6" fmla="*/ 11837332 h 12536577"/>
              <a:gd name="connsiteX7" fmla="*/ 0 w 5809130"/>
              <a:gd name="connsiteY7" fmla="*/ 699246 h 12536577"/>
              <a:gd name="connsiteX8" fmla="*/ 699245 w 5809130"/>
              <a:gd name="connsiteY8" fmla="*/ 0 h 1253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9130" h="12536577">
                <a:moveTo>
                  <a:pt x="699245" y="0"/>
                </a:moveTo>
                <a:lnTo>
                  <a:pt x="5109884" y="0"/>
                </a:lnTo>
                <a:cubicBezTo>
                  <a:pt x="5496068" y="0"/>
                  <a:pt x="5809130" y="313063"/>
                  <a:pt x="5809130" y="699246"/>
                </a:cubicBezTo>
                <a:lnTo>
                  <a:pt x="5809130" y="11837332"/>
                </a:lnTo>
                <a:cubicBezTo>
                  <a:pt x="5809130" y="12223514"/>
                  <a:pt x="5496068" y="12536577"/>
                  <a:pt x="5109884" y="12536577"/>
                </a:cubicBezTo>
                <a:lnTo>
                  <a:pt x="699245" y="12536577"/>
                </a:lnTo>
                <a:cubicBezTo>
                  <a:pt x="313063" y="12536577"/>
                  <a:pt x="0" y="12223514"/>
                  <a:pt x="0" y="11837332"/>
                </a:cubicBezTo>
                <a:lnTo>
                  <a:pt x="0" y="699246"/>
                </a:lnTo>
                <a:cubicBezTo>
                  <a:pt x="0" y="313063"/>
                  <a:pt x="313063" y="0"/>
                  <a:pt x="699245" y="0"/>
                </a:cubicBezTo>
                <a:close/>
              </a:path>
            </a:pathLst>
          </a:custGeom>
          <a:pattFill prst="pct20">
            <a:fgClr>
              <a:schemeClr val="accent1"/>
            </a:fgClr>
            <a:bgClr>
              <a:schemeClr val="bg1"/>
            </a:bgClr>
          </a:pattFill>
        </p:spPr>
        <p:txBody>
          <a:bodyPr wrap="square">
            <a:noAutofit/>
          </a:bodyPr>
          <a:lstStyle>
            <a:lvl1pPr>
              <a:defRPr sz="4000"/>
            </a:lvl1pPr>
          </a:lstStyle>
          <a:p>
            <a:r>
              <a:rPr lang="en-US" dirty="0"/>
              <a:t>Drag Picture here</a:t>
            </a:r>
          </a:p>
        </p:txBody>
      </p:sp>
    </p:spTree>
    <p:extLst>
      <p:ext uri="{BB962C8B-B14F-4D97-AF65-F5344CB8AC3E}">
        <p14:creationId xmlns:p14="http://schemas.microsoft.com/office/powerpoint/2010/main" val="42115328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7_Blank_Slide">
    <p:bg>
      <p:bgPr>
        <a:solidFill>
          <a:schemeClr val="accent6"/>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2A09496-BC0C-1943-AB8D-0205C7D5A3DE}"/>
              </a:ext>
            </a:extLst>
          </p:cNvPr>
          <p:cNvSpPr/>
          <p:nvPr userDrawn="1"/>
        </p:nvSpPr>
        <p:spPr>
          <a:xfrm>
            <a:off x="-2193823" y="-1032387"/>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0" y="-3221602"/>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19834736" y="185276"/>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6131807" y="7552564"/>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14278281" y="8321164"/>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8221376" y="10309122"/>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15151356" y="-2540411"/>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542582" y="9668183"/>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1542582" y="11938206"/>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164878A2-C715-3048-BEDC-E64D36B1966D}"/>
              </a:ext>
            </a:extLst>
          </p:cNvPr>
          <p:cNvSpPr/>
          <p:nvPr userDrawn="1"/>
        </p:nvSpPr>
        <p:spPr>
          <a:xfrm>
            <a:off x="1642447" y="1471992"/>
            <a:ext cx="21094344" cy="10772016"/>
          </a:xfrm>
          <a:prstGeom prst="rect">
            <a:avLst/>
          </a:prstGeom>
          <a:solidFill>
            <a:schemeClr val="bg1">
              <a:alpha val="8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Picture Placeholder 13">
            <a:extLst>
              <a:ext uri="{FF2B5EF4-FFF2-40B4-BE49-F238E27FC236}">
                <a16:creationId xmlns:a16="http://schemas.microsoft.com/office/drawing/2014/main" id="{E0F906E2-3A04-5E46-8DC5-6F8662BA49F2}"/>
              </a:ext>
            </a:extLst>
          </p:cNvPr>
          <p:cNvSpPr>
            <a:spLocks noGrp="1"/>
          </p:cNvSpPr>
          <p:nvPr>
            <p:ph type="pic" sz="quarter" idx="12" hasCustomPrompt="1"/>
          </p:nvPr>
        </p:nvSpPr>
        <p:spPr>
          <a:xfrm>
            <a:off x="11979246" y="1485872"/>
            <a:ext cx="10756954" cy="10758137"/>
          </a:xfrm>
          <a:prstGeom prst="rect">
            <a:avLst/>
          </a:prstGeom>
          <a:pattFill prst="pct20">
            <a:fgClr>
              <a:schemeClr val="accent1"/>
            </a:fgClr>
            <a:bgClr>
              <a:schemeClr val="bg1"/>
            </a:bgClr>
          </a:pattFill>
        </p:spPr>
        <p:txBody>
          <a:bodyPr wrap="square">
            <a:noAutofit/>
          </a:bodyPr>
          <a:lstStyle>
            <a:lvl1pPr>
              <a:defRPr sz="4000"/>
            </a:lvl1pPr>
          </a:lstStyle>
          <a:p>
            <a:r>
              <a:rPr lang="en-US" dirty="0"/>
              <a:t>Drag Picture here</a:t>
            </a:r>
          </a:p>
        </p:txBody>
      </p:sp>
    </p:spTree>
    <p:extLst>
      <p:ext uri="{BB962C8B-B14F-4D97-AF65-F5344CB8AC3E}">
        <p14:creationId xmlns:p14="http://schemas.microsoft.com/office/powerpoint/2010/main" val="21836138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Blank_Slide">
    <p:bg>
      <p:bgPr>
        <a:solidFill>
          <a:schemeClr val="accent6"/>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2A09496-BC0C-1943-AB8D-0205C7D5A3DE}"/>
              </a:ext>
            </a:extLst>
          </p:cNvPr>
          <p:cNvSpPr/>
          <p:nvPr userDrawn="1"/>
        </p:nvSpPr>
        <p:spPr>
          <a:xfrm>
            <a:off x="-2193823" y="-1032387"/>
            <a:ext cx="6813755" cy="6813755"/>
          </a:xfrm>
          <a:prstGeom prst="ellipse">
            <a:avLst/>
          </a:prstGeom>
          <a:solidFill>
            <a:schemeClr val="accent5">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9A1E0ED9-2E80-2540-B80A-4C10F7DB4D63}"/>
              </a:ext>
            </a:extLst>
          </p:cNvPr>
          <p:cNvSpPr/>
          <p:nvPr userDrawn="1"/>
        </p:nvSpPr>
        <p:spPr>
          <a:xfrm>
            <a:off x="-1721875" y="2028518"/>
            <a:ext cx="6813755" cy="6813755"/>
          </a:xfrm>
          <a:prstGeom prst="ellipse">
            <a:avLst/>
          </a:prstGeom>
          <a:solidFill>
            <a:schemeClr val="accent2">
              <a:alpha val="17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33444EA0-6D1A-2B44-8F99-1E6F2DB24EE4}"/>
              </a:ext>
            </a:extLst>
          </p:cNvPr>
          <p:cNvSpPr/>
          <p:nvPr userDrawn="1"/>
        </p:nvSpPr>
        <p:spPr>
          <a:xfrm>
            <a:off x="-485468" y="866467"/>
            <a:ext cx="4780936" cy="4780936"/>
          </a:xfrm>
          <a:prstGeom prst="ellipse">
            <a:avLst/>
          </a:prstGeom>
          <a:solidFill>
            <a:schemeClr val="accent1">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876A2ED5-2192-A148-A655-1EF4F563AC3D}"/>
              </a:ext>
            </a:extLst>
          </p:cNvPr>
          <p:cNvSpPr/>
          <p:nvPr userDrawn="1"/>
        </p:nvSpPr>
        <p:spPr>
          <a:xfrm>
            <a:off x="16953578" y="5180985"/>
            <a:ext cx="9839018" cy="9839018"/>
          </a:xfrm>
          <a:prstGeom prst="ellipse">
            <a:avLst/>
          </a:prstGeom>
          <a:solidFill>
            <a:schemeClr val="accent1">
              <a:alpha val="1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16E595-8B45-224F-ADC7-117F98A0BFF9}"/>
              </a:ext>
            </a:extLst>
          </p:cNvPr>
          <p:cNvSpPr/>
          <p:nvPr userDrawn="1"/>
        </p:nvSpPr>
        <p:spPr>
          <a:xfrm>
            <a:off x="15575525" y="2670072"/>
            <a:ext cx="8375855" cy="8375855"/>
          </a:xfrm>
          <a:prstGeom prst="ellipse">
            <a:avLst/>
          </a:prstGeom>
          <a:solidFill>
            <a:schemeClr val="accent2">
              <a:alpha val="1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F6EFBE00-8620-FF46-ADD7-90F85583CB21}"/>
              </a:ext>
            </a:extLst>
          </p:cNvPr>
          <p:cNvSpPr/>
          <p:nvPr userDrawn="1"/>
        </p:nvSpPr>
        <p:spPr>
          <a:xfrm>
            <a:off x="18466209" y="1577463"/>
            <a:ext cx="6813755" cy="6813755"/>
          </a:xfrm>
          <a:prstGeom prst="ellipse">
            <a:avLst/>
          </a:prstGeom>
          <a:solidFill>
            <a:schemeClr val="accent4">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F60011EF-40B3-5A4F-BC78-A957B51F47C2}"/>
              </a:ext>
            </a:extLst>
          </p:cNvPr>
          <p:cNvSpPr/>
          <p:nvPr userDrawn="1"/>
        </p:nvSpPr>
        <p:spPr>
          <a:xfrm>
            <a:off x="7654261" y="10572135"/>
            <a:ext cx="6813755" cy="6813755"/>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AB477FB8-E9F9-264C-8A9B-2F1DEFE5391F}"/>
              </a:ext>
            </a:extLst>
          </p:cNvPr>
          <p:cNvSpPr/>
          <p:nvPr userDrawn="1"/>
        </p:nvSpPr>
        <p:spPr>
          <a:xfrm>
            <a:off x="10477499" y="-3201015"/>
            <a:ext cx="6813755" cy="6813755"/>
          </a:xfrm>
          <a:prstGeom prst="ellipse">
            <a:avLst/>
          </a:prstGeom>
          <a:solidFill>
            <a:schemeClr val="accent2">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F4D3C91B-725E-864C-B0C7-06151CBE02A4}"/>
              </a:ext>
            </a:extLst>
          </p:cNvPr>
          <p:cNvSpPr/>
          <p:nvPr userDrawn="1"/>
        </p:nvSpPr>
        <p:spPr>
          <a:xfrm>
            <a:off x="10477499" y="-930992"/>
            <a:ext cx="4780936" cy="4780936"/>
          </a:xfrm>
          <a:prstGeom prst="ellipse">
            <a:avLst/>
          </a:prstGeom>
          <a:solidFill>
            <a:schemeClr val="accent5">
              <a:alpha val="19000"/>
            </a:schemeClr>
          </a:solidFill>
          <a:ln>
            <a:noFill/>
          </a:ln>
          <a:effectLst>
            <a:softEdge rad="1092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583874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216950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2" r:id="rId3"/>
    <p:sldLayoutId id="2147483683" r:id="rId4"/>
    <p:sldLayoutId id="2147483686" r:id="rId5"/>
    <p:sldLayoutId id="2147483687" r:id="rId6"/>
    <p:sldLayoutId id="2147483688" r:id="rId7"/>
    <p:sldLayoutId id="2147483685" r:id="rId8"/>
    <p:sldLayoutId id="2147483689" r:id="rId9"/>
    <p:sldLayoutId id="2147483690" r:id="rId10"/>
    <p:sldLayoutId id="2147483692" r:id="rId11"/>
    <p:sldLayoutId id="2147483691" r:id="rId12"/>
    <p:sldLayoutId id="2147483693" r:id="rId13"/>
    <p:sldLayoutId id="2147483697" r:id="rId14"/>
    <p:sldLayoutId id="2147483684" r:id="rId15"/>
    <p:sldLayoutId id="2147483695" r:id="rId16"/>
    <p:sldLayoutId id="2147483696" r:id="rId17"/>
    <p:sldLayoutId id="2147483698" r:id="rId18"/>
    <p:sldLayoutId id="2147483699" r:id="rId19"/>
    <p:sldLayoutId id="2147483700" r:id="rId20"/>
    <p:sldLayoutId id="2147483701" r:id="rId21"/>
    <p:sldLayoutId id="2147483702" r:id="rId22"/>
    <p:sldLayoutId id="2147483706" r:id="rId23"/>
    <p:sldLayoutId id="2147483705" r:id="rId24"/>
    <p:sldLayoutId id="2147483707" r:id="rId25"/>
    <p:sldLayoutId id="2147483708" r:id="rId26"/>
    <p:sldLayoutId id="2147483703" r:id="rId27"/>
    <p:sldLayoutId id="2147483704" r:id="rId28"/>
    <p:sldLayoutId id="2147483709" r:id="rId29"/>
    <p:sldLayoutId id="2147483681" r:id="rId30"/>
  </p:sldLayoutIdLst>
  <p:txStyles>
    <p:titleStyle>
      <a:lvl1pPr algn="l" defTabSz="1828343" rtl="0" eaLnBrk="1" latinLnBrk="0" hangingPunct="1">
        <a:lnSpc>
          <a:spcPct val="90000"/>
        </a:lnSpc>
        <a:spcBef>
          <a:spcPct val="0"/>
        </a:spcBef>
        <a:buNone/>
        <a:defRPr sz="8798" kern="1200">
          <a:solidFill>
            <a:schemeClr val="tx1"/>
          </a:solidFill>
          <a:latin typeface="+mj-lt"/>
          <a:ea typeface="+mj-ea"/>
          <a:cs typeface="+mj-cs"/>
        </a:defRPr>
      </a:lvl1pPr>
    </p:titleStyle>
    <p:bodyStyle>
      <a:lvl1pPr marL="457086" indent="-457086" algn="l" defTabSz="1828343" rtl="0" eaLnBrk="1" latinLnBrk="0" hangingPunct="1">
        <a:lnSpc>
          <a:spcPct val="90000"/>
        </a:lnSpc>
        <a:spcBef>
          <a:spcPts val="2000"/>
        </a:spcBef>
        <a:buFont typeface="Arial" panose="020B0604020202020204" pitchFamily="34" charset="0"/>
        <a:buChar char="•"/>
        <a:defRPr sz="5599" kern="1200">
          <a:solidFill>
            <a:schemeClr val="tx1"/>
          </a:solidFill>
          <a:latin typeface="+mn-lt"/>
          <a:ea typeface="+mn-ea"/>
          <a:cs typeface="+mn-cs"/>
        </a:defRPr>
      </a:lvl1pPr>
      <a:lvl2pPr marL="1371257" indent="-457086" algn="l" defTabSz="1828343" rtl="0" eaLnBrk="1" latinLnBrk="0" hangingPunct="1">
        <a:lnSpc>
          <a:spcPct val="90000"/>
        </a:lnSpc>
        <a:spcBef>
          <a:spcPts val="1000"/>
        </a:spcBef>
        <a:buFont typeface="Arial" panose="020B0604020202020204" pitchFamily="34" charset="0"/>
        <a:buChar char="•"/>
        <a:defRPr sz="4799" kern="1200">
          <a:solidFill>
            <a:schemeClr val="tx1"/>
          </a:solidFill>
          <a:latin typeface="+mn-lt"/>
          <a:ea typeface="+mn-ea"/>
          <a:cs typeface="+mn-cs"/>
        </a:defRPr>
      </a:lvl2pPr>
      <a:lvl3pPr marL="2285429" indent="-457086" algn="l" defTabSz="1828343" rtl="0" eaLnBrk="1" latinLnBrk="0" hangingPunct="1">
        <a:lnSpc>
          <a:spcPct val="90000"/>
        </a:lnSpc>
        <a:spcBef>
          <a:spcPts val="1000"/>
        </a:spcBef>
        <a:buFont typeface="Arial" panose="020B0604020202020204" pitchFamily="34" charset="0"/>
        <a:buChar char="•"/>
        <a:defRPr sz="3999" kern="1200">
          <a:solidFill>
            <a:schemeClr val="tx1"/>
          </a:solidFill>
          <a:latin typeface="+mn-lt"/>
          <a:ea typeface="+mn-ea"/>
          <a:cs typeface="+mn-cs"/>
        </a:defRPr>
      </a:lvl3pPr>
      <a:lvl4pPr marL="3199600"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4pPr>
      <a:lvl5pPr marL="4113771"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p:bodyStyle>
    <p:otherStyle>
      <a:defPPr>
        <a:defRPr lang="en-US"/>
      </a:defPPr>
      <a:lvl1pPr marL="0" algn="l" defTabSz="1828343" rtl="0" eaLnBrk="1" latinLnBrk="0" hangingPunct="1">
        <a:defRPr sz="3599" kern="1200">
          <a:solidFill>
            <a:schemeClr val="tx1"/>
          </a:solidFill>
          <a:latin typeface="+mn-lt"/>
          <a:ea typeface="+mn-ea"/>
          <a:cs typeface="+mn-cs"/>
        </a:defRPr>
      </a:lvl1pPr>
      <a:lvl2pPr marL="914171" algn="l" defTabSz="1828343" rtl="0" eaLnBrk="1" latinLnBrk="0" hangingPunct="1">
        <a:defRPr sz="3599" kern="1200">
          <a:solidFill>
            <a:schemeClr val="tx1"/>
          </a:solidFill>
          <a:latin typeface="+mn-lt"/>
          <a:ea typeface="+mn-ea"/>
          <a:cs typeface="+mn-cs"/>
        </a:defRPr>
      </a:lvl2pPr>
      <a:lvl3pPr marL="1828343" algn="l" defTabSz="1828343" rtl="0" eaLnBrk="1" latinLnBrk="0" hangingPunct="1">
        <a:defRPr sz="3599" kern="1200">
          <a:solidFill>
            <a:schemeClr val="tx1"/>
          </a:solidFill>
          <a:latin typeface="+mn-lt"/>
          <a:ea typeface="+mn-ea"/>
          <a:cs typeface="+mn-cs"/>
        </a:defRPr>
      </a:lvl3pPr>
      <a:lvl4pPr marL="2742514" algn="l" defTabSz="1828343" rtl="0" eaLnBrk="1" latinLnBrk="0" hangingPunct="1">
        <a:defRPr sz="3599" kern="1200">
          <a:solidFill>
            <a:schemeClr val="tx1"/>
          </a:solidFill>
          <a:latin typeface="+mn-lt"/>
          <a:ea typeface="+mn-ea"/>
          <a:cs typeface="+mn-cs"/>
        </a:defRPr>
      </a:lvl4pPr>
      <a:lvl5pPr marL="3656686" algn="l" defTabSz="1828343" rtl="0" eaLnBrk="1" latinLnBrk="0" hangingPunct="1">
        <a:defRPr sz="3599" kern="1200">
          <a:solidFill>
            <a:schemeClr val="tx1"/>
          </a:solidFill>
          <a:latin typeface="+mn-lt"/>
          <a:ea typeface="+mn-ea"/>
          <a:cs typeface="+mn-cs"/>
        </a:defRPr>
      </a:lvl5pPr>
      <a:lvl6pPr marL="4570857" algn="l" defTabSz="1828343" rtl="0" eaLnBrk="1" latinLnBrk="0" hangingPunct="1">
        <a:defRPr sz="3599" kern="1200">
          <a:solidFill>
            <a:schemeClr val="tx1"/>
          </a:solidFill>
          <a:latin typeface="+mn-lt"/>
          <a:ea typeface="+mn-ea"/>
          <a:cs typeface="+mn-cs"/>
        </a:defRPr>
      </a:lvl6pPr>
      <a:lvl7pPr marL="5485028" algn="l" defTabSz="1828343" rtl="0" eaLnBrk="1" latinLnBrk="0" hangingPunct="1">
        <a:defRPr sz="3599" kern="1200">
          <a:solidFill>
            <a:schemeClr val="tx1"/>
          </a:solidFill>
          <a:latin typeface="+mn-lt"/>
          <a:ea typeface="+mn-ea"/>
          <a:cs typeface="+mn-cs"/>
        </a:defRPr>
      </a:lvl7pPr>
      <a:lvl8pPr marL="6399200" algn="l" defTabSz="1828343" rtl="0" eaLnBrk="1" latinLnBrk="0" hangingPunct="1">
        <a:defRPr sz="3599" kern="1200">
          <a:solidFill>
            <a:schemeClr val="tx1"/>
          </a:solidFill>
          <a:latin typeface="+mn-lt"/>
          <a:ea typeface="+mn-ea"/>
          <a:cs typeface="+mn-cs"/>
        </a:defRPr>
      </a:lvl8pPr>
      <a:lvl9pPr marL="7313371" algn="l" defTabSz="1828343" rtl="0" eaLnBrk="1" latinLnBrk="0" hangingPunct="1">
        <a:defRPr sz="35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678">
          <p15:clr>
            <a:srgbClr val="F26B43"/>
          </p15:clr>
        </p15:guide>
        <p15:guide id="2" pos="9214">
          <p15:clr>
            <a:srgbClr val="F26B43"/>
          </p15:clr>
        </p15:guide>
        <p15:guide id="3" pos="15356">
          <p15:clr>
            <a:srgbClr val="F26B43"/>
          </p15:clr>
        </p15:guide>
        <p15:guide id="4" pos="8446">
          <p15:clr>
            <a:srgbClr val="F26B43"/>
          </p15:clr>
        </p15:guide>
        <p15:guide id="5" pos="9982">
          <p15:clr>
            <a:srgbClr val="F26B43"/>
          </p15:clr>
        </p15:guide>
        <p15:guide id="6" pos="10750">
          <p15:clr>
            <a:srgbClr val="F26B43"/>
          </p15:clr>
        </p15:guide>
        <p15:guide id="7" orient="horz" pos="4320">
          <p15:clr>
            <a:srgbClr val="F26B43"/>
          </p15:clr>
        </p15:guide>
        <p15:guide id="8" pos="11518">
          <p15:clr>
            <a:srgbClr val="F26B43"/>
          </p15:clr>
        </p15:guide>
        <p15:guide id="9" orient="horz" pos="8640">
          <p15:clr>
            <a:srgbClr val="F26B43"/>
          </p15:clr>
        </p15:guide>
        <p15:guide id="10" pos="12286">
          <p15:clr>
            <a:srgbClr val="F26B43"/>
          </p15:clr>
        </p15:guide>
        <p15:guide id="11" pos="13054">
          <p15:clr>
            <a:srgbClr val="F26B43"/>
          </p15:clr>
        </p15:guide>
        <p15:guide id="12" pos="13822">
          <p15:clr>
            <a:srgbClr val="F26B43"/>
          </p15:clr>
        </p15:guide>
        <p15:guide id="13" pos="14590">
          <p15:clr>
            <a:srgbClr val="F26B43"/>
          </p15:clr>
        </p15:guide>
        <p15:guide id="14" pos="6910">
          <p15:clr>
            <a:srgbClr val="F26B43"/>
          </p15:clr>
        </p15:guide>
        <p15:guide id="15" pos="6142">
          <p15:clr>
            <a:srgbClr val="F26B43"/>
          </p15:clr>
        </p15:guide>
        <p15:guide id="16" pos="5374">
          <p15:clr>
            <a:srgbClr val="F26B43"/>
          </p15:clr>
        </p15:guide>
        <p15:guide id="17" pos="4606">
          <p15:clr>
            <a:srgbClr val="F26B43"/>
          </p15:clr>
        </p15:guide>
        <p15:guide id="18" pos="3838">
          <p15:clr>
            <a:srgbClr val="F26B43"/>
          </p15:clr>
        </p15:guide>
        <p15:guide id="19" pos="3070">
          <p15:clr>
            <a:srgbClr val="F26B43"/>
          </p15:clr>
        </p15:guide>
        <p15:guide id="20" pos="2302">
          <p15:clr>
            <a:srgbClr val="F26B43"/>
          </p15:clr>
        </p15:guide>
        <p15:guide id="21" pos="1534">
          <p15:clr>
            <a:srgbClr val="F26B43"/>
          </p15:clr>
        </p15:guide>
        <p15:guide id="22" pos="766">
          <p15:clr>
            <a:srgbClr val="F26B43"/>
          </p15:clr>
        </p15:guide>
        <p15:guide id="23">
          <p15:clr>
            <a:srgbClr val="F26B43"/>
          </p15:clr>
        </p15:guide>
        <p15:guide id="24" pos="8062">
          <p15:clr>
            <a:srgbClr val="F26B43"/>
          </p15:clr>
        </p15:guide>
        <p15:guide id="25" pos="8830">
          <p15:clr>
            <a:srgbClr val="F26B43"/>
          </p15:clr>
        </p15:guide>
        <p15:guide id="26" pos="9598">
          <p15:clr>
            <a:srgbClr val="F26B43"/>
          </p15:clr>
        </p15:guide>
        <p15:guide id="27" pos="10366">
          <p15:clr>
            <a:srgbClr val="F26B43"/>
          </p15:clr>
        </p15:guide>
        <p15:guide id="28" pos="11134">
          <p15:clr>
            <a:srgbClr val="F26B43"/>
          </p15:clr>
        </p15:guide>
        <p15:guide id="29" pos="11902">
          <p15:clr>
            <a:srgbClr val="F26B43"/>
          </p15:clr>
        </p15:guide>
        <p15:guide id="30" orient="horz" pos="4704">
          <p15:clr>
            <a:srgbClr val="F26B43"/>
          </p15:clr>
        </p15:guide>
        <p15:guide id="31" pos="14974">
          <p15:clr>
            <a:srgbClr val="F26B43"/>
          </p15:clr>
        </p15:guide>
        <p15:guide id="32" orient="horz" pos="5856">
          <p15:clr>
            <a:srgbClr val="F26B43"/>
          </p15:clr>
        </p15:guide>
        <p15:guide id="33" orient="horz" pos="6624">
          <p15:clr>
            <a:srgbClr val="F26B43"/>
          </p15:clr>
        </p15:guide>
        <p15:guide id="34" orient="horz" pos="7392">
          <p15:clr>
            <a:srgbClr val="F26B43"/>
          </p15:clr>
        </p15:guide>
        <p15:guide id="35" orient="horz" pos="8160">
          <p15:clr>
            <a:srgbClr val="F26B43"/>
          </p15:clr>
        </p15:guide>
        <p15:guide id="36" orient="horz" pos="5088">
          <p15:clr>
            <a:srgbClr val="F26B43"/>
          </p15:clr>
        </p15:guide>
        <p15:guide id="37" orient="horz" pos="5472">
          <p15:clr>
            <a:srgbClr val="F26B43"/>
          </p15:clr>
        </p15:guide>
        <p15:guide id="38" orient="horz" pos="6240">
          <p15:clr>
            <a:srgbClr val="F26B43"/>
          </p15:clr>
        </p15:guide>
        <p15:guide id="39" orient="horz" pos="7008">
          <p15:clr>
            <a:srgbClr val="F26B43"/>
          </p15:clr>
        </p15:guide>
        <p15:guide id="40" orient="horz" pos="7776">
          <p15:clr>
            <a:srgbClr val="F26B43"/>
          </p15:clr>
        </p15:guide>
        <p15:guide id="41" pos="7294">
          <p15:clr>
            <a:srgbClr val="F26B43"/>
          </p15:clr>
        </p15:guide>
        <p15:guide id="42" pos="6526">
          <p15:clr>
            <a:srgbClr val="F26B43"/>
          </p15:clr>
        </p15:guide>
        <p15:guide id="43" pos="5758">
          <p15:clr>
            <a:srgbClr val="F26B43"/>
          </p15:clr>
        </p15:guide>
        <p15:guide id="44" pos="4990">
          <p15:clr>
            <a:srgbClr val="F26B43"/>
          </p15:clr>
        </p15:guide>
        <p15:guide id="45" pos="4222">
          <p15:clr>
            <a:srgbClr val="F26B43"/>
          </p15:clr>
        </p15:guide>
        <p15:guide id="46" pos="3454">
          <p15:clr>
            <a:srgbClr val="F26B43"/>
          </p15:clr>
        </p15:guide>
        <p15:guide id="47" pos="2686">
          <p15:clr>
            <a:srgbClr val="F26B43"/>
          </p15:clr>
        </p15:guide>
        <p15:guide id="48" pos="1918">
          <p15:clr>
            <a:srgbClr val="F26B43"/>
          </p15:clr>
        </p15:guide>
        <p15:guide id="49" pos="1150">
          <p15:clr>
            <a:srgbClr val="F26B43"/>
          </p15:clr>
        </p15:guide>
        <p15:guide id="50" pos="382">
          <p15:clr>
            <a:srgbClr val="F26B43"/>
          </p15:clr>
        </p15:guide>
        <p15:guide id="51" orient="horz" pos="3552">
          <p15:clr>
            <a:srgbClr val="F26B43"/>
          </p15:clr>
        </p15:guide>
        <p15:guide id="52" orient="horz" pos="2784">
          <p15:clr>
            <a:srgbClr val="F26B43"/>
          </p15:clr>
        </p15:guide>
        <p15:guide id="53" orient="horz" pos="2016">
          <p15:clr>
            <a:srgbClr val="F26B43"/>
          </p15:clr>
        </p15:guide>
        <p15:guide id="54" orient="horz" pos="1248">
          <p15:clr>
            <a:srgbClr val="F26B43"/>
          </p15:clr>
        </p15:guide>
        <p15:guide id="55" orient="horz" pos="480">
          <p15:clr>
            <a:srgbClr val="F26B43"/>
          </p15:clr>
        </p15:guide>
        <p15:guide id="56" orient="horz" pos="3168">
          <p15:clr>
            <a:srgbClr val="F26B43"/>
          </p15:clr>
        </p15:guide>
        <p15:guide id="57" orient="horz" pos="3936">
          <p15:clr>
            <a:srgbClr val="F26B43"/>
          </p15:clr>
        </p15:guide>
        <p15:guide id="58" orient="horz" pos="2400">
          <p15:clr>
            <a:srgbClr val="F26B43"/>
          </p15:clr>
        </p15:guide>
        <p15:guide id="59" orient="horz" pos="1632">
          <p15:clr>
            <a:srgbClr val="F26B43"/>
          </p15:clr>
        </p15:guide>
        <p15:guide id="60" orient="horz" pos="864">
          <p15:clr>
            <a:srgbClr val="F26B43"/>
          </p15:clr>
        </p15:guide>
        <p15:guide id="61" pos="13438">
          <p15:clr>
            <a:srgbClr val="F26B43"/>
          </p15:clr>
        </p15:guide>
        <p15:guide id="62" pos="12670">
          <p15:clr>
            <a:srgbClr val="F26B43"/>
          </p15:clr>
        </p15:guide>
        <p15:guide id="63" pos="1420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12" name="Rounded Rectangle 11">
            <a:extLst>
              <a:ext uri="{FF2B5EF4-FFF2-40B4-BE49-F238E27FC236}">
                <a16:creationId xmlns:a16="http://schemas.microsoft.com/office/drawing/2014/main" id="{E05C6743-D82A-F947-A668-3A29603E8607}"/>
              </a:ext>
            </a:extLst>
          </p:cNvPr>
          <p:cNvSpPr/>
          <p:nvPr/>
        </p:nvSpPr>
        <p:spPr>
          <a:xfrm>
            <a:off x="1192661" y="1061884"/>
            <a:ext cx="21993917" cy="11592233"/>
          </a:xfrm>
          <a:prstGeom prst="roundRect">
            <a:avLst>
              <a:gd name="adj" fmla="val 5821"/>
            </a:avLst>
          </a:prstGeom>
          <a:solidFill>
            <a:schemeClr val="bg1">
              <a:alpha val="8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D9D7567B-20F5-5449-AB62-961F81A5E26B}"/>
              </a:ext>
            </a:extLst>
          </p:cNvPr>
          <p:cNvSpPr txBox="1"/>
          <p:nvPr/>
        </p:nvSpPr>
        <p:spPr>
          <a:xfrm>
            <a:off x="5242845" y="4603537"/>
            <a:ext cx="13893548" cy="4508927"/>
          </a:xfrm>
          <a:prstGeom prst="rect">
            <a:avLst/>
          </a:prstGeom>
          <a:noFill/>
        </p:spPr>
        <p:txBody>
          <a:bodyPr wrap="none" rtlCol="0">
            <a:spAutoFit/>
          </a:bodyPr>
          <a:lstStyle/>
          <a:p>
            <a:pPr algn="ctr"/>
            <a:r>
              <a:rPr lang="en-US" sz="28700" b="1">
                <a:gradFill flip="none" rotWithShape="1">
                  <a:gsLst>
                    <a:gs pos="0">
                      <a:schemeClr val="accent1"/>
                    </a:gs>
                    <a:gs pos="55000">
                      <a:schemeClr val="accent2"/>
                    </a:gs>
                    <a:gs pos="100000">
                      <a:schemeClr val="accent5"/>
                    </a:gs>
                  </a:gsLst>
                  <a:lin ang="18900000" scaled="1"/>
                  <a:tileRect/>
                </a:gradFill>
                <a:effectLst>
                  <a:outerShdw blurRad="482600" dist="38100" dir="8100000" sx="102000" sy="102000" algn="tr" rotWithShape="0">
                    <a:schemeClr val="accent2">
                      <a:alpha val="26000"/>
                    </a:schemeClr>
                  </a:outerShdw>
                </a:effectLst>
                <a:latin typeface="Poppins" pitchFamily="2" charset="77"/>
                <a:cs typeface="Poppins" pitchFamily="2" charset="77"/>
              </a:rPr>
              <a:t>Lévient</a:t>
            </a:r>
            <a:endParaRPr sz="28700" b="1">
              <a:gradFill flip="none" rotWithShape="1">
                <a:gsLst>
                  <a:gs pos="0">
                    <a:schemeClr val="accent1"/>
                  </a:gs>
                  <a:gs pos="55000">
                    <a:schemeClr val="accent2"/>
                  </a:gs>
                  <a:gs pos="100000">
                    <a:schemeClr val="accent5"/>
                  </a:gs>
                </a:gsLst>
                <a:lin ang="18900000" scaled="1"/>
                <a:tileRect/>
              </a:gradFill>
              <a:effectLst>
                <a:outerShdw blurRad="482600" dist="38100" dir="8100000" sx="102000" sy="102000" algn="tr" rotWithShape="0">
                  <a:schemeClr val="accent2">
                    <a:alpha val="26000"/>
                  </a:schemeClr>
                </a:outerShdw>
              </a:effectLst>
              <a:latin typeface="Poppins" pitchFamily="2" charset="77"/>
              <a:cs typeface="Poppins" pitchFamily="2" charset="77"/>
            </a:endParaRPr>
          </a:p>
        </p:txBody>
      </p:sp>
      <p:cxnSp>
        <p:nvCxnSpPr>
          <p:cNvPr id="15" name="Straight Connector 14">
            <a:extLst>
              <a:ext uri="{FF2B5EF4-FFF2-40B4-BE49-F238E27FC236}">
                <a16:creationId xmlns:a16="http://schemas.microsoft.com/office/drawing/2014/main" id="{98C1ACAC-4FDB-C24D-8225-25C52438D334}"/>
              </a:ext>
            </a:extLst>
          </p:cNvPr>
          <p:cNvCxnSpPr/>
          <p:nvPr/>
        </p:nvCxnSpPr>
        <p:spPr>
          <a:xfrm>
            <a:off x="2952750" y="1061884"/>
            <a:ext cx="0" cy="11592233"/>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7D50B0F2-3EDD-324B-B3AA-3182FA2B075A}"/>
              </a:ext>
            </a:extLst>
          </p:cNvPr>
          <p:cNvSpPr/>
          <p:nvPr/>
        </p:nvSpPr>
        <p:spPr>
          <a:xfrm>
            <a:off x="1644081" y="1673483"/>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380F9064-5EE9-8345-A243-3A2C90656FDE}"/>
              </a:ext>
            </a:extLst>
          </p:cNvPr>
          <p:cNvSpPr txBox="1"/>
          <p:nvPr/>
        </p:nvSpPr>
        <p:spPr>
          <a:xfrm rot="16200000">
            <a:off x="764495" y="10236009"/>
            <a:ext cx="2616422"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MASDIKASTUDIO</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TextBox 17">
            <a:extLst>
              <a:ext uri="{FF2B5EF4-FFF2-40B4-BE49-F238E27FC236}">
                <a16:creationId xmlns:a16="http://schemas.microsoft.com/office/drawing/2014/main" id="{ECB14C34-2FE2-1B4B-83C9-A842C4263DEB}"/>
              </a:ext>
            </a:extLst>
          </p:cNvPr>
          <p:cNvSpPr txBox="1"/>
          <p:nvPr/>
        </p:nvSpPr>
        <p:spPr>
          <a:xfrm>
            <a:off x="18488411" y="11405735"/>
            <a:ext cx="3946276" cy="646302"/>
          </a:xfrm>
          <a:prstGeom prst="rect">
            <a:avLst/>
          </a:prstGeom>
          <a:noFill/>
        </p:spPr>
        <p:txBody>
          <a:bodyPr wrap="squar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BLURRED GRADIENT POWERPOINT TEMPLATE</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20" name="Straight Connector 19">
            <a:extLst>
              <a:ext uri="{FF2B5EF4-FFF2-40B4-BE49-F238E27FC236}">
                <a16:creationId xmlns:a16="http://schemas.microsoft.com/office/drawing/2014/main" id="{3589FD57-864C-3643-BF60-35F5FF81E98A}"/>
              </a:ext>
            </a:extLst>
          </p:cNvPr>
          <p:cNvCxnSpPr/>
          <p:nvPr/>
        </p:nvCxnSpPr>
        <p:spPr>
          <a:xfrm>
            <a:off x="16933980" y="11552301"/>
            <a:ext cx="121034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7" name="Rounded Rectangle 26">
            <a:extLst>
              <a:ext uri="{FF2B5EF4-FFF2-40B4-BE49-F238E27FC236}">
                <a16:creationId xmlns:a16="http://schemas.microsoft.com/office/drawing/2014/main" id="{31AA71FC-8A46-2C43-87B4-0D3298B64689}"/>
              </a:ext>
            </a:extLst>
          </p:cNvPr>
          <p:cNvSpPr/>
          <p:nvPr/>
        </p:nvSpPr>
        <p:spPr>
          <a:xfrm>
            <a:off x="20023178" y="1673483"/>
            <a:ext cx="2411509" cy="857250"/>
          </a:xfrm>
          <a:prstGeom prst="roundRect">
            <a:avLst>
              <a:gd name="adj" fmla="val 50000"/>
            </a:avLst>
          </a:prstGeom>
          <a:gradFill flip="none" rotWithShape="1">
            <a:gsLst>
              <a:gs pos="0">
                <a:schemeClr val="accent1"/>
              </a:gs>
              <a:gs pos="100000">
                <a:schemeClr val="accent5"/>
              </a:gs>
            </a:gsLst>
            <a:lin ang="13500000" scaled="1"/>
            <a:tileRect/>
          </a:gradFill>
          <a:ln>
            <a:noFill/>
          </a:ln>
          <a:effectLst>
            <a:outerShdw blurRad="457200" dist="38100" dir="8100000" sx="115000" sy="115000" algn="tr" rotWithShape="0">
              <a:schemeClr val="accent5">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34610EB2-29D4-2E41-9D64-7205472127B1}"/>
              </a:ext>
            </a:extLst>
          </p:cNvPr>
          <p:cNvSpPr txBox="1"/>
          <p:nvPr/>
        </p:nvSpPr>
        <p:spPr>
          <a:xfrm>
            <a:off x="20171561" y="1917442"/>
            <a:ext cx="2114743" cy="369332"/>
          </a:xfrm>
          <a:prstGeom prst="rect">
            <a:avLst/>
          </a:prstGeom>
          <a:noFill/>
        </p:spPr>
        <p:txBody>
          <a:bodyPr wrap="square" rtlCol="0">
            <a:spAutoFit/>
          </a:bodyPr>
          <a:lstStyle/>
          <a:p>
            <a:pPr algn="ctr"/>
            <a:r>
              <a:rPr lang="en-US" b="1" spc="300">
                <a:solidFill>
                  <a:schemeClr val="bg1"/>
                </a:solidFill>
                <a:latin typeface="Open Sans" panose="020B0606030504020204" pitchFamily="34" charset="0"/>
                <a:ea typeface="Open Sans" panose="020B0606030504020204" pitchFamily="34" charset="0"/>
                <a:cs typeface="Open Sans" panose="020B0606030504020204" pitchFamily="34" charset="0"/>
              </a:rPr>
              <a:t>JOIN US</a:t>
            </a:r>
            <a:endParaRPr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514802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4EF6230F-7E9D-0942-9277-815AB18A2C7F}"/>
              </a:ext>
            </a:extLst>
          </p:cNvPr>
          <p:cNvSpPr>
            <a:spLocks noGrp="1"/>
          </p:cNvSpPr>
          <p:nvPr>
            <p:ph type="pic" sz="quarter" idx="10"/>
          </p:nvPr>
        </p:nvSpPr>
        <p:spPr/>
      </p:sp>
      <p:sp>
        <p:nvSpPr>
          <p:cNvPr id="13" name="Rectangle 12">
            <a:extLst>
              <a:ext uri="{FF2B5EF4-FFF2-40B4-BE49-F238E27FC236}">
                <a16:creationId xmlns:a16="http://schemas.microsoft.com/office/drawing/2014/main" id="{82AC69E9-35B8-F149-A7BC-97BBE597EB37}"/>
              </a:ext>
            </a:extLst>
          </p:cNvPr>
          <p:cNvSpPr/>
          <p:nvPr/>
        </p:nvSpPr>
        <p:spPr>
          <a:xfrm>
            <a:off x="0" y="0"/>
            <a:ext cx="24379238" cy="13716000"/>
          </a:xfrm>
          <a:prstGeom prst="rect">
            <a:avLst/>
          </a:prstGeom>
          <a:gradFill>
            <a:gsLst>
              <a:gs pos="0">
                <a:schemeClr val="accent1">
                  <a:alpha val="97000"/>
                </a:schemeClr>
              </a:gs>
              <a:gs pos="100000">
                <a:schemeClr val="accent5">
                  <a:alpha val="80000"/>
                </a:scheme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Rounded Rectangle 2">
            <a:extLst>
              <a:ext uri="{FF2B5EF4-FFF2-40B4-BE49-F238E27FC236}">
                <a16:creationId xmlns:a16="http://schemas.microsoft.com/office/drawing/2014/main" id="{07317094-69C8-EE47-AED3-B8DC91075CA0}"/>
              </a:ext>
            </a:extLst>
          </p:cNvPr>
          <p:cNvSpPr/>
          <p:nvPr/>
        </p:nvSpPr>
        <p:spPr>
          <a:xfrm>
            <a:off x="12189619" y="1303895"/>
            <a:ext cx="10538912" cy="11108209"/>
          </a:xfrm>
          <a:prstGeom prst="roundRect">
            <a:avLst>
              <a:gd name="adj" fmla="val 9589"/>
            </a:avLst>
          </a:prstGeom>
          <a:solidFill>
            <a:schemeClr val="bg1">
              <a:alpha val="9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16E04310-EAB3-534A-A9F1-3DEFAA74CEB9}"/>
              </a:ext>
            </a:extLst>
          </p:cNvPr>
          <p:cNvSpPr txBox="1"/>
          <p:nvPr/>
        </p:nvSpPr>
        <p:spPr>
          <a:xfrm>
            <a:off x="14083792" y="6545384"/>
            <a:ext cx="6750566" cy="2215991"/>
          </a:xfrm>
          <a:prstGeom prst="rect">
            <a:avLst/>
          </a:prstGeom>
          <a:noFill/>
        </p:spPr>
        <p:txBody>
          <a:bodyPr wrap="none" rtlCol="0">
            <a:spAutoFit/>
          </a:bodyPr>
          <a:lstStyle/>
          <a:p>
            <a:pPr algn="ctr"/>
            <a:r>
              <a:rPr lang="en-US" sz="13800" b="1">
                <a:gradFill flip="none" rotWithShape="1">
                  <a:gsLst>
                    <a:gs pos="0">
                      <a:schemeClr val="accent1"/>
                    </a:gs>
                    <a:gs pos="55000">
                      <a:schemeClr val="accent2"/>
                    </a:gs>
                    <a:gs pos="100000">
                      <a:schemeClr val="accent5"/>
                    </a:gs>
                  </a:gsLst>
                  <a:lin ang="18900000" scaled="1"/>
                  <a:tileRect/>
                </a:gradFill>
                <a:effectLst>
                  <a:outerShdw blurRad="482600" dist="38100" dir="8100000" sx="102000" sy="102000" algn="tr" rotWithShape="0">
                    <a:schemeClr val="accent2">
                      <a:alpha val="26000"/>
                    </a:schemeClr>
                  </a:outerShdw>
                </a:effectLst>
                <a:latin typeface="Poppins" pitchFamily="2" charset="77"/>
                <a:cs typeface="Poppins" pitchFamily="2" charset="77"/>
              </a:rPr>
              <a:t>Lévient</a:t>
            </a:r>
            <a:endParaRPr sz="13800" b="1">
              <a:gradFill flip="none" rotWithShape="1">
                <a:gsLst>
                  <a:gs pos="0">
                    <a:schemeClr val="accent1"/>
                  </a:gs>
                  <a:gs pos="55000">
                    <a:schemeClr val="accent2"/>
                  </a:gs>
                  <a:gs pos="100000">
                    <a:schemeClr val="accent5"/>
                  </a:gs>
                </a:gsLst>
                <a:lin ang="18900000" scaled="1"/>
                <a:tileRect/>
              </a:gradFill>
              <a:effectLst>
                <a:outerShdw blurRad="482600" dist="38100" dir="8100000" sx="102000" sy="102000" algn="tr" rotWithShape="0">
                  <a:schemeClr val="accent2">
                    <a:alpha val="26000"/>
                  </a:schemeClr>
                </a:outerShdw>
              </a:effectLst>
              <a:latin typeface="Poppins" pitchFamily="2" charset="77"/>
              <a:cs typeface="Poppins" pitchFamily="2" charset="77"/>
            </a:endParaRPr>
          </a:p>
        </p:txBody>
      </p:sp>
      <p:sp>
        <p:nvSpPr>
          <p:cNvPr id="9" name="Oval 8">
            <a:extLst>
              <a:ext uri="{FF2B5EF4-FFF2-40B4-BE49-F238E27FC236}">
                <a16:creationId xmlns:a16="http://schemas.microsoft.com/office/drawing/2014/main" id="{3966D4FC-F27F-B546-8581-B1136DD8C366}"/>
              </a:ext>
            </a:extLst>
          </p:cNvPr>
          <p:cNvSpPr/>
          <p:nvPr/>
        </p:nvSpPr>
        <p:spPr>
          <a:xfrm>
            <a:off x="16493106" y="4422435"/>
            <a:ext cx="1931938" cy="1931938"/>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571500" dist="38100" dir="8100000" sx="122000" sy="122000" algn="tr" rotWithShape="0">
              <a:schemeClr val="accent2">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10" name="Straight Connector 9">
            <a:extLst>
              <a:ext uri="{FF2B5EF4-FFF2-40B4-BE49-F238E27FC236}">
                <a16:creationId xmlns:a16="http://schemas.microsoft.com/office/drawing/2014/main" id="{40A1DD4A-4160-8E45-8948-397DEB3DB837}"/>
              </a:ext>
            </a:extLst>
          </p:cNvPr>
          <p:cNvCxnSpPr>
            <a:cxnSpLocks/>
          </p:cNvCxnSpPr>
          <p:nvPr/>
        </p:nvCxnSpPr>
        <p:spPr>
          <a:xfrm>
            <a:off x="1862580" y="0"/>
            <a:ext cx="0" cy="1371600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F894FC3-AB53-F945-BBCC-DC49EA734AC3}"/>
              </a:ext>
            </a:extLst>
          </p:cNvPr>
          <p:cNvSpPr txBox="1"/>
          <p:nvPr/>
        </p:nvSpPr>
        <p:spPr>
          <a:xfrm rot="16200000">
            <a:off x="-25085" y="1400321"/>
            <a:ext cx="1904689" cy="646331"/>
          </a:xfrm>
          <a:prstGeom prst="rect">
            <a:avLst/>
          </a:prstGeom>
          <a:noFill/>
        </p:spPr>
        <p:txBody>
          <a:bodyPr wrap="none" rtlCol="0">
            <a:spAutoFit/>
          </a:bodyPr>
          <a:lstStyle/>
          <a:p>
            <a:r>
              <a:rPr lang="en-US" sz="3600" b="1">
                <a:solidFill>
                  <a:schemeClr val="bg1"/>
                </a:solidFill>
                <a:latin typeface="Poppins" pitchFamily="2" charset="77"/>
                <a:ea typeface="Open Sans" panose="020B0606030504020204" pitchFamily="34" charset="0"/>
                <a:cs typeface="Poppins" pitchFamily="2" charset="77"/>
              </a:rPr>
              <a:t>Lévient</a:t>
            </a:r>
            <a:endParaRPr sz="3600" b="1">
              <a:solidFill>
                <a:schemeClr val="bg1"/>
              </a:solidFill>
              <a:latin typeface="Poppins" pitchFamily="2" charset="77"/>
              <a:ea typeface="Open Sans" panose="020B0606030504020204" pitchFamily="34" charset="0"/>
              <a:cs typeface="Poppins" pitchFamily="2" charset="77"/>
            </a:endParaRPr>
          </a:p>
        </p:txBody>
      </p:sp>
      <p:sp>
        <p:nvSpPr>
          <p:cNvPr id="12" name="TextBox 11">
            <a:extLst>
              <a:ext uri="{FF2B5EF4-FFF2-40B4-BE49-F238E27FC236}">
                <a16:creationId xmlns:a16="http://schemas.microsoft.com/office/drawing/2014/main" id="{A1C76C2C-6518-6340-BDC5-8EA088FEE6A3}"/>
              </a:ext>
            </a:extLst>
          </p:cNvPr>
          <p:cNvSpPr txBox="1"/>
          <p:nvPr/>
        </p:nvSpPr>
        <p:spPr>
          <a:xfrm rot="16200000">
            <a:off x="-380952" y="11451981"/>
            <a:ext cx="2616422" cy="369332"/>
          </a:xfrm>
          <a:prstGeom prst="rect">
            <a:avLst/>
          </a:prstGeom>
          <a:noFill/>
        </p:spPr>
        <p:txBody>
          <a:bodyPr wrap="none" rtlCol="0">
            <a:spAutoFit/>
          </a:bodyPr>
          <a:lstStyle/>
          <a:p>
            <a:r>
              <a:rPr lang="en-US" b="1" spc="300">
                <a:solidFill>
                  <a:schemeClr val="bg1"/>
                </a:solidFill>
                <a:latin typeface="Open Sans" panose="020B0606030504020204" pitchFamily="34" charset="0"/>
                <a:ea typeface="Open Sans" panose="020B0606030504020204" pitchFamily="34" charset="0"/>
                <a:cs typeface="Open Sans" panose="020B0606030504020204" pitchFamily="34" charset="0"/>
              </a:rPr>
              <a:t>MASDIKASTUDIO</a:t>
            </a:r>
            <a:endParaRPr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14" name="Straight Connector 13">
            <a:extLst>
              <a:ext uri="{FF2B5EF4-FFF2-40B4-BE49-F238E27FC236}">
                <a16:creationId xmlns:a16="http://schemas.microsoft.com/office/drawing/2014/main" id="{260DB8CC-27C0-174D-A5B5-419184FC8EFA}"/>
              </a:ext>
            </a:extLst>
          </p:cNvPr>
          <p:cNvCxnSpPr>
            <a:cxnSpLocks/>
          </p:cNvCxnSpPr>
          <p:nvPr/>
        </p:nvCxnSpPr>
        <p:spPr>
          <a:xfrm flipH="1">
            <a:off x="12189620" y="10668933"/>
            <a:ext cx="10538911" cy="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B1507BD-D9BE-E745-B32F-274DC80E6BB0}"/>
              </a:ext>
            </a:extLst>
          </p:cNvPr>
          <p:cNvCxnSpPr>
            <a:cxnSpLocks/>
          </p:cNvCxnSpPr>
          <p:nvPr/>
        </p:nvCxnSpPr>
        <p:spPr>
          <a:xfrm flipH="1">
            <a:off x="12189620" y="2675831"/>
            <a:ext cx="10538911" cy="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6D91B25-0E39-0643-890B-0E822C7326AF}"/>
              </a:ext>
            </a:extLst>
          </p:cNvPr>
          <p:cNvSpPr txBox="1"/>
          <p:nvPr/>
        </p:nvSpPr>
        <p:spPr>
          <a:xfrm>
            <a:off x="15485937" y="1782685"/>
            <a:ext cx="3946276" cy="461665"/>
          </a:xfrm>
          <a:prstGeom prst="rect">
            <a:avLst/>
          </a:prstGeom>
          <a:noFill/>
        </p:spPr>
        <p:txBody>
          <a:bodyPr wrap="square" rtlCol="0">
            <a:spAutoFit/>
          </a:bodyPr>
          <a:lstStyle/>
          <a:p>
            <a:pPr algn="ctr"/>
            <a:r>
              <a:rPr lang="en-US" sz="2400" b="1" spc="1000">
                <a:solidFill>
                  <a:schemeClr val="tx2"/>
                </a:solidFill>
                <a:latin typeface="Open Sans" panose="020B0606030504020204" pitchFamily="34" charset="0"/>
                <a:ea typeface="Open Sans" panose="020B0606030504020204" pitchFamily="34" charset="0"/>
                <a:cs typeface="Open Sans" panose="020B0606030504020204" pitchFamily="34" charset="0"/>
              </a:rPr>
              <a:t>INTRODUCING</a:t>
            </a:r>
            <a:endParaRPr sz="2400" b="1" spc="10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1" name="Rounded Rectangle 20">
            <a:extLst>
              <a:ext uri="{FF2B5EF4-FFF2-40B4-BE49-F238E27FC236}">
                <a16:creationId xmlns:a16="http://schemas.microsoft.com/office/drawing/2014/main" id="{2D33BF43-5FEF-A94E-B21A-517B7F6F6F83}"/>
              </a:ext>
            </a:extLst>
          </p:cNvPr>
          <p:cNvSpPr/>
          <p:nvPr/>
        </p:nvSpPr>
        <p:spPr>
          <a:xfrm>
            <a:off x="15870907" y="11040169"/>
            <a:ext cx="3176336" cy="897438"/>
          </a:xfrm>
          <a:prstGeom prst="roundRect">
            <a:avLst>
              <a:gd name="adj" fmla="val 50000"/>
            </a:avLst>
          </a:prstGeom>
          <a:gradFill flip="none" rotWithShape="1">
            <a:gsLst>
              <a:gs pos="0">
                <a:schemeClr val="accent3">
                  <a:lumMod val="90000"/>
                </a:schemeClr>
              </a:gs>
              <a:gs pos="100000">
                <a:srgbClr val="FFC000"/>
              </a:gs>
            </a:gsLst>
            <a:lin ang="13500000" scaled="1"/>
            <a:tileRect/>
          </a:gradFill>
          <a:ln>
            <a:noFill/>
          </a:ln>
          <a:effectLst>
            <a:outerShdw blurRad="457200" dist="38100" dir="8100000" sx="115000" sy="115000" algn="tr" rotWithShape="0">
              <a:srgbClr val="FFC000">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3430DA3A-5894-264B-9FBF-A126F9CB6896}"/>
              </a:ext>
            </a:extLst>
          </p:cNvPr>
          <p:cNvSpPr txBox="1"/>
          <p:nvPr/>
        </p:nvSpPr>
        <p:spPr>
          <a:xfrm>
            <a:off x="16401704" y="11288833"/>
            <a:ext cx="2114743" cy="400110"/>
          </a:xfrm>
          <a:prstGeom prst="rect">
            <a:avLst/>
          </a:prstGeom>
          <a:noFill/>
        </p:spPr>
        <p:txBody>
          <a:bodyPr wrap="square" rtlCol="0">
            <a:spAutoFit/>
          </a:bodyPr>
          <a:lstStyle/>
          <a:p>
            <a:pPr algn="ctr"/>
            <a:r>
              <a:rPr lang="en-US" sz="2000" b="1" spc="300">
                <a:solidFill>
                  <a:schemeClr val="bg1"/>
                </a:solidFill>
                <a:latin typeface="Open Sans" panose="020B0606030504020204" pitchFamily="34" charset="0"/>
                <a:ea typeface="Open Sans" panose="020B0606030504020204" pitchFamily="34" charset="0"/>
                <a:cs typeface="Open Sans" panose="020B0606030504020204" pitchFamily="34" charset="0"/>
              </a:rPr>
              <a:t>START NOW</a:t>
            </a:r>
            <a:endParaRPr sz="2000"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2" name="TextBox 21">
            <a:extLst>
              <a:ext uri="{FF2B5EF4-FFF2-40B4-BE49-F238E27FC236}">
                <a16:creationId xmlns:a16="http://schemas.microsoft.com/office/drawing/2014/main" id="{73CE67A6-DBA3-6A4C-BAAA-6F6FCF9767BA}"/>
              </a:ext>
            </a:extLst>
          </p:cNvPr>
          <p:cNvSpPr txBox="1"/>
          <p:nvPr/>
        </p:nvSpPr>
        <p:spPr>
          <a:xfrm>
            <a:off x="13942543" y="8516375"/>
            <a:ext cx="7033064" cy="369332"/>
          </a:xfrm>
          <a:prstGeom prst="rect">
            <a:avLst/>
          </a:prstGeom>
          <a:noFill/>
        </p:spPr>
        <p:txBody>
          <a:bodyPr wrap="square" rtlCol="0">
            <a:spAutoFit/>
          </a:bodyPr>
          <a:lstStyle/>
          <a:p>
            <a:pPr algn="ctr"/>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BLURRED GRADIENT PRESENTATION TEMPLATE</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725680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BB946AA-2578-294F-84CC-0473F614ACA8}"/>
              </a:ext>
            </a:extLst>
          </p:cNvPr>
          <p:cNvSpPr>
            <a:spLocks noGrp="1"/>
          </p:cNvSpPr>
          <p:nvPr>
            <p:ph type="pic" sz="quarter" idx="10"/>
          </p:nvPr>
        </p:nvSpPr>
        <p:spPr/>
      </p:sp>
      <p:cxnSp>
        <p:nvCxnSpPr>
          <p:cNvPr id="9" name="Straight Connector 8">
            <a:extLst>
              <a:ext uri="{FF2B5EF4-FFF2-40B4-BE49-F238E27FC236}">
                <a16:creationId xmlns:a16="http://schemas.microsoft.com/office/drawing/2014/main" id="{6C06B476-9D4A-BB48-A5D1-6B63D9B1E907}"/>
              </a:ext>
            </a:extLst>
          </p:cNvPr>
          <p:cNvCxnSpPr>
            <a:cxnSpLocks/>
          </p:cNvCxnSpPr>
          <p:nvPr/>
        </p:nvCxnSpPr>
        <p:spPr>
          <a:xfrm>
            <a:off x="22282741" y="0"/>
            <a:ext cx="0" cy="1371600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969DE3F-385F-EE4D-8235-BE8E1CB60D75}"/>
              </a:ext>
            </a:extLst>
          </p:cNvPr>
          <p:cNvSpPr txBox="1"/>
          <p:nvPr/>
        </p:nvSpPr>
        <p:spPr>
          <a:xfrm>
            <a:off x="11337338" y="3734068"/>
            <a:ext cx="10139384" cy="6247864"/>
          </a:xfrm>
          <a:prstGeom prst="rect">
            <a:avLst/>
          </a:prstGeom>
          <a:noFill/>
        </p:spPr>
        <p:txBody>
          <a:bodyPr wrap="square" rtlCol="0">
            <a:spAutoFit/>
          </a:bodyPr>
          <a:lstStyle/>
          <a:p>
            <a:r>
              <a:rPr lang="en-ID" sz="8000" b="1">
                <a:solidFill>
                  <a:schemeClr val="tx2"/>
                </a:solidFill>
                <a:latin typeface="Poppins" pitchFamily="2" charset="77"/>
                <a:ea typeface="Open Sans" panose="020B0606030504020204" pitchFamily="34" charset="0"/>
                <a:cs typeface="Poppins" pitchFamily="2" charset="77"/>
              </a:rPr>
              <a:t>Imagination is everything. It is the preview of life’s coming attractions</a:t>
            </a:r>
            <a:endParaRPr sz="8000" b="1">
              <a:solidFill>
                <a:schemeClr val="tx2"/>
              </a:solidFill>
              <a:latin typeface="Poppins" pitchFamily="2" charset="77"/>
              <a:ea typeface="Open Sans" panose="020B0606030504020204" pitchFamily="34" charset="0"/>
              <a:cs typeface="Poppins" pitchFamily="2" charset="77"/>
            </a:endParaRPr>
          </a:p>
        </p:txBody>
      </p:sp>
      <p:sp>
        <p:nvSpPr>
          <p:cNvPr id="13" name="TextBox 12">
            <a:extLst>
              <a:ext uri="{FF2B5EF4-FFF2-40B4-BE49-F238E27FC236}">
                <a16:creationId xmlns:a16="http://schemas.microsoft.com/office/drawing/2014/main" id="{B2FFF10A-3070-6B49-9BE9-DD6B9698D682}"/>
              </a:ext>
            </a:extLst>
          </p:cNvPr>
          <p:cNvSpPr txBox="1"/>
          <p:nvPr/>
        </p:nvSpPr>
        <p:spPr>
          <a:xfrm>
            <a:off x="3307205" y="7705745"/>
            <a:ext cx="5276014" cy="830997"/>
          </a:xfrm>
          <a:prstGeom prst="rect">
            <a:avLst/>
          </a:prstGeom>
          <a:noFill/>
        </p:spPr>
        <p:txBody>
          <a:bodyPr wrap="square" rtlCol="0">
            <a:spAutoFit/>
          </a:bodyPr>
          <a:lstStyle/>
          <a:p>
            <a:pPr algn="ctr"/>
            <a:r>
              <a:rPr lang="en-US" sz="4800" b="1">
                <a:solidFill>
                  <a:schemeClr val="tx2"/>
                </a:solidFill>
                <a:latin typeface="Poppins" pitchFamily="2" charset="77"/>
                <a:ea typeface="Open Sans" panose="020B0606030504020204" pitchFamily="34" charset="0"/>
                <a:cs typeface="Poppins" pitchFamily="2" charset="77"/>
              </a:rPr>
              <a:t>Jason Romad</a:t>
            </a:r>
            <a:endParaRPr sz="4800" b="1">
              <a:solidFill>
                <a:schemeClr val="tx2"/>
              </a:solidFill>
              <a:latin typeface="Poppins" pitchFamily="2" charset="77"/>
              <a:ea typeface="Open Sans" panose="020B0606030504020204" pitchFamily="34" charset="0"/>
              <a:cs typeface="Poppins" pitchFamily="2" charset="77"/>
            </a:endParaRPr>
          </a:p>
        </p:txBody>
      </p:sp>
      <p:sp>
        <p:nvSpPr>
          <p:cNvPr id="14" name="TextBox 13">
            <a:extLst>
              <a:ext uri="{FF2B5EF4-FFF2-40B4-BE49-F238E27FC236}">
                <a16:creationId xmlns:a16="http://schemas.microsoft.com/office/drawing/2014/main" id="{D838B764-AE94-E745-9C1D-17E3E0458F6C}"/>
              </a:ext>
            </a:extLst>
          </p:cNvPr>
          <p:cNvSpPr txBox="1"/>
          <p:nvPr/>
        </p:nvSpPr>
        <p:spPr>
          <a:xfrm>
            <a:off x="4105938" y="8575240"/>
            <a:ext cx="3907439" cy="830997"/>
          </a:xfrm>
          <a:prstGeom prst="rect">
            <a:avLst/>
          </a:prstGeom>
          <a:noFill/>
        </p:spPr>
        <p:txBody>
          <a:bodyPr wrap="square" rtlCol="0">
            <a:spAutoFit/>
          </a:bodyPr>
          <a:lstStyle/>
          <a:p>
            <a:pPr algn="ctr"/>
            <a:r>
              <a:rPr lang="en-US" sz="24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CO FOUNDER OF LÉVIENT</a:t>
            </a:r>
            <a:endParaRPr sz="24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Oval 18">
            <a:extLst>
              <a:ext uri="{FF2B5EF4-FFF2-40B4-BE49-F238E27FC236}">
                <a16:creationId xmlns:a16="http://schemas.microsoft.com/office/drawing/2014/main" id="{B67CD95F-12F1-8B42-AFC5-361C646757F3}"/>
              </a:ext>
            </a:extLst>
          </p:cNvPr>
          <p:cNvSpPr/>
          <p:nvPr/>
        </p:nvSpPr>
        <p:spPr>
          <a:xfrm>
            <a:off x="22851152" y="598208"/>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7C4A8DD4-762E-9741-9E33-4C7EB4320059}"/>
              </a:ext>
            </a:extLst>
          </p:cNvPr>
          <p:cNvSpPr txBox="1"/>
          <p:nvPr/>
        </p:nvSpPr>
        <p:spPr>
          <a:xfrm rot="5400000">
            <a:off x="22327433" y="2425394"/>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21" name="TextBox 20">
            <a:extLst>
              <a:ext uri="{FF2B5EF4-FFF2-40B4-BE49-F238E27FC236}">
                <a16:creationId xmlns:a16="http://schemas.microsoft.com/office/drawing/2014/main" id="{66D73C21-17EB-1345-BF8C-CD1426488FFE}"/>
              </a:ext>
            </a:extLst>
          </p:cNvPr>
          <p:cNvSpPr txBox="1"/>
          <p:nvPr/>
        </p:nvSpPr>
        <p:spPr>
          <a:xfrm rot="5400000">
            <a:off x="21971566" y="11469386"/>
            <a:ext cx="2616422"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MASDIKASTUDIO</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2" name="Rounded Rectangle 21">
            <a:extLst>
              <a:ext uri="{FF2B5EF4-FFF2-40B4-BE49-F238E27FC236}">
                <a16:creationId xmlns:a16="http://schemas.microsoft.com/office/drawing/2014/main" id="{73EE0EFC-4751-DC4D-892B-D9C846EE91D8}"/>
              </a:ext>
            </a:extLst>
          </p:cNvPr>
          <p:cNvSpPr/>
          <p:nvPr/>
        </p:nvSpPr>
        <p:spPr>
          <a:xfrm>
            <a:off x="4388763" y="10028039"/>
            <a:ext cx="3112898" cy="857250"/>
          </a:xfrm>
          <a:prstGeom prst="roundRect">
            <a:avLst>
              <a:gd name="adj" fmla="val 50000"/>
            </a:avLst>
          </a:prstGeom>
          <a:gradFill flip="none" rotWithShape="1">
            <a:gsLst>
              <a:gs pos="0">
                <a:schemeClr val="accent1"/>
              </a:gs>
              <a:gs pos="100000">
                <a:schemeClr val="accent5"/>
              </a:gs>
            </a:gsLst>
            <a:lin ang="13500000" scaled="1"/>
            <a:tileRect/>
          </a:gradFill>
          <a:ln>
            <a:noFill/>
          </a:ln>
          <a:effectLst>
            <a:outerShdw blurRad="457200" dist="38100" dir="8100000" sx="115000" sy="115000" algn="tr" rotWithShape="0">
              <a:schemeClr val="accent5">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8E35519C-F0E7-444E-AA59-691A704C56D5}"/>
              </a:ext>
            </a:extLst>
          </p:cNvPr>
          <p:cNvSpPr txBox="1"/>
          <p:nvPr/>
        </p:nvSpPr>
        <p:spPr>
          <a:xfrm>
            <a:off x="4540146" y="10271998"/>
            <a:ext cx="2810132" cy="369332"/>
          </a:xfrm>
          <a:prstGeom prst="rect">
            <a:avLst/>
          </a:prstGeom>
          <a:noFill/>
        </p:spPr>
        <p:txBody>
          <a:bodyPr wrap="square" rtlCol="0">
            <a:spAutoFit/>
          </a:bodyPr>
          <a:lstStyle/>
          <a:p>
            <a:pPr algn="ctr"/>
            <a:r>
              <a:rPr lang="en-US" b="1" spc="300">
                <a:solidFill>
                  <a:schemeClr val="bg1"/>
                </a:solidFill>
                <a:latin typeface="Open Sans" panose="020B0606030504020204" pitchFamily="34" charset="0"/>
                <a:ea typeface="Open Sans" panose="020B0606030504020204" pitchFamily="34" charset="0"/>
                <a:cs typeface="Open Sans" panose="020B0606030504020204" pitchFamily="34" charset="0"/>
              </a:rPr>
              <a:t>CHECK PROFILES</a:t>
            </a:r>
            <a:endParaRPr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31" name="Group 30">
            <a:extLst>
              <a:ext uri="{FF2B5EF4-FFF2-40B4-BE49-F238E27FC236}">
                <a16:creationId xmlns:a16="http://schemas.microsoft.com/office/drawing/2014/main" id="{9AC3F752-DC1D-4340-9E28-6C16BC17171A}"/>
              </a:ext>
            </a:extLst>
          </p:cNvPr>
          <p:cNvGrpSpPr/>
          <p:nvPr/>
        </p:nvGrpSpPr>
        <p:grpSpPr>
          <a:xfrm>
            <a:off x="6777638" y="3265995"/>
            <a:ext cx="1056709" cy="1056709"/>
            <a:chOff x="6777638" y="3265995"/>
            <a:chExt cx="1056709" cy="1056709"/>
          </a:xfrm>
        </p:grpSpPr>
        <p:sp>
          <p:nvSpPr>
            <p:cNvPr id="25" name="Oval 24">
              <a:extLst>
                <a:ext uri="{FF2B5EF4-FFF2-40B4-BE49-F238E27FC236}">
                  <a16:creationId xmlns:a16="http://schemas.microsoft.com/office/drawing/2014/main" id="{E4FCDF7B-228D-5646-9D02-9A9C86BD2A9C}"/>
                </a:ext>
              </a:extLst>
            </p:cNvPr>
            <p:cNvSpPr/>
            <p:nvPr/>
          </p:nvSpPr>
          <p:spPr>
            <a:xfrm>
              <a:off x="6777638" y="3265995"/>
              <a:ext cx="1056709" cy="1056709"/>
            </a:xfrm>
            <a:prstGeom prst="ellipse">
              <a:avLst/>
            </a:prstGeom>
            <a:gradFill flip="none" rotWithShape="1">
              <a:gsLst>
                <a:gs pos="0">
                  <a:schemeClr val="accent3">
                    <a:lumMod val="90000"/>
                  </a:schemeClr>
                </a:gs>
                <a:gs pos="100000">
                  <a:srgbClr val="FFC000"/>
                </a:gs>
              </a:gsLst>
              <a:lin ang="13500000" scaled="1"/>
              <a:tileRect/>
            </a:gradFill>
            <a:ln>
              <a:noFill/>
            </a:ln>
            <a:effectLst>
              <a:outerShdw blurRad="457200" dist="38100" dir="8100000" sx="115000" sy="115000" algn="tr" rotWithShape="0">
                <a:srgbClr val="FFC000">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0" name="Freeform 29">
              <a:extLst>
                <a:ext uri="{FF2B5EF4-FFF2-40B4-BE49-F238E27FC236}">
                  <a16:creationId xmlns:a16="http://schemas.microsoft.com/office/drawing/2014/main" id="{076F9275-0AFB-384C-B601-D275119ED656}"/>
                </a:ext>
              </a:extLst>
            </p:cNvPr>
            <p:cNvSpPr/>
            <p:nvPr/>
          </p:nvSpPr>
          <p:spPr>
            <a:xfrm>
              <a:off x="7112145" y="3689970"/>
              <a:ext cx="387695" cy="208759"/>
            </a:xfrm>
            <a:custGeom>
              <a:avLst/>
              <a:gdLst>
                <a:gd name="connsiteX0" fmla="*/ 54107 w 703394"/>
                <a:gd name="connsiteY0" fmla="*/ 391307 h 378751"/>
                <a:gd name="connsiteX1" fmla="*/ 676341 w 703394"/>
                <a:gd name="connsiteY1" fmla="*/ 391307 h 378751"/>
                <a:gd name="connsiteX2" fmla="*/ 730449 w 703394"/>
                <a:gd name="connsiteY2" fmla="*/ 337199 h 378751"/>
                <a:gd name="connsiteX3" fmla="*/ 730449 w 703394"/>
                <a:gd name="connsiteY3" fmla="*/ 45020 h 378751"/>
                <a:gd name="connsiteX4" fmla="*/ 703421 w 703394"/>
                <a:gd name="connsiteY4" fmla="*/ 17940 h 378751"/>
                <a:gd name="connsiteX5" fmla="*/ 685594 w 703394"/>
                <a:gd name="connsiteY5" fmla="*/ 24621 h 378751"/>
                <a:gd name="connsiteX6" fmla="*/ 524300 w 703394"/>
                <a:gd name="connsiteY6" fmla="*/ 165841 h 378751"/>
                <a:gd name="connsiteX7" fmla="*/ 514452 w 703394"/>
                <a:gd name="connsiteY7" fmla="*/ 169196 h 378751"/>
                <a:gd name="connsiteX8" fmla="*/ 505146 w 703394"/>
                <a:gd name="connsiteY8" fmla="*/ 164489 h 378751"/>
                <a:gd name="connsiteX9" fmla="*/ 372258 w 703394"/>
                <a:gd name="connsiteY9" fmla="*/ 9471 h 378751"/>
                <a:gd name="connsiteX10" fmla="*/ 334115 w 703394"/>
                <a:gd name="connsiteY10" fmla="*/ 6493 h 378751"/>
                <a:gd name="connsiteX11" fmla="*/ 331137 w 703394"/>
                <a:gd name="connsiteY11" fmla="*/ 9471 h 378751"/>
                <a:gd name="connsiteX12" fmla="*/ 198898 w 703394"/>
                <a:gd name="connsiteY12" fmla="*/ 163785 h 378751"/>
                <a:gd name="connsiteX13" fmla="*/ 189105 w 703394"/>
                <a:gd name="connsiteY13" fmla="*/ 168493 h 378751"/>
                <a:gd name="connsiteX14" fmla="*/ 179041 w 703394"/>
                <a:gd name="connsiteY14" fmla="*/ 164543 h 378751"/>
                <a:gd name="connsiteX15" fmla="*/ 46208 w 703394"/>
                <a:gd name="connsiteY15" fmla="*/ 31655 h 378751"/>
                <a:gd name="connsiteX16" fmla="*/ 7948 w 703394"/>
                <a:gd name="connsiteY16" fmla="*/ 31607 h 378751"/>
                <a:gd name="connsiteX17" fmla="*/ 0 w 703394"/>
                <a:gd name="connsiteY17" fmla="*/ 50809 h 378751"/>
                <a:gd name="connsiteX18" fmla="*/ 0 w 703394"/>
                <a:gd name="connsiteY18" fmla="*/ 337199 h 378751"/>
                <a:gd name="connsiteX19" fmla="*/ 54107 w 703394"/>
                <a:gd name="connsiteY19" fmla="*/ 391307 h 378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03394" h="378751">
                  <a:moveTo>
                    <a:pt x="54107" y="391307"/>
                  </a:moveTo>
                  <a:lnTo>
                    <a:pt x="676341" y="391307"/>
                  </a:lnTo>
                  <a:cubicBezTo>
                    <a:pt x="706224" y="391307"/>
                    <a:pt x="730449" y="367082"/>
                    <a:pt x="730449" y="337199"/>
                  </a:cubicBezTo>
                  <a:lnTo>
                    <a:pt x="730449" y="45020"/>
                  </a:lnTo>
                  <a:cubicBezTo>
                    <a:pt x="730463" y="30079"/>
                    <a:pt x="718363" y="17954"/>
                    <a:pt x="703421" y="17940"/>
                  </a:cubicBezTo>
                  <a:cubicBezTo>
                    <a:pt x="696866" y="17933"/>
                    <a:pt x="690530" y="20308"/>
                    <a:pt x="685594" y="24621"/>
                  </a:cubicBezTo>
                  <a:lnTo>
                    <a:pt x="524300" y="165841"/>
                  </a:lnTo>
                  <a:cubicBezTo>
                    <a:pt x="521587" y="168212"/>
                    <a:pt x="518048" y="169417"/>
                    <a:pt x="514452" y="169196"/>
                  </a:cubicBezTo>
                  <a:cubicBezTo>
                    <a:pt x="510842" y="168946"/>
                    <a:pt x="507486" y="167249"/>
                    <a:pt x="505146" y="164489"/>
                  </a:cubicBezTo>
                  <a:lnTo>
                    <a:pt x="372258" y="9471"/>
                  </a:lnTo>
                  <a:cubicBezTo>
                    <a:pt x="362548" y="-1884"/>
                    <a:pt x="345470" y="-3217"/>
                    <a:pt x="334115" y="6493"/>
                  </a:cubicBezTo>
                  <a:cubicBezTo>
                    <a:pt x="333046" y="7407"/>
                    <a:pt x="332050" y="8403"/>
                    <a:pt x="331137" y="9471"/>
                  </a:cubicBezTo>
                  <a:lnTo>
                    <a:pt x="198898" y="163785"/>
                  </a:lnTo>
                  <a:cubicBezTo>
                    <a:pt x="196423" y="166638"/>
                    <a:pt x="192879" y="168342"/>
                    <a:pt x="189105" y="168493"/>
                  </a:cubicBezTo>
                  <a:cubicBezTo>
                    <a:pt x="185346" y="168639"/>
                    <a:pt x="181697" y="167207"/>
                    <a:pt x="179041" y="164543"/>
                  </a:cubicBezTo>
                  <a:lnTo>
                    <a:pt x="46208" y="31655"/>
                  </a:lnTo>
                  <a:cubicBezTo>
                    <a:pt x="35656" y="21077"/>
                    <a:pt x="18527" y="21055"/>
                    <a:pt x="7948" y="31607"/>
                  </a:cubicBezTo>
                  <a:cubicBezTo>
                    <a:pt x="2848" y="36694"/>
                    <a:pt x="-13" y="43606"/>
                    <a:pt x="0" y="50809"/>
                  </a:cubicBezTo>
                  <a:lnTo>
                    <a:pt x="0" y="337199"/>
                  </a:lnTo>
                  <a:cubicBezTo>
                    <a:pt x="0" y="367082"/>
                    <a:pt x="24225" y="391307"/>
                    <a:pt x="54107" y="391307"/>
                  </a:cubicBezTo>
                  <a:close/>
                </a:path>
              </a:pathLst>
            </a:custGeom>
            <a:solidFill>
              <a:schemeClr val="bg1"/>
            </a:solidFill>
            <a:ln w="53975" cap="flat">
              <a:noFill/>
              <a:prstDash val="solid"/>
              <a:miter/>
            </a:ln>
          </p:spPr>
          <p:txBody>
            <a:bodyPr rtlCol="0" anchor="ctr"/>
            <a:lstStyle/>
            <a:p>
              <a:endParaRPr/>
            </a:p>
          </p:txBody>
        </p:sp>
      </p:grpSp>
      <p:cxnSp>
        <p:nvCxnSpPr>
          <p:cNvPr id="32" name="Straight Connector 31">
            <a:extLst>
              <a:ext uri="{FF2B5EF4-FFF2-40B4-BE49-F238E27FC236}">
                <a16:creationId xmlns:a16="http://schemas.microsoft.com/office/drawing/2014/main" id="{4D18D559-79BC-E148-8E39-84ECD485FC13}"/>
              </a:ext>
            </a:extLst>
          </p:cNvPr>
          <p:cNvCxnSpPr>
            <a:cxnSpLocks/>
          </p:cNvCxnSpPr>
          <p:nvPr/>
        </p:nvCxnSpPr>
        <p:spPr>
          <a:xfrm flipH="1">
            <a:off x="0" y="12533925"/>
            <a:ext cx="22282742" cy="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1BCDC40-DCA4-BC46-A8E7-8DD088FB419A}"/>
              </a:ext>
            </a:extLst>
          </p:cNvPr>
          <p:cNvCxnSpPr>
            <a:cxnSpLocks/>
          </p:cNvCxnSpPr>
          <p:nvPr/>
        </p:nvCxnSpPr>
        <p:spPr>
          <a:xfrm flipH="1">
            <a:off x="0" y="1212112"/>
            <a:ext cx="22282742" cy="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29693185-4F1D-9F4C-BB88-0329B1026747}"/>
              </a:ext>
            </a:extLst>
          </p:cNvPr>
          <p:cNvSpPr txBox="1"/>
          <p:nvPr/>
        </p:nvSpPr>
        <p:spPr>
          <a:xfrm>
            <a:off x="670836" y="413304"/>
            <a:ext cx="3148939"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QUOTES OF THE DAY</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8" name="TextBox 37">
            <a:extLst>
              <a:ext uri="{FF2B5EF4-FFF2-40B4-BE49-F238E27FC236}">
                <a16:creationId xmlns:a16="http://schemas.microsoft.com/office/drawing/2014/main" id="{3C3C745C-1F38-1D43-A03A-11CE0C500692}"/>
              </a:ext>
            </a:extLst>
          </p:cNvPr>
          <p:cNvSpPr txBox="1"/>
          <p:nvPr/>
        </p:nvSpPr>
        <p:spPr>
          <a:xfrm>
            <a:off x="670836" y="12962263"/>
            <a:ext cx="3345724"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2020 COMPANY NAME</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55878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CD15FFC-FB8A-014F-B1D0-35191B33B8DE}"/>
              </a:ext>
            </a:extLst>
          </p:cNvPr>
          <p:cNvSpPr>
            <a:spLocks noGrp="1"/>
          </p:cNvSpPr>
          <p:nvPr>
            <p:ph type="pic" sz="quarter" idx="10"/>
          </p:nvPr>
        </p:nvSpPr>
        <p:spPr/>
      </p:sp>
      <p:sp>
        <p:nvSpPr>
          <p:cNvPr id="6" name="Rectangle 5">
            <a:extLst>
              <a:ext uri="{FF2B5EF4-FFF2-40B4-BE49-F238E27FC236}">
                <a16:creationId xmlns:a16="http://schemas.microsoft.com/office/drawing/2014/main" id="{AC87ADE0-ED96-A740-973A-EF2E7BC80944}"/>
              </a:ext>
            </a:extLst>
          </p:cNvPr>
          <p:cNvSpPr/>
          <p:nvPr/>
        </p:nvSpPr>
        <p:spPr>
          <a:xfrm>
            <a:off x="9590567" y="1303895"/>
            <a:ext cx="12883671" cy="11108209"/>
          </a:xfrm>
          <a:prstGeom prst="rect">
            <a:avLst/>
          </a:prstGeom>
          <a:solidFill>
            <a:schemeClr val="bg1">
              <a:alpha val="8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AD41DEA8-E8E6-0444-87FF-BEEF6AA1453C}"/>
              </a:ext>
            </a:extLst>
          </p:cNvPr>
          <p:cNvSpPr txBox="1"/>
          <p:nvPr/>
        </p:nvSpPr>
        <p:spPr>
          <a:xfrm>
            <a:off x="10936684" y="3175390"/>
            <a:ext cx="10923856" cy="3416320"/>
          </a:xfrm>
          <a:prstGeom prst="rect">
            <a:avLst/>
          </a:prstGeom>
          <a:noFill/>
        </p:spPr>
        <p:txBody>
          <a:bodyPr wrap="square" rtlCol="0">
            <a:spAutoFit/>
          </a:bodyPr>
          <a:lstStyle/>
          <a:p>
            <a:r>
              <a:rPr lang="en-ID" sz="7200" b="1">
                <a:solidFill>
                  <a:schemeClr val="tx2"/>
                </a:solidFill>
                <a:latin typeface="Poppins" pitchFamily="2" charset="77"/>
                <a:ea typeface="Open Sans" panose="020B0606030504020204" pitchFamily="34" charset="0"/>
                <a:cs typeface="Poppins" pitchFamily="2" charset="77"/>
              </a:rPr>
              <a:t>I feel that luck is preparation meeting opportunity</a:t>
            </a:r>
            <a:endParaRPr sz="7200" b="1">
              <a:solidFill>
                <a:schemeClr val="tx2"/>
              </a:solidFill>
              <a:latin typeface="Poppins" pitchFamily="2" charset="77"/>
              <a:ea typeface="Open Sans" panose="020B0606030504020204" pitchFamily="34" charset="0"/>
              <a:cs typeface="Poppins" pitchFamily="2" charset="77"/>
            </a:endParaRPr>
          </a:p>
        </p:txBody>
      </p:sp>
      <p:sp>
        <p:nvSpPr>
          <p:cNvPr id="8" name="TextBox 7">
            <a:extLst>
              <a:ext uri="{FF2B5EF4-FFF2-40B4-BE49-F238E27FC236}">
                <a16:creationId xmlns:a16="http://schemas.microsoft.com/office/drawing/2014/main" id="{E2B32EF2-E7F3-B44A-8F51-974008ED9539}"/>
              </a:ext>
            </a:extLst>
          </p:cNvPr>
          <p:cNvSpPr txBox="1"/>
          <p:nvPr/>
        </p:nvSpPr>
        <p:spPr>
          <a:xfrm>
            <a:off x="10915175" y="2615224"/>
            <a:ext cx="2531847" cy="369332"/>
          </a:xfrm>
          <a:prstGeom prst="rect">
            <a:avLst/>
          </a:prstGeom>
          <a:noFill/>
        </p:spPr>
        <p:txBody>
          <a:bodyPr wrap="none" rtlCol="0">
            <a:spAutoFit/>
          </a:bodyPr>
          <a:lstStyle/>
          <a:p>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WELCOME SLIDE</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8">
            <a:extLst>
              <a:ext uri="{FF2B5EF4-FFF2-40B4-BE49-F238E27FC236}">
                <a16:creationId xmlns:a16="http://schemas.microsoft.com/office/drawing/2014/main" id="{7B268FBD-7101-4D4B-A9F1-BDD76FA68092}"/>
              </a:ext>
            </a:extLst>
          </p:cNvPr>
          <p:cNvSpPr txBox="1"/>
          <p:nvPr/>
        </p:nvSpPr>
        <p:spPr>
          <a:xfrm>
            <a:off x="10915176" y="7183821"/>
            <a:ext cx="9797047" cy="3357266"/>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Donec viverra eleifend lacus, vitae ullamcorper metus. Sed sollicitudin ipsum quis nunc sollicitudin ultrices. Donec euismod scelerisque ligula. Maecenas eu varius risus, eu aliquet arcu. Curabitur fermentum suscipit est, tincidunt mattis lorem luctus id. Donec eget massa a diam condimentum pretium. </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Oval 14">
            <a:extLst>
              <a:ext uri="{FF2B5EF4-FFF2-40B4-BE49-F238E27FC236}">
                <a16:creationId xmlns:a16="http://schemas.microsoft.com/office/drawing/2014/main" id="{DB06A149-FA00-BD43-8264-67FF2EE45EAF}"/>
              </a:ext>
            </a:extLst>
          </p:cNvPr>
          <p:cNvSpPr/>
          <p:nvPr/>
        </p:nvSpPr>
        <p:spPr>
          <a:xfrm>
            <a:off x="498634" y="446645"/>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4766AFAF-0F1C-D243-AC57-3339C3D952AF}"/>
              </a:ext>
            </a:extLst>
          </p:cNvPr>
          <p:cNvSpPr txBox="1"/>
          <p:nvPr/>
        </p:nvSpPr>
        <p:spPr>
          <a:xfrm rot="16200000">
            <a:off x="-25085" y="2292058"/>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17" name="TextBox 16">
            <a:extLst>
              <a:ext uri="{FF2B5EF4-FFF2-40B4-BE49-F238E27FC236}">
                <a16:creationId xmlns:a16="http://schemas.microsoft.com/office/drawing/2014/main" id="{41CB98CB-22D8-E346-B120-569A3C7084A7}"/>
              </a:ext>
            </a:extLst>
          </p:cNvPr>
          <p:cNvSpPr txBox="1"/>
          <p:nvPr/>
        </p:nvSpPr>
        <p:spPr>
          <a:xfrm rot="16200000">
            <a:off x="-380952" y="11451981"/>
            <a:ext cx="2616422"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MASDIKASTUDIO</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870192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E85B8152-1A5C-C841-9D3E-65183CAFF03D}"/>
              </a:ext>
            </a:extLst>
          </p:cNvPr>
          <p:cNvSpPr/>
          <p:nvPr/>
        </p:nvSpPr>
        <p:spPr>
          <a:xfrm rot="5400000">
            <a:off x="16295827" y="4888470"/>
            <a:ext cx="5427009" cy="3983295"/>
          </a:xfrm>
          <a:prstGeom prst="rect">
            <a:avLst/>
          </a:prstGeom>
          <a:gradFill>
            <a:gsLst>
              <a:gs pos="0">
                <a:schemeClr val="accent1"/>
              </a:gs>
              <a:gs pos="100000">
                <a:schemeClr val="accent5"/>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5" name="Oval 24">
            <a:extLst>
              <a:ext uri="{FF2B5EF4-FFF2-40B4-BE49-F238E27FC236}">
                <a16:creationId xmlns:a16="http://schemas.microsoft.com/office/drawing/2014/main" id="{751862F9-2DBA-F74A-AFEB-44B1A52FB00E}"/>
              </a:ext>
            </a:extLst>
          </p:cNvPr>
          <p:cNvSpPr/>
          <p:nvPr/>
        </p:nvSpPr>
        <p:spPr>
          <a:xfrm rot="5400000">
            <a:off x="18473985" y="5860020"/>
            <a:ext cx="4147370" cy="4147370"/>
          </a:xfrm>
          <a:prstGeom prst="ellipse">
            <a:avLst/>
          </a:prstGeom>
          <a:solidFill>
            <a:schemeClr val="accent4">
              <a:alpha val="64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6" name="Oval 25">
            <a:extLst>
              <a:ext uri="{FF2B5EF4-FFF2-40B4-BE49-F238E27FC236}">
                <a16:creationId xmlns:a16="http://schemas.microsoft.com/office/drawing/2014/main" id="{3E490CAB-D60A-9742-9553-F8F9C6E21523}"/>
              </a:ext>
            </a:extLst>
          </p:cNvPr>
          <p:cNvSpPr/>
          <p:nvPr/>
        </p:nvSpPr>
        <p:spPr>
          <a:xfrm rot="5400000">
            <a:off x="15963453" y="4721901"/>
            <a:ext cx="2842906" cy="2842906"/>
          </a:xfrm>
          <a:prstGeom prst="ellipse">
            <a:avLst/>
          </a:prstGeom>
          <a:solidFill>
            <a:schemeClr val="accent2">
              <a:alpha val="43000"/>
            </a:schemeClr>
          </a:solidFill>
          <a:ln>
            <a:noFill/>
          </a:ln>
          <a:effectLst>
            <a:softEdge rad="787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4" name="Straight Connector 3">
            <a:extLst>
              <a:ext uri="{FF2B5EF4-FFF2-40B4-BE49-F238E27FC236}">
                <a16:creationId xmlns:a16="http://schemas.microsoft.com/office/drawing/2014/main" id="{D3AC80F5-2567-C943-81C3-2C6E2EF5EB78}"/>
              </a:ext>
            </a:extLst>
          </p:cNvPr>
          <p:cNvCxnSpPr>
            <a:cxnSpLocks/>
          </p:cNvCxnSpPr>
          <p:nvPr/>
        </p:nvCxnSpPr>
        <p:spPr>
          <a:xfrm>
            <a:off x="1862580" y="0"/>
            <a:ext cx="0" cy="1371600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057B861-70DC-D74E-9BCC-E9053E0BE479}"/>
              </a:ext>
            </a:extLst>
          </p:cNvPr>
          <p:cNvCxnSpPr>
            <a:cxnSpLocks/>
          </p:cNvCxnSpPr>
          <p:nvPr/>
        </p:nvCxnSpPr>
        <p:spPr>
          <a:xfrm flipH="1">
            <a:off x="1862580" y="1212112"/>
            <a:ext cx="22516658" cy="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2417924-24C5-344A-B61D-2713DF9838A7}"/>
              </a:ext>
            </a:extLst>
          </p:cNvPr>
          <p:cNvSpPr txBox="1"/>
          <p:nvPr/>
        </p:nvSpPr>
        <p:spPr>
          <a:xfrm>
            <a:off x="3137980" y="2615223"/>
            <a:ext cx="6324998" cy="4524315"/>
          </a:xfrm>
          <a:prstGeom prst="rect">
            <a:avLst/>
          </a:prstGeom>
          <a:noFill/>
        </p:spPr>
        <p:txBody>
          <a:bodyPr wrap="square" rtlCol="0">
            <a:spAutoFit/>
          </a:bodyPr>
          <a:lstStyle/>
          <a:p>
            <a:r>
              <a:rPr lang="en-ID" sz="7200" b="1">
                <a:solidFill>
                  <a:schemeClr val="tx2"/>
                </a:solidFill>
                <a:latin typeface="Poppins" pitchFamily="2" charset="77"/>
                <a:ea typeface="Open Sans" panose="020B0606030504020204" pitchFamily="34" charset="0"/>
                <a:cs typeface="Poppins" pitchFamily="2" charset="77"/>
              </a:rPr>
              <a:t>Introducing Our Best Powerpoint Template</a:t>
            </a:r>
            <a:endParaRPr sz="7200" b="1">
              <a:solidFill>
                <a:schemeClr val="tx2"/>
              </a:solidFill>
              <a:latin typeface="Poppins" pitchFamily="2" charset="77"/>
              <a:ea typeface="Open Sans" panose="020B0606030504020204" pitchFamily="34" charset="0"/>
              <a:cs typeface="Poppins" pitchFamily="2" charset="77"/>
            </a:endParaRPr>
          </a:p>
        </p:txBody>
      </p:sp>
      <p:sp>
        <p:nvSpPr>
          <p:cNvPr id="9" name="TextBox 8">
            <a:extLst>
              <a:ext uri="{FF2B5EF4-FFF2-40B4-BE49-F238E27FC236}">
                <a16:creationId xmlns:a16="http://schemas.microsoft.com/office/drawing/2014/main" id="{2FDFE04B-3B6C-6545-8B99-0C40C6437562}"/>
              </a:ext>
            </a:extLst>
          </p:cNvPr>
          <p:cNvSpPr txBox="1"/>
          <p:nvPr/>
        </p:nvSpPr>
        <p:spPr>
          <a:xfrm>
            <a:off x="3137979" y="2055057"/>
            <a:ext cx="1659429" cy="369332"/>
          </a:xfrm>
          <a:prstGeom prst="rect">
            <a:avLst/>
          </a:prstGeom>
          <a:noFill/>
        </p:spPr>
        <p:txBody>
          <a:bodyPr wrap="none" rtlCol="0">
            <a:spAutoFit/>
          </a:bodyPr>
          <a:lstStyle/>
          <a:p>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ABOUT US</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TextBox 9">
            <a:extLst>
              <a:ext uri="{FF2B5EF4-FFF2-40B4-BE49-F238E27FC236}">
                <a16:creationId xmlns:a16="http://schemas.microsoft.com/office/drawing/2014/main" id="{83E3FA23-54F5-9B44-BCDE-5D74C34042D8}"/>
              </a:ext>
            </a:extLst>
          </p:cNvPr>
          <p:cNvSpPr txBox="1"/>
          <p:nvPr/>
        </p:nvSpPr>
        <p:spPr>
          <a:xfrm>
            <a:off x="3137980" y="10141590"/>
            <a:ext cx="5750838" cy="2803268"/>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Donec viverra eleifend lacus, vitae ullamcorper metus. Sed sollicitudin ipsum quis nunc sollicitudin ultrices. </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Oval 14">
            <a:extLst>
              <a:ext uri="{FF2B5EF4-FFF2-40B4-BE49-F238E27FC236}">
                <a16:creationId xmlns:a16="http://schemas.microsoft.com/office/drawing/2014/main" id="{D7D3435D-F4A0-174C-9392-0D1596DCD1AE}"/>
              </a:ext>
            </a:extLst>
          </p:cNvPr>
          <p:cNvSpPr/>
          <p:nvPr/>
        </p:nvSpPr>
        <p:spPr>
          <a:xfrm>
            <a:off x="498634" y="446645"/>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3F457E4B-9582-4443-BF92-5AEBA924C32A}"/>
              </a:ext>
            </a:extLst>
          </p:cNvPr>
          <p:cNvSpPr txBox="1"/>
          <p:nvPr/>
        </p:nvSpPr>
        <p:spPr>
          <a:xfrm rot="16200000">
            <a:off x="-25085" y="2292058"/>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17" name="TextBox 16">
            <a:extLst>
              <a:ext uri="{FF2B5EF4-FFF2-40B4-BE49-F238E27FC236}">
                <a16:creationId xmlns:a16="http://schemas.microsoft.com/office/drawing/2014/main" id="{0360659A-5E0F-9645-BCBA-7B77186CD5B1}"/>
              </a:ext>
            </a:extLst>
          </p:cNvPr>
          <p:cNvSpPr txBox="1"/>
          <p:nvPr/>
        </p:nvSpPr>
        <p:spPr>
          <a:xfrm rot="16200000">
            <a:off x="-380952" y="11451981"/>
            <a:ext cx="2616422"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MASDIKASTUDIO</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TextBox 19">
            <a:extLst>
              <a:ext uri="{FF2B5EF4-FFF2-40B4-BE49-F238E27FC236}">
                <a16:creationId xmlns:a16="http://schemas.microsoft.com/office/drawing/2014/main" id="{40211D74-07B0-BC47-A06B-B278A2C06C3D}"/>
              </a:ext>
            </a:extLst>
          </p:cNvPr>
          <p:cNvSpPr txBox="1"/>
          <p:nvPr/>
        </p:nvSpPr>
        <p:spPr>
          <a:xfrm rot="5400000">
            <a:off x="21094565" y="10849288"/>
            <a:ext cx="3544824" cy="646316"/>
          </a:xfrm>
          <a:prstGeom prst="rect">
            <a:avLst/>
          </a:prstGeom>
          <a:noFill/>
        </p:spPr>
        <p:txBody>
          <a:bodyPr wrap="square" rtlCol="0">
            <a:spAutoFit/>
          </a:bodyPr>
          <a:lstStyle/>
          <a:p>
            <a:pPr algn="r"/>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ILLUSTRATION DESIGN BY ARTWORKER</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21" name="Straight Connector 20">
            <a:extLst>
              <a:ext uri="{FF2B5EF4-FFF2-40B4-BE49-F238E27FC236}">
                <a16:creationId xmlns:a16="http://schemas.microsoft.com/office/drawing/2014/main" id="{5448987F-0436-C641-8DB5-AB1E24E288DF}"/>
              </a:ext>
            </a:extLst>
          </p:cNvPr>
          <p:cNvCxnSpPr>
            <a:cxnSpLocks/>
          </p:cNvCxnSpPr>
          <p:nvPr/>
        </p:nvCxnSpPr>
        <p:spPr>
          <a:xfrm>
            <a:off x="22344345" y="12167253"/>
            <a:ext cx="0" cy="777605"/>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83D8EA4C-180D-FB48-9F0C-0EC50E02948C}"/>
              </a:ext>
            </a:extLst>
          </p:cNvPr>
          <p:cNvSpPr txBox="1"/>
          <p:nvPr/>
        </p:nvSpPr>
        <p:spPr>
          <a:xfrm rot="5400000">
            <a:off x="20725444" y="3227084"/>
            <a:ext cx="3729052" cy="1384995"/>
          </a:xfrm>
          <a:prstGeom prst="rect">
            <a:avLst/>
          </a:prstGeom>
          <a:noFill/>
        </p:spPr>
        <p:txBody>
          <a:bodyPr wrap="square" rtlCol="0">
            <a:spAutoFit/>
          </a:bodyPr>
          <a:lstStyle/>
          <a:p>
            <a:r>
              <a:rPr lang="en-ID" sz="2800" i="1">
                <a:solidFill>
                  <a:schemeClr val="tx2"/>
                </a:solidFill>
                <a:latin typeface="Lora Italic" panose="02000503000000020004" pitchFamily="2" charset="77"/>
                <a:ea typeface="Open Sans" panose="020B0606030504020204" pitchFamily="34" charset="0"/>
                <a:cs typeface="Poppins Light" pitchFamily="2" charset="77"/>
              </a:rPr>
              <a:t>I feel that luck is preparation meeting opportunity</a:t>
            </a:r>
          </a:p>
        </p:txBody>
      </p:sp>
      <p:grpSp>
        <p:nvGrpSpPr>
          <p:cNvPr id="27" name="Group 26">
            <a:extLst>
              <a:ext uri="{FF2B5EF4-FFF2-40B4-BE49-F238E27FC236}">
                <a16:creationId xmlns:a16="http://schemas.microsoft.com/office/drawing/2014/main" id="{6AAFB456-4BF0-6C45-A840-91A80040A7D7}"/>
              </a:ext>
            </a:extLst>
          </p:cNvPr>
          <p:cNvGrpSpPr/>
          <p:nvPr/>
        </p:nvGrpSpPr>
        <p:grpSpPr>
          <a:xfrm>
            <a:off x="20080544" y="8713778"/>
            <a:ext cx="421720" cy="1704787"/>
            <a:chOff x="4920049" y="9808845"/>
            <a:chExt cx="421720" cy="1704787"/>
          </a:xfrm>
        </p:grpSpPr>
        <p:sp>
          <p:nvSpPr>
            <p:cNvPr id="28" name="Graphic 47">
              <a:extLst>
                <a:ext uri="{FF2B5EF4-FFF2-40B4-BE49-F238E27FC236}">
                  <a16:creationId xmlns:a16="http://schemas.microsoft.com/office/drawing/2014/main" id="{0098CBA2-A63A-F748-A702-7D5B5AC968AF}"/>
                </a:ext>
              </a:extLst>
            </p:cNvPr>
            <p:cNvSpPr/>
            <p:nvPr/>
          </p:nvSpPr>
          <p:spPr>
            <a:xfrm>
              <a:off x="4920049" y="11302772"/>
              <a:ext cx="421720" cy="210860"/>
            </a:xfrm>
            <a:custGeom>
              <a:avLst/>
              <a:gdLst>
                <a:gd name="connsiteX0" fmla="*/ 0 w 421719"/>
                <a:gd name="connsiteY0" fmla="*/ 0 h 210859"/>
                <a:gd name="connsiteX1" fmla="*/ 210860 w 421719"/>
                <a:gd name="connsiteY1" fmla="*/ 210860 h 210859"/>
                <a:gd name="connsiteX2" fmla="*/ 421720 w 421719"/>
                <a:gd name="connsiteY2" fmla="*/ 0 h 210859"/>
              </a:gdLst>
              <a:ahLst/>
              <a:cxnLst>
                <a:cxn ang="0">
                  <a:pos x="connsiteX0" y="connsiteY0"/>
                </a:cxn>
                <a:cxn ang="0">
                  <a:pos x="connsiteX1" y="connsiteY1"/>
                </a:cxn>
                <a:cxn ang="0">
                  <a:pos x="connsiteX2" y="connsiteY2"/>
                </a:cxn>
              </a:cxnLst>
              <a:rect l="l" t="t" r="r" b="b"/>
              <a:pathLst>
                <a:path w="421719" h="210859">
                  <a:moveTo>
                    <a:pt x="0" y="0"/>
                  </a:moveTo>
                  <a:lnTo>
                    <a:pt x="210860" y="210860"/>
                  </a:lnTo>
                  <a:lnTo>
                    <a:pt x="421720" y="0"/>
                  </a:lnTo>
                </a:path>
              </a:pathLst>
            </a:custGeom>
            <a:noFill/>
            <a:ln w="38100" cap="rnd">
              <a:solidFill>
                <a:schemeClr val="tx2"/>
              </a:solidFill>
              <a:prstDash val="solid"/>
              <a:round/>
            </a:ln>
          </p:spPr>
          <p:txBody>
            <a:bodyPr rtlCol="0" anchor="ctr"/>
            <a:lstStyle/>
            <a:p>
              <a:endParaRPr/>
            </a:p>
          </p:txBody>
        </p:sp>
        <p:cxnSp>
          <p:nvCxnSpPr>
            <p:cNvPr id="29" name="Straight Connector 28">
              <a:extLst>
                <a:ext uri="{FF2B5EF4-FFF2-40B4-BE49-F238E27FC236}">
                  <a16:creationId xmlns:a16="http://schemas.microsoft.com/office/drawing/2014/main" id="{18583641-5326-F940-AC4E-EB7E7C22C36C}"/>
                </a:ext>
              </a:extLst>
            </p:cNvPr>
            <p:cNvCxnSpPr>
              <a:cxnSpLocks/>
            </p:cNvCxnSpPr>
            <p:nvPr/>
          </p:nvCxnSpPr>
          <p:spPr>
            <a:xfrm>
              <a:off x="5130909" y="9808845"/>
              <a:ext cx="0" cy="1704787"/>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3" name="Picture Placeholder 2">
            <a:extLst>
              <a:ext uri="{FF2B5EF4-FFF2-40B4-BE49-F238E27FC236}">
                <a16:creationId xmlns:a16="http://schemas.microsoft.com/office/drawing/2014/main" id="{13C61E86-7781-D748-9D73-749A6A301CCA}"/>
              </a:ext>
            </a:extLst>
          </p:cNvPr>
          <p:cNvSpPr>
            <a:spLocks noGrp="1"/>
          </p:cNvSpPr>
          <p:nvPr>
            <p:ph type="pic" sz="quarter" idx="10"/>
          </p:nvPr>
        </p:nvSpPr>
        <p:spPr/>
      </p:sp>
    </p:spTree>
    <p:extLst>
      <p:ext uri="{BB962C8B-B14F-4D97-AF65-F5344CB8AC3E}">
        <p14:creationId xmlns:p14="http://schemas.microsoft.com/office/powerpoint/2010/main" val="20636164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88CA188-5EB9-104C-B9C4-9045331D77D2}"/>
              </a:ext>
            </a:extLst>
          </p:cNvPr>
          <p:cNvSpPr>
            <a:spLocks noGrp="1"/>
          </p:cNvSpPr>
          <p:nvPr>
            <p:ph type="pic" sz="quarter" idx="10"/>
          </p:nvPr>
        </p:nvSpPr>
        <p:spPr/>
      </p:sp>
      <p:sp>
        <p:nvSpPr>
          <p:cNvPr id="10" name="Rectangle 9">
            <a:extLst>
              <a:ext uri="{FF2B5EF4-FFF2-40B4-BE49-F238E27FC236}">
                <a16:creationId xmlns:a16="http://schemas.microsoft.com/office/drawing/2014/main" id="{95C94CA8-25D6-EC41-8B2E-5348AC79006F}"/>
              </a:ext>
            </a:extLst>
          </p:cNvPr>
          <p:cNvSpPr/>
          <p:nvPr/>
        </p:nvSpPr>
        <p:spPr>
          <a:xfrm>
            <a:off x="11035872" y="4890977"/>
            <a:ext cx="12017803" cy="7485321"/>
          </a:xfrm>
          <a:prstGeom prst="rect">
            <a:avLst/>
          </a:prstGeom>
          <a:solidFill>
            <a:schemeClr val="bg1">
              <a:alpha val="9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596FA387-774B-D846-ADA0-D4B35894957A}"/>
              </a:ext>
            </a:extLst>
          </p:cNvPr>
          <p:cNvSpPr txBox="1"/>
          <p:nvPr/>
        </p:nvSpPr>
        <p:spPr>
          <a:xfrm>
            <a:off x="12177198" y="5602930"/>
            <a:ext cx="5926553" cy="1200329"/>
          </a:xfrm>
          <a:prstGeom prst="rect">
            <a:avLst/>
          </a:prstGeom>
          <a:noFill/>
        </p:spPr>
        <p:txBody>
          <a:bodyPr wrap="square" rtlCol="0">
            <a:spAutoFit/>
          </a:bodyPr>
          <a:lstStyle/>
          <a:p>
            <a:r>
              <a:rPr lang="en-ID" sz="7200" b="1">
                <a:solidFill>
                  <a:schemeClr val="tx2"/>
                </a:solidFill>
                <a:latin typeface="Poppins" pitchFamily="2" charset="77"/>
                <a:ea typeface="Open Sans" panose="020B0606030504020204" pitchFamily="34" charset="0"/>
                <a:cs typeface="Poppins" pitchFamily="2" charset="77"/>
              </a:rPr>
              <a:t>Our Mission</a:t>
            </a:r>
            <a:endParaRPr sz="7200" b="1">
              <a:solidFill>
                <a:schemeClr val="tx2"/>
              </a:solidFill>
              <a:latin typeface="Poppins" pitchFamily="2" charset="77"/>
              <a:ea typeface="Open Sans" panose="020B0606030504020204" pitchFamily="34" charset="0"/>
              <a:cs typeface="Poppins" pitchFamily="2" charset="77"/>
            </a:endParaRPr>
          </a:p>
        </p:txBody>
      </p:sp>
      <p:sp>
        <p:nvSpPr>
          <p:cNvPr id="14" name="TextBox 13">
            <a:extLst>
              <a:ext uri="{FF2B5EF4-FFF2-40B4-BE49-F238E27FC236}">
                <a16:creationId xmlns:a16="http://schemas.microsoft.com/office/drawing/2014/main" id="{6D8B2B32-E77C-4E4F-B5A2-C5BAABF54361}"/>
              </a:ext>
            </a:extLst>
          </p:cNvPr>
          <p:cNvSpPr txBox="1"/>
          <p:nvPr/>
        </p:nvSpPr>
        <p:spPr>
          <a:xfrm>
            <a:off x="13119725" y="8064478"/>
            <a:ext cx="8630654" cy="1141274"/>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 dolor arcu, sit amet bus nec. </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19" name="Group 18">
            <a:extLst>
              <a:ext uri="{FF2B5EF4-FFF2-40B4-BE49-F238E27FC236}">
                <a16:creationId xmlns:a16="http://schemas.microsoft.com/office/drawing/2014/main" id="{01E74DDA-7040-EA41-B771-631100B45A74}"/>
              </a:ext>
            </a:extLst>
          </p:cNvPr>
          <p:cNvGrpSpPr/>
          <p:nvPr/>
        </p:nvGrpSpPr>
        <p:grpSpPr>
          <a:xfrm>
            <a:off x="2369277" y="5655855"/>
            <a:ext cx="8645946" cy="6863732"/>
            <a:chOff x="859562" y="6255019"/>
            <a:chExt cx="8645946" cy="6863732"/>
          </a:xfrm>
        </p:grpSpPr>
        <p:sp>
          <p:nvSpPr>
            <p:cNvPr id="15" name="Rectangle 14">
              <a:extLst>
                <a:ext uri="{FF2B5EF4-FFF2-40B4-BE49-F238E27FC236}">
                  <a16:creationId xmlns:a16="http://schemas.microsoft.com/office/drawing/2014/main" id="{00057A6E-B06D-7448-B8BF-EA3AABD3FF2F}"/>
                </a:ext>
              </a:extLst>
            </p:cNvPr>
            <p:cNvSpPr/>
            <p:nvPr/>
          </p:nvSpPr>
          <p:spPr>
            <a:xfrm>
              <a:off x="1291183" y="6471325"/>
              <a:ext cx="7661431" cy="6440342"/>
            </a:xfrm>
            <a:prstGeom prst="rect">
              <a:avLst/>
            </a:prstGeom>
            <a:gradFill>
              <a:gsLst>
                <a:gs pos="0">
                  <a:schemeClr val="accent1"/>
                </a:gs>
                <a:gs pos="100000">
                  <a:schemeClr val="accent5"/>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Oval 15">
              <a:extLst>
                <a:ext uri="{FF2B5EF4-FFF2-40B4-BE49-F238E27FC236}">
                  <a16:creationId xmlns:a16="http://schemas.microsoft.com/office/drawing/2014/main" id="{A0481AC6-6227-A540-96D8-1DCD186E4896}"/>
                </a:ext>
              </a:extLst>
            </p:cNvPr>
            <p:cNvSpPr/>
            <p:nvPr/>
          </p:nvSpPr>
          <p:spPr>
            <a:xfrm>
              <a:off x="4119737" y="7732979"/>
              <a:ext cx="5385771" cy="5385772"/>
            </a:xfrm>
            <a:prstGeom prst="ellipse">
              <a:avLst/>
            </a:prstGeom>
            <a:solidFill>
              <a:schemeClr val="accent4">
                <a:alpha val="64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Oval 16">
              <a:extLst>
                <a:ext uri="{FF2B5EF4-FFF2-40B4-BE49-F238E27FC236}">
                  <a16:creationId xmlns:a16="http://schemas.microsoft.com/office/drawing/2014/main" id="{F8783936-392C-2346-A120-804002180536}"/>
                </a:ext>
              </a:extLst>
            </p:cNvPr>
            <p:cNvSpPr/>
            <p:nvPr/>
          </p:nvSpPr>
          <p:spPr>
            <a:xfrm>
              <a:off x="859562" y="6255019"/>
              <a:ext cx="3691795" cy="3691796"/>
            </a:xfrm>
            <a:prstGeom prst="ellipse">
              <a:avLst/>
            </a:prstGeom>
            <a:solidFill>
              <a:schemeClr val="accent2">
                <a:alpha val="43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5" name="TextBox 4">
            <a:extLst>
              <a:ext uri="{FF2B5EF4-FFF2-40B4-BE49-F238E27FC236}">
                <a16:creationId xmlns:a16="http://schemas.microsoft.com/office/drawing/2014/main" id="{BB9C4F05-D031-6343-8C3A-3958BACA847F}"/>
              </a:ext>
            </a:extLst>
          </p:cNvPr>
          <p:cNvSpPr txBox="1"/>
          <p:nvPr/>
        </p:nvSpPr>
        <p:spPr>
          <a:xfrm>
            <a:off x="3395950" y="6929345"/>
            <a:ext cx="5926553" cy="1200329"/>
          </a:xfrm>
          <a:prstGeom prst="rect">
            <a:avLst/>
          </a:prstGeom>
          <a:noFill/>
        </p:spPr>
        <p:txBody>
          <a:bodyPr wrap="square" rtlCol="0">
            <a:spAutoFit/>
          </a:bodyPr>
          <a:lstStyle/>
          <a:p>
            <a:r>
              <a:rPr lang="en-ID" sz="7200" b="1">
                <a:solidFill>
                  <a:schemeClr val="bg1"/>
                </a:solidFill>
                <a:latin typeface="Poppins" pitchFamily="2" charset="77"/>
                <a:ea typeface="Open Sans" panose="020B0606030504020204" pitchFamily="34" charset="0"/>
                <a:cs typeface="Poppins" pitchFamily="2" charset="77"/>
              </a:rPr>
              <a:t>Our Vision</a:t>
            </a:r>
            <a:endParaRPr sz="7200" b="1">
              <a:solidFill>
                <a:schemeClr val="bg1"/>
              </a:solidFill>
              <a:latin typeface="Poppins" pitchFamily="2" charset="77"/>
              <a:ea typeface="Open Sans" panose="020B0606030504020204" pitchFamily="34" charset="0"/>
              <a:cs typeface="Poppins" pitchFamily="2" charset="77"/>
            </a:endParaRPr>
          </a:p>
        </p:txBody>
      </p:sp>
      <p:sp>
        <p:nvSpPr>
          <p:cNvPr id="6" name="TextBox 5">
            <a:extLst>
              <a:ext uri="{FF2B5EF4-FFF2-40B4-BE49-F238E27FC236}">
                <a16:creationId xmlns:a16="http://schemas.microsoft.com/office/drawing/2014/main" id="{8BECE9E6-8669-5442-9233-6304D7A8A854}"/>
              </a:ext>
            </a:extLst>
          </p:cNvPr>
          <p:cNvSpPr txBox="1"/>
          <p:nvPr/>
        </p:nvSpPr>
        <p:spPr>
          <a:xfrm>
            <a:off x="3374441" y="6568665"/>
            <a:ext cx="1659429" cy="369332"/>
          </a:xfrm>
          <a:prstGeom prst="rect">
            <a:avLst/>
          </a:prstGeom>
          <a:noFill/>
        </p:spPr>
        <p:txBody>
          <a:bodyPr wrap="none" rtlCol="0">
            <a:spAutoFit/>
          </a:bodyPr>
          <a:lstStyle/>
          <a:p>
            <a:r>
              <a:rPr lang="en-US" b="1" spc="300">
                <a:solidFill>
                  <a:schemeClr val="bg2"/>
                </a:solidFill>
                <a:latin typeface="Open Sans" panose="020B0606030504020204" pitchFamily="34" charset="0"/>
                <a:ea typeface="Open Sans" panose="020B0606030504020204" pitchFamily="34" charset="0"/>
                <a:cs typeface="Open Sans" panose="020B0606030504020204" pitchFamily="34" charset="0"/>
              </a:rPr>
              <a:t>ABOUT US</a:t>
            </a:r>
            <a:endParaRPr b="1" spc="30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 name="TextBox 7">
            <a:extLst>
              <a:ext uri="{FF2B5EF4-FFF2-40B4-BE49-F238E27FC236}">
                <a16:creationId xmlns:a16="http://schemas.microsoft.com/office/drawing/2014/main" id="{E01D33FA-F518-5547-B5CD-4C9CFC7B9DD2}"/>
              </a:ext>
            </a:extLst>
          </p:cNvPr>
          <p:cNvSpPr txBox="1"/>
          <p:nvPr/>
        </p:nvSpPr>
        <p:spPr>
          <a:xfrm>
            <a:off x="3197345" y="7529509"/>
            <a:ext cx="985232" cy="3770263"/>
          </a:xfrm>
          <a:prstGeom prst="rect">
            <a:avLst/>
          </a:prstGeom>
          <a:noFill/>
        </p:spPr>
        <p:txBody>
          <a:bodyPr wrap="square" rtlCol="0">
            <a:spAutoFit/>
          </a:bodyPr>
          <a:lstStyle/>
          <a:p>
            <a:r>
              <a:rPr lang="en-ID" sz="23900" b="1">
                <a:solidFill>
                  <a:schemeClr val="accent5">
                    <a:lumMod val="60000"/>
                    <a:lumOff val="40000"/>
                  </a:schemeClr>
                </a:solidFill>
                <a:latin typeface="WORK SANS REGULAR ROMAN" pitchFamily="2" charset="77"/>
                <a:ea typeface="Roboto" panose="02000000000000000000" pitchFamily="2" charset="0"/>
                <a:cs typeface="Poppins" pitchFamily="2" charset="77"/>
              </a:rPr>
              <a:t>“</a:t>
            </a:r>
            <a:endParaRPr sz="23900" b="1">
              <a:solidFill>
                <a:schemeClr val="accent5">
                  <a:lumMod val="60000"/>
                  <a:lumOff val="40000"/>
                </a:schemeClr>
              </a:solidFill>
              <a:latin typeface="WORK SANS REGULAR ROMAN" pitchFamily="2" charset="77"/>
              <a:ea typeface="Roboto" panose="02000000000000000000" pitchFamily="2" charset="0"/>
              <a:cs typeface="Poppins" pitchFamily="2" charset="77"/>
            </a:endParaRPr>
          </a:p>
        </p:txBody>
      </p:sp>
      <p:sp>
        <p:nvSpPr>
          <p:cNvPr id="7" name="TextBox 6">
            <a:extLst>
              <a:ext uri="{FF2B5EF4-FFF2-40B4-BE49-F238E27FC236}">
                <a16:creationId xmlns:a16="http://schemas.microsoft.com/office/drawing/2014/main" id="{ED4A58A9-AA5B-0344-82E6-89B13C19BEDB}"/>
              </a:ext>
            </a:extLst>
          </p:cNvPr>
          <p:cNvSpPr txBox="1"/>
          <p:nvPr/>
        </p:nvSpPr>
        <p:spPr>
          <a:xfrm>
            <a:off x="3884415" y="8580182"/>
            <a:ext cx="5174026" cy="2803268"/>
          </a:xfrm>
          <a:prstGeom prst="rect">
            <a:avLst/>
          </a:prstGeom>
          <a:noFill/>
        </p:spPr>
        <p:txBody>
          <a:bodyPr wrap="square" rtlCol="0">
            <a:spAutoFit/>
          </a:bodyPr>
          <a:lstStyle/>
          <a:p>
            <a:pPr>
              <a:lnSpc>
                <a:spcPct val="150000"/>
              </a:lnSpc>
            </a:pPr>
            <a:r>
              <a:rPr lang="en-US" sz="2400" i="1">
                <a:solidFill>
                  <a:schemeClr val="bg2"/>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Donec viverra eleifend lacus, vitae ullamcorper metus. Sed sollicitudin ipsum quis nunc</a:t>
            </a:r>
            <a:endParaRPr sz="2400" i="1">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1" name="TextBox 20">
            <a:extLst>
              <a:ext uri="{FF2B5EF4-FFF2-40B4-BE49-F238E27FC236}">
                <a16:creationId xmlns:a16="http://schemas.microsoft.com/office/drawing/2014/main" id="{488E2584-970C-8541-835A-CD5C5B9F4B68}"/>
              </a:ext>
            </a:extLst>
          </p:cNvPr>
          <p:cNvSpPr txBox="1"/>
          <p:nvPr/>
        </p:nvSpPr>
        <p:spPr>
          <a:xfrm>
            <a:off x="13119724" y="7565233"/>
            <a:ext cx="5413661" cy="461665"/>
          </a:xfrm>
          <a:prstGeom prst="rect">
            <a:avLst/>
          </a:prstGeom>
          <a:noFill/>
        </p:spPr>
        <p:txBody>
          <a:bodyPr wrap="none" rtlCol="0">
            <a:spAutoFit/>
          </a:bodyPr>
          <a:lstStyle/>
          <a:p>
            <a:r>
              <a:rPr lang="en-US" sz="2400" b="1" spc="300">
                <a:solidFill>
                  <a:schemeClr val="tx2"/>
                </a:solidFill>
                <a:latin typeface="Open Sans" panose="020B0606030504020204" pitchFamily="34" charset="0"/>
                <a:ea typeface="Open Sans" panose="020B0606030504020204" pitchFamily="34" charset="0"/>
                <a:cs typeface="Open Sans" panose="020B0606030504020204" pitchFamily="34" charset="0"/>
              </a:rPr>
              <a:t>BEST DIGITAL AGENCY IN US</a:t>
            </a:r>
            <a:endParaRPr sz="2400"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 name="Oval 27">
            <a:extLst>
              <a:ext uri="{FF2B5EF4-FFF2-40B4-BE49-F238E27FC236}">
                <a16:creationId xmlns:a16="http://schemas.microsoft.com/office/drawing/2014/main" id="{045E6712-404C-8E4D-9A3C-A3170D2D6B18}"/>
              </a:ext>
            </a:extLst>
          </p:cNvPr>
          <p:cNvSpPr/>
          <p:nvPr/>
        </p:nvSpPr>
        <p:spPr>
          <a:xfrm>
            <a:off x="12177198" y="7565233"/>
            <a:ext cx="720000" cy="720000"/>
          </a:xfrm>
          <a:prstGeom prst="ellipse">
            <a:avLst/>
          </a:prstGeom>
          <a:gradFill flip="none" rotWithShape="1">
            <a:gsLst>
              <a:gs pos="0">
                <a:schemeClr val="accent1"/>
              </a:gs>
              <a:gs pos="100000">
                <a:schemeClr val="accent5"/>
              </a:gs>
            </a:gsLst>
            <a:lin ang="13500000" scaled="1"/>
            <a:tileRect/>
          </a:gradFill>
          <a:ln>
            <a:noFill/>
          </a:ln>
          <a:effectLst>
            <a:outerShdw blurRad="457200" dist="38100" dir="8100000" sx="115000" sy="115000" algn="tr" rotWithShape="0">
              <a:schemeClr val="accent5">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1" name="Graphic 29">
            <a:extLst>
              <a:ext uri="{FF2B5EF4-FFF2-40B4-BE49-F238E27FC236}">
                <a16:creationId xmlns:a16="http://schemas.microsoft.com/office/drawing/2014/main" id="{E56EBF14-5FB4-CD41-A76D-EE89861BAD2E}"/>
              </a:ext>
            </a:extLst>
          </p:cNvPr>
          <p:cNvSpPr/>
          <p:nvPr/>
        </p:nvSpPr>
        <p:spPr>
          <a:xfrm>
            <a:off x="12383777" y="7795159"/>
            <a:ext cx="306843" cy="260148"/>
          </a:xfrm>
          <a:custGeom>
            <a:avLst/>
            <a:gdLst>
              <a:gd name="connsiteX0" fmla="*/ 5754 w 373858"/>
              <a:gd name="connsiteY0" fmla="*/ 189320 h 316965"/>
              <a:gd name="connsiteX1" fmla="*/ 5730 w 373858"/>
              <a:gd name="connsiteY1" fmla="*/ 217044 h 316965"/>
              <a:gd name="connsiteX2" fmla="*/ 5754 w 373858"/>
              <a:gd name="connsiteY2" fmla="*/ 217067 h 316965"/>
              <a:gd name="connsiteX3" fmla="*/ 99901 w 373858"/>
              <a:gd name="connsiteY3" fmla="*/ 311231 h 316965"/>
              <a:gd name="connsiteX4" fmla="*/ 127664 w 373858"/>
              <a:gd name="connsiteY4" fmla="*/ 311231 h 316965"/>
              <a:gd name="connsiteX5" fmla="*/ 368105 w 373858"/>
              <a:gd name="connsiteY5" fmla="*/ 70774 h 316965"/>
              <a:gd name="connsiteX6" fmla="*/ 368129 w 373858"/>
              <a:gd name="connsiteY6" fmla="*/ 43051 h 316965"/>
              <a:gd name="connsiteX7" fmla="*/ 368105 w 373858"/>
              <a:gd name="connsiteY7" fmla="*/ 43027 h 316965"/>
              <a:gd name="connsiteX8" fmla="*/ 330849 w 373858"/>
              <a:gd name="connsiteY8" fmla="*/ 5755 h 316965"/>
              <a:gd name="connsiteX9" fmla="*/ 303103 w 373858"/>
              <a:gd name="connsiteY9" fmla="*/ 5738 h 316965"/>
              <a:gd name="connsiteX10" fmla="*/ 303086 w 373858"/>
              <a:gd name="connsiteY10" fmla="*/ 5755 h 316965"/>
              <a:gd name="connsiteX11" fmla="*/ 113783 w 373858"/>
              <a:gd name="connsiteY11" fmla="*/ 195074 h 316965"/>
              <a:gd name="connsiteX12" fmla="*/ 70773 w 373858"/>
              <a:gd name="connsiteY12" fmla="*/ 152048 h 316965"/>
              <a:gd name="connsiteX13" fmla="*/ 43026 w 373858"/>
              <a:gd name="connsiteY13" fmla="*/ 152031 h 316965"/>
              <a:gd name="connsiteX14" fmla="*/ 43010 w 373858"/>
              <a:gd name="connsiteY14" fmla="*/ 152048 h 316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3858" h="316965">
                <a:moveTo>
                  <a:pt x="5754" y="189320"/>
                </a:moveTo>
                <a:cubicBezTo>
                  <a:pt x="-1909" y="196969"/>
                  <a:pt x="-1919" y="209381"/>
                  <a:pt x="5730" y="217044"/>
                </a:cubicBezTo>
                <a:cubicBezTo>
                  <a:pt x="5738" y="217051"/>
                  <a:pt x="5746" y="217059"/>
                  <a:pt x="5754" y="217067"/>
                </a:cubicBezTo>
                <a:lnTo>
                  <a:pt x="99901" y="311231"/>
                </a:lnTo>
                <a:cubicBezTo>
                  <a:pt x="107576" y="318878"/>
                  <a:pt x="119990" y="318878"/>
                  <a:pt x="127664" y="311231"/>
                </a:cubicBezTo>
                <a:lnTo>
                  <a:pt x="368105" y="70774"/>
                </a:lnTo>
                <a:cubicBezTo>
                  <a:pt x="375767" y="63125"/>
                  <a:pt x="375778" y="50713"/>
                  <a:pt x="368129" y="43051"/>
                </a:cubicBezTo>
                <a:cubicBezTo>
                  <a:pt x="368121" y="43043"/>
                  <a:pt x="368113" y="43035"/>
                  <a:pt x="368105" y="43027"/>
                </a:cubicBezTo>
                <a:lnTo>
                  <a:pt x="330849" y="5755"/>
                </a:lnTo>
                <a:cubicBezTo>
                  <a:pt x="323192" y="-1912"/>
                  <a:pt x="310770" y="-1919"/>
                  <a:pt x="303103" y="5738"/>
                </a:cubicBezTo>
                <a:cubicBezTo>
                  <a:pt x="303098" y="5744"/>
                  <a:pt x="303092" y="5749"/>
                  <a:pt x="303086" y="5755"/>
                </a:cubicBezTo>
                <a:lnTo>
                  <a:pt x="113783" y="195074"/>
                </a:lnTo>
                <a:lnTo>
                  <a:pt x="70773" y="152048"/>
                </a:lnTo>
                <a:cubicBezTo>
                  <a:pt x="63115" y="144381"/>
                  <a:pt x="50693" y="144374"/>
                  <a:pt x="43026" y="152031"/>
                </a:cubicBezTo>
                <a:cubicBezTo>
                  <a:pt x="43021" y="152037"/>
                  <a:pt x="43015" y="152042"/>
                  <a:pt x="43010" y="152048"/>
                </a:cubicBezTo>
                <a:close/>
              </a:path>
            </a:pathLst>
          </a:custGeom>
          <a:solidFill>
            <a:schemeClr val="bg1"/>
          </a:solidFill>
          <a:ln w="15875" cap="rnd">
            <a:noFill/>
            <a:prstDash val="solid"/>
            <a:round/>
          </a:ln>
        </p:spPr>
        <p:txBody>
          <a:bodyPr rtlCol="0" anchor="ctr"/>
          <a:lstStyle/>
          <a:p>
            <a:endParaRPr/>
          </a:p>
        </p:txBody>
      </p:sp>
      <p:sp>
        <p:nvSpPr>
          <p:cNvPr id="32" name="TextBox 31">
            <a:extLst>
              <a:ext uri="{FF2B5EF4-FFF2-40B4-BE49-F238E27FC236}">
                <a16:creationId xmlns:a16="http://schemas.microsoft.com/office/drawing/2014/main" id="{4C34FE3C-674C-F84A-AD56-9A1B1B53B95A}"/>
              </a:ext>
            </a:extLst>
          </p:cNvPr>
          <p:cNvSpPr txBox="1"/>
          <p:nvPr/>
        </p:nvSpPr>
        <p:spPr>
          <a:xfrm>
            <a:off x="13119725" y="10245559"/>
            <a:ext cx="8630654" cy="1141274"/>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 dolor arcu, sit amet bus nec. </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3" name="TextBox 32">
            <a:extLst>
              <a:ext uri="{FF2B5EF4-FFF2-40B4-BE49-F238E27FC236}">
                <a16:creationId xmlns:a16="http://schemas.microsoft.com/office/drawing/2014/main" id="{EBEDFD99-B3F8-BD4A-90CF-4AB97B4E2391}"/>
              </a:ext>
            </a:extLst>
          </p:cNvPr>
          <p:cNvSpPr txBox="1"/>
          <p:nvPr/>
        </p:nvSpPr>
        <p:spPr>
          <a:xfrm>
            <a:off x="13119724" y="9746314"/>
            <a:ext cx="4887877" cy="461665"/>
          </a:xfrm>
          <a:prstGeom prst="rect">
            <a:avLst/>
          </a:prstGeom>
          <a:noFill/>
        </p:spPr>
        <p:txBody>
          <a:bodyPr wrap="none" rtlCol="0">
            <a:spAutoFit/>
          </a:bodyPr>
          <a:lstStyle/>
          <a:p>
            <a:r>
              <a:rPr lang="en-US" sz="2400" b="1" spc="300">
                <a:solidFill>
                  <a:schemeClr val="tx2"/>
                </a:solidFill>
                <a:latin typeface="Open Sans" panose="020B0606030504020204" pitchFamily="34" charset="0"/>
                <a:ea typeface="Open Sans" panose="020B0606030504020204" pitchFamily="34" charset="0"/>
                <a:cs typeface="Open Sans" panose="020B0606030504020204" pitchFamily="34" charset="0"/>
              </a:rPr>
              <a:t>WIN DESIGN AWARD 2021</a:t>
            </a:r>
            <a:endParaRPr sz="2400"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4" name="Oval 33">
            <a:extLst>
              <a:ext uri="{FF2B5EF4-FFF2-40B4-BE49-F238E27FC236}">
                <a16:creationId xmlns:a16="http://schemas.microsoft.com/office/drawing/2014/main" id="{EB2676BF-BAA1-DF47-B169-3F955F5313F3}"/>
              </a:ext>
            </a:extLst>
          </p:cNvPr>
          <p:cNvSpPr/>
          <p:nvPr/>
        </p:nvSpPr>
        <p:spPr>
          <a:xfrm>
            <a:off x="12177198" y="9746314"/>
            <a:ext cx="720000" cy="720000"/>
          </a:xfrm>
          <a:prstGeom prst="ellipse">
            <a:avLst/>
          </a:prstGeom>
          <a:gradFill flip="none" rotWithShape="1">
            <a:gsLst>
              <a:gs pos="0">
                <a:schemeClr val="accent1"/>
              </a:gs>
              <a:gs pos="100000">
                <a:schemeClr val="accent5"/>
              </a:gs>
            </a:gsLst>
            <a:lin ang="13500000" scaled="1"/>
            <a:tileRect/>
          </a:gradFill>
          <a:ln>
            <a:noFill/>
          </a:ln>
          <a:effectLst>
            <a:outerShdw blurRad="457200" dist="38100" dir="8100000" sx="115000" sy="115000" algn="tr" rotWithShape="0">
              <a:schemeClr val="accent5">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5" name="Graphic 29">
            <a:extLst>
              <a:ext uri="{FF2B5EF4-FFF2-40B4-BE49-F238E27FC236}">
                <a16:creationId xmlns:a16="http://schemas.microsoft.com/office/drawing/2014/main" id="{78389721-87D8-F643-809A-8D39A6995BBA}"/>
              </a:ext>
            </a:extLst>
          </p:cNvPr>
          <p:cNvSpPr/>
          <p:nvPr/>
        </p:nvSpPr>
        <p:spPr>
          <a:xfrm>
            <a:off x="12383777" y="9976240"/>
            <a:ext cx="306843" cy="260148"/>
          </a:xfrm>
          <a:custGeom>
            <a:avLst/>
            <a:gdLst>
              <a:gd name="connsiteX0" fmla="*/ 5754 w 373858"/>
              <a:gd name="connsiteY0" fmla="*/ 189320 h 316965"/>
              <a:gd name="connsiteX1" fmla="*/ 5730 w 373858"/>
              <a:gd name="connsiteY1" fmla="*/ 217044 h 316965"/>
              <a:gd name="connsiteX2" fmla="*/ 5754 w 373858"/>
              <a:gd name="connsiteY2" fmla="*/ 217067 h 316965"/>
              <a:gd name="connsiteX3" fmla="*/ 99901 w 373858"/>
              <a:gd name="connsiteY3" fmla="*/ 311231 h 316965"/>
              <a:gd name="connsiteX4" fmla="*/ 127664 w 373858"/>
              <a:gd name="connsiteY4" fmla="*/ 311231 h 316965"/>
              <a:gd name="connsiteX5" fmla="*/ 368105 w 373858"/>
              <a:gd name="connsiteY5" fmla="*/ 70774 h 316965"/>
              <a:gd name="connsiteX6" fmla="*/ 368129 w 373858"/>
              <a:gd name="connsiteY6" fmla="*/ 43051 h 316965"/>
              <a:gd name="connsiteX7" fmla="*/ 368105 w 373858"/>
              <a:gd name="connsiteY7" fmla="*/ 43027 h 316965"/>
              <a:gd name="connsiteX8" fmla="*/ 330849 w 373858"/>
              <a:gd name="connsiteY8" fmla="*/ 5755 h 316965"/>
              <a:gd name="connsiteX9" fmla="*/ 303103 w 373858"/>
              <a:gd name="connsiteY9" fmla="*/ 5738 h 316965"/>
              <a:gd name="connsiteX10" fmla="*/ 303086 w 373858"/>
              <a:gd name="connsiteY10" fmla="*/ 5755 h 316965"/>
              <a:gd name="connsiteX11" fmla="*/ 113783 w 373858"/>
              <a:gd name="connsiteY11" fmla="*/ 195074 h 316965"/>
              <a:gd name="connsiteX12" fmla="*/ 70773 w 373858"/>
              <a:gd name="connsiteY12" fmla="*/ 152048 h 316965"/>
              <a:gd name="connsiteX13" fmla="*/ 43026 w 373858"/>
              <a:gd name="connsiteY13" fmla="*/ 152031 h 316965"/>
              <a:gd name="connsiteX14" fmla="*/ 43010 w 373858"/>
              <a:gd name="connsiteY14" fmla="*/ 152048 h 316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3858" h="316965">
                <a:moveTo>
                  <a:pt x="5754" y="189320"/>
                </a:moveTo>
                <a:cubicBezTo>
                  <a:pt x="-1909" y="196969"/>
                  <a:pt x="-1919" y="209381"/>
                  <a:pt x="5730" y="217044"/>
                </a:cubicBezTo>
                <a:cubicBezTo>
                  <a:pt x="5738" y="217051"/>
                  <a:pt x="5746" y="217059"/>
                  <a:pt x="5754" y="217067"/>
                </a:cubicBezTo>
                <a:lnTo>
                  <a:pt x="99901" y="311231"/>
                </a:lnTo>
                <a:cubicBezTo>
                  <a:pt x="107576" y="318878"/>
                  <a:pt x="119990" y="318878"/>
                  <a:pt x="127664" y="311231"/>
                </a:cubicBezTo>
                <a:lnTo>
                  <a:pt x="368105" y="70774"/>
                </a:lnTo>
                <a:cubicBezTo>
                  <a:pt x="375767" y="63125"/>
                  <a:pt x="375778" y="50713"/>
                  <a:pt x="368129" y="43051"/>
                </a:cubicBezTo>
                <a:cubicBezTo>
                  <a:pt x="368121" y="43043"/>
                  <a:pt x="368113" y="43035"/>
                  <a:pt x="368105" y="43027"/>
                </a:cubicBezTo>
                <a:lnTo>
                  <a:pt x="330849" y="5755"/>
                </a:lnTo>
                <a:cubicBezTo>
                  <a:pt x="323192" y="-1912"/>
                  <a:pt x="310770" y="-1919"/>
                  <a:pt x="303103" y="5738"/>
                </a:cubicBezTo>
                <a:cubicBezTo>
                  <a:pt x="303098" y="5744"/>
                  <a:pt x="303092" y="5749"/>
                  <a:pt x="303086" y="5755"/>
                </a:cubicBezTo>
                <a:lnTo>
                  <a:pt x="113783" y="195074"/>
                </a:lnTo>
                <a:lnTo>
                  <a:pt x="70773" y="152048"/>
                </a:lnTo>
                <a:cubicBezTo>
                  <a:pt x="63115" y="144381"/>
                  <a:pt x="50693" y="144374"/>
                  <a:pt x="43026" y="152031"/>
                </a:cubicBezTo>
                <a:cubicBezTo>
                  <a:pt x="43021" y="152037"/>
                  <a:pt x="43015" y="152042"/>
                  <a:pt x="43010" y="152048"/>
                </a:cubicBezTo>
                <a:close/>
              </a:path>
            </a:pathLst>
          </a:custGeom>
          <a:solidFill>
            <a:schemeClr val="bg1"/>
          </a:solidFill>
          <a:ln w="15875" cap="rnd">
            <a:noFill/>
            <a:prstDash val="solid"/>
            <a:round/>
          </a:ln>
        </p:spPr>
        <p:txBody>
          <a:bodyPr rtlCol="0" anchor="ctr"/>
          <a:lstStyle/>
          <a:p>
            <a:endParaRPr/>
          </a:p>
        </p:txBody>
      </p:sp>
      <p:cxnSp>
        <p:nvCxnSpPr>
          <p:cNvPr id="36" name="Straight Connector 35">
            <a:extLst>
              <a:ext uri="{FF2B5EF4-FFF2-40B4-BE49-F238E27FC236}">
                <a16:creationId xmlns:a16="http://schemas.microsoft.com/office/drawing/2014/main" id="{F7DEA1A5-DE41-3A49-8443-40EFDC2C49C4}"/>
              </a:ext>
            </a:extLst>
          </p:cNvPr>
          <p:cNvCxnSpPr>
            <a:cxnSpLocks/>
          </p:cNvCxnSpPr>
          <p:nvPr/>
        </p:nvCxnSpPr>
        <p:spPr>
          <a:xfrm>
            <a:off x="1862580" y="0"/>
            <a:ext cx="0" cy="1371600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id="{D1DE7608-0D18-C64F-BAB5-BC55D9A5E793}"/>
              </a:ext>
            </a:extLst>
          </p:cNvPr>
          <p:cNvSpPr/>
          <p:nvPr/>
        </p:nvSpPr>
        <p:spPr>
          <a:xfrm>
            <a:off x="498634" y="446645"/>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8" name="TextBox 37">
            <a:extLst>
              <a:ext uri="{FF2B5EF4-FFF2-40B4-BE49-F238E27FC236}">
                <a16:creationId xmlns:a16="http://schemas.microsoft.com/office/drawing/2014/main" id="{33FBFC08-0826-CC40-BB06-2416C71A6887}"/>
              </a:ext>
            </a:extLst>
          </p:cNvPr>
          <p:cNvSpPr txBox="1"/>
          <p:nvPr/>
        </p:nvSpPr>
        <p:spPr>
          <a:xfrm rot="16200000">
            <a:off x="-25085" y="2292058"/>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39" name="TextBox 38">
            <a:extLst>
              <a:ext uri="{FF2B5EF4-FFF2-40B4-BE49-F238E27FC236}">
                <a16:creationId xmlns:a16="http://schemas.microsoft.com/office/drawing/2014/main" id="{998D1ACC-F58B-5B48-952C-2C47EE3089CF}"/>
              </a:ext>
            </a:extLst>
          </p:cNvPr>
          <p:cNvSpPr txBox="1"/>
          <p:nvPr/>
        </p:nvSpPr>
        <p:spPr>
          <a:xfrm rot="16200000">
            <a:off x="-380952" y="11451981"/>
            <a:ext cx="2616422"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MASDIKASTUDIO</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600417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C4BA7F-8029-5A4D-B3D4-AB9CCC477759}"/>
              </a:ext>
            </a:extLst>
          </p:cNvPr>
          <p:cNvCxnSpPr>
            <a:cxnSpLocks/>
          </p:cNvCxnSpPr>
          <p:nvPr/>
        </p:nvCxnSpPr>
        <p:spPr>
          <a:xfrm>
            <a:off x="22282741" y="0"/>
            <a:ext cx="0" cy="1371600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695ADC06-676F-9448-884F-A703D769FFBB}"/>
              </a:ext>
            </a:extLst>
          </p:cNvPr>
          <p:cNvSpPr/>
          <p:nvPr/>
        </p:nvSpPr>
        <p:spPr>
          <a:xfrm>
            <a:off x="22851152" y="598208"/>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22EBA45D-CD80-6C4C-9537-73AEBE1A468F}"/>
              </a:ext>
            </a:extLst>
          </p:cNvPr>
          <p:cNvSpPr txBox="1"/>
          <p:nvPr/>
        </p:nvSpPr>
        <p:spPr>
          <a:xfrm rot="5400000">
            <a:off x="22327433" y="2425394"/>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8" name="TextBox 7">
            <a:extLst>
              <a:ext uri="{FF2B5EF4-FFF2-40B4-BE49-F238E27FC236}">
                <a16:creationId xmlns:a16="http://schemas.microsoft.com/office/drawing/2014/main" id="{5E3B8B7B-5CC1-3943-A775-669E648BC3D2}"/>
              </a:ext>
            </a:extLst>
          </p:cNvPr>
          <p:cNvSpPr txBox="1"/>
          <p:nvPr/>
        </p:nvSpPr>
        <p:spPr>
          <a:xfrm rot="5400000">
            <a:off x="21971566" y="11469386"/>
            <a:ext cx="2616422"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MASDIKASTUDIO</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9" name="Straight Connector 8">
            <a:extLst>
              <a:ext uri="{FF2B5EF4-FFF2-40B4-BE49-F238E27FC236}">
                <a16:creationId xmlns:a16="http://schemas.microsoft.com/office/drawing/2014/main" id="{18B178F5-C42A-C24B-8E94-B2EF7E4AA645}"/>
              </a:ext>
            </a:extLst>
          </p:cNvPr>
          <p:cNvCxnSpPr>
            <a:cxnSpLocks/>
          </p:cNvCxnSpPr>
          <p:nvPr/>
        </p:nvCxnSpPr>
        <p:spPr>
          <a:xfrm flipH="1">
            <a:off x="0" y="1212112"/>
            <a:ext cx="22282742" cy="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53272B1-AD4A-DC47-B8A0-F3FB6BA97346}"/>
              </a:ext>
            </a:extLst>
          </p:cNvPr>
          <p:cNvSpPr txBox="1"/>
          <p:nvPr/>
        </p:nvSpPr>
        <p:spPr>
          <a:xfrm>
            <a:off x="670836" y="413304"/>
            <a:ext cx="1659429"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ABOUT US</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TextBox 10">
            <a:extLst>
              <a:ext uri="{FF2B5EF4-FFF2-40B4-BE49-F238E27FC236}">
                <a16:creationId xmlns:a16="http://schemas.microsoft.com/office/drawing/2014/main" id="{4EA5ACD2-658B-EF4D-9DB0-A73BBAFCC785}"/>
              </a:ext>
            </a:extLst>
          </p:cNvPr>
          <p:cNvSpPr txBox="1"/>
          <p:nvPr/>
        </p:nvSpPr>
        <p:spPr>
          <a:xfrm>
            <a:off x="15460628" y="3700904"/>
            <a:ext cx="6009733" cy="3416320"/>
          </a:xfrm>
          <a:prstGeom prst="rect">
            <a:avLst/>
          </a:prstGeom>
          <a:noFill/>
        </p:spPr>
        <p:txBody>
          <a:bodyPr wrap="square" rtlCol="0">
            <a:spAutoFit/>
          </a:bodyPr>
          <a:lstStyle/>
          <a:p>
            <a:r>
              <a:rPr lang="en-ID" sz="7200" b="1">
                <a:solidFill>
                  <a:schemeClr val="tx2"/>
                </a:solidFill>
                <a:latin typeface="Poppins" pitchFamily="2" charset="77"/>
                <a:ea typeface="Open Sans" panose="020B0606030504020204" pitchFamily="34" charset="0"/>
                <a:cs typeface="Poppins" pitchFamily="2" charset="77"/>
              </a:rPr>
              <a:t>Our Digital Agency ~Lévient</a:t>
            </a:r>
            <a:endParaRPr sz="7200" b="1">
              <a:solidFill>
                <a:schemeClr val="tx2"/>
              </a:solidFill>
              <a:latin typeface="Poppins" pitchFamily="2" charset="77"/>
              <a:ea typeface="Open Sans" panose="020B0606030504020204" pitchFamily="34" charset="0"/>
              <a:cs typeface="Poppins" pitchFamily="2" charset="77"/>
            </a:endParaRPr>
          </a:p>
        </p:txBody>
      </p:sp>
      <p:sp>
        <p:nvSpPr>
          <p:cNvPr id="12" name="TextBox 11">
            <a:extLst>
              <a:ext uri="{FF2B5EF4-FFF2-40B4-BE49-F238E27FC236}">
                <a16:creationId xmlns:a16="http://schemas.microsoft.com/office/drawing/2014/main" id="{B095C7E3-4631-B649-BCB1-4EACDAA002CE}"/>
              </a:ext>
            </a:extLst>
          </p:cNvPr>
          <p:cNvSpPr txBox="1"/>
          <p:nvPr/>
        </p:nvSpPr>
        <p:spPr>
          <a:xfrm>
            <a:off x="15460628" y="3319669"/>
            <a:ext cx="1659429" cy="369332"/>
          </a:xfrm>
          <a:prstGeom prst="rect">
            <a:avLst/>
          </a:prstGeom>
          <a:noFill/>
        </p:spPr>
        <p:txBody>
          <a:bodyPr wrap="none" rtlCol="0">
            <a:spAutoFit/>
          </a:bodyPr>
          <a:lstStyle/>
          <a:p>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ABOUT US</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extBox 12">
            <a:extLst>
              <a:ext uri="{FF2B5EF4-FFF2-40B4-BE49-F238E27FC236}">
                <a16:creationId xmlns:a16="http://schemas.microsoft.com/office/drawing/2014/main" id="{C2F49A38-7A71-F343-84C5-3299C50DC071}"/>
              </a:ext>
            </a:extLst>
          </p:cNvPr>
          <p:cNvSpPr txBox="1"/>
          <p:nvPr/>
        </p:nvSpPr>
        <p:spPr>
          <a:xfrm>
            <a:off x="15460628" y="9270111"/>
            <a:ext cx="5750838" cy="2803268"/>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Donec viverra eleifend lacus, vitae ullamcorper metus. Sed sollicitudin ipsum quis nunc sollicitudin ultrices. </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 name="TextBox 29">
            <a:extLst>
              <a:ext uri="{FF2B5EF4-FFF2-40B4-BE49-F238E27FC236}">
                <a16:creationId xmlns:a16="http://schemas.microsoft.com/office/drawing/2014/main" id="{224C0654-0487-D44C-8958-CF56D690796D}"/>
              </a:ext>
            </a:extLst>
          </p:cNvPr>
          <p:cNvSpPr txBox="1"/>
          <p:nvPr/>
        </p:nvSpPr>
        <p:spPr>
          <a:xfrm>
            <a:off x="1873249" y="1935879"/>
            <a:ext cx="5826955" cy="954107"/>
          </a:xfrm>
          <a:prstGeom prst="rect">
            <a:avLst/>
          </a:prstGeom>
          <a:noFill/>
        </p:spPr>
        <p:txBody>
          <a:bodyPr wrap="square" rtlCol="0">
            <a:spAutoFit/>
          </a:bodyPr>
          <a:lstStyle/>
          <a:p>
            <a:r>
              <a:rPr lang="en-ID" sz="2800" i="1">
                <a:solidFill>
                  <a:schemeClr val="tx2"/>
                </a:solidFill>
                <a:latin typeface="Lora Italic" panose="02000503000000020004" pitchFamily="2" charset="77"/>
                <a:ea typeface="Open Sans" panose="020B0606030504020204" pitchFamily="34" charset="0"/>
                <a:cs typeface="Poppins Light" pitchFamily="2" charset="77"/>
              </a:rPr>
              <a:t>I feel that luck is preparation meeting opportunity</a:t>
            </a:r>
          </a:p>
        </p:txBody>
      </p:sp>
      <p:sp>
        <p:nvSpPr>
          <p:cNvPr id="3" name="Picture Placeholder 2">
            <a:extLst>
              <a:ext uri="{FF2B5EF4-FFF2-40B4-BE49-F238E27FC236}">
                <a16:creationId xmlns:a16="http://schemas.microsoft.com/office/drawing/2014/main" id="{68254BCE-F49D-A24E-8F2B-685C53EC072F}"/>
              </a:ext>
            </a:extLst>
          </p:cNvPr>
          <p:cNvSpPr>
            <a:spLocks noGrp="1"/>
          </p:cNvSpPr>
          <p:nvPr>
            <p:ph type="pic" sz="quarter" idx="11"/>
          </p:nvPr>
        </p:nvSpPr>
        <p:spPr/>
      </p:sp>
      <p:sp>
        <p:nvSpPr>
          <p:cNvPr id="14" name="Picture Placeholder 13">
            <a:extLst>
              <a:ext uri="{FF2B5EF4-FFF2-40B4-BE49-F238E27FC236}">
                <a16:creationId xmlns:a16="http://schemas.microsoft.com/office/drawing/2014/main" id="{2026535F-37E8-B64B-A99D-0593CB851E72}"/>
              </a:ext>
            </a:extLst>
          </p:cNvPr>
          <p:cNvSpPr>
            <a:spLocks noGrp="1"/>
          </p:cNvSpPr>
          <p:nvPr>
            <p:ph type="pic" sz="quarter" idx="10"/>
          </p:nvPr>
        </p:nvSpPr>
        <p:spPr/>
      </p:sp>
    </p:spTree>
    <p:extLst>
      <p:ext uri="{BB962C8B-B14F-4D97-AF65-F5344CB8AC3E}">
        <p14:creationId xmlns:p14="http://schemas.microsoft.com/office/powerpoint/2010/main" val="222156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1C3B2D9-1309-2F40-943E-C9C05A01ED3C}"/>
              </a:ext>
            </a:extLst>
          </p:cNvPr>
          <p:cNvSpPr txBox="1"/>
          <p:nvPr/>
        </p:nvSpPr>
        <p:spPr>
          <a:xfrm>
            <a:off x="2803406" y="2044114"/>
            <a:ext cx="5750835" cy="4524315"/>
          </a:xfrm>
          <a:prstGeom prst="rect">
            <a:avLst/>
          </a:prstGeom>
          <a:noFill/>
        </p:spPr>
        <p:txBody>
          <a:bodyPr wrap="square" rtlCol="0">
            <a:spAutoFit/>
          </a:bodyPr>
          <a:lstStyle/>
          <a:p>
            <a:r>
              <a:rPr lang="en-ID" sz="9600" b="1">
                <a:solidFill>
                  <a:schemeClr val="tx2"/>
                </a:solidFill>
                <a:latin typeface="Poppins" pitchFamily="2" charset="77"/>
                <a:ea typeface="Open Sans" panose="020B0606030504020204" pitchFamily="34" charset="0"/>
                <a:cs typeface="Poppins" pitchFamily="2" charset="77"/>
              </a:rPr>
              <a:t>What we have done ?</a:t>
            </a:r>
            <a:endParaRPr sz="9600" b="1">
              <a:solidFill>
                <a:schemeClr val="tx2"/>
              </a:solidFill>
              <a:latin typeface="Poppins" pitchFamily="2" charset="77"/>
              <a:ea typeface="Open Sans" panose="020B0606030504020204" pitchFamily="34" charset="0"/>
              <a:cs typeface="Poppins" pitchFamily="2" charset="77"/>
            </a:endParaRPr>
          </a:p>
        </p:txBody>
      </p:sp>
      <p:sp>
        <p:nvSpPr>
          <p:cNvPr id="12" name="TextBox 11">
            <a:extLst>
              <a:ext uri="{FF2B5EF4-FFF2-40B4-BE49-F238E27FC236}">
                <a16:creationId xmlns:a16="http://schemas.microsoft.com/office/drawing/2014/main" id="{E296BFB8-1FBB-B54F-B1CD-6CC6365FB48F}"/>
              </a:ext>
            </a:extLst>
          </p:cNvPr>
          <p:cNvSpPr txBox="1"/>
          <p:nvPr/>
        </p:nvSpPr>
        <p:spPr>
          <a:xfrm>
            <a:off x="2803406" y="1662879"/>
            <a:ext cx="1659429" cy="369332"/>
          </a:xfrm>
          <a:prstGeom prst="rect">
            <a:avLst/>
          </a:prstGeom>
          <a:noFill/>
        </p:spPr>
        <p:txBody>
          <a:bodyPr wrap="none" rtlCol="0">
            <a:spAutoFit/>
          </a:bodyPr>
          <a:lstStyle/>
          <a:p>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ABOUT US</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extBox 12">
            <a:extLst>
              <a:ext uri="{FF2B5EF4-FFF2-40B4-BE49-F238E27FC236}">
                <a16:creationId xmlns:a16="http://schemas.microsoft.com/office/drawing/2014/main" id="{6B611897-E406-584B-B37D-797A841D04EF}"/>
              </a:ext>
            </a:extLst>
          </p:cNvPr>
          <p:cNvSpPr txBox="1"/>
          <p:nvPr/>
        </p:nvSpPr>
        <p:spPr>
          <a:xfrm>
            <a:off x="2803406" y="9016357"/>
            <a:ext cx="5750838" cy="2803268"/>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Donec viverra eleifend lacus, vitae ullamcorper metus. Sed sollicitudin ipsum quis nunc sollicitudin ultrices. </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14" name="Straight Connector 13">
            <a:extLst>
              <a:ext uri="{FF2B5EF4-FFF2-40B4-BE49-F238E27FC236}">
                <a16:creationId xmlns:a16="http://schemas.microsoft.com/office/drawing/2014/main" id="{1EDFE808-AAC3-C148-87F3-AFF1C5BE345C}"/>
              </a:ext>
            </a:extLst>
          </p:cNvPr>
          <p:cNvCxnSpPr>
            <a:cxnSpLocks/>
          </p:cNvCxnSpPr>
          <p:nvPr/>
        </p:nvCxnSpPr>
        <p:spPr>
          <a:xfrm>
            <a:off x="1862580" y="0"/>
            <a:ext cx="0" cy="1371600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5077E0E2-9C66-DE4A-9338-CF5AD633E37C}"/>
              </a:ext>
            </a:extLst>
          </p:cNvPr>
          <p:cNvSpPr/>
          <p:nvPr/>
        </p:nvSpPr>
        <p:spPr>
          <a:xfrm>
            <a:off x="498634" y="446645"/>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072D3496-CA5C-D945-A56B-ED5A09FB35E8}"/>
              </a:ext>
            </a:extLst>
          </p:cNvPr>
          <p:cNvSpPr txBox="1"/>
          <p:nvPr/>
        </p:nvSpPr>
        <p:spPr>
          <a:xfrm rot="16200000">
            <a:off x="-25085" y="2292058"/>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17" name="TextBox 16">
            <a:extLst>
              <a:ext uri="{FF2B5EF4-FFF2-40B4-BE49-F238E27FC236}">
                <a16:creationId xmlns:a16="http://schemas.microsoft.com/office/drawing/2014/main" id="{B0160705-E87D-D841-8ABD-385B08E30350}"/>
              </a:ext>
            </a:extLst>
          </p:cNvPr>
          <p:cNvSpPr txBox="1"/>
          <p:nvPr/>
        </p:nvSpPr>
        <p:spPr>
          <a:xfrm rot="16200000">
            <a:off x="-380952" y="11451981"/>
            <a:ext cx="2616422"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MASDIKASTUDIO</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TextBox 17">
            <a:extLst>
              <a:ext uri="{FF2B5EF4-FFF2-40B4-BE49-F238E27FC236}">
                <a16:creationId xmlns:a16="http://schemas.microsoft.com/office/drawing/2014/main" id="{6E3780AE-05BD-6946-97EE-740A49A6038D}"/>
              </a:ext>
            </a:extLst>
          </p:cNvPr>
          <p:cNvSpPr txBox="1"/>
          <p:nvPr/>
        </p:nvSpPr>
        <p:spPr>
          <a:xfrm>
            <a:off x="10771192" y="2310837"/>
            <a:ext cx="4126783" cy="1107996"/>
          </a:xfrm>
          <a:prstGeom prst="rect">
            <a:avLst/>
          </a:prstGeom>
          <a:noFill/>
        </p:spPr>
        <p:txBody>
          <a:bodyPr wrap="square" rtlCol="0">
            <a:spAutoFit/>
          </a:bodyPr>
          <a:lstStyle/>
          <a:p>
            <a:pPr algn="ctr"/>
            <a:r>
              <a:rPr lang="en-ID" sz="6600" b="1">
                <a:solidFill>
                  <a:schemeClr val="bg1"/>
                </a:solidFill>
                <a:latin typeface="Poppins" pitchFamily="2" charset="77"/>
                <a:ea typeface="Open Sans" panose="020B0606030504020204" pitchFamily="34" charset="0"/>
                <a:cs typeface="Poppins" pitchFamily="2" charset="77"/>
              </a:rPr>
              <a:t>$2.3M</a:t>
            </a:r>
            <a:endParaRPr sz="6600" b="1">
              <a:solidFill>
                <a:schemeClr val="bg1"/>
              </a:solidFill>
              <a:latin typeface="Poppins" pitchFamily="2" charset="77"/>
              <a:ea typeface="Open Sans" panose="020B0606030504020204" pitchFamily="34" charset="0"/>
              <a:cs typeface="Poppins" pitchFamily="2" charset="77"/>
            </a:endParaRPr>
          </a:p>
        </p:txBody>
      </p:sp>
      <p:sp>
        <p:nvSpPr>
          <p:cNvPr id="19" name="TextBox 18">
            <a:extLst>
              <a:ext uri="{FF2B5EF4-FFF2-40B4-BE49-F238E27FC236}">
                <a16:creationId xmlns:a16="http://schemas.microsoft.com/office/drawing/2014/main" id="{1B3746A9-B807-4A40-BB9F-9533B44F66B6}"/>
              </a:ext>
            </a:extLst>
          </p:cNvPr>
          <p:cNvSpPr txBox="1"/>
          <p:nvPr/>
        </p:nvSpPr>
        <p:spPr>
          <a:xfrm>
            <a:off x="11300348" y="3366297"/>
            <a:ext cx="3068469" cy="461665"/>
          </a:xfrm>
          <a:prstGeom prst="rect">
            <a:avLst/>
          </a:prstGeom>
          <a:noFill/>
        </p:spPr>
        <p:txBody>
          <a:bodyPr wrap="none" rtlCol="0">
            <a:spAutoFit/>
          </a:bodyPr>
          <a:lstStyle/>
          <a:p>
            <a:pPr algn="ctr"/>
            <a:r>
              <a:rPr lang="en-US" sz="2400" b="1" spc="300">
                <a:solidFill>
                  <a:schemeClr val="bg2"/>
                </a:solidFill>
                <a:latin typeface="Open Sans" panose="020B0606030504020204" pitchFamily="34" charset="0"/>
                <a:ea typeface="Open Sans" panose="020B0606030504020204" pitchFamily="34" charset="0"/>
                <a:cs typeface="Open Sans" panose="020B0606030504020204" pitchFamily="34" charset="0"/>
              </a:rPr>
              <a:t>SALES REVENUE</a:t>
            </a:r>
            <a:endParaRPr sz="2400" b="1" spc="30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7" name="Freeform 26">
            <a:extLst>
              <a:ext uri="{FF2B5EF4-FFF2-40B4-BE49-F238E27FC236}">
                <a16:creationId xmlns:a16="http://schemas.microsoft.com/office/drawing/2014/main" id="{7C4550CF-BE9F-0049-8BDB-092672D5944B}"/>
              </a:ext>
            </a:extLst>
          </p:cNvPr>
          <p:cNvSpPr/>
          <p:nvPr/>
        </p:nvSpPr>
        <p:spPr>
          <a:xfrm>
            <a:off x="12314015" y="1085197"/>
            <a:ext cx="1041133" cy="1041133"/>
          </a:xfrm>
          <a:custGeom>
            <a:avLst/>
            <a:gdLst>
              <a:gd name="connsiteX0" fmla="*/ 1641486 w 1641486"/>
              <a:gd name="connsiteY0" fmla="*/ 820743 h 1641486"/>
              <a:gd name="connsiteX1" fmla="*/ 820743 w 1641486"/>
              <a:gd name="connsiteY1" fmla="*/ 1641486 h 1641486"/>
              <a:gd name="connsiteX2" fmla="*/ 0 w 1641486"/>
              <a:gd name="connsiteY2" fmla="*/ 820743 h 1641486"/>
              <a:gd name="connsiteX3" fmla="*/ 820743 w 1641486"/>
              <a:gd name="connsiteY3" fmla="*/ 0 h 1641486"/>
              <a:gd name="connsiteX4" fmla="*/ 1641486 w 1641486"/>
              <a:gd name="connsiteY4" fmla="*/ 820743 h 1641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1486" h="1641486">
                <a:moveTo>
                  <a:pt x="1641486" y="820743"/>
                </a:moveTo>
                <a:cubicBezTo>
                  <a:pt x="1641486" y="1274027"/>
                  <a:pt x="1274027" y="1641486"/>
                  <a:pt x="820743" y="1641486"/>
                </a:cubicBezTo>
                <a:cubicBezTo>
                  <a:pt x="367459" y="1641486"/>
                  <a:pt x="0" y="1274027"/>
                  <a:pt x="0" y="820743"/>
                </a:cubicBezTo>
                <a:cubicBezTo>
                  <a:pt x="0" y="367459"/>
                  <a:pt x="367459" y="0"/>
                  <a:pt x="820743" y="0"/>
                </a:cubicBezTo>
                <a:cubicBezTo>
                  <a:pt x="1274027" y="0"/>
                  <a:pt x="1641486" y="367459"/>
                  <a:pt x="1641486" y="820743"/>
                </a:cubicBezTo>
                <a:close/>
              </a:path>
            </a:pathLst>
          </a:custGeom>
          <a:solidFill>
            <a:schemeClr val="bg1">
              <a:alpha val="85000"/>
            </a:schemeClr>
          </a:solidFill>
          <a:ln w="71041" cap="rnd">
            <a:noFill/>
            <a:prstDash val="solid"/>
            <a:round/>
          </a:ln>
        </p:spPr>
        <p:txBody>
          <a:bodyPr rtlCol="0" anchor="ctr"/>
          <a:lstStyle/>
          <a:p>
            <a:endParaRPr/>
          </a:p>
        </p:txBody>
      </p:sp>
      <p:grpSp>
        <p:nvGrpSpPr>
          <p:cNvPr id="28" name="Group 27">
            <a:extLst>
              <a:ext uri="{FF2B5EF4-FFF2-40B4-BE49-F238E27FC236}">
                <a16:creationId xmlns:a16="http://schemas.microsoft.com/office/drawing/2014/main" id="{CFF20D34-2B2C-F841-9857-499A080B2C55}"/>
              </a:ext>
            </a:extLst>
          </p:cNvPr>
          <p:cNvGrpSpPr/>
          <p:nvPr/>
        </p:nvGrpSpPr>
        <p:grpSpPr>
          <a:xfrm>
            <a:off x="12743867" y="1379430"/>
            <a:ext cx="181235" cy="497933"/>
            <a:chOff x="12789007" y="7243281"/>
            <a:chExt cx="285742" cy="785058"/>
          </a:xfrm>
        </p:grpSpPr>
        <p:sp>
          <p:nvSpPr>
            <p:cNvPr id="24" name="Freeform 23">
              <a:extLst>
                <a:ext uri="{FF2B5EF4-FFF2-40B4-BE49-F238E27FC236}">
                  <a16:creationId xmlns:a16="http://schemas.microsoft.com/office/drawing/2014/main" id="{B3CAAC66-F830-D345-A1C7-BBF6CB9280EE}"/>
                </a:ext>
              </a:extLst>
            </p:cNvPr>
            <p:cNvSpPr/>
            <p:nvPr/>
          </p:nvSpPr>
          <p:spPr>
            <a:xfrm>
              <a:off x="12789007" y="7350335"/>
              <a:ext cx="285742" cy="570951"/>
            </a:xfrm>
            <a:custGeom>
              <a:avLst/>
              <a:gdLst>
                <a:gd name="connsiteX0" fmla="*/ 285476 w 285742"/>
                <a:gd name="connsiteY0" fmla="*/ 0 h 570951"/>
                <a:gd name="connsiteX1" fmla="*/ 132604 w 285742"/>
                <a:gd name="connsiteY1" fmla="*/ 0 h 570951"/>
                <a:gd name="connsiteX2" fmla="*/ 333 w 285742"/>
                <a:gd name="connsiteY2" fmla="*/ 132366 h 570951"/>
                <a:gd name="connsiteX3" fmla="*/ 73439 w 285742"/>
                <a:gd name="connsiteY3" fmla="*/ 250648 h 570951"/>
                <a:gd name="connsiteX4" fmla="*/ 212608 w 285742"/>
                <a:gd name="connsiteY4" fmla="*/ 320304 h 570951"/>
                <a:gd name="connsiteX5" fmla="*/ 271725 w 285742"/>
                <a:gd name="connsiteY5" fmla="*/ 497846 h 570951"/>
                <a:gd name="connsiteX6" fmla="*/ 153443 w 285742"/>
                <a:gd name="connsiteY6" fmla="*/ 570952 h 570951"/>
                <a:gd name="connsiteX7" fmla="*/ 0 w 285742"/>
                <a:gd name="connsiteY7" fmla="*/ 570952 h 570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5742" h="570951">
                  <a:moveTo>
                    <a:pt x="285476" y="0"/>
                  </a:moveTo>
                  <a:lnTo>
                    <a:pt x="132604" y="0"/>
                  </a:lnTo>
                  <a:cubicBezTo>
                    <a:pt x="59526" y="26"/>
                    <a:pt x="307" y="59289"/>
                    <a:pt x="333" y="132366"/>
                  </a:cubicBezTo>
                  <a:cubicBezTo>
                    <a:pt x="351" y="182452"/>
                    <a:pt x="28648" y="228234"/>
                    <a:pt x="73439" y="250648"/>
                  </a:cubicBezTo>
                  <a:lnTo>
                    <a:pt x="212608" y="320304"/>
                  </a:lnTo>
                  <a:cubicBezTo>
                    <a:pt x="277960" y="353006"/>
                    <a:pt x="304428" y="432495"/>
                    <a:pt x="271725" y="497846"/>
                  </a:cubicBezTo>
                  <a:cubicBezTo>
                    <a:pt x="249312" y="542637"/>
                    <a:pt x="203529" y="570934"/>
                    <a:pt x="153443" y="570952"/>
                  </a:cubicBezTo>
                  <a:lnTo>
                    <a:pt x="0" y="570952"/>
                  </a:lnTo>
                </a:path>
              </a:pathLst>
            </a:custGeom>
            <a:noFill/>
            <a:ln w="76200" cap="rnd">
              <a:solidFill>
                <a:schemeClr val="accent4"/>
              </a:solidFill>
              <a:prstDash val="solid"/>
              <a:round/>
            </a:ln>
          </p:spPr>
          <p:txBody>
            <a:bodyPr rtlCol="0" anchor="ctr"/>
            <a:lstStyle/>
            <a:p>
              <a:endParaRPr/>
            </a:p>
          </p:txBody>
        </p:sp>
        <p:sp>
          <p:nvSpPr>
            <p:cNvPr id="25" name="Freeform 24">
              <a:extLst>
                <a:ext uri="{FF2B5EF4-FFF2-40B4-BE49-F238E27FC236}">
                  <a16:creationId xmlns:a16="http://schemas.microsoft.com/office/drawing/2014/main" id="{42DBE2FF-3ED5-1748-B5C5-7E02EB6B2335}"/>
                </a:ext>
              </a:extLst>
            </p:cNvPr>
            <p:cNvSpPr/>
            <p:nvPr/>
          </p:nvSpPr>
          <p:spPr>
            <a:xfrm>
              <a:off x="12896346" y="7921286"/>
              <a:ext cx="71368" cy="107053"/>
            </a:xfrm>
            <a:custGeom>
              <a:avLst/>
              <a:gdLst>
                <a:gd name="connsiteX0" fmla="*/ 0 w 71368"/>
                <a:gd name="connsiteY0" fmla="*/ 0 h 107053"/>
                <a:gd name="connsiteX1" fmla="*/ 0 w 71368"/>
                <a:gd name="connsiteY1" fmla="*/ 107053 h 107053"/>
              </a:gdLst>
              <a:ahLst/>
              <a:cxnLst>
                <a:cxn ang="0">
                  <a:pos x="connsiteX0" y="connsiteY0"/>
                </a:cxn>
                <a:cxn ang="0">
                  <a:pos x="connsiteX1" y="connsiteY1"/>
                </a:cxn>
              </a:cxnLst>
              <a:rect l="l" t="t" r="r" b="b"/>
              <a:pathLst>
                <a:path w="71368" h="107053">
                  <a:moveTo>
                    <a:pt x="0" y="0"/>
                  </a:moveTo>
                  <a:lnTo>
                    <a:pt x="0" y="107053"/>
                  </a:lnTo>
                </a:path>
              </a:pathLst>
            </a:custGeom>
            <a:ln w="76200" cap="rnd">
              <a:solidFill>
                <a:schemeClr val="accent4"/>
              </a:solidFill>
              <a:prstDash val="solid"/>
              <a:round/>
            </a:ln>
          </p:spPr>
          <p:txBody>
            <a:bodyPr rtlCol="0" anchor="ctr"/>
            <a:lstStyle/>
            <a:p>
              <a:endParaRPr/>
            </a:p>
          </p:txBody>
        </p:sp>
        <p:sp>
          <p:nvSpPr>
            <p:cNvPr id="26" name="Freeform 25">
              <a:extLst>
                <a:ext uri="{FF2B5EF4-FFF2-40B4-BE49-F238E27FC236}">
                  <a16:creationId xmlns:a16="http://schemas.microsoft.com/office/drawing/2014/main" id="{615008E9-20F5-FD42-AA44-51B9317FAEAF}"/>
                </a:ext>
              </a:extLst>
            </p:cNvPr>
            <p:cNvSpPr/>
            <p:nvPr/>
          </p:nvSpPr>
          <p:spPr>
            <a:xfrm>
              <a:off x="12967715" y="7243281"/>
              <a:ext cx="71368" cy="107053"/>
            </a:xfrm>
            <a:custGeom>
              <a:avLst/>
              <a:gdLst>
                <a:gd name="connsiteX0" fmla="*/ 0 w 71368"/>
                <a:gd name="connsiteY0" fmla="*/ 0 h 107053"/>
                <a:gd name="connsiteX1" fmla="*/ 0 w 71368"/>
                <a:gd name="connsiteY1" fmla="*/ 107053 h 107053"/>
              </a:gdLst>
              <a:ahLst/>
              <a:cxnLst>
                <a:cxn ang="0">
                  <a:pos x="connsiteX0" y="connsiteY0"/>
                </a:cxn>
                <a:cxn ang="0">
                  <a:pos x="connsiteX1" y="connsiteY1"/>
                </a:cxn>
              </a:cxnLst>
              <a:rect l="l" t="t" r="r" b="b"/>
              <a:pathLst>
                <a:path w="71368" h="107053">
                  <a:moveTo>
                    <a:pt x="0" y="0"/>
                  </a:moveTo>
                  <a:lnTo>
                    <a:pt x="0" y="107053"/>
                  </a:lnTo>
                </a:path>
              </a:pathLst>
            </a:custGeom>
            <a:ln w="76200" cap="rnd">
              <a:solidFill>
                <a:schemeClr val="accent4"/>
              </a:solidFill>
              <a:prstDash val="solid"/>
              <a:round/>
            </a:ln>
          </p:spPr>
          <p:txBody>
            <a:bodyPr rtlCol="0" anchor="ctr"/>
            <a:lstStyle/>
            <a:p>
              <a:endParaRPr/>
            </a:p>
          </p:txBody>
        </p:sp>
      </p:grpSp>
      <p:sp>
        <p:nvSpPr>
          <p:cNvPr id="38" name="TextBox 37">
            <a:extLst>
              <a:ext uri="{FF2B5EF4-FFF2-40B4-BE49-F238E27FC236}">
                <a16:creationId xmlns:a16="http://schemas.microsoft.com/office/drawing/2014/main" id="{961AFB8C-F3EB-E448-8C4C-17D344FCEB70}"/>
              </a:ext>
            </a:extLst>
          </p:cNvPr>
          <p:cNvSpPr txBox="1"/>
          <p:nvPr/>
        </p:nvSpPr>
        <p:spPr>
          <a:xfrm>
            <a:off x="10771192" y="6500328"/>
            <a:ext cx="4126783" cy="1107996"/>
          </a:xfrm>
          <a:prstGeom prst="rect">
            <a:avLst/>
          </a:prstGeom>
          <a:noFill/>
        </p:spPr>
        <p:txBody>
          <a:bodyPr wrap="square" rtlCol="0">
            <a:spAutoFit/>
          </a:bodyPr>
          <a:lstStyle/>
          <a:p>
            <a:pPr algn="ctr"/>
            <a:r>
              <a:rPr lang="en-ID" sz="6600" b="1">
                <a:solidFill>
                  <a:schemeClr val="bg1"/>
                </a:solidFill>
                <a:latin typeface="Poppins" pitchFamily="2" charset="77"/>
                <a:ea typeface="Open Sans" panose="020B0606030504020204" pitchFamily="34" charset="0"/>
                <a:cs typeface="Poppins" pitchFamily="2" charset="77"/>
              </a:rPr>
              <a:t>8,900+</a:t>
            </a:r>
            <a:endParaRPr sz="6600" b="1">
              <a:solidFill>
                <a:schemeClr val="bg1"/>
              </a:solidFill>
              <a:latin typeface="Poppins" pitchFamily="2" charset="77"/>
              <a:ea typeface="Open Sans" panose="020B0606030504020204" pitchFamily="34" charset="0"/>
              <a:cs typeface="Poppins" pitchFamily="2" charset="77"/>
            </a:endParaRPr>
          </a:p>
        </p:txBody>
      </p:sp>
      <p:sp>
        <p:nvSpPr>
          <p:cNvPr id="39" name="TextBox 38">
            <a:extLst>
              <a:ext uri="{FF2B5EF4-FFF2-40B4-BE49-F238E27FC236}">
                <a16:creationId xmlns:a16="http://schemas.microsoft.com/office/drawing/2014/main" id="{8F4E8A86-2560-2D4A-AED0-4BA92BDE6C9C}"/>
              </a:ext>
            </a:extLst>
          </p:cNvPr>
          <p:cNvSpPr txBox="1"/>
          <p:nvPr/>
        </p:nvSpPr>
        <p:spPr>
          <a:xfrm>
            <a:off x="11253061" y="7555788"/>
            <a:ext cx="3163045" cy="461665"/>
          </a:xfrm>
          <a:prstGeom prst="rect">
            <a:avLst/>
          </a:prstGeom>
          <a:noFill/>
        </p:spPr>
        <p:txBody>
          <a:bodyPr wrap="none" rtlCol="0">
            <a:spAutoFit/>
          </a:bodyPr>
          <a:lstStyle/>
          <a:p>
            <a:pPr algn="ctr"/>
            <a:r>
              <a:rPr lang="en-US" sz="2400" b="1" spc="300">
                <a:solidFill>
                  <a:schemeClr val="bg2"/>
                </a:solidFill>
                <a:latin typeface="Open Sans" panose="020B0606030504020204" pitchFamily="34" charset="0"/>
                <a:ea typeface="Open Sans" panose="020B0606030504020204" pitchFamily="34" charset="0"/>
                <a:cs typeface="Open Sans" panose="020B0606030504020204" pitchFamily="34" charset="0"/>
              </a:rPr>
              <a:t>ACTIVE MEMBER</a:t>
            </a:r>
            <a:endParaRPr sz="2400" b="1" spc="30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6" name="TextBox 45">
            <a:extLst>
              <a:ext uri="{FF2B5EF4-FFF2-40B4-BE49-F238E27FC236}">
                <a16:creationId xmlns:a16="http://schemas.microsoft.com/office/drawing/2014/main" id="{D72462EA-F4D0-FA4D-8B66-3BD640BD0A46}"/>
              </a:ext>
            </a:extLst>
          </p:cNvPr>
          <p:cNvSpPr txBox="1"/>
          <p:nvPr/>
        </p:nvSpPr>
        <p:spPr>
          <a:xfrm>
            <a:off x="10771192" y="10690569"/>
            <a:ext cx="4126783" cy="1107996"/>
          </a:xfrm>
          <a:prstGeom prst="rect">
            <a:avLst/>
          </a:prstGeom>
          <a:noFill/>
        </p:spPr>
        <p:txBody>
          <a:bodyPr wrap="square" rtlCol="0">
            <a:spAutoFit/>
          </a:bodyPr>
          <a:lstStyle/>
          <a:p>
            <a:pPr algn="ctr"/>
            <a:r>
              <a:rPr lang="en-ID" sz="6600" b="1">
                <a:solidFill>
                  <a:schemeClr val="bg1"/>
                </a:solidFill>
                <a:latin typeface="Poppins" pitchFamily="2" charset="77"/>
                <a:ea typeface="Open Sans" panose="020B0606030504020204" pitchFamily="34" charset="0"/>
                <a:cs typeface="Poppins" pitchFamily="2" charset="77"/>
              </a:rPr>
              <a:t>950+</a:t>
            </a:r>
            <a:endParaRPr sz="6600" b="1">
              <a:solidFill>
                <a:schemeClr val="bg1"/>
              </a:solidFill>
              <a:latin typeface="Poppins" pitchFamily="2" charset="77"/>
              <a:ea typeface="Open Sans" panose="020B0606030504020204" pitchFamily="34" charset="0"/>
              <a:cs typeface="Poppins" pitchFamily="2" charset="77"/>
            </a:endParaRPr>
          </a:p>
        </p:txBody>
      </p:sp>
      <p:sp>
        <p:nvSpPr>
          <p:cNvPr id="47" name="TextBox 46">
            <a:extLst>
              <a:ext uri="{FF2B5EF4-FFF2-40B4-BE49-F238E27FC236}">
                <a16:creationId xmlns:a16="http://schemas.microsoft.com/office/drawing/2014/main" id="{2E3DF3B9-A5AC-1F43-A0FD-AADE64138453}"/>
              </a:ext>
            </a:extLst>
          </p:cNvPr>
          <p:cNvSpPr txBox="1"/>
          <p:nvPr/>
        </p:nvSpPr>
        <p:spPr>
          <a:xfrm>
            <a:off x="11869414" y="11746029"/>
            <a:ext cx="1930336" cy="461665"/>
          </a:xfrm>
          <a:prstGeom prst="rect">
            <a:avLst/>
          </a:prstGeom>
          <a:noFill/>
        </p:spPr>
        <p:txBody>
          <a:bodyPr wrap="none" rtlCol="0">
            <a:spAutoFit/>
          </a:bodyPr>
          <a:lstStyle/>
          <a:p>
            <a:pPr algn="ctr"/>
            <a:r>
              <a:rPr lang="en-US" sz="2400" b="1" spc="300">
                <a:solidFill>
                  <a:schemeClr val="bg2"/>
                </a:solidFill>
                <a:latin typeface="Open Sans" panose="020B0606030504020204" pitchFamily="34" charset="0"/>
                <a:ea typeface="Open Sans" panose="020B0606030504020204" pitchFamily="34" charset="0"/>
                <a:cs typeface="Open Sans" panose="020B0606030504020204" pitchFamily="34" charset="0"/>
              </a:rPr>
              <a:t>PRODUCT</a:t>
            </a:r>
            <a:endParaRPr sz="2400" b="1" spc="30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1" name="Freeform 40">
            <a:extLst>
              <a:ext uri="{FF2B5EF4-FFF2-40B4-BE49-F238E27FC236}">
                <a16:creationId xmlns:a16="http://schemas.microsoft.com/office/drawing/2014/main" id="{EEB82809-AF8A-5E47-B547-BA2FB0FAEBAE}"/>
              </a:ext>
            </a:extLst>
          </p:cNvPr>
          <p:cNvSpPr/>
          <p:nvPr/>
        </p:nvSpPr>
        <p:spPr>
          <a:xfrm>
            <a:off x="12314015" y="5274688"/>
            <a:ext cx="1041133" cy="1041133"/>
          </a:xfrm>
          <a:custGeom>
            <a:avLst/>
            <a:gdLst>
              <a:gd name="connsiteX0" fmla="*/ 1641486 w 1641486"/>
              <a:gd name="connsiteY0" fmla="*/ 820743 h 1641486"/>
              <a:gd name="connsiteX1" fmla="*/ 820743 w 1641486"/>
              <a:gd name="connsiteY1" fmla="*/ 1641486 h 1641486"/>
              <a:gd name="connsiteX2" fmla="*/ 0 w 1641486"/>
              <a:gd name="connsiteY2" fmla="*/ 820743 h 1641486"/>
              <a:gd name="connsiteX3" fmla="*/ 820743 w 1641486"/>
              <a:gd name="connsiteY3" fmla="*/ 0 h 1641486"/>
              <a:gd name="connsiteX4" fmla="*/ 1641486 w 1641486"/>
              <a:gd name="connsiteY4" fmla="*/ 820743 h 1641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1486" h="1641486">
                <a:moveTo>
                  <a:pt x="1641486" y="820743"/>
                </a:moveTo>
                <a:cubicBezTo>
                  <a:pt x="1641486" y="1274027"/>
                  <a:pt x="1274027" y="1641486"/>
                  <a:pt x="820743" y="1641486"/>
                </a:cubicBezTo>
                <a:cubicBezTo>
                  <a:pt x="367459" y="1641486"/>
                  <a:pt x="0" y="1274027"/>
                  <a:pt x="0" y="820743"/>
                </a:cubicBezTo>
                <a:cubicBezTo>
                  <a:pt x="0" y="367459"/>
                  <a:pt x="367459" y="0"/>
                  <a:pt x="820743" y="0"/>
                </a:cubicBezTo>
                <a:cubicBezTo>
                  <a:pt x="1274027" y="0"/>
                  <a:pt x="1641486" y="367459"/>
                  <a:pt x="1641486" y="820743"/>
                </a:cubicBezTo>
                <a:close/>
              </a:path>
            </a:pathLst>
          </a:custGeom>
          <a:solidFill>
            <a:schemeClr val="bg1">
              <a:alpha val="85000"/>
            </a:schemeClr>
          </a:solidFill>
          <a:ln w="71041" cap="rnd">
            <a:noFill/>
            <a:prstDash val="solid"/>
            <a:round/>
          </a:ln>
        </p:spPr>
        <p:txBody>
          <a:bodyPr rtlCol="0" anchor="ctr"/>
          <a:lstStyle/>
          <a:p>
            <a:endParaRPr/>
          </a:p>
        </p:txBody>
      </p:sp>
      <p:sp>
        <p:nvSpPr>
          <p:cNvPr id="49" name="Freeform 48">
            <a:extLst>
              <a:ext uri="{FF2B5EF4-FFF2-40B4-BE49-F238E27FC236}">
                <a16:creationId xmlns:a16="http://schemas.microsoft.com/office/drawing/2014/main" id="{8BE6F32A-8991-BF47-A4AD-B2F5D16DED9D}"/>
              </a:ext>
            </a:extLst>
          </p:cNvPr>
          <p:cNvSpPr/>
          <p:nvPr/>
        </p:nvSpPr>
        <p:spPr>
          <a:xfrm>
            <a:off x="12314015" y="9464929"/>
            <a:ext cx="1041133" cy="1041133"/>
          </a:xfrm>
          <a:custGeom>
            <a:avLst/>
            <a:gdLst>
              <a:gd name="connsiteX0" fmla="*/ 1641486 w 1641486"/>
              <a:gd name="connsiteY0" fmla="*/ 820743 h 1641486"/>
              <a:gd name="connsiteX1" fmla="*/ 820743 w 1641486"/>
              <a:gd name="connsiteY1" fmla="*/ 1641486 h 1641486"/>
              <a:gd name="connsiteX2" fmla="*/ 0 w 1641486"/>
              <a:gd name="connsiteY2" fmla="*/ 820743 h 1641486"/>
              <a:gd name="connsiteX3" fmla="*/ 820743 w 1641486"/>
              <a:gd name="connsiteY3" fmla="*/ 0 h 1641486"/>
              <a:gd name="connsiteX4" fmla="*/ 1641486 w 1641486"/>
              <a:gd name="connsiteY4" fmla="*/ 820743 h 1641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1486" h="1641486">
                <a:moveTo>
                  <a:pt x="1641486" y="820743"/>
                </a:moveTo>
                <a:cubicBezTo>
                  <a:pt x="1641486" y="1274027"/>
                  <a:pt x="1274027" y="1641486"/>
                  <a:pt x="820743" y="1641486"/>
                </a:cubicBezTo>
                <a:cubicBezTo>
                  <a:pt x="367459" y="1641486"/>
                  <a:pt x="0" y="1274027"/>
                  <a:pt x="0" y="820743"/>
                </a:cubicBezTo>
                <a:cubicBezTo>
                  <a:pt x="0" y="367459"/>
                  <a:pt x="367459" y="0"/>
                  <a:pt x="820743" y="0"/>
                </a:cubicBezTo>
                <a:cubicBezTo>
                  <a:pt x="1274027" y="0"/>
                  <a:pt x="1641486" y="367459"/>
                  <a:pt x="1641486" y="820743"/>
                </a:cubicBezTo>
                <a:close/>
              </a:path>
            </a:pathLst>
          </a:custGeom>
          <a:solidFill>
            <a:schemeClr val="bg1">
              <a:alpha val="85000"/>
            </a:schemeClr>
          </a:solidFill>
          <a:ln w="71041" cap="rnd">
            <a:noFill/>
            <a:prstDash val="solid"/>
            <a:round/>
          </a:ln>
        </p:spPr>
        <p:txBody>
          <a:bodyPr rtlCol="0" anchor="ctr"/>
          <a:lstStyle/>
          <a:p>
            <a:endParaRPr/>
          </a:p>
        </p:txBody>
      </p:sp>
      <p:grpSp>
        <p:nvGrpSpPr>
          <p:cNvPr id="55" name="Graphic 33">
            <a:extLst>
              <a:ext uri="{FF2B5EF4-FFF2-40B4-BE49-F238E27FC236}">
                <a16:creationId xmlns:a16="http://schemas.microsoft.com/office/drawing/2014/main" id="{2A006F08-3E92-FE4C-AFEB-2CDA586F14C8}"/>
              </a:ext>
            </a:extLst>
          </p:cNvPr>
          <p:cNvGrpSpPr>
            <a:grpSpLocks noChangeAspect="1"/>
          </p:cNvGrpSpPr>
          <p:nvPr/>
        </p:nvGrpSpPr>
        <p:grpSpPr>
          <a:xfrm>
            <a:off x="12528484" y="9625495"/>
            <a:ext cx="612000" cy="612000"/>
            <a:chOff x="13795381" y="9629276"/>
            <a:chExt cx="804582" cy="804582"/>
          </a:xfrm>
        </p:grpSpPr>
        <p:sp>
          <p:nvSpPr>
            <p:cNvPr id="56" name="Freeform 55">
              <a:extLst>
                <a:ext uri="{FF2B5EF4-FFF2-40B4-BE49-F238E27FC236}">
                  <a16:creationId xmlns:a16="http://schemas.microsoft.com/office/drawing/2014/main" id="{54B02FEC-3F0C-3B43-874D-8ED48766D8EB}"/>
                </a:ext>
              </a:extLst>
            </p:cNvPr>
            <p:cNvSpPr/>
            <p:nvPr/>
          </p:nvSpPr>
          <p:spPr>
            <a:xfrm>
              <a:off x="13864508" y="9905757"/>
              <a:ext cx="234670" cy="167621"/>
            </a:xfrm>
            <a:custGeom>
              <a:avLst/>
              <a:gdLst>
                <a:gd name="connsiteX0" fmla="*/ 141305 w 234669"/>
                <a:gd name="connsiteY0" fmla="*/ 166643 h 167621"/>
                <a:gd name="connsiteX1" fmla="*/ 261992 w 234669"/>
                <a:gd name="connsiteY1" fmla="*/ 86185 h 167621"/>
                <a:gd name="connsiteX2" fmla="*/ 264071 w 234669"/>
                <a:gd name="connsiteY2" fmla="*/ 82330 h 167621"/>
                <a:gd name="connsiteX3" fmla="*/ 261992 w 234669"/>
                <a:gd name="connsiteY3" fmla="*/ 78441 h 167621"/>
                <a:gd name="connsiteX4" fmla="*/ 152938 w 234669"/>
                <a:gd name="connsiteY4" fmla="*/ 5760 h 167621"/>
                <a:gd name="connsiteX5" fmla="*/ 111099 w 234669"/>
                <a:gd name="connsiteY5" fmla="*/ 5760 h 167621"/>
                <a:gd name="connsiteX6" fmla="*/ 2079 w 234669"/>
                <a:gd name="connsiteY6" fmla="*/ 78441 h 167621"/>
                <a:gd name="connsiteX7" fmla="*/ 0 w 234669"/>
                <a:gd name="connsiteY7" fmla="*/ 82330 h 167621"/>
                <a:gd name="connsiteX8" fmla="*/ 2079 w 234669"/>
                <a:gd name="connsiteY8" fmla="*/ 86185 h 167621"/>
                <a:gd name="connsiteX9" fmla="*/ 122766 w 234669"/>
                <a:gd name="connsiteY9" fmla="*/ 166643 h 167621"/>
                <a:gd name="connsiteX10" fmla="*/ 141305 w 234669"/>
                <a:gd name="connsiteY10" fmla="*/ 166643 h 167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4669" h="167621">
                  <a:moveTo>
                    <a:pt x="141305" y="166643"/>
                  </a:moveTo>
                  <a:lnTo>
                    <a:pt x="261992" y="86185"/>
                  </a:lnTo>
                  <a:cubicBezTo>
                    <a:pt x="263293" y="85334"/>
                    <a:pt x="264075" y="83884"/>
                    <a:pt x="264071" y="82330"/>
                  </a:cubicBezTo>
                  <a:cubicBezTo>
                    <a:pt x="264080" y="80765"/>
                    <a:pt x="263298" y="79302"/>
                    <a:pt x="261992" y="78441"/>
                  </a:cubicBezTo>
                  <a:lnTo>
                    <a:pt x="152938" y="5760"/>
                  </a:lnTo>
                  <a:cubicBezTo>
                    <a:pt x="140049" y="-1920"/>
                    <a:pt x="123988" y="-1920"/>
                    <a:pt x="111099" y="5760"/>
                  </a:cubicBezTo>
                  <a:lnTo>
                    <a:pt x="2079" y="78441"/>
                  </a:lnTo>
                  <a:cubicBezTo>
                    <a:pt x="773" y="79302"/>
                    <a:pt x="-9" y="80765"/>
                    <a:pt x="0" y="82330"/>
                  </a:cubicBezTo>
                  <a:cubicBezTo>
                    <a:pt x="-4" y="83884"/>
                    <a:pt x="778" y="85334"/>
                    <a:pt x="2079" y="86185"/>
                  </a:cubicBezTo>
                  <a:lnTo>
                    <a:pt x="122766" y="166643"/>
                  </a:lnTo>
                  <a:cubicBezTo>
                    <a:pt x="128383" y="170371"/>
                    <a:pt x="135688" y="170371"/>
                    <a:pt x="141305" y="166643"/>
                  </a:cubicBezTo>
                  <a:close/>
                </a:path>
              </a:pathLst>
            </a:custGeom>
            <a:solidFill>
              <a:schemeClr val="accent1">
                <a:lumMod val="40000"/>
                <a:lumOff val="60000"/>
              </a:schemeClr>
            </a:solidFill>
            <a:ln w="33338" cap="flat">
              <a:noFill/>
              <a:prstDash val="solid"/>
              <a:miter/>
            </a:ln>
          </p:spPr>
          <p:txBody>
            <a:bodyPr rtlCol="0" anchor="ctr"/>
            <a:lstStyle/>
            <a:p>
              <a:endParaRPr/>
            </a:p>
          </p:txBody>
        </p:sp>
        <p:sp>
          <p:nvSpPr>
            <p:cNvPr id="57" name="Freeform 56">
              <a:extLst>
                <a:ext uri="{FF2B5EF4-FFF2-40B4-BE49-F238E27FC236}">
                  <a16:creationId xmlns:a16="http://schemas.microsoft.com/office/drawing/2014/main" id="{6BF2C914-355C-3A46-977A-39815D6F9EDE}"/>
                </a:ext>
              </a:extLst>
            </p:cNvPr>
            <p:cNvSpPr/>
            <p:nvPr/>
          </p:nvSpPr>
          <p:spPr>
            <a:xfrm>
              <a:off x="13845667" y="10020613"/>
              <a:ext cx="301718" cy="402291"/>
            </a:xfrm>
            <a:custGeom>
              <a:avLst/>
              <a:gdLst>
                <a:gd name="connsiteX0" fmla="*/ 1408 w 301718"/>
                <a:gd name="connsiteY0" fmla="*/ 327 h 402291"/>
                <a:gd name="connsiteX1" fmla="*/ 0 w 301718"/>
                <a:gd name="connsiteY1" fmla="*/ 2674 h 402291"/>
                <a:gd name="connsiteX2" fmla="*/ 0 w 301718"/>
                <a:gd name="connsiteY2" fmla="*/ 291385 h 402291"/>
                <a:gd name="connsiteX3" fmla="*/ 20618 w 301718"/>
                <a:gd name="connsiteY3" fmla="*/ 330943 h 402291"/>
                <a:gd name="connsiteX4" fmla="*/ 130242 w 301718"/>
                <a:gd name="connsiteY4" fmla="*/ 407412 h 402291"/>
                <a:gd name="connsiteX5" fmla="*/ 171477 w 301718"/>
                <a:gd name="connsiteY5" fmla="*/ 407412 h 402291"/>
                <a:gd name="connsiteX6" fmla="*/ 281101 w 301718"/>
                <a:gd name="connsiteY6" fmla="*/ 330943 h 402291"/>
                <a:gd name="connsiteX7" fmla="*/ 301718 w 301718"/>
                <a:gd name="connsiteY7" fmla="*/ 291385 h 402291"/>
                <a:gd name="connsiteX8" fmla="*/ 301718 w 301718"/>
                <a:gd name="connsiteY8" fmla="*/ 2674 h 402291"/>
                <a:gd name="connsiteX9" fmla="*/ 299009 w 301718"/>
                <a:gd name="connsiteY9" fmla="*/ 19 h 402291"/>
                <a:gd name="connsiteX10" fmla="*/ 297561 w 301718"/>
                <a:gd name="connsiteY10" fmla="*/ 461 h 402291"/>
                <a:gd name="connsiteX11" fmla="*/ 178751 w 301718"/>
                <a:gd name="connsiteY11" fmla="*/ 79679 h 402291"/>
                <a:gd name="connsiteX12" fmla="*/ 122967 w 301718"/>
                <a:gd name="connsiteY12" fmla="*/ 79679 h 402291"/>
                <a:gd name="connsiteX13" fmla="*/ 4157 w 301718"/>
                <a:gd name="connsiteY13" fmla="*/ 461 h 402291"/>
                <a:gd name="connsiteX14" fmla="*/ 1408 w 301718"/>
                <a:gd name="connsiteY14" fmla="*/ 327 h 402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1718" h="402291">
                  <a:moveTo>
                    <a:pt x="1408" y="327"/>
                  </a:moveTo>
                  <a:cubicBezTo>
                    <a:pt x="534" y="782"/>
                    <a:pt x="-10" y="1689"/>
                    <a:pt x="0" y="2674"/>
                  </a:cubicBezTo>
                  <a:lnTo>
                    <a:pt x="0" y="291385"/>
                  </a:lnTo>
                  <a:cubicBezTo>
                    <a:pt x="881" y="306917"/>
                    <a:pt x="8390" y="321324"/>
                    <a:pt x="20618" y="330943"/>
                  </a:cubicBezTo>
                  <a:lnTo>
                    <a:pt x="130242" y="407412"/>
                  </a:lnTo>
                  <a:cubicBezTo>
                    <a:pt x="142848" y="415323"/>
                    <a:pt x="158870" y="415323"/>
                    <a:pt x="171477" y="407412"/>
                  </a:cubicBezTo>
                  <a:lnTo>
                    <a:pt x="281101" y="330943"/>
                  </a:lnTo>
                  <a:cubicBezTo>
                    <a:pt x="293329" y="321324"/>
                    <a:pt x="300837" y="306917"/>
                    <a:pt x="301718" y="291385"/>
                  </a:cubicBezTo>
                  <a:lnTo>
                    <a:pt x="301718" y="2674"/>
                  </a:lnTo>
                  <a:cubicBezTo>
                    <a:pt x="301703" y="1193"/>
                    <a:pt x="300491" y="4"/>
                    <a:pt x="299009" y="19"/>
                  </a:cubicBezTo>
                  <a:cubicBezTo>
                    <a:pt x="298494" y="24"/>
                    <a:pt x="297992" y="178"/>
                    <a:pt x="297561" y="461"/>
                  </a:cubicBezTo>
                  <a:lnTo>
                    <a:pt x="178751" y="79679"/>
                  </a:lnTo>
                  <a:cubicBezTo>
                    <a:pt x="161861" y="90938"/>
                    <a:pt x="139857" y="90938"/>
                    <a:pt x="122967" y="79679"/>
                  </a:cubicBezTo>
                  <a:lnTo>
                    <a:pt x="4157" y="461"/>
                  </a:lnTo>
                  <a:cubicBezTo>
                    <a:pt x="3340" y="-101"/>
                    <a:pt x="2276" y="-153"/>
                    <a:pt x="1408" y="327"/>
                  </a:cubicBezTo>
                  <a:close/>
                </a:path>
              </a:pathLst>
            </a:custGeom>
            <a:solidFill>
              <a:schemeClr val="accent1">
                <a:lumMod val="60000"/>
                <a:lumOff val="40000"/>
              </a:schemeClr>
            </a:solidFill>
            <a:ln w="33338" cap="flat">
              <a:noFill/>
              <a:prstDash val="solid"/>
              <a:miter/>
            </a:ln>
          </p:spPr>
          <p:txBody>
            <a:bodyPr rtlCol="0" anchor="ctr"/>
            <a:lstStyle/>
            <a:p>
              <a:endParaRPr/>
            </a:p>
          </p:txBody>
        </p:sp>
        <p:sp>
          <p:nvSpPr>
            <p:cNvPr id="58" name="Freeform 57">
              <a:extLst>
                <a:ext uri="{FF2B5EF4-FFF2-40B4-BE49-F238E27FC236}">
                  <a16:creationId xmlns:a16="http://schemas.microsoft.com/office/drawing/2014/main" id="{DA1F64F5-F290-5B4F-A0B3-83E6ECD895CE}"/>
                </a:ext>
              </a:extLst>
            </p:cNvPr>
            <p:cNvSpPr/>
            <p:nvPr/>
          </p:nvSpPr>
          <p:spPr>
            <a:xfrm>
              <a:off x="14247958" y="9743956"/>
              <a:ext cx="301718" cy="670485"/>
            </a:xfrm>
            <a:custGeom>
              <a:avLst/>
              <a:gdLst>
                <a:gd name="connsiteX0" fmla="*/ 1408 w 301718"/>
                <a:gd name="connsiteY0" fmla="*/ 409 h 670485"/>
                <a:gd name="connsiteX1" fmla="*/ 0 w 301718"/>
                <a:gd name="connsiteY1" fmla="*/ 2755 h 670485"/>
                <a:gd name="connsiteX2" fmla="*/ 0 w 301718"/>
                <a:gd name="connsiteY2" fmla="*/ 568041 h 670485"/>
                <a:gd name="connsiteX3" fmla="*/ 20618 w 301718"/>
                <a:gd name="connsiteY3" fmla="*/ 607600 h 670485"/>
                <a:gd name="connsiteX4" fmla="*/ 130242 w 301718"/>
                <a:gd name="connsiteY4" fmla="*/ 684069 h 670485"/>
                <a:gd name="connsiteX5" fmla="*/ 171477 w 301718"/>
                <a:gd name="connsiteY5" fmla="*/ 684069 h 670485"/>
                <a:gd name="connsiteX6" fmla="*/ 281101 w 301718"/>
                <a:gd name="connsiteY6" fmla="*/ 607600 h 670485"/>
                <a:gd name="connsiteX7" fmla="*/ 301718 w 301718"/>
                <a:gd name="connsiteY7" fmla="*/ 568041 h 670485"/>
                <a:gd name="connsiteX8" fmla="*/ 301718 w 301718"/>
                <a:gd name="connsiteY8" fmla="*/ 2655 h 670485"/>
                <a:gd name="connsiteX9" fmla="*/ 299009 w 301718"/>
                <a:gd name="connsiteY9" fmla="*/ 0 h 670485"/>
                <a:gd name="connsiteX10" fmla="*/ 297561 w 301718"/>
                <a:gd name="connsiteY10" fmla="*/ 442 h 670485"/>
                <a:gd name="connsiteX11" fmla="*/ 178751 w 301718"/>
                <a:gd name="connsiteY11" fmla="*/ 79761 h 670485"/>
                <a:gd name="connsiteX12" fmla="*/ 122967 w 301718"/>
                <a:gd name="connsiteY12" fmla="*/ 79761 h 670485"/>
                <a:gd name="connsiteX13" fmla="*/ 4157 w 301718"/>
                <a:gd name="connsiteY13" fmla="*/ 543 h 670485"/>
                <a:gd name="connsiteX14" fmla="*/ 1408 w 301718"/>
                <a:gd name="connsiteY14" fmla="*/ 409 h 67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1718" h="670485">
                  <a:moveTo>
                    <a:pt x="1408" y="409"/>
                  </a:moveTo>
                  <a:cubicBezTo>
                    <a:pt x="534" y="863"/>
                    <a:pt x="-10" y="1770"/>
                    <a:pt x="0" y="2755"/>
                  </a:cubicBezTo>
                  <a:lnTo>
                    <a:pt x="0" y="568041"/>
                  </a:lnTo>
                  <a:cubicBezTo>
                    <a:pt x="881" y="583574"/>
                    <a:pt x="8390" y="597981"/>
                    <a:pt x="20618" y="607600"/>
                  </a:cubicBezTo>
                  <a:lnTo>
                    <a:pt x="130242" y="684069"/>
                  </a:lnTo>
                  <a:cubicBezTo>
                    <a:pt x="142848" y="691980"/>
                    <a:pt x="158870" y="691980"/>
                    <a:pt x="171477" y="684069"/>
                  </a:cubicBezTo>
                  <a:lnTo>
                    <a:pt x="281101" y="607600"/>
                  </a:lnTo>
                  <a:cubicBezTo>
                    <a:pt x="293329" y="597981"/>
                    <a:pt x="300837" y="583574"/>
                    <a:pt x="301718" y="568041"/>
                  </a:cubicBezTo>
                  <a:lnTo>
                    <a:pt x="301718" y="2655"/>
                  </a:lnTo>
                  <a:cubicBezTo>
                    <a:pt x="301703" y="1174"/>
                    <a:pt x="300491" y="-15"/>
                    <a:pt x="299009" y="0"/>
                  </a:cubicBezTo>
                  <a:cubicBezTo>
                    <a:pt x="298494" y="5"/>
                    <a:pt x="297992" y="159"/>
                    <a:pt x="297561" y="442"/>
                  </a:cubicBezTo>
                  <a:lnTo>
                    <a:pt x="178751" y="79761"/>
                  </a:lnTo>
                  <a:cubicBezTo>
                    <a:pt x="161861" y="91020"/>
                    <a:pt x="139858" y="91020"/>
                    <a:pt x="122967" y="79761"/>
                  </a:cubicBezTo>
                  <a:lnTo>
                    <a:pt x="4157" y="543"/>
                  </a:lnTo>
                  <a:cubicBezTo>
                    <a:pt x="3340" y="-20"/>
                    <a:pt x="2276" y="-72"/>
                    <a:pt x="1408" y="409"/>
                  </a:cubicBezTo>
                  <a:close/>
                </a:path>
              </a:pathLst>
            </a:custGeom>
            <a:solidFill>
              <a:schemeClr val="accent2">
                <a:lumMod val="40000"/>
                <a:lumOff val="60000"/>
              </a:schemeClr>
            </a:solidFill>
            <a:ln w="33338" cap="flat">
              <a:noFill/>
              <a:prstDash val="solid"/>
              <a:miter/>
            </a:ln>
          </p:spPr>
          <p:txBody>
            <a:bodyPr rtlCol="0" anchor="ctr"/>
            <a:lstStyle/>
            <a:p>
              <a:endParaRPr/>
            </a:p>
          </p:txBody>
        </p:sp>
        <p:sp>
          <p:nvSpPr>
            <p:cNvPr id="59" name="Freeform 58">
              <a:extLst>
                <a:ext uri="{FF2B5EF4-FFF2-40B4-BE49-F238E27FC236}">
                  <a16:creationId xmlns:a16="http://schemas.microsoft.com/office/drawing/2014/main" id="{412ED471-D69E-0748-96B6-E05189771F98}"/>
                </a:ext>
              </a:extLst>
            </p:cNvPr>
            <p:cNvSpPr/>
            <p:nvPr/>
          </p:nvSpPr>
          <p:spPr>
            <a:xfrm>
              <a:off x="14266799" y="9629181"/>
              <a:ext cx="234670" cy="167621"/>
            </a:xfrm>
            <a:custGeom>
              <a:avLst/>
              <a:gdLst>
                <a:gd name="connsiteX0" fmla="*/ 141305 w 234669"/>
                <a:gd name="connsiteY0" fmla="*/ 166643 h 167621"/>
                <a:gd name="connsiteX1" fmla="*/ 261992 w 234669"/>
                <a:gd name="connsiteY1" fmla="*/ 86185 h 167621"/>
                <a:gd name="connsiteX2" fmla="*/ 264071 w 234669"/>
                <a:gd name="connsiteY2" fmla="*/ 82330 h 167621"/>
                <a:gd name="connsiteX3" fmla="*/ 261992 w 234669"/>
                <a:gd name="connsiteY3" fmla="*/ 78441 h 167621"/>
                <a:gd name="connsiteX4" fmla="*/ 152938 w 234669"/>
                <a:gd name="connsiteY4" fmla="*/ 5760 h 167621"/>
                <a:gd name="connsiteX5" fmla="*/ 111100 w 234669"/>
                <a:gd name="connsiteY5" fmla="*/ 5760 h 167621"/>
                <a:gd name="connsiteX6" fmla="*/ 2079 w 234669"/>
                <a:gd name="connsiteY6" fmla="*/ 78441 h 167621"/>
                <a:gd name="connsiteX7" fmla="*/ 0 w 234669"/>
                <a:gd name="connsiteY7" fmla="*/ 82330 h 167621"/>
                <a:gd name="connsiteX8" fmla="*/ 2079 w 234669"/>
                <a:gd name="connsiteY8" fmla="*/ 86185 h 167621"/>
                <a:gd name="connsiteX9" fmla="*/ 122766 w 234669"/>
                <a:gd name="connsiteY9" fmla="*/ 166643 h 167621"/>
                <a:gd name="connsiteX10" fmla="*/ 141305 w 234669"/>
                <a:gd name="connsiteY10" fmla="*/ 166643 h 167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4669" h="167621">
                  <a:moveTo>
                    <a:pt x="141305" y="166643"/>
                  </a:moveTo>
                  <a:lnTo>
                    <a:pt x="261992" y="86185"/>
                  </a:lnTo>
                  <a:cubicBezTo>
                    <a:pt x="263293" y="85334"/>
                    <a:pt x="264075" y="83884"/>
                    <a:pt x="264071" y="82330"/>
                  </a:cubicBezTo>
                  <a:cubicBezTo>
                    <a:pt x="264080" y="80765"/>
                    <a:pt x="263298" y="79302"/>
                    <a:pt x="261992" y="78441"/>
                  </a:cubicBezTo>
                  <a:lnTo>
                    <a:pt x="152938" y="5760"/>
                  </a:lnTo>
                  <a:cubicBezTo>
                    <a:pt x="140049" y="-1920"/>
                    <a:pt x="123988" y="-1920"/>
                    <a:pt x="111100" y="5760"/>
                  </a:cubicBezTo>
                  <a:lnTo>
                    <a:pt x="2079" y="78441"/>
                  </a:lnTo>
                  <a:cubicBezTo>
                    <a:pt x="773" y="79302"/>
                    <a:pt x="-9" y="80765"/>
                    <a:pt x="0" y="82330"/>
                  </a:cubicBezTo>
                  <a:cubicBezTo>
                    <a:pt x="-4" y="83884"/>
                    <a:pt x="778" y="85334"/>
                    <a:pt x="2079" y="86185"/>
                  </a:cubicBezTo>
                  <a:lnTo>
                    <a:pt x="122766" y="166643"/>
                  </a:lnTo>
                  <a:cubicBezTo>
                    <a:pt x="128383" y="170371"/>
                    <a:pt x="135688" y="170371"/>
                    <a:pt x="141305" y="166643"/>
                  </a:cubicBezTo>
                  <a:close/>
                </a:path>
              </a:pathLst>
            </a:custGeom>
            <a:solidFill>
              <a:schemeClr val="accent2">
                <a:lumMod val="20000"/>
                <a:lumOff val="80000"/>
              </a:schemeClr>
            </a:solidFill>
            <a:ln w="33338" cap="flat">
              <a:noFill/>
              <a:prstDash val="solid"/>
              <a:miter/>
            </a:ln>
          </p:spPr>
          <p:txBody>
            <a:bodyPr rtlCol="0" anchor="ctr"/>
            <a:lstStyle/>
            <a:p>
              <a:endParaRPr/>
            </a:p>
          </p:txBody>
        </p:sp>
      </p:grpSp>
      <p:grpSp>
        <p:nvGrpSpPr>
          <p:cNvPr id="62" name="Graphic 60">
            <a:extLst>
              <a:ext uri="{FF2B5EF4-FFF2-40B4-BE49-F238E27FC236}">
                <a16:creationId xmlns:a16="http://schemas.microsoft.com/office/drawing/2014/main" id="{9F22BB54-59D3-8D4B-BC05-07D7E5B76674}"/>
              </a:ext>
            </a:extLst>
          </p:cNvPr>
          <p:cNvGrpSpPr/>
          <p:nvPr/>
        </p:nvGrpSpPr>
        <p:grpSpPr>
          <a:xfrm>
            <a:off x="12487203" y="5450337"/>
            <a:ext cx="649489" cy="649489"/>
            <a:chOff x="12487203" y="5450337"/>
            <a:chExt cx="649489" cy="649489"/>
          </a:xfrm>
        </p:grpSpPr>
        <p:sp>
          <p:nvSpPr>
            <p:cNvPr id="63" name="Freeform 62">
              <a:extLst>
                <a:ext uri="{FF2B5EF4-FFF2-40B4-BE49-F238E27FC236}">
                  <a16:creationId xmlns:a16="http://schemas.microsoft.com/office/drawing/2014/main" id="{6288BD0C-A1F5-B844-8B3B-F19A7B06DB90}"/>
                </a:ext>
              </a:extLst>
            </p:cNvPr>
            <p:cNvSpPr/>
            <p:nvPr/>
          </p:nvSpPr>
          <p:spPr>
            <a:xfrm>
              <a:off x="12595451" y="5558585"/>
              <a:ext cx="432992" cy="432992"/>
            </a:xfrm>
            <a:custGeom>
              <a:avLst/>
              <a:gdLst>
                <a:gd name="connsiteX0" fmla="*/ 216496 w 432992"/>
                <a:gd name="connsiteY0" fmla="*/ 216496 h 432992"/>
                <a:gd name="connsiteX1" fmla="*/ 324745 w 432992"/>
                <a:gd name="connsiteY1" fmla="*/ 108248 h 432992"/>
                <a:gd name="connsiteX2" fmla="*/ 216496 w 432992"/>
                <a:gd name="connsiteY2" fmla="*/ 0 h 432992"/>
                <a:gd name="connsiteX3" fmla="*/ 108248 w 432992"/>
                <a:gd name="connsiteY3" fmla="*/ 108248 h 432992"/>
                <a:gd name="connsiteX4" fmla="*/ 216496 w 432992"/>
                <a:gd name="connsiteY4" fmla="*/ 216496 h 432992"/>
                <a:gd name="connsiteX5" fmla="*/ 216496 w 432992"/>
                <a:gd name="connsiteY5" fmla="*/ 270620 h 432992"/>
                <a:gd name="connsiteX6" fmla="*/ 0 w 432992"/>
                <a:gd name="connsiteY6" fmla="*/ 378869 h 432992"/>
                <a:gd name="connsiteX7" fmla="*/ 0 w 432992"/>
                <a:gd name="connsiteY7" fmla="*/ 432993 h 432992"/>
                <a:gd name="connsiteX8" fmla="*/ 432993 w 432992"/>
                <a:gd name="connsiteY8" fmla="*/ 432993 h 432992"/>
                <a:gd name="connsiteX9" fmla="*/ 432993 w 432992"/>
                <a:gd name="connsiteY9" fmla="*/ 378869 h 432992"/>
                <a:gd name="connsiteX10" fmla="*/ 216496 w 432992"/>
                <a:gd name="connsiteY10" fmla="*/ 270620 h 432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2992" h="432992">
                  <a:moveTo>
                    <a:pt x="216496" y="216496"/>
                  </a:moveTo>
                  <a:cubicBezTo>
                    <a:pt x="276303" y="216496"/>
                    <a:pt x="324745" y="167920"/>
                    <a:pt x="324745" y="108248"/>
                  </a:cubicBezTo>
                  <a:cubicBezTo>
                    <a:pt x="324745" y="48441"/>
                    <a:pt x="276303" y="0"/>
                    <a:pt x="216496" y="0"/>
                  </a:cubicBezTo>
                  <a:cubicBezTo>
                    <a:pt x="156689" y="0"/>
                    <a:pt x="108248" y="48441"/>
                    <a:pt x="108248" y="108248"/>
                  </a:cubicBezTo>
                  <a:cubicBezTo>
                    <a:pt x="108248" y="167920"/>
                    <a:pt x="156689" y="216496"/>
                    <a:pt x="216496" y="216496"/>
                  </a:cubicBezTo>
                  <a:close/>
                  <a:moveTo>
                    <a:pt x="216496" y="270620"/>
                  </a:moveTo>
                  <a:cubicBezTo>
                    <a:pt x="144376" y="270620"/>
                    <a:pt x="0" y="306748"/>
                    <a:pt x="0" y="378869"/>
                  </a:cubicBezTo>
                  <a:lnTo>
                    <a:pt x="0" y="432993"/>
                  </a:lnTo>
                  <a:lnTo>
                    <a:pt x="432993" y="432993"/>
                  </a:lnTo>
                  <a:lnTo>
                    <a:pt x="432993" y="378869"/>
                  </a:lnTo>
                  <a:cubicBezTo>
                    <a:pt x="432993" y="306748"/>
                    <a:pt x="288617" y="270620"/>
                    <a:pt x="216496" y="270620"/>
                  </a:cubicBezTo>
                  <a:close/>
                </a:path>
              </a:pathLst>
            </a:custGeom>
            <a:solidFill>
              <a:schemeClr val="accent4"/>
            </a:solidFill>
            <a:ln w="13494" cap="flat">
              <a:noFill/>
              <a:prstDash val="solid"/>
              <a:miter/>
            </a:ln>
          </p:spPr>
          <p:txBody>
            <a:bodyPr rtlCol="0" anchor="ctr"/>
            <a:lstStyle/>
            <a:p>
              <a:endParaRPr/>
            </a:p>
          </p:txBody>
        </p:sp>
        <p:sp>
          <p:nvSpPr>
            <p:cNvPr id="64" name="Freeform 63">
              <a:extLst>
                <a:ext uri="{FF2B5EF4-FFF2-40B4-BE49-F238E27FC236}">
                  <a16:creationId xmlns:a16="http://schemas.microsoft.com/office/drawing/2014/main" id="{AAAC0F2E-7EFD-7142-A366-2635FF837E74}"/>
                </a:ext>
              </a:extLst>
            </p:cNvPr>
            <p:cNvSpPr/>
            <p:nvPr/>
          </p:nvSpPr>
          <p:spPr>
            <a:xfrm>
              <a:off x="12487203" y="5450337"/>
              <a:ext cx="649489" cy="649489"/>
            </a:xfrm>
            <a:custGeom>
              <a:avLst/>
              <a:gdLst>
                <a:gd name="connsiteX0" fmla="*/ 0 w 649489"/>
                <a:gd name="connsiteY0" fmla="*/ 0 h 649489"/>
                <a:gd name="connsiteX1" fmla="*/ 649489 w 649489"/>
                <a:gd name="connsiteY1" fmla="*/ 0 h 649489"/>
                <a:gd name="connsiteX2" fmla="*/ 649489 w 649489"/>
                <a:gd name="connsiteY2" fmla="*/ 649489 h 649489"/>
                <a:gd name="connsiteX3" fmla="*/ 0 w 649489"/>
                <a:gd name="connsiteY3" fmla="*/ 649489 h 649489"/>
              </a:gdLst>
              <a:ahLst/>
              <a:cxnLst>
                <a:cxn ang="0">
                  <a:pos x="connsiteX0" y="connsiteY0"/>
                </a:cxn>
                <a:cxn ang="0">
                  <a:pos x="connsiteX1" y="connsiteY1"/>
                </a:cxn>
                <a:cxn ang="0">
                  <a:pos x="connsiteX2" y="connsiteY2"/>
                </a:cxn>
                <a:cxn ang="0">
                  <a:pos x="connsiteX3" y="connsiteY3"/>
                </a:cxn>
              </a:cxnLst>
              <a:rect l="l" t="t" r="r" b="b"/>
              <a:pathLst>
                <a:path w="649489" h="649489">
                  <a:moveTo>
                    <a:pt x="0" y="0"/>
                  </a:moveTo>
                  <a:lnTo>
                    <a:pt x="649489" y="0"/>
                  </a:lnTo>
                  <a:lnTo>
                    <a:pt x="649489" y="649489"/>
                  </a:lnTo>
                  <a:lnTo>
                    <a:pt x="0" y="649489"/>
                  </a:lnTo>
                  <a:close/>
                </a:path>
              </a:pathLst>
            </a:custGeom>
            <a:noFill/>
            <a:ln w="13494" cap="flat">
              <a:noFill/>
              <a:prstDash val="solid"/>
              <a:miter/>
            </a:ln>
          </p:spPr>
          <p:txBody>
            <a:bodyPr rtlCol="0" anchor="ctr"/>
            <a:lstStyle/>
            <a:p>
              <a:endParaRPr/>
            </a:p>
          </p:txBody>
        </p:sp>
      </p:grpSp>
      <p:sp>
        <p:nvSpPr>
          <p:cNvPr id="3" name="Picture Placeholder 2">
            <a:extLst>
              <a:ext uri="{FF2B5EF4-FFF2-40B4-BE49-F238E27FC236}">
                <a16:creationId xmlns:a16="http://schemas.microsoft.com/office/drawing/2014/main" id="{35108D48-EF20-8A42-97EC-22190B67A34A}"/>
              </a:ext>
            </a:extLst>
          </p:cNvPr>
          <p:cNvSpPr>
            <a:spLocks noGrp="1"/>
          </p:cNvSpPr>
          <p:nvPr>
            <p:ph type="pic" sz="quarter" idx="10"/>
          </p:nvPr>
        </p:nvSpPr>
        <p:spPr/>
      </p:sp>
    </p:spTree>
    <p:extLst>
      <p:ext uri="{BB962C8B-B14F-4D97-AF65-F5344CB8AC3E}">
        <p14:creationId xmlns:p14="http://schemas.microsoft.com/office/powerpoint/2010/main" val="1479911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815A939-CD20-804F-8CF4-FA1F404A28E4}"/>
              </a:ext>
            </a:extLst>
          </p:cNvPr>
          <p:cNvSpPr>
            <a:spLocks noGrp="1"/>
          </p:cNvSpPr>
          <p:nvPr>
            <p:ph type="pic" sz="quarter" idx="11"/>
          </p:nvPr>
        </p:nvSpPr>
        <p:spPr/>
      </p:sp>
      <p:sp>
        <p:nvSpPr>
          <p:cNvPr id="5" name="Picture Placeholder 4">
            <a:extLst>
              <a:ext uri="{FF2B5EF4-FFF2-40B4-BE49-F238E27FC236}">
                <a16:creationId xmlns:a16="http://schemas.microsoft.com/office/drawing/2014/main" id="{CAAF696C-A5CA-A241-8CDD-1527B5586905}"/>
              </a:ext>
            </a:extLst>
          </p:cNvPr>
          <p:cNvSpPr>
            <a:spLocks noGrp="1"/>
          </p:cNvSpPr>
          <p:nvPr>
            <p:ph type="pic" sz="quarter" idx="10"/>
          </p:nvPr>
        </p:nvSpPr>
        <p:spPr/>
      </p:sp>
      <p:cxnSp>
        <p:nvCxnSpPr>
          <p:cNvPr id="12" name="Straight Connector 11">
            <a:extLst>
              <a:ext uri="{FF2B5EF4-FFF2-40B4-BE49-F238E27FC236}">
                <a16:creationId xmlns:a16="http://schemas.microsoft.com/office/drawing/2014/main" id="{EE6E22E8-4292-6D49-A5F5-6C330443649D}"/>
              </a:ext>
            </a:extLst>
          </p:cNvPr>
          <p:cNvCxnSpPr>
            <a:cxnSpLocks/>
          </p:cNvCxnSpPr>
          <p:nvPr/>
        </p:nvCxnSpPr>
        <p:spPr>
          <a:xfrm flipH="1">
            <a:off x="1862580" y="1212112"/>
            <a:ext cx="14183870" cy="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94BD1B6-BE24-AD4D-A03F-105447B2271D}"/>
              </a:ext>
            </a:extLst>
          </p:cNvPr>
          <p:cNvCxnSpPr>
            <a:cxnSpLocks/>
          </p:cNvCxnSpPr>
          <p:nvPr/>
        </p:nvCxnSpPr>
        <p:spPr>
          <a:xfrm>
            <a:off x="1862580" y="0"/>
            <a:ext cx="0" cy="1371600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D0824F04-ED90-B34A-BCC8-62EE0E4E2626}"/>
              </a:ext>
            </a:extLst>
          </p:cNvPr>
          <p:cNvSpPr/>
          <p:nvPr/>
        </p:nvSpPr>
        <p:spPr>
          <a:xfrm>
            <a:off x="498634" y="446645"/>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658C2788-91E2-6C4E-A70A-004FFBB5A81C}"/>
              </a:ext>
            </a:extLst>
          </p:cNvPr>
          <p:cNvSpPr txBox="1"/>
          <p:nvPr/>
        </p:nvSpPr>
        <p:spPr>
          <a:xfrm rot="16200000">
            <a:off x="-25085" y="2292058"/>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15" name="TextBox 14">
            <a:extLst>
              <a:ext uri="{FF2B5EF4-FFF2-40B4-BE49-F238E27FC236}">
                <a16:creationId xmlns:a16="http://schemas.microsoft.com/office/drawing/2014/main" id="{5A6DD4B0-1C99-6A4A-BE0A-8B2368EB49C6}"/>
              </a:ext>
            </a:extLst>
          </p:cNvPr>
          <p:cNvSpPr txBox="1"/>
          <p:nvPr/>
        </p:nvSpPr>
        <p:spPr>
          <a:xfrm rot="16200000">
            <a:off x="-380952" y="11451981"/>
            <a:ext cx="2616422"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MASDIKASTUDIO</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TextBox 17">
            <a:extLst>
              <a:ext uri="{FF2B5EF4-FFF2-40B4-BE49-F238E27FC236}">
                <a16:creationId xmlns:a16="http://schemas.microsoft.com/office/drawing/2014/main" id="{E266A14C-940A-1043-A1A8-834AFA226EC8}"/>
              </a:ext>
            </a:extLst>
          </p:cNvPr>
          <p:cNvSpPr txBox="1"/>
          <p:nvPr/>
        </p:nvSpPr>
        <p:spPr>
          <a:xfrm>
            <a:off x="3137980" y="2615223"/>
            <a:ext cx="6324998" cy="2308324"/>
          </a:xfrm>
          <a:prstGeom prst="rect">
            <a:avLst/>
          </a:prstGeom>
          <a:noFill/>
        </p:spPr>
        <p:txBody>
          <a:bodyPr wrap="square" rtlCol="0">
            <a:spAutoFit/>
          </a:bodyPr>
          <a:lstStyle/>
          <a:p>
            <a:r>
              <a:rPr lang="en-ID" sz="7200" b="1">
                <a:solidFill>
                  <a:schemeClr val="tx2"/>
                </a:solidFill>
                <a:latin typeface="Poppins" pitchFamily="2" charset="77"/>
                <a:ea typeface="Open Sans" panose="020B0606030504020204" pitchFamily="34" charset="0"/>
                <a:cs typeface="Poppins" pitchFamily="2" charset="77"/>
              </a:rPr>
              <a:t>Our Best Team 2020</a:t>
            </a:r>
            <a:endParaRPr sz="7200" b="1">
              <a:solidFill>
                <a:schemeClr val="tx2"/>
              </a:solidFill>
              <a:latin typeface="Poppins" pitchFamily="2" charset="77"/>
              <a:ea typeface="Open Sans" panose="020B0606030504020204" pitchFamily="34" charset="0"/>
              <a:cs typeface="Poppins" pitchFamily="2" charset="77"/>
            </a:endParaRPr>
          </a:p>
        </p:txBody>
      </p:sp>
      <p:sp>
        <p:nvSpPr>
          <p:cNvPr id="19" name="TextBox 18">
            <a:extLst>
              <a:ext uri="{FF2B5EF4-FFF2-40B4-BE49-F238E27FC236}">
                <a16:creationId xmlns:a16="http://schemas.microsoft.com/office/drawing/2014/main" id="{2E88A2E7-E60C-BB4B-BE22-24DA92B75459}"/>
              </a:ext>
            </a:extLst>
          </p:cNvPr>
          <p:cNvSpPr txBox="1"/>
          <p:nvPr/>
        </p:nvSpPr>
        <p:spPr>
          <a:xfrm>
            <a:off x="3137979" y="2207486"/>
            <a:ext cx="978153" cy="369332"/>
          </a:xfrm>
          <a:prstGeom prst="rect">
            <a:avLst/>
          </a:prstGeom>
          <a:noFill/>
        </p:spPr>
        <p:txBody>
          <a:bodyPr wrap="none" rtlCol="0">
            <a:spAutoFit/>
          </a:bodyPr>
          <a:lstStyle/>
          <a:p>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TEAM</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TextBox 19">
            <a:extLst>
              <a:ext uri="{FF2B5EF4-FFF2-40B4-BE49-F238E27FC236}">
                <a16:creationId xmlns:a16="http://schemas.microsoft.com/office/drawing/2014/main" id="{1B81EF80-9AEB-9A41-8677-333E8FE9379D}"/>
              </a:ext>
            </a:extLst>
          </p:cNvPr>
          <p:cNvSpPr txBox="1"/>
          <p:nvPr/>
        </p:nvSpPr>
        <p:spPr>
          <a:xfrm>
            <a:off x="3137980" y="9700620"/>
            <a:ext cx="5750838" cy="2803268"/>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Donec viverra eleifend lacus, vitae ullamcorper metus. Sed sollicitudin ipsum quis nunc sollicitudin ultrices. </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1" name="Rectangle 20">
            <a:extLst>
              <a:ext uri="{FF2B5EF4-FFF2-40B4-BE49-F238E27FC236}">
                <a16:creationId xmlns:a16="http://schemas.microsoft.com/office/drawing/2014/main" id="{1C1E74C6-AFE6-A64B-85CB-998C1ABAB172}"/>
              </a:ext>
            </a:extLst>
          </p:cNvPr>
          <p:cNvSpPr/>
          <p:nvPr/>
        </p:nvSpPr>
        <p:spPr>
          <a:xfrm>
            <a:off x="15245410" y="10838438"/>
            <a:ext cx="5325694" cy="2106420"/>
          </a:xfrm>
          <a:prstGeom prst="rect">
            <a:avLst/>
          </a:prstGeom>
          <a:solidFill>
            <a:schemeClr val="bg1">
              <a:alpha val="9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9EF71AA6-03BB-8648-B2D7-3A99877BEB7E}"/>
              </a:ext>
            </a:extLst>
          </p:cNvPr>
          <p:cNvSpPr txBox="1"/>
          <p:nvPr/>
        </p:nvSpPr>
        <p:spPr>
          <a:xfrm>
            <a:off x="15896676" y="11255951"/>
            <a:ext cx="4000730" cy="707886"/>
          </a:xfrm>
          <a:prstGeom prst="rect">
            <a:avLst/>
          </a:prstGeom>
          <a:noFill/>
        </p:spPr>
        <p:txBody>
          <a:bodyPr wrap="square" rtlCol="0">
            <a:spAutoFit/>
          </a:bodyPr>
          <a:lstStyle/>
          <a:p>
            <a:r>
              <a:rPr lang="en-ID" sz="4000" b="1">
                <a:solidFill>
                  <a:schemeClr val="tx2"/>
                </a:solidFill>
                <a:latin typeface="Poppins" pitchFamily="2" charset="77"/>
                <a:ea typeface="Open Sans" panose="020B0606030504020204" pitchFamily="34" charset="0"/>
                <a:cs typeface="Poppins" pitchFamily="2" charset="77"/>
              </a:rPr>
              <a:t>Jason William</a:t>
            </a:r>
            <a:endParaRPr sz="4000" b="1">
              <a:solidFill>
                <a:schemeClr val="tx2"/>
              </a:solidFill>
              <a:latin typeface="Poppins" pitchFamily="2" charset="77"/>
              <a:ea typeface="Open Sans" panose="020B0606030504020204" pitchFamily="34" charset="0"/>
              <a:cs typeface="Poppins" pitchFamily="2" charset="77"/>
            </a:endParaRPr>
          </a:p>
        </p:txBody>
      </p:sp>
      <p:sp>
        <p:nvSpPr>
          <p:cNvPr id="23" name="TextBox 22">
            <a:extLst>
              <a:ext uri="{FF2B5EF4-FFF2-40B4-BE49-F238E27FC236}">
                <a16:creationId xmlns:a16="http://schemas.microsoft.com/office/drawing/2014/main" id="{132E1EC1-52BF-C042-9F36-D03B65D6F2DF}"/>
              </a:ext>
            </a:extLst>
          </p:cNvPr>
          <p:cNvSpPr txBox="1"/>
          <p:nvPr/>
        </p:nvSpPr>
        <p:spPr>
          <a:xfrm>
            <a:off x="15875167" y="12042451"/>
            <a:ext cx="3023585" cy="369332"/>
          </a:xfrm>
          <a:prstGeom prst="rect">
            <a:avLst/>
          </a:prstGeom>
          <a:noFill/>
        </p:spPr>
        <p:txBody>
          <a:bodyPr wrap="none" rtlCol="0">
            <a:spAutoFit/>
          </a:bodyPr>
          <a:lstStyle/>
          <a:p>
            <a:r>
              <a:rPr lang="en-US" b="1" spc="300">
                <a:solidFill>
                  <a:schemeClr val="accent1"/>
                </a:solidFill>
                <a:latin typeface="Open Sans" panose="020B0606030504020204" pitchFamily="34" charset="0"/>
                <a:ea typeface="Open Sans" panose="020B0606030504020204" pitchFamily="34" charset="0"/>
                <a:cs typeface="Open Sans" panose="020B0606030504020204" pitchFamily="34" charset="0"/>
              </a:rPr>
              <a:t>GRAPHIC DESIGNER</a:t>
            </a:r>
            <a:endParaRPr b="1" spc="30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Rectangle 23">
            <a:extLst>
              <a:ext uri="{FF2B5EF4-FFF2-40B4-BE49-F238E27FC236}">
                <a16:creationId xmlns:a16="http://schemas.microsoft.com/office/drawing/2014/main" id="{AE4F897D-DA7D-364C-A4A6-56BC9C5F0DE4}"/>
              </a:ext>
            </a:extLst>
          </p:cNvPr>
          <p:cNvSpPr/>
          <p:nvPr/>
        </p:nvSpPr>
        <p:spPr>
          <a:xfrm>
            <a:off x="11824100" y="4167916"/>
            <a:ext cx="5325694" cy="2106420"/>
          </a:xfrm>
          <a:prstGeom prst="rect">
            <a:avLst/>
          </a:prstGeom>
          <a:solidFill>
            <a:schemeClr val="bg1">
              <a:alpha val="9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26862E13-0E0C-504C-80A1-2B71F2FE7C70}"/>
              </a:ext>
            </a:extLst>
          </p:cNvPr>
          <p:cNvSpPr txBox="1"/>
          <p:nvPr/>
        </p:nvSpPr>
        <p:spPr>
          <a:xfrm>
            <a:off x="12475365" y="4585429"/>
            <a:ext cx="4248529" cy="707886"/>
          </a:xfrm>
          <a:prstGeom prst="rect">
            <a:avLst/>
          </a:prstGeom>
          <a:noFill/>
        </p:spPr>
        <p:txBody>
          <a:bodyPr wrap="square" rtlCol="0">
            <a:spAutoFit/>
          </a:bodyPr>
          <a:lstStyle/>
          <a:p>
            <a:r>
              <a:rPr lang="en-ID" sz="4000" b="1">
                <a:solidFill>
                  <a:schemeClr val="tx2"/>
                </a:solidFill>
                <a:latin typeface="Poppins" pitchFamily="2" charset="77"/>
                <a:ea typeface="Open Sans" panose="020B0606030504020204" pitchFamily="34" charset="0"/>
                <a:cs typeface="Poppins" pitchFamily="2" charset="77"/>
              </a:rPr>
              <a:t>Chintya Rachel</a:t>
            </a:r>
            <a:endParaRPr sz="4000" b="1">
              <a:solidFill>
                <a:schemeClr val="tx2"/>
              </a:solidFill>
              <a:latin typeface="Poppins" pitchFamily="2" charset="77"/>
              <a:ea typeface="Open Sans" panose="020B0606030504020204" pitchFamily="34" charset="0"/>
              <a:cs typeface="Poppins" pitchFamily="2" charset="77"/>
            </a:endParaRPr>
          </a:p>
        </p:txBody>
      </p:sp>
      <p:sp>
        <p:nvSpPr>
          <p:cNvPr id="26" name="TextBox 25">
            <a:extLst>
              <a:ext uri="{FF2B5EF4-FFF2-40B4-BE49-F238E27FC236}">
                <a16:creationId xmlns:a16="http://schemas.microsoft.com/office/drawing/2014/main" id="{98AEBD16-335B-E642-9C76-EF0FDC4FF274}"/>
              </a:ext>
            </a:extLst>
          </p:cNvPr>
          <p:cNvSpPr txBox="1"/>
          <p:nvPr/>
        </p:nvSpPr>
        <p:spPr>
          <a:xfrm>
            <a:off x="12453857" y="5371929"/>
            <a:ext cx="2637260" cy="369332"/>
          </a:xfrm>
          <a:prstGeom prst="rect">
            <a:avLst/>
          </a:prstGeom>
          <a:noFill/>
        </p:spPr>
        <p:txBody>
          <a:bodyPr wrap="none" rtlCol="0">
            <a:spAutoFit/>
          </a:bodyPr>
          <a:lstStyle/>
          <a:p>
            <a:r>
              <a:rPr lang="en-US" b="1" spc="300">
                <a:solidFill>
                  <a:schemeClr val="accent1"/>
                </a:solidFill>
                <a:latin typeface="Open Sans" panose="020B0606030504020204" pitchFamily="34" charset="0"/>
                <a:ea typeface="Open Sans" panose="020B0606030504020204" pitchFamily="34" charset="0"/>
                <a:cs typeface="Open Sans" panose="020B0606030504020204" pitchFamily="34" charset="0"/>
              </a:rPr>
              <a:t>3D ILLUSTRATOR</a:t>
            </a:r>
            <a:endParaRPr b="1" spc="30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7" name="TextBox 26">
            <a:extLst>
              <a:ext uri="{FF2B5EF4-FFF2-40B4-BE49-F238E27FC236}">
                <a16:creationId xmlns:a16="http://schemas.microsoft.com/office/drawing/2014/main" id="{76F06D49-F36D-E245-B8EE-C210A27F2B6B}"/>
              </a:ext>
            </a:extLst>
          </p:cNvPr>
          <p:cNvSpPr txBox="1"/>
          <p:nvPr/>
        </p:nvSpPr>
        <p:spPr>
          <a:xfrm rot="5400000">
            <a:off x="20133711" y="6380947"/>
            <a:ext cx="6152375" cy="954107"/>
          </a:xfrm>
          <a:prstGeom prst="rect">
            <a:avLst/>
          </a:prstGeom>
          <a:noFill/>
        </p:spPr>
        <p:txBody>
          <a:bodyPr wrap="square" rtlCol="0">
            <a:spAutoFit/>
          </a:bodyPr>
          <a:lstStyle/>
          <a:p>
            <a:pPr algn="ctr"/>
            <a:r>
              <a:rPr lang="en-ID" sz="2800" i="1">
                <a:solidFill>
                  <a:schemeClr val="tx2"/>
                </a:solidFill>
                <a:latin typeface="Lora Italic" panose="02000503000000020004" pitchFamily="2" charset="77"/>
                <a:ea typeface="Open Sans" panose="020B0606030504020204" pitchFamily="34" charset="0"/>
                <a:cs typeface="Poppins Light" pitchFamily="2" charset="77"/>
              </a:rPr>
              <a:t>I feel that luck is preparation meeting opportunity</a:t>
            </a:r>
          </a:p>
        </p:txBody>
      </p:sp>
    </p:spTree>
    <p:extLst>
      <p:ext uri="{BB962C8B-B14F-4D97-AF65-F5344CB8AC3E}">
        <p14:creationId xmlns:p14="http://schemas.microsoft.com/office/powerpoint/2010/main" val="2755591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DBF4BD8C-2D5A-744E-81F9-F3E197B855CF}"/>
              </a:ext>
            </a:extLst>
          </p:cNvPr>
          <p:cNvSpPr/>
          <p:nvPr/>
        </p:nvSpPr>
        <p:spPr>
          <a:xfrm>
            <a:off x="19276208" y="5746598"/>
            <a:ext cx="1520475" cy="1520475"/>
          </a:xfrm>
          <a:prstGeom prst="ellipse">
            <a:avLst/>
          </a:prstGeom>
          <a:gradFill>
            <a:gsLst>
              <a:gs pos="0">
                <a:schemeClr val="accent1"/>
              </a:gs>
              <a:gs pos="100000">
                <a:schemeClr val="accent5"/>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Oval 11">
            <a:extLst>
              <a:ext uri="{FF2B5EF4-FFF2-40B4-BE49-F238E27FC236}">
                <a16:creationId xmlns:a16="http://schemas.microsoft.com/office/drawing/2014/main" id="{842BF29F-6C8B-7347-9665-3CDA41041FFC}"/>
              </a:ext>
            </a:extLst>
          </p:cNvPr>
          <p:cNvSpPr/>
          <p:nvPr/>
        </p:nvSpPr>
        <p:spPr>
          <a:xfrm>
            <a:off x="822072" y="4750589"/>
            <a:ext cx="2140003" cy="2140003"/>
          </a:xfrm>
          <a:prstGeom prst="ellipse">
            <a:avLst/>
          </a:prstGeom>
          <a:gradFill>
            <a:gsLst>
              <a:gs pos="0">
                <a:schemeClr val="accent1"/>
              </a:gs>
              <a:gs pos="100000">
                <a:schemeClr val="accent5"/>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Oval 13">
            <a:extLst>
              <a:ext uri="{FF2B5EF4-FFF2-40B4-BE49-F238E27FC236}">
                <a16:creationId xmlns:a16="http://schemas.microsoft.com/office/drawing/2014/main" id="{1161C438-42B3-3743-A583-F44F5C6FE8FF}"/>
              </a:ext>
            </a:extLst>
          </p:cNvPr>
          <p:cNvSpPr/>
          <p:nvPr/>
        </p:nvSpPr>
        <p:spPr>
          <a:xfrm>
            <a:off x="16393090" y="11644837"/>
            <a:ext cx="1056709" cy="1056709"/>
          </a:xfrm>
          <a:prstGeom prst="ellipse">
            <a:avLst/>
          </a:prstGeom>
          <a:gradFill flip="none" rotWithShape="1">
            <a:gsLst>
              <a:gs pos="0">
                <a:schemeClr val="accent3">
                  <a:lumMod val="90000"/>
                </a:schemeClr>
              </a:gs>
              <a:gs pos="100000">
                <a:srgbClr val="FFC000"/>
              </a:gs>
            </a:gsLst>
            <a:lin ang="13500000" scaled="1"/>
            <a:tileRect/>
          </a:gradFill>
          <a:ln>
            <a:noFill/>
          </a:ln>
          <a:effectLst>
            <a:outerShdw blurRad="457200" dist="38100" dir="8100000" sx="115000" sy="115000" algn="tr" rotWithShape="0">
              <a:srgbClr val="FFC000">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Oval 14">
            <a:extLst>
              <a:ext uri="{FF2B5EF4-FFF2-40B4-BE49-F238E27FC236}">
                <a16:creationId xmlns:a16="http://schemas.microsoft.com/office/drawing/2014/main" id="{27B08CA6-B635-324E-BAA6-EECD489C6D58}"/>
              </a:ext>
            </a:extLst>
          </p:cNvPr>
          <p:cNvSpPr/>
          <p:nvPr/>
        </p:nvSpPr>
        <p:spPr>
          <a:xfrm>
            <a:off x="6649940" y="2401844"/>
            <a:ext cx="854453" cy="854453"/>
          </a:xfrm>
          <a:prstGeom prst="ellipse">
            <a:avLst/>
          </a:prstGeom>
          <a:gradFill flip="none" rotWithShape="1">
            <a:gsLst>
              <a:gs pos="0">
                <a:schemeClr val="accent3">
                  <a:lumMod val="90000"/>
                </a:schemeClr>
              </a:gs>
              <a:gs pos="100000">
                <a:srgbClr val="FFC000"/>
              </a:gs>
            </a:gsLst>
            <a:lin ang="13500000" scaled="1"/>
            <a:tileRect/>
          </a:gradFill>
          <a:ln>
            <a:noFill/>
          </a:ln>
          <a:effectLst>
            <a:outerShdw blurRad="457200" dist="38100" dir="8100000" sx="115000" sy="115000" algn="tr" rotWithShape="0">
              <a:srgbClr val="FFC000">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a:extLst>
              <a:ext uri="{FF2B5EF4-FFF2-40B4-BE49-F238E27FC236}">
                <a16:creationId xmlns:a16="http://schemas.microsoft.com/office/drawing/2014/main" id="{3A07402B-1C1F-4F45-9331-3A0341C0242E}"/>
              </a:ext>
            </a:extLst>
          </p:cNvPr>
          <p:cNvSpPr/>
          <p:nvPr/>
        </p:nvSpPr>
        <p:spPr>
          <a:xfrm>
            <a:off x="2555520" y="4331368"/>
            <a:ext cx="7619701" cy="8196647"/>
          </a:xfrm>
          <a:prstGeom prst="rect">
            <a:avLst/>
          </a:prstGeom>
          <a:solidFill>
            <a:schemeClr val="bg1">
              <a:alpha val="9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0962B131-148E-FA4C-B8C8-9119A7D514BA}"/>
              </a:ext>
            </a:extLst>
          </p:cNvPr>
          <p:cNvSpPr txBox="1"/>
          <p:nvPr/>
        </p:nvSpPr>
        <p:spPr>
          <a:xfrm>
            <a:off x="3578537" y="5482679"/>
            <a:ext cx="6324998" cy="3416320"/>
          </a:xfrm>
          <a:prstGeom prst="rect">
            <a:avLst/>
          </a:prstGeom>
          <a:noFill/>
        </p:spPr>
        <p:txBody>
          <a:bodyPr wrap="square" rtlCol="0">
            <a:spAutoFit/>
          </a:bodyPr>
          <a:lstStyle/>
          <a:p>
            <a:r>
              <a:rPr lang="en-ID" sz="7200" b="1">
                <a:solidFill>
                  <a:schemeClr val="tx2"/>
                </a:solidFill>
                <a:latin typeface="Poppins" pitchFamily="2" charset="77"/>
                <a:ea typeface="Open Sans" panose="020B0606030504020204" pitchFamily="34" charset="0"/>
                <a:cs typeface="Poppins" pitchFamily="2" charset="77"/>
              </a:rPr>
              <a:t>Our Amazing Team</a:t>
            </a:r>
            <a:endParaRPr sz="7200" b="1">
              <a:solidFill>
                <a:schemeClr val="tx2"/>
              </a:solidFill>
              <a:latin typeface="Poppins" pitchFamily="2" charset="77"/>
              <a:ea typeface="Open Sans" panose="020B0606030504020204" pitchFamily="34" charset="0"/>
              <a:cs typeface="Poppins" pitchFamily="2" charset="77"/>
            </a:endParaRPr>
          </a:p>
        </p:txBody>
      </p:sp>
      <p:sp>
        <p:nvSpPr>
          <p:cNvPr id="17" name="TextBox 16">
            <a:extLst>
              <a:ext uri="{FF2B5EF4-FFF2-40B4-BE49-F238E27FC236}">
                <a16:creationId xmlns:a16="http://schemas.microsoft.com/office/drawing/2014/main" id="{8A2BE64C-7A7B-284C-A83F-45019657B749}"/>
              </a:ext>
            </a:extLst>
          </p:cNvPr>
          <p:cNvSpPr txBox="1"/>
          <p:nvPr/>
        </p:nvSpPr>
        <p:spPr>
          <a:xfrm>
            <a:off x="3578536" y="5074942"/>
            <a:ext cx="978153" cy="369332"/>
          </a:xfrm>
          <a:prstGeom prst="rect">
            <a:avLst/>
          </a:prstGeom>
          <a:noFill/>
        </p:spPr>
        <p:txBody>
          <a:bodyPr wrap="none" rtlCol="0">
            <a:spAutoFit/>
          </a:bodyPr>
          <a:lstStyle/>
          <a:p>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TEAM</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TextBox 23">
            <a:extLst>
              <a:ext uri="{FF2B5EF4-FFF2-40B4-BE49-F238E27FC236}">
                <a16:creationId xmlns:a16="http://schemas.microsoft.com/office/drawing/2014/main" id="{9835D3CF-A790-AA42-9FBF-40731A1B6EFC}"/>
              </a:ext>
            </a:extLst>
          </p:cNvPr>
          <p:cNvSpPr txBox="1"/>
          <p:nvPr/>
        </p:nvSpPr>
        <p:spPr>
          <a:xfrm>
            <a:off x="3578536" y="9222036"/>
            <a:ext cx="5750838" cy="2249270"/>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Donec viverra eleifend lacus, vitae ullamcorper metus. Sed sollicitudin</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19" name="Straight Connector 18">
            <a:extLst>
              <a:ext uri="{FF2B5EF4-FFF2-40B4-BE49-F238E27FC236}">
                <a16:creationId xmlns:a16="http://schemas.microsoft.com/office/drawing/2014/main" id="{1FFF20C5-D6E6-FB4A-B17D-7EA13A32CA99}"/>
              </a:ext>
            </a:extLst>
          </p:cNvPr>
          <p:cNvCxnSpPr>
            <a:cxnSpLocks/>
          </p:cNvCxnSpPr>
          <p:nvPr/>
        </p:nvCxnSpPr>
        <p:spPr>
          <a:xfrm>
            <a:off x="22282741" y="0"/>
            <a:ext cx="0" cy="1371600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81838596-675F-3947-8F97-A51EE0CBF3E4}"/>
              </a:ext>
            </a:extLst>
          </p:cNvPr>
          <p:cNvSpPr/>
          <p:nvPr/>
        </p:nvSpPr>
        <p:spPr>
          <a:xfrm>
            <a:off x="22851152" y="598208"/>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0A9F121D-638C-3D41-990D-E607541596DC}"/>
              </a:ext>
            </a:extLst>
          </p:cNvPr>
          <p:cNvSpPr txBox="1"/>
          <p:nvPr/>
        </p:nvSpPr>
        <p:spPr>
          <a:xfrm rot="5400000">
            <a:off x="22327433" y="2425394"/>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22" name="TextBox 21">
            <a:extLst>
              <a:ext uri="{FF2B5EF4-FFF2-40B4-BE49-F238E27FC236}">
                <a16:creationId xmlns:a16="http://schemas.microsoft.com/office/drawing/2014/main" id="{19DE7C0C-90CC-0240-9C3B-AB43211BAD96}"/>
              </a:ext>
            </a:extLst>
          </p:cNvPr>
          <p:cNvSpPr txBox="1"/>
          <p:nvPr/>
        </p:nvSpPr>
        <p:spPr>
          <a:xfrm rot="5400000">
            <a:off x="21971566" y="11469386"/>
            <a:ext cx="2616422"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MASDIKASTUDIO</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Picture Placeholder 2">
            <a:extLst>
              <a:ext uri="{FF2B5EF4-FFF2-40B4-BE49-F238E27FC236}">
                <a16:creationId xmlns:a16="http://schemas.microsoft.com/office/drawing/2014/main" id="{AE957F3C-6991-AA48-8152-D226E3204059}"/>
              </a:ext>
            </a:extLst>
          </p:cNvPr>
          <p:cNvSpPr>
            <a:spLocks noGrp="1"/>
          </p:cNvSpPr>
          <p:nvPr>
            <p:ph type="pic" sz="quarter" idx="15"/>
          </p:nvPr>
        </p:nvSpPr>
        <p:spPr/>
      </p:sp>
      <p:sp>
        <p:nvSpPr>
          <p:cNvPr id="5" name="Picture Placeholder 4">
            <a:extLst>
              <a:ext uri="{FF2B5EF4-FFF2-40B4-BE49-F238E27FC236}">
                <a16:creationId xmlns:a16="http://schemas.microsoft.com/office/drawing/2014/main" id="{B7505DF2-CC91-9848-9FD9-48F86798FC4F}"/>
              </a:ext>
            </a:extLst>
          </p:cNvPr>
          <p:cNvSpPr>
            <a:spLocks noGrp="1"/>
          </p:cNvSpPr>
          <p:nvPr>
            <p:ph type="pic" sz="quarter" idx="10"/>
          </p:nvPr>
        </p:nvSpPr>
        <p:spPr/>
      </p:sp>
      <p:sp>
        <p:nvSpPr>
          <p:cNvPr id="7" name="Picture Placeholder 6">
            <a:extLst>
              <a:ext uri="{FF2B5EF4-FFF2-40B4-BE49-F238E27FC236}">
                <a16:creationId xmlns:a16="http://schemas.microsoft.com/office/drawing/2014/main" id="{BEA846B9-0F63-FD4E-925C-9A0BC0864A84}"/>
              </a:ext>
            </a:extLst>
          </p:cNvPr>
          <p:cNvSpPr>
            <a:spLocks noGrp="1"/>
          </p:cNvSpPr>
          <p:nvPr>
            <p:ph type="pic" sz="quarter" idx="14"/>
          </p:nvPr>
        </p:nvSpPr>
        <p:spPr/>
      </p:sp>
      <p:sp>
        <p:nvSpPr>
          <p:cNvPr id="9" name="Picture Placeholder 8">
            <a:extLst>
              <a:ext uri="{FF2B5EF4-FFF2-40B4-BE49-F238E27FC236}">
                <a16:creationId xmlns:a16="http://schemas.microsoft.com/office/drawing/2014/main" id="{AD7A4B3B-58F6-6143-97A2-2696C1A0F8DF}"/>
              </a:ext>
            </a:extLst>
          </p:cNvPr>
          <p:cNvSpPr>
            <a:spLocks noGrp="1"/>
          </p:cNvSpPr>
          <p:nvPr>
            <p:ph type="pic" sz="quarter" idx="13"/>
          </p:nvPr>
        </p:nvSpPr>
        <p:spPr/>
      </p:sp>
      <p:sp>
        <p:nvSpPr>
          <p:cNvPr id="13" name="Picture Placeholder 12">
            <a:extLst>
              <a:ext uri="{FF2B5EF4-FFF2-40B4-BE49-F238E27FC236}">
                <a16:creationId xmlns:a16="http://schemas.microsoft.com/office/drawing/2014/main" id="{9A0FD0EE-01DA-404E-A16A-353FF684D450}"/>
              </a:ext>
            </a:extLst>
          </p:cNvPr>
          <p:cNvSpPr>
            <a:spLocks noGrp="1"/>
          </p:cNvSpPr>
          <p:nvPr>
            <p:ph type="pic" sz="quarter" idx="12"/>
          </p:nvPr>
        </p:nvSpPr>
        <p:spPr/>
      </p:sp>
    </p:spTree>
    <p:extLst>
      <p:ext uri="{BB962C8B-B14F-4D97-AF65-F5344CB8AC3E}">
        <p14:creationId xmlns:p14="http://schemas.microsoft.com/office/powerpoint/2010/main" val="2849536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018C171D-0352-374D-8830-B918E3E99292}"/>
              </a:ext>
            </a:extLst>
          </p:cNvPr>
          <p:cNvSpPr/>
          <p:nvPr/>
        </p:nvSpPr>
        <p:spPr>
          <a:xfrm>
            <a:off x="648389" y="247492"/>
            <a:ext cx="642513" cy="642513"/>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802A3C19-5076-C340-87C1-96E9F7453CED}"/>
              </a:ext>
            </a:extLst>
          </p:cNvPr>
          <p:cNvSpPr txBox="1"/>
          <p:nvPr/>
        </p:nvSpPr>
        <p:spPr>
          <a:xfrm>
            <a:off x="1488738" y="245583"/>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cxnSp>
        <p:nvCxnSpPr>
          <p:cNvPr id="10" name="Straight Connector 9">
            <a:extLst>
              <a:ext uri="{FF2B5EF4-FFF2-40B4-BE49-F238E27FC236}">
                <a16:creationId xmlns:a16="http://schemas.microsoft.com/office/drawing/2014/main" id="{3386EFB4-6382-7048-946E-262441F45E16}"/>
              </a:ext>
            </a:extLst>
          </p:cNvPr>
          <p:cNvCxnSpPr>
            <a:cxnSpLocks/>
          </p:cNvCxnSpPr>
          <p:nvPr/>
        </p:nvCxnSpPr>
        <p:spPr>
          <a:xfrm flipH="1">
            <a:off x="0" y="1212112"/>
            <a:ext cx="24379238" cy="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E4234E0-D4BF-9D44-8D0A-990D9C5726A1}"/>
              </a:ext>
            </a:extLst>
          </p:cNvPr>
          <p:cNvSpPr txBox="1"/>
          <p:nvPr/>
        </p:nvSpPr>
        <p:spPr>
          <a:xfrm>
            <a:off x="21676866" y="384082"/>
            <a:ext cx="1702710" cy="369332"/>
          </a:xfrm>
          <a:prstGeom prst="rect">
            <a:avLst/>
          </a:prstGeom>
          <a:noFill/>
        </p:spPr>
        <p:txBody>
          <a:bodyPr wrap="none" rtlCol="0">
            <a:spAutoFit/>
          </a:bodyPr>
          <a:lstStyle/>
          <a:p>
            <a:pPr algn="r"/>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OUR TEAM</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extBox 12">
            <a:extLst>
              <a:ext uri="{FF2B5EF4-FFF2-40B4-BE49-F238E27FC236}">
                <a16:creationId xmlns:a16="http://schemas.microsoft.com/office/drawing/2014/main" id="{FBE8DD52-8161-D744-83D5-11E871DE71C5}"/>
              </a:ext>
            </a:extLst>
          </p:cNvPr>
          <p:cNvSpPr txBox="1"/>
          <p:nvPr/>
        </p:nvSpPr>
        <p:spPr>
          <a:xfrm>
            <a:off x="2875204" y="3655138"/>
            <a:ext cx="10601307" cy="2308324"/>
          </a:xfrm>
          <a:prstGeom prst="rect">
            <a:avLst/>
          </a:prstGeom>
          <a:noFill/>
        </p:spPr>
        <p:txBody>
          <a:bodyPr wrap="square" rtlCol="0">
            <a:spAutoFit/>
          </a:bodyPr>
          <a:lstStyle/>
          <a:p>
            <a:r>
              <a:rPr lang="en-ID" sz="7200" b="1">
                <a:solidFill>
                  <a:schemeClr val="tx2"/>
                </a:solidFill>
                <a:latin typeface="Poppins" pitchFamily="2" charset="77"/>
                <a:ea typeface="Open Sans" panose="020B0606030504020204" pitchFamily="34" charset="0"/>
                <a:cs typeface="Poppins" pitchFamily="2" charset="77"/>
              </a:rPr>
              <a:t>James Ohm William ~ UI Designer</a:t>
            </a:r>
            <a:endParaRPr sz="7200" b="1">
              <a:solidFill>
                <a:schemeClr val="tx2"/>
              </a:solidFill>
              <a:latin typeface="Poppins" pitchFamily="2" charset="77"/>
              <a:ea typeface="Open Sans" panose="020B0606030504020204" pitchFamily="34" charset="0"/>
              <a:cs typeface="Poppins" pitchFamily="2" charset="77"/>
            </a:endParaRPr>
          </a:p>
        </p:txBody>
      </p:sp>
      <p:sp>
        <p:nvSpPr>
          <p:cNvPr id="14" name="TextBox 13">
            <a:extLst>
              <a:ext uri="{FF2B5EF4-FFF2-40B4-BE49-F238E27FC236}">
                <a16:creationId xmlns:a16="http://schemas.microsoft.com/office/drawing/2014/main" id="{973B16C0-F9FC-8941-989F-728D5218C8DD}"/>
              </a:ext>
            </a:extLst>
          </p:cNvPr>
          <p:cNvSpPr txBox="1"/>
          <p:nvPr/>
        </p:nvSpPr>
        <p:spPr>
          <a:xfrm>
            <a:off x="2875204" y="3247401"/>
            <a:ext cx="978153" cy="369332"/>
          </a:xfrm>
          <a:prstGeom prst="rect">
            <a:avLst/>
          </a:prstGeom>
          <a:noFill/>
        </p:spPr>
        <p:txBody>
          <a:bodyPr wrap="none" rtlCol="0">
            <a:spAutoFit/>
          </a:bodyPr>
          <a:lstStyle/>
          <a:p>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TEAM</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extBox 14">
            <a:extLst>
              <a:ext uri="{FF2B5EF4-FFF2-40B4-BE49-F238E27FC236}">
                <a16:creationId xmlns:a16="http://schemas.microsoft.com/office/drawing/2014/main" id="{F176CDF7-1087-0843-AE1B-C1B537219EBB}"/>
              </a:ext>
            </a:extLst>
          </p:cNvPr>
          <p:cNvSpPr txBox="1"/>
          <p:nvPr/>
        </p:nvSpPr>
        <p:spPr>
          <a:xfrm>
            <a:off x="2875204" y="6611265"/>
            <a:ext cx="10817877" cy="1141274"/>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Donec viverra eleifend lacus, vitae ullamcorper metus. Sed sollicitudin</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2" name="Arc 21">
            <a:extLst>
              <a:ext uri="{FF2B5EF4-FFF2-40B4-BE49-F238E27FC236}">
                <a16:creationId xmlns:a16="http://schemas.microsoft.com/office/drawing/2014/main" id="{CAB1B071-6755-B341-886E-E2BF19A473B6}"/>
              </a:ext>
            </a:extLst>
          </p:cNvPr>
          <p:cNvSpPr/>
          <p:nvPr/>
        </p:nvSpPr>
        <p:spPr>
          <a:xfrm>
            <a:off x="3113523" y="8639799"/>
            <a:ext cx="1828800" cy="1828800"/>
          </a:xfrm>
          <a:prstGeom prst="arc">
            <a:avLst>
              <a:gd name="adj1" fmla="val 16200000"/>
              <a:gd name="adj2" fmla="val 13680766"/>
            </a:avLst>
          </a:prstGeom>
          <a:ln w="127000" cap="rnd">
            <a:gradFill flip="none" rotWithShape="1">
              <a:gsLst>
                <a:gs pos="0">
                  <a:schemeClr val="accent2"/>
                </a:gs>
                <a:gs pos="100000">
                  <a:schemeClr val="accent4"/>
                </a:gs>
              </a:gsLst>
              <a:path path="circle">
                <a:fillToRect r="100000" b="100000"/>
              </a:path>
              <a:tileRect l="-100000" t="-100000"/>
            </a:gradFill>
            <a:round/>
          </a:ln>
          <a:effectLst>
            <a:outerShdw blurRad="393700" dist="38100" dir="2700000" sx="105000" sy="105000" algn="tl" rotWithShape="0">
              <a:schemeClr val="accent4">
                <a:alpha val="17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TextBox 22">
            <a:extLst>
              <a:ext uri="{FF2B5EF4-FFF2-40B4-BE49-F238E27FC236}">
                <a16:creationId xmlns:a16="http://schemas.microsoft.com/office/drawing/2014/main" id="{249BCD42-FE77-2547-AB89-71B3B71AB363}"/>
              </a:ext>
            </a:extLst>
          </p:cNvPr>
          <p:cNvSpPr txBox="1"/>
          <p:nvPr/>
        </p:nvSpPr>
        <p:spPr>
          <a:xfrm>
            <a:off x="3443647" y="9255096"/>
            <a:ext cx="1168551" cy="646331"/>
          </a:xfrm>
          <a:prstGeom prst="rect">
            <a:avLst/>
          </a:prstGeom>
          <a:noFill/>
        </p:spPr>
        <p:txBody>
          <a:bodyPr wrap="square" rtlCol="0">
            <a:spAutoFit/>
          </a:bodyPr>
          <a:lstStyle/>
          <a:p>
            <a:pPr algn="ctr"/>
            <a:r>
              <a:rPr lang="en-ID" sz="3600" b="1">
                <a:solidFill>
                  <a:schemeClr val="accent1"/>
                </a:solidFill>
                <a:latin typeface="Poppins" pitchFamily="2" charset="77"/>
                <a:ea typeface="Open Sans" panose="020B0606030504020204" pitchFamily="34" charset="0"/>
                <a:cs typeface="Poppins" pitchFamily="2" charset="77"/>
              </a:rPr>
              <a:t>90%</a:t>
            </a:r>
            <a:endParaRPr sz="3600" b="1">
              <a:solidFill>
                <a:schemeClr val="accent1"/>
              </a:solidFill>
              <a:latin typeface="Poppins" pitchFamily="2" charset="77"/>
              <a:ea typeface="Open Sans" panose="020B0606030504020204" pitchFamily="34" charset="0"/>
              <a:cs typeface="Poppins" pitchFamily="2" charset="77"/>
            </a:endParaRPr>
          </a:p>
        </p:txBody>
      </p:sp>
      <p:sp>
        <p:nvSpPr>
          <p:cNvPr id="24" name="TextBox 23">
            <a:extLst>
              <a:ext uri="{FF2B5EF4-FFF2-40B4-BE49-F238E27FC236}">
                <a16:creationId xmlns:a16="http://schemas.microsoft.com/office/drawing/2014/main" id="{FD10C809-8CC9-F14C-B7C0-9FBF1FC5C817}"/>
              </a:ext>
            </a:extLst>
          </p:cNvPr>
          <p:cNvSpPr txBox="1"/>
          <p:nvPr/>
        </p:nvSpPr>
        <p:spPr>
          <a:xfrm>
            <a:off x="2875204" y="10751382"/>
            <a:ext cx="2305438" cy="400110"/>
          </a:xfrm>
          <a:prstGeom prst="rect">
            <a:avLst/>
          </a:prstGeom>
          <a:noFill/>
        </p:spPr>
        <p:txBody>
          <a:bodyPr wrap="none" rtlCol="0">
            <a:spAutoFit/>
          </a:bodyPr>
          <a:lstStyle/>
          <a:p>
            <a:pPr algn="ctr"/>
            <a:r>
              <a:rPr lang="en-US" sz="20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MOBILE APPS</a:t>
            </a:r>
            <a:endParaRPr sz="20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5" name="Arc 24">
            <a:extLst>
              <a:ext uri="{FF2B5EF4-FFF2-40B4-BE49-F238E27FC236}">
                <a16:creationId xmlns:a16="http://schemas.microsoft.com/office/drawing/2014/main" id="{90E6BEC6-9252-104E-91D8-76A3D9D66A0B}"/>
              </a:ext>
            </a:extLst>
          </p:cNvPr>
          <p:cNvSpPr/>
          <p:nvPr/>
        </p:nvSpPr>
        <p:spPr>
          <a:xfrm>
            <a:off x="6706119" y="8639799"/>
            <a:ext cx="1828800" cy="1828800"/>
          </a:xfrm>
          <a:prstGeom prst="arc">
            <a:avLst>
              <a:gd name="adj1" fmla="val 16200000"/>
              <a:gd name="adj2" fmla="val 11822581"/>
            </a:avLst>
          </a:prstGeom>
          <a:ln w="127000" cap="rnd">
            <a:gradFill flip="none" rotWithShape="1">
              <a:gsLst>
                <a:gs pos="0">
                  <a:srgbClr val="FFC000"/>
                </a:gs>
                <a:gs pos="100000">
                  <a:srgbClr val="FF0000">
                    <a:alpha val="56000"/>
                  </a:srgbClr>
                </a:gs>
              </a:gsLst>
              <a:path path="circle">
                <a:fillToRect r="100000" b="100000"/>
              </a:path>
              <a:tileRect l="-100000" t="-100000"/>
            </a:gradFill>
            <a:round/>
          </a:ln>
          <a:effectLst>
            <a:outerShdw blurRad="393700" dist="38100" dir="2700000" sx="105000" sy="105000" algn="tl" rotWithShape="0">
              <a:srgbClr val="FFC000">
                <a:alpha val="17000"/>
              </a:srgb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6" name="TextBox 25">
            <a:extLst>
              <a:ext uri="{FF2B5EF4-FFF2-40B4-BE49-F238E27FC236}">
                <a16:creationId xmlns:a16="http://schemas.microsoft.com/office/drawing/2014/main" id="{034E1A15-E786-8247-84A2-CFF4D9F18BD9}"/>
              </a:ext>
            </a:extLst>
          </p:cNvPr>
          <p:cNvSpPr txBox="1"/>
          <p:nvPr/>
        </p:nvSpPr>
        <p:spPr>
          <a:xfrm>
            <a:off x="6987746" y="9255096"/>
            <a:ext cx="1265546" cy="646331"/>
          </a:xfrm>
          <a:prstGeom prst="rect">
            <a:avLst/>
          </a:prstGeom>
          <a:noFill/>
        </p:spPr>
        <p:txBody>
          <a:bodyPr wrap="square" rtlCol="0">
            <a:spAutoFit/>
          </a:bodyPr>
          <a:lstStyle/>
          <a:p>
            <a:pPr algn="ctr"/>
            <a:r>
              <a:rPr lang="en-ID" sz="3600" b="1">
                <a:solidFill>
                  <a:srgbClr val="FFC000"/>
                </a:solidFill>
                <a:latin typeface="Poppins" pitchFamily="2" charset="77"/>
                <a:ea typeface="Open Sans" panose="020B0606030504020204" pitchFamily="34" charset="0"/>
                <a:cs typeface="Poppins" pitchFamily="2" charset="77"/>
              </a:rPr>
              <a:t>86%</a:t>
            </a:r>
            <a:endParaRPr sz="3600" b="1">
              <a:solidFill>
                <a:srgbClr val="FFC000"/>
              </a:solidFill>
              <a:latin typeface="Poppins" pitchFamily="2" charset="77"/>
              <a:ea typeface="Open Sans" panose="020B0606030504020204" pitchFamily="34" charset="0"/>
              <a:cs typeface="Poppins" pitchFamily="2" charset="77"/>
            </a:endParaRPr>
          </a:p>
        </p:txBody>
      </p:sp>
      <p:sp>
        <p:nvSpPr>
          <p:cNvPr id="27" name="TextBox 26">
            <a:extLst>
              <a:ext uri="{FF2B5EF4-FFF2-40B4-BE49-F238E27FC236}">
                <a16:creationId xmlns:a16="http://schemas.microsoft.com/office/drawing/2014/main" id="{1C3127CA-A3E4-2B4E-BC5E-620305A94A4A}"/>
              </a:ext>
            </a:extLst>
          </p:cNvPr>
          <p:cNvSpPr txBox="1"/>
          <p:nvPr/>
        </p:nvSpPr>
        <p:spPr>
          <a:xfrm>
            <a:off x="6542341" y="10751382"/>
            <a:ext cx="2156361" cy="400110"/>
          </a:xfrm>
          <a:prstGeom prst="rect">
            <a:avLst/>
          </a:prstGeom>
          <a:noFill/>
        </p:spPr>
        <p:txBody>
          <a:bodyPr wrap="none" rtlCol="0">
            <a:spAutoFit/>
          </a:bodyPr>
          <a:lstStyle/>
          <a:p>
            <a:pPr algn="ctr"/>
            <a:r>
              <a:rPr lang="en-US" sz="20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WEB DESIGN</a:t>
            </a:r>
            <a:endParaRPr sz="20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 name="Arc 27">
            <a:extLst>
              <a:ext uri="{FF2B5EF4-FFF2-40B4-BE49-F238E27FC236}">
                <a16:creationId xmlns:a16="http://schemas.microsoft.com/office/drawing/2014/main" id="{E2F5197E-90C4-234D-B977-BB2521C3E87F}"/>
              </a:ext>
            </a:extLst>
          </p:cNvPr>
          <p:cNvSpPr/>
          <p:nvPr/>
        </p:nvSpPr>
        <p:spPr>
          <a:xfrm>
            <a:off x="10534524" y="8639799"/>
            <a:ext cx="1828800" cy="1828800"/>
          </a:xfrm>
          <a:prstGeom prst="arc">
            <a:avLst>
              <a:gd name="adj1" fmla="val 16200000"/>
              <a:gd name="adj2" fmla="val 8366600"/>
            </a:avLst>
          </a:prstGeom>
          <a:ln w="127000" cap="rnd">
            <a:gradFill flip="none" rotWithShape="1">
              <a:gsLst>
                <a:gs pos="0">
                  <a:schemeClr val="accent5"/>
                </a:gs>
                <a:gs pos="100000">
                  <a:schemeClr val="accent4">
                    <a:lumMod val="60000"/>
                    <a:lumOff val="40000"/>
                  </a:schemeClr>
                </a:gs>
              </a:gsLst>
              <a:path path="circle">
                <a:fillToRect r="100000" b="100000"/>
              </a:path>
              <a:tileRect l="-100000" t="-100000"/>
            </a:gradFill>
            <a:round/>
          </a:ln>
          <a:effectLst>
            <a:outerShdw blurRad="393700" dist="38100" dir="2700000" sx="105000" sy="105000" algn="tl" rotWithShape="0">
              <a:schemeClr val="accent4">
                <a:alpha val="17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9" name="TextBox 28">
            <a:extLst>
              <a:ext uri="{FF2B5EF4-FFF2-40B4-BE49-F238E27FC236}">
                <a16:creationId xmlns:a16="http://schemas.microsoft.com/office/drawing/2014/main" id="{E3A4D5C2-AD93-FA49-A2EB-CFBD5DBFDF9A}"/>
              </a:ext>
            </a:extLst>
          </p:cNvPr>
          <p:cNvSpPr txBox="1"/>
          <p:nvPr/>
        </p:nvSpPr>
        <p:spPr>
          <a:xfrm>
            <a:off x="10811918" y="9255096"/>
            <a:ext cx="1274011" cy="646331"/>
          </a:xfrm>
          <a:prstGeom prst="rect">
            <a:avLst/>
          </a:prstGeom>
          <a:noFill/>
        </p:spPr>
        <p:txBody>
          <a:bodyPr wrap="square" rtlCol="0">
            <a:spAutoFit/>
          </a:bodyPr>
          <a:lstStyle/>
          <a:p>
            <a:pPr algn="ctr"/>
            <a:r>
              <a:rPr lang="en-ID" sz="3600" b="1">
                <a:solidFill>
                  <a:schemeClr val="accent5"/>
                </a:solidFill>
                <a:latin typeface="Poppins" pitchFamily="2" charset="77"/>
                <a:ea typeface="Open Sans" panose="020B0606030504020204" pitchFamily="34" charset="0"/>
                <a:cs typeface="Poppins" pitchFamily="2" charset="77"/>
              </a:rPr>
              <a:t>60%</a:t>
            </a:r>
            <a:endParaRPr sz="3600" b="1">
              <a:solidFill>
                <a:schemeClr val="accent5"/>
              </a:solidFill>
              <a:latin typeface="Poppins" pitchFamily="2" charset="77"/>
              <a:ea typeface="Open Sans" panose="020B0606030504020204" pitchFamily="34" charset="0"/>
              <a:cs typeface="Poppins" pitchFamily="2" charset="77"/>
            </a:endParaRPr>
          </a:p>
        </p:txBody>
      </p:sp>
      <p:sp>
        <p:nvSpPr>
          <p:cNvPr id="30" name="TextBox 29">
            <a:extLst>
              <a:ext uri="{FF2B5EF4-FFF2-40B4-BE49-F238E27FC236}">
                <a16:creationId xmlns:a16="http://schemas.microsoft.com/office/drawing/2014/main" id="{539F3815-D441-D641-AA57-E5E6B48D0A89}"/>
              </a:ext>
            </a:extLst>
          </p:cNvPr>
          <p:cNvSpPr txBox="1"/>
          <p:nvPr/>
        </p:nvSpPr>
        <p:spPr>
          <a:xfrm>
            <a:off x="9941944" y="10751382"/>
            <a:ext cx="3013967" cy="400110"/>
          </a:xfrm>
          <a:prstGeom prst="rect">
            <a:avLst/>
          </a:prstGeom>
          <a:noFill/>
        </p:spPr>
        <p:txBody>
          <a:bodyPr wrap="none" rtlCol="0">
            <a:spAutoFit/>
          </a:bodyPr>
          <a:lstStyle/>
          <a:p>
            <a:pPr algn="ctr"/>
            <a:r>
              <a:rPr lang="en-US" sz="20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USER EXPERIENCE</a:t>
            </a:r>
            <a:endParaRPr sz="20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Picture Placeholder 2">
            <a:extLst>
              <a:ext uri="{FF2B5EF4-FFF2-40B4-BE49-F238E27FC236}">
                <a16:creationId xmlns:a16="http://schemas.microsoft.com/office/drawing/2014/main" id="{AA6917DD-FE06-C848-866C-41762B93AAFB}"/>
              </a:ext>
            </a:extLst>
          </p:cNvPr>
          <p:cNvSpPr>
            <a:spLocks noGrp="1"/>
          </p:cNvSpPr>
          <p:nvPr>
            <p:ph type="pic" sz="quarter" idx="10"/>
          </p:nvPr>
        </p:nvSpPr>
        <p:spPr/>
      </p:sp>
    </p:spTree>
    <p:extLst>
      <p:ext uri="{BB962C8B-B14F-4D97-AF65-F5344CB8AC3E}">
        <p14:creationId xmlns:p14="http://schemas.microsoft.com/office/powerpoint/2010/main" val="1939825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866DDE0-DCC4-C042-B004-3885118CF50A}"/>
              </a:ext>
            </a:extLst>
          </p:cNvPr>
          <p:cNvSpPr/>
          <p:nvPr/>
        </p:nvSpPr>
        <p:spPr>
          <a:xfrm>
            <a:off x="7715250" y="8273230"/>
            <a:ext cx="5427009" cy="3983295"/>
          </a:xfrm>
          <a:prstGeom prst="rect">
            <a:avLst/>
          </a:prstGeom>
          <a:gradFill>
            <a:gsLst>
              <a:gs pos="0">
                <a:schemeClr val="accent1"/>
              </a:gs>
              <a:gs pos="100000">
                <a:schemeClr val="accent5"/>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644DD408-D173-194E-8F45-89BD851C90B4}"/>
              </a:ext>
            </a:extLst>
          </p:cNvPr>
          <p:cNvSpPr/>
          <p:nvPr/>
        </p:nvSpPr>
        <p:spPr>
          <a:xfrm>
            <a:off x="9893408" y="9244780"/>
            <a:ext cx="4147370" cy="4147370"/>
          </a:xfrm>
          <a:prstGeom prst="ellipse">
            <a:avLst/>
          </a:prstGeom>
          <a:solidFill>
            <a:schemeClr val="accent4">
              <a:alpha val="64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C5063CD3-E231-EC47-A703-499F2549AA2D}"/>
              </a:ext>
            </a:extLst>
          </p:cNvPr>
          <p:cNvSpPr/>
          <p:nvPr/>
        </p:nvSpPr>
        <p:spPr>
          <a:xfrm>
            <a:off x="7382876" y="8106661"/>
            <a:ext cx="2842906" cy="2842906"/>
          </a:xfrm>
          <a:prstGeom prst="ellipse">
            <a:avLst/>
          </a:prstGeom>
          <a:solidFill>
            <a:schemeClr val="accent2">
              <a:alpha val="43000"/>
            </a:schemeClr>
          </a:solidFill>
          <a:ln>
            <a:noFill/>
          </a:ln>
          <a:effectLst>
            <a:softEdge rad="787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11" name="Straight Connector 10">
            <a:extLst>
              <a:ext uri="{FF2B5EF4-FFF2-40B4-BE49-F238E27FC236}">
                <a16:creationId xmlns:a16="http://schemas.microsoft.com/office/drawing/2014/main" id="{2AF19C58-882C-254D-8CFF-0EA7C89EE5E3}"/>
              </a:ext>
            </a:extLst>
          </p:cNvPr>
          <p:cNvCxnSpPr>
            <a:cxnSpLocks/>
          </p:cNvCxnSpPr>
          <p:nvPr/>
        </p:nvCxnSpPr>
        <p:spPr>
          <a:xfrm>
            <a:off x="2952750" y="1459476"/>
            <a:ext cx="0" cy="10797049"/>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71B16BB-FFF7-9845-AB4B-F864C7031764}"/>
              </a:ext>
            </a:extLst>
          </p:cNvPr>
          <p:cNvCxnSpPr>
            <a:cxnSpLocks/>
          </p:cNvCxnSpPr>
          <p:nvPr/>
        </p:nvCxnSpPr>
        <p:spPr>
          <a:xfrm>
            <a:off x="18097500" y="8273230"/>
            <a:ext cx="0" cy="3983295"/>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6662992-E822-7E46-8295-11B4CB673013}"/>
              </a:ext>
            </a:extLst>
          </p:cNvPr>
          <p:cNvSpPr txBox="1"/>
          <p:nvPr/>
        </p:nvSpPr>
        <p:spPr>
          <a:xfrm>
            <a:off x="13793021" y="10764901"/>
            <a:ext cx="2769604"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3D ILLUSTRATION</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Oval 16">
            <a:extLst>
              <a:ext uri="{FF2B5EF4-FFF2-40B4-BE49-F238E27FC236}">
                <a16:creationId xmlns:a16="http://schemas.microsoft.com/office/drawing/2014/main" id="{943943CA-5709-F142-B250-078CD02F1D36}"/>
              </a:ext>
            </a:extLst>
          </p:cNvPr>
          <p:cNvSpPr/>
          <p:nvPr/>
        </p:nvSpPr>
        <p:spPr>
          <a:xfrm>
            <a:off x="1819953" y="10949567"/>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624FC833-E457-C142-9368-9AA927F4CC43}"/>
              </a:ext>
            </a:extLst>
          </p:cNvPr>
          <p:cNvSpPr txBox="1"/>
          <p:nvPr/>
        </p:nvSpPr>
        <p:spPr>
          <a:xfrm rot="16200000">
            <a:off x="1296234" y="2538362"/>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cxnSp>
        <p:nvCxnSpPr>
          <p:cNvPr id="19" name="Straight Connector 18">
            <a:extLst>
              <a:ext uri="{FF2B5EF4-FFF2-40B4-BE49-F238E27FC236}">
                <a16:creationId xmlns:a16="http://schemas.microsoft.com/office/drawing/2014/main" id="{7790E68C-4C99-B244-A2EA-35FF80E69A18}"/>
              </a:ext>
            </a:extLst>
          </p:cNvPr>
          <p:cNvCxnSpPr/>
          <p:nvPr/>
        </p:nvCxnSpPr>
        <p:spPr>
          <a:xfrm>
            <a:off x="13793021" y="11513632"/>
            <a:ext cx="1210343"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9479215B-CC4F-0243-B5BD-BA288AB43B7D}"/>
              </a:ext>
            </a:extLst>
          </p:cNvPr>
          <p:cNvSpPr txBox="1"/>
          <p:nvPr/>
        </p:nvSpPr>
        <p:spPr>
          <a:xfrm>
            <a:off x="4617394" y="3430572"/>
            <a:ext cx="5276014" cy="2800767"/>
          </a:xfrm>
          <a:prstGeom prst="rect">
            <a:avLst/>
          </a:prstGeom>
          <a:noFill/>
        </p:spPr>
        <p:txBody>
          <a:bodyPr wrap="square" rtlCol="0">
            <a:spAutoFit/>
          </a:bodyPr>
          <a:lstStyle/>
          <a:p>
            <a:r>
              <a:rPr lang="en-US" sz="8800" b="1">
                <a:solidFill>
                  <a:schemeClr val="tx2"/>
                </a:solidFill>
                <a:latin typeface="Poppins" pitchFamily="2" charset="77"/>
                <a:ea typeface="Open Sans" panose="020B0606030504020204" pitchFamily="34" charset="0"/>
                <a:cs typeface="Poppins" pitchFamily="2" charset="77"/>
              </a:rPr>
              <a:t>What we do?</a:t>
            </a:r>
            <a:endParaRPr sz="8800" b="1">
              <a:solidFill>
                <a:schemeClr val="tx2"/>
              </a:solidFill>
              <a:latin typeface="Poppins" pitchFamily="2" charset="77"/>
              <a:ea typeface="Open Sans" panose="020B0606030504020204" pitchFamily="34" charset="0"/>
              <a:cs typeface="Poppins" pitchFamily="2" charset="77"/>
            </a:endParaRPr>
          </a:p>
        </p:txBody>
      </p:sp>
      <p:sp>
        <p:nvSpPr>
          <p:cNvPr id="21" name="TextBox 20">
            <a:extLst>
              <a:ext uri="{FF2B5EF4-FFF2-40B4-BE49-F238E27FC236}">
                <a16:creationId xmlns:a16="http://schemas.microsoft.com/office/drawing/2014/main" id="{C2607956-80F3-F745-84C7-FE3F1C037A84}"/>
              </a:ext>
            </a:extLst>
          </p:cNvPr>
          <p:cNvSpPr txBox="1"/>
          <p:nvPr/>
        </p:nvSpPr>
        <p:spPr>
          <a:xfrm>
            <a:off x="18528738" y="10764901"/>
            <a:ext cx="2580706"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MOTION DESIGN</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22" name="Straight Connector 21">
            <a:extLst>
              <a:ext uri="{FF2B5EF4-FFF2-40B4-BE49-F238E27FC236}">
                <a16:creationId xmlns:a16="http://schemas.microsoft.com/office/drawing/2014/main" id="{266A4326-B7EF-8848-90A7-F88FFE0C4DC9}"/>
              </a:ext>
            </a:extLst>
          </p:cNvPr>
          <p:cNvCxnSpPr/>
          <p:nvPr/>
        </p:nvCxnSpPr>
        <p:spPr>
          <a:xfrm>
            <a:off x="18528738" y="11513632"/>
            <a:ext cx="1210343"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9229F3E-C07A-D94C-BA6A-6FCFB2CA1462}"/>
              </a:ext>
            </a:extLst>
          </p:cNvPr>
          <p:cNvSpPr txBox="1"/>
          <p:nvPr/>
        </p:nvSpPr>
        <p:spPr>
          <a:xfrm>
            <a:off x="8345534" y="10764901"/>
            <a:ext cx="2664512" cy="369332"/>
          </a:xfrm>
          <a:prstGeom prst="rect">
            <a:avLst/>
          </a:prstGeom>
          <a:noFill/>
        </p:spPr>
        <p:txBody>
          <a:bodyPr wrap="none" rtlCol="0">
            <a:spAutoFit/>
          </a:bodyPr>
          <a:lstStyle/>
          <a:p>
            <a:r>
              <a:rPr lang="en-US" b="1" spc="300">
                <a:solidFill>
                  <a:schemeClr val="bg1"/>
                </a:solidFill>
                <a:latin typeface="Open Sans" panose="020B0606030504020204" pitchFamily="34" charset="0"/>
                <a:ea typeface="Open Sans" panose="020B0606030504020204" pitchFamily="34" charset="0"/>
                <a:cs typeface="Open Sans" panose="020B0606030504020204" pitchFamily="34" charset="0"/>
              </a:rPr>
              <a:t>GRAPHIC DESIGN</a:t>
            </a:r>
            <a:endParaRPr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24" name="Straight Connector 23">
            <a:extLst>
              <a:ext uri="{FF2B5EF4-FFF2-40B4-BE49-F238E27FC236}">
                <a16:creationId xmlns:a16="http://schemas.microsoft.com/office/drawing/2014/main" id="{50510D76-7B8D-494D-A3EB-235CCCF3B0FA}"/>
              </a:ext>
            </a:extLst>
          </p:cNvPr>
          <p:cNvCxnSpPr/>
          <p:nvPr/>
        </p:nvCxnSpPr>
        <p:spPr>
          <a:xfrm>
            <a:off x="8345534" y="11513632"/>
            <a:ext cx="121034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7" name="Graphic 25">
            <a:extLst>
              <a:ext uri="{FF2B5EF4-FFF2-40B4-BE49-F238E27FC236}">
                <a16:creationId xmlns:a16="http://schemas.microsoft.com/office/drawing/2014/main" id="{75A86CCB-6940-5044-97F3-C8B5B5711E26}"/>
              </a:ext>
            </a:extLst>
          </p:cNvPr>
          <p:cNvGrpSpPr/>
          <p:nvPr/>
        </p:nvGrpSpPr>
        <p:grpSpPr>
          <a:xfrm>
            <a:off x="8345534" y="9476936"/>
            <a:ext cx="908566" cy="908566"/>
            <a:chOff x="8345534" y="9457943"/>
            <a:chExt cx="908566" cy="908566"/>
          </a:xfrm>
          <a:solidFill>
            <a:schemeClr val="accent4">
              <a:lumMod val="20000"/>
              <a:lumOff val="80000"/>
            </a:schemeClr>
          </a:solidFill>
        </p:grpSpPr>
        <p:sp>
          <p:nvSpPr>
            <p:cNvPr id="28" name="Freeform 27">
              <a:extLst>
                <a:ext uri="{FF2B5EF4-FFF2-40B4-BE49-F238E27FC236}">
                  <a16:creationId xmlns:a16="http://schemas.microsoft.com/office/drawing/2014/main" id="{C59A77D8-C6D9-0A40-97DD-C9D72E3F7C77}"/>
                </a:ext>
              </a:extLst>
            </p:cNvPr>
            <p:cNvSpPr/>
            <p:nvPr/>
          </p:nvSpPr>
          <p:spPr>
            <a:xfrm>
              <a:off x="8457553" y="9874369"/>
              <a:ext cx="681425" cy="492140"/>
            </a:xfrm>
            <a:custGeom>
              <a:avLst/>
              <a:gdLst>
                <a:gd name="connsiteX0" fmla="*/ 700353 w 681424"/>
                <a:gd name="connsiteY0" fmla="*/ 208213 h 492139"/>
                <a:gd name="connsiteX1" fmla="*/ 548925 w 681424"/>
                <a:gd name="connsiteY1" fmla="*/ 56785 h 492139"/>
                <a:gd name="connsiteX2" fmla="*/ 529997 w 681424"/>
                <a:gd name="connsiteY2" fmla="*/ 56785 h 492139"/>
                <a:gd name="connsiteX3" fmla="*/ 529997 w 681424"/>
                <a:gd name="connsiteY3" fmla="*/ 37857 h 492139"/>
                <a:gd name="connsiteX4" fmla="*/ 492140 w 681424"/>
                <a:gd name="connsiteY4" fmla="*/ 0 h 492139"/>
                <a:gd name="connsiteX5" fmla="*/ 37857 w 681424"/>
                <a:gd name="connsiteY5" fmla="*/ 0 h 492139"/>
                <a:gd name="connsiteX6" fmla="*/ 0 w 681424"/>
                <a:gd name="connsiteY6" fmla="*/ 37857 h 492139"/>
                <a:gd name="connsiteX7" fmla="*/ 0 w 681424"/>
                <a:gd name="connsiteY7" fmla="*/ 397498 h 492139"/>
                <a:gd name="connsiteX8" fmla="*/ 94642 w 681424"/>
                <a:gd name="connsiteY8" fmla="*/ 492140 h 492139"/>
                <a:gd name="connsiteX9" fmla="*/ 435355 w 681424"/>
                <a:gd name="connsiteY9" fmla="*/ 492140 h 492139"/>
                <a:gd name="connsiteX10" fmla="*/ 529997 w 681424"/>
                <a:gd name="connsiteY10" fmla="*/ 397498 h 492139"/>
                <a:gd name="connsiteX11" fmla="*/ 529997 w 681424"/>
                <a:gd name="connsiteY11" fmla="*/ 359641 h 492139"/>
                <a:gd name="connsiteX12" fmla="*/ 548925 w 681424"/>
                <a:gd name="connsiteY12" fmla="*/ 359641 h 492139"/>
                <a:gd name="connsiteX13" fmla="*/ 700353 w 681424"/>
                <a:gd name="connsiteY13" fmla="*/ 208213 h 492139"/>
                <a:gd name="connsiteX14" fmla="*/ 548925 w 681424"/>
                <a:gd name="connsiteY14" fmla="*/ 283927 h 492139"/>
                <a:gd name="connsiteX15" fmla="*/ 539461 w 681424"/>
                <a:gd name="connsiteY15" fmla="*/ 283927 h 492139"/>
                <a:gd name="connsiteX16" fmla="*/ 529997 w 681424"/>
                <a:gd name="connsiteY16" fmla="*/ 274539 h 492139"/>
                <a:gd name="connsiteX17" fmla="*/ 529997 w 681424"/>
                <a:gd name="connsiteY17" fmla="*/ 274463 h 492139"/>
                <a:gd name="connsiteX18" fmla="*/ 529997 w 681424"/>
                <a:gd name="connsiteY18" fmla="*/ 141963 h 492139"/>
                <a:gd name="connsiteX19" fmla="*/ 539385 w 681424"/>
                <a:gd name="connsiteY19" fmla="*/ 132499 h 492139"/>
                <a:gd name="connsiteX20" fmla="*/ 539461 w 681424"/>
                <a:gd name="connsiteY20" fmla="*/ 132499 h 492139"/>
                <a:gd name="connsiteX21" fmla="*/ 548925 w 681424"/>
                <a:gd name="connsiteY21" fmla="*/ 132499 h 492139"/>
                <a:gd name="connsiteX22" fmla="*/ 624639 w 681424"/>
                <a:gd name="connsiteY22" fmla="*/ 208213 h 492139"/>
                <a:gd name="connsiteX23" fmla="*/ 548925 w 681424"/>
                <a:gd name="connsiteY23" fmla="*/ 283927 h 492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81424" h="492139">
                  <a:moveTo>
                    <a:pt x="700353" y="208213"/>
                  </a:moveTo>
                  <a:cubicBezTo>
                    <a:pt x="700353" y="124582"/>
                    <a:pt x="632556" y="56785"/>
                    <a:pt x="548925" y="56785"/>
                  </a:cubicBezTo>
                  <a:lnTo>
                    <a:pt x="529997" y="56785"/>
                  </a:lnTo>
                  <a:lnTo>
                    <a:pt x="529997" y="37857"/>
                  </a:lnTo>
                  <a:cubicBezTo>
                    <a:pt x="529997" y="16949"/>
                    <a:pt x="513048" y="0"/>
                    <a:pt x="492140" y="0"/>
                  </a:cubicBezTo>
                  <a:lnTo>
                    <a:pt x="37857" y="0"/>
                  </a:lnTo>
                  <a:cubicBezTo>
                    <a:pt x="16949" y="0"/>
                    <a:pt x="0" y="16949"/>
                    <a:pt x="0" y="37857"/>
                  </a:cubicBezTo>
                  <a:lnTo>
                    <a:pt x="0" y="397498"/>
                  </a:lnTo>
                  <a:cubicBezTo>
                    <a:pt x="0" y="449767"/>
                    <a:pt x="42373" y="492140"/>
                    <a:pt x="94642" y="492140"/>
                  </a:cubicBezTo>
                  <a:lnTo>
                    <a:pt x="435355" y="492140"/>
                  </a:lnTo>
                  <a:cubicBezTo>
                    <a:pt x="487624" y="492140"/>
                    <a:pt x="529997" y="449767"/>
                    <a:pt x="529997" y="397498"/>
                  </a:cubicBezTo>
                  <a:lnTo>
                    <a:pt x="529997" y="359641"/>
                  </a:lnTo>
                  <a:lnTo>
                    <a:pt x="548925" y="359641"/>
                  </a:lnTo>
                  <a:cubicBezTo>
                    <a:pt x="632556" y="359641"/>
                    <a:pt x="700353" y="291844"/>
                    <a:pt x="700353" y="208213"/>
                  </a:cubicBezTo>
                  <a:close/>
                  <a:moveTo>
                    <a:pt x="548925" y="283927"/>
                  </a:moveTo>
                  <a:lnTo>
                    <a:pt x="539461" y="283927"/>
                  </a:lnTo>
                  <a:cubicBezTo>
                    <a:pt x="534255" y="283948"/>
                    <a:pt x="530018" y="279745"/>
                    <a:pt x="529997" y="274539"/>
                  </a:cubicBezTo>
                  <a:cubicBezTo>
                    <a:pt x="529997" y="274513"/>
                    <a:pt x="529997" y="274488"/>
                    <a:pt x="529997" y="274463"/>
                  </a:cubicBezTo>
                  <a:lnTo>
                    <a:pt x="529997" y="141963"/>
                  </a:lnTo>
                  <a:cubicBezTo>
                    <a:pt x="529976" y="136757"/>
                    <a:pt x="534179" y="132520"/>
                    <a:pt x="539385" y="132499"/>
                  </a:cubicBezTo>
                  <a:cubicBezTo>
                    <a:pt x="539410" y="132499"/>
                    <a:pt x="539436" y="132499"/>
                    <a:pt x="539461" y="132499"/>
                  </a:cubicBezTo>
                  <a:lnTo>
                    <a:pt x="548925" y="132499"/>
                  </a:lnTo>
                  <a:cubicBezTo>
                    <a:pt x="590741" y="132499"/>
                    <a:pt x="624639" y="166397"/>
                    <a:pt x="624639" y="208213"/>
                  </a:cubicBezTo>
                  <a:cubicBezTo>
                    <a:pt x="624639" y="250029"/>
                    <a:pt x="590741" y="283927"/>
                    <a:pt x="548925" y="283927"/>
                  </a:cubicBezTo>
                  <a:close/>
                </a:path>
              </a:pathLst>
            </a:custGeom>
            <a:grpFill/>
            <a:ln w="37703" cap="flat">
              <a:noFill/>
              <a:prstDash val="solid"/>
              <a:miter/>
            </a:ln>
          </p:spPr>
          <p:txBody>
            <a:bodyPr rtlCol="0" anchor="ctr"/>
            <a:lstStyle/>
            <a:p>
              <a:endParaRPr/>
            </a:p>
          </p:txBody>
        </p:sp>
        <p:sp>
          <p:nvSpPr>
            <p:cNvPr id="29" name="Freeform 28">
              <a:extLst>
                <a:ext uri="{FF2B5EF4-FFF2-40B4-BE49-F238E27FC236}">
                  <a16:creationId xmlns:a16="http://schemas.microsoft.com/office/drawing/2014/main" id="{8FA3B3C8-723C-9043-89ED-06878ED598F9}"/>
                </a:ext>
              </a:extLst>
            </p:cNvPr>
            <p:cNvSpPr/>
            <p:nvPr/>
          </p:nvSpPr>
          <p:spPr>
            <a:xfrm>
              <a:off x="8441813" y="9489514"/>
              <a:ext cx="113571" cy="113571"/>
            </a:xfrm>
            <a:custGeom>
              <a:avLst/>
              <a:gdLst>
                <a:gd name="connsiteX0" fmla="*/ 117575 w 113570"/>
                <a:gd name="connsiteY0" fmla="*/ 76851 h 113570"/>
                <a:gd name="connsiteX1" fmla="*/ 121433 w 113570"/>
                <a:gd name="connsiteY1" fmla="*/ 64091 h 113570"/>
                <a:gd name="connsiteX2" fmla="*/ 118218 w 113570"/>
                <a:gd name="connsiteY2" fmla="*/ 60610 h 113570"/>
                <a:gd name="connsiteX3" fmla="*/ 28649 w 113570"/>
                <a:gd name="connsiteY3" fmla="*/ 2689 h 113570"/>
                <a:gd name="connsiteX4" fmla="*/ 2686 w 113570"/>
                <a:gd name="connsiteY4" fmla="*/ 9211 h 113570"/>
                <a:gd name="connsiteX5" fmla="*/ 256 w 113570"/>
                <a:gd name="connsiteY5" fmla="*/ 22034 h 113570"/>
                <a:gd name="connsiteX6" fmla="*/ 16232 w 113570"/>
                <a:gd name="connsiteY6" fmla="*/ 117812 h 113570"/>
                <a:gd name="connsiteX7" fmla="*/ 27139 w 113570"/>
                <a:gd name="connsiteY7" fmla="*/ 125570 h 113570"/>
                <a:gd name="connsiteX8" fmla="*/ 30087 w 113570"/>
                <a:gd name="connsiteY8" fmla="*/ 124551 h 11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3570" h="113570">
                  <a:moveTo>
                    <a:pt x="117575" y="76851"/>
                  </a:moveTo>
                  <a:cubicBezTo>
                    <a:pt x="122164" y="74393"/>
                    <a:pt x="123891" y="68680"/>
                    <a:pt x="121433" y="64091"/>
                  </a:cubicBezTo>
                  <a:cubicBezTo>
                    <a:pt x="120675" y="62676"/>
                    <a:pt x="119569" y="61478"/>
                    <a:pt x="118218" y="60610"/>
                  </a:cubicBezTo>
                  <a:lnTo>
                    <a:pt x="28649" y="2689"/>
                  </a:lnTo>
                  <a:cubicBezTo>
                    <a:pt x="19679" y="-2679"/>
                    <a:pt x="8055" y="241"/>
                    <a:pt x="2686" y="9211"/>
                  </a:cubicBezTo>
                  <a:cubicBezTo>
                    <a:pt x="382" y="13062"/>
                    <a:pt x="-480" y="17607"/>
                    <a:pt x="256" y="22034"/>
                  </a:cubicBezTo>
                  <a:lnTo>
                    <a:pt x="16232" y="117812"/>
                  </a:lnTo>
                  <a:cubicBezTo>
                    <a:pt x="17101" y="122966"/>
                    <a:pt x="21985" y="126439"/>
                    <a:pt x="27139" y="125570"/>
                  </a:cubicBezTo>
                  <a:cubicBezTo>
                    <a:pt x="28171" y="125396"/>
                    <a:pt x="29168" y="125051"/>
                    <a:pt x="30087" y="124551"/>
                  </a:cubicBezTo>
                  <a:close/>
                </a:path>
              </a:pathLst>
            </a:custGeom>
            <a:grpFill/>
            <a:ln w="37703" cap="flat">
              <a:noFill/>
              <a:prstDash val="solid"/>
              <a:miter/>
            </a:ln>
          </p:spPr>
          <p:txBody>
            <a:bodyPr rtlCol="0" anchor="ctr"/>
            <a:lstStyle/>
            <a:p>
              <a:endParaRPr/>
            </a:p>
          </p:txBody>
        </p:sp>
        <p:sp>
          <p:nvSpPr>
            <p:cNvPr id="30" name="Freeform 29">
              <a:extLst>
                <a:ext uri="{FF2B5EF4-FFF2-40B4-BE49-F238E27FC236}">
                  <a16:creationId xmlns:a16="http://schemas.microsoft.com/office/drawing/2014/main" id="{E745E86D-4C70-2C40-8E48-EE2D33DD3538}"/>
                </a:ext>
              </a:extLst>
            </p:cNvPr>
            <p:cNvSpPr/>
            <p:nvPr/>
          </p:nvSpPr>
          <p:spPr>
            <a:xfrm>
              <a:off x="8478700" y="9595260"/>
              <a:ext cx="227142" cy="227142"/>
            </a:xfrm>
            <a:custGeom>
              <a:avLst/>
              <a:gdLst>
                <a:gd name="connsiteX0" fmla="*/ 4860 w 227141"/>
                <a:gd name="connsiteY0" fmla="*/ 55526 h 227141"/>
                <a:gd name="connsiteX1" fmla="*/ 1074 w 227141"/>
                <a:gd name="connsiteY1" fmla="*/ 68170 h 227141"/>
                <a:gd name="connsiteX2" fmla="*/ 85117 w 227141"/>
                <a:gd name="connsiteY2" fmla="*/ 230955 h 227141"/>
                <a:gd name="connsiteX3" fmla="*/ 101963 w 227141"/>
                <a:gd name="connsiteY3" fmla="*/ 241176 h 227141"/>
                <a:gd name="connsiteX4" fmla="*/ 215534 w 227141"/>
                <a:gd name="connsiteY4" fmla="*/ 241176 h 227141"/>
                <a:gd name="connsiteX5" fmla="*/ 234459 w 227141"/>
                <a:gd name="connsiteY5" fmla="*/ 222245 h 227141"/>
                <a:gd name="connsiteX6" fmla="*/ 232115 w 227141"/>
                <a:gd name="connsiteY6" fmla="*/ 213124 h 227141"/>
                <a:gd name="connsiteX7" fmla="*/ 117560 w 227141"/>
                <a:gd name="connsiteY7" fmla="*/ 4911 h 227141"/>
                <a:gd name="connsiteX8" fmla="*/ 104727 w 227141"/>
                <a:gd name="connsiteY8" fmla="*/ 1126 h 227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7141" h="227141">
                  <a:moveTo>
                    <a:pt x="4860" y="55526"/>
                  </a:moveTo>
                  <a:cubicBezTo>
                    <a:pt x="383" y="58020"/>
                    <a:pt x="-1296" y="63626"/>
                    <a:pt x="1074" y="68170"/>
                  </a:cubicBezTo>
                  <a:lnTo>
                    <a:pt x="85117" y="230955"/>
                  </a:lnTo>
                  <a:cubicBezTo>
                    <a:pt x="88376" y="237247"/>
                    <a:pt x="94877" y="241191"/>
                    <a:pt x="101963" y="241176"/>
                  </a:cubicBezTo>
                  <a:lnTo>
                    <a:pt x="215534" y="241176"/>
                  </a:lnTo>
                  <a:cubicBezTo>
                    <a:pt x="225988" y="241175"/>
                    <a:pt x="234461" y="232699"/>
                    <a:pt x="234459" y="222245"/>
                  </a:cubicBezTo>
                  <a:cubicBezTo>
                    <a:pt x="234458" y="219056"/>
                    <a:pt x="233652" y="215919"/>
                    <a:pt x="232115" y="213124"/>
                  </a:cubicBezTo>
                  <a:lnTo>
                    <a:pt x="117560" y="4911"/>
                  </a:lnTo>
                  <a:cubicBezTo>
                    <a:pt x="115033" y="358"/>
                    <a:pt x="109321" y="-1327"/>
                    <a:pt x="104727" y="1126"/>
                  </a:cubicBezTo>
                  <a:close/>
                </a:path>
              </a:pathLst>
            </a:custGeom>
            <a:grpFill/>
            <a:ln w="37703" cap="flat">
              <a:noFill/>
              <a:prstDash val="solid"/>
              <a:miter/>
            </a:ln>
          </p:spPr>
          <p:txBody>
            <a:bodyPr rtlCol="0" anchor="ctr"/>
            <a:lstStyle/>
            <a:p>
              <a:endParaRPr/>
            </a:p>
          </p:txBody>
        </p:sp>
        <p:sp>
          <p:nvSpPr>
            <p:cNvPr id="31" name="Freeform 30">
              <a:extLst>
                <a:ext uri="{FF2B5EF4-FFF2-40B4-BE49-F238E27FC236}">
                  <a16:creationId xmlns:a16="http://schemas.microsoft.com/office/drawing/2014/main" id="{46388206-BF2E-C34C-BB2A-6EA252F16154}"/>
                </a:ext>
              </a:extLst>
            </p:cNvPr>
            <p:cNvSpPr/>
            <p:nvPr/>
          </p:nvSpPr>
          <p:spPr>
            <a:xfrm>
              <a:off x="8770663" y="9719205"/>
              <a:ext cx="113571" cy="113571"/>
            </a:xfrm>
            <a:custGeom>
              <a:avLst/>
              <a:gdLst>
                <a:gd name="connsiteX0" fmla="*/ 87416 w 113570"/>
                <a:gd name="connsiteY0" fmla="*/ 14829 h 113570"/>
                <a:gd name="connsiteX1" fmla="*/ 87151 w 113570"/>
                <a:gd name="connsiteY1" fmla="*/ 14829 h 113570"/>
                <a:gd name="connsiteX2" fmla="*/ 63074 w 113570"/>
                <a:gd name="connsiteY2" fmla="*/ 1655 h 113570"/>
                <a:gd name="connsiteX3" fmla="*/ 49819 w 113570"/>
                <a:gd name="connsiteY3" fmla="*/ 4173 h 113570"/>
                <a:gd name="connsiteX4" fmla="*/ 49407 w 113570"/>
                <a:gd name="connsiteY4" fmla="*/ 4835 h 113570"/>
                <a:gd name="connsiteX5" fmla="*/ 2389 w 113570"/>
                <a:gd name="connsiteY5" fmla="*/ 89180 h 113570"/>
                <a:gd name="connsiteX6" fmla="*/ 9733 w 113570"/>
                <a:gd name="connsiteY6" fmla="*/ 114922 h 113570"/>
                <a:gd name="connsiteX7" fmla="*/ 18933 w 113570"/>
                <a:gd name="connsiteY7" fmla="*/ 117307 h 113570"/>
                <a:gd name="connsiteX8" fmla="*/ 88287 w 113570"/>
                <a:gd name="connsiteY8" fmla="*/ 117307 h 113570"/>
                <a:gd name="connsiteX9" fmla="*/ 106004 w 113570"/>
                <a:gd name="connsiteY9" fmla="*/ 105080 h 113570"/>
                <a:gd name="connsiteX10" fmla="*/ 131368 w 113570"/>
                <a:gd name="connsiteY10" fmla="*/ 37543 h 113570"/>
                <a:gd name="connsiteX11" fmla="*/ 125823 w 113570"/>
                <a:gd name="connsiteY11" fmla="*/ 25302 h 113570"/>
                <a:gd name="connsiteX12" fmla="*/ 123796 w 113570"/>
                <a:gd name="connsiteY12" fmla="*/ 24785 h 113570"/>
                <a:gd name="connsiteX13" fmla="*/ 98054 w 113570"/>
                <a:gd name="connsiteY13" fmla="*/ 18879 h 113570"/>
                <a:gd name="connsiteX14" fmla="*/ 87416 w 113570"/>
                <a:gd name="connsiteY14" fmla="*/ 14829 h 11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3570" h="113570">
                  <a:moveTo>
                    <a:pt x="87416" y="14829"/>
                  </a:moveTo>
                  <a:lnTo>
                    <a:pt x="87151" y="14829"/>
                  </a:lnTo>
                  <a:cubicBezTo>
                    <a:pt x="78694" y="11277"/>
                    <a:pt x="70625" y="6862"/>
                    <a:pt x="63074" y="1655"/>
                  </a:cubicBezTo>
                  <a:cubicBezTo>
                    <a:pt x="58718" y="-1310"/>
                    <a:pt x="52784" y="-183"/>
                    <a:pt x="49819" y="4173"/>
                  </a:cubicBezTo>
                  <a:cubicBezTo>
                    <a:pt x="49673" y="4388"/>
                    <a:pt x="49536" y="4608"/>
                    <a:pt x="49407" y="4835"/>
                  </a:cubicBezTo>
                  <a:lnTo>
                    <a:pt x="2389" y="89180"/>
                  </a:lnTo>
                  <a:cubicBezTo>
                    <a:pt x="-2691" y="98316"/>
                    <a:pt x="596" y="109841"/>
                    <a:pt x="9733" y="114922"/>
                  </a:cubicBezTo>
                  <a:cubicBezTo>
                    <a:pt x="12547" y="116486"/>
                    <a:pt x="15713" y="117308"/>
                    <a:pt x="18933" y="117307"/>
                  </a:cubicBezTo>
                  <a:lnTo>
                    <a:pt x="88287" y="117307"/>
                  </a:lnTo>
                  <a:cubicBezTo>
                    <a:pt x="96161" y="117313"/>
                    <a:pt x="103216" y="112444"/>
                    <a:pt x="106004" y="105080"/>
                  </a:cubicBezTo>
                  <a:lnTo>
                    <a:pt x="131368" y="37543"/>
                  </a:lnTo>
                  <a:cubicBezTo>
                    <a:pt x="133217" y="32632"/>
                    <a:pt x="130734" y="27151"/>
                    <a:pt x="125823" y="25302"/>
                  </a:cubicBezTo>
                  <a:cubicBezTo>
                    <a:pt x="125169" y="25056"/>
                    <a:pt x="124489" y="24882"/>
                    <a:pt x="123796" y="24785"/>
                  </a:cubicBezTo>
                  <a:cubicBezTo>
                    <a:pt x="115041" y="23672"/>
                    <a:pt x="106418" y="21694"/>
                    <a:pt x="98054" y="18879"/>
                  </a:cubicBezTo>
                  <a:cubicBezTo>
                    <a:pt x="94533" y="17668"/>
                    <a:pt x="90974" y="16343"/>
                    <a:pt x="87416" y="14829"/>
                  </a:cubicBezTo>
                  <a:close/>
                </a:path>
              </a:pathLst>
            </a:custGeom>
            <a:grpFill/>
            <a:ln w="37703" cap="flat">
              <a:noFill/>
              <a:prstDash val="solid"/>
              <a:miter/>
            </a:ln>
          </p:spPr>
          <p:txBody>
            <a:bodyPr rtlCol="0" anchor="ctr"/>
            <a:lstStyle/>
            <a:p>
              <a:endParaRPr/>
            </a:p>
          </p:txBody>
        </p:sp>
        <p:sp>
          <p:nvSpPr>
            <p:cNvPr id="32" name="Freeform 31">
              <a:extLst>
                <a:ext uri="{FF2B5EF4-FFF2-40B4-BE49-F238E27FC236}">
                  <a16:creationId xmlns:a16="http://schemas.microsoft.com/office/drawing/2014/main" id="{B2CD40BD-500C-D94E-B9A3-84B48F258379}"/>
                </a:ext>
              </a:extLst>
            </p:cNvPr>
            <p:cNvSpPr/>
            <p:nvPr/>
          </p:nvSpPr>
          <p:spPr>
            <a:xfrm>
              <a:off x="8821838" y="9457966"/>
              <a:ext cx="151428" cy="227142"/>
            </a:xfrm>
            <a:custGeom>
              <a:avLst/>
              <a:gdLst>
                <a:gd name="connsiteX0" fmla="*/ 167907 w 151427"/>
                <a:gd name="connsiteY0" fmla="*/ 106544 h 227141"/>
                <a:gd name="connsiteX1" fmla="*/ 61529 w 151427"/>
                <a:gd name="connsiteY1" fmla="*/ 545 h 227141"/>
                <a:gd name="connsiteX2" fmla="*/ 38651 w 151427"/>
                <a:gd name="connsiteY2" fmla="*/ 14443 h 227141"/>
                <a:gd name="connsiteX3" fmla="*/ 41238 w 151427"/>
                <a:gd name="connsiteY3" fmla="*/ 29354 h 227141"/>
                <a:gd name="connsiteX4" fmla="*/ 27874 w 151427"/>
                <a:gd name="connsiteY4" fmla="*/ 104840 h 227141"/>
                <a:gd name="connsiteX5" fmla="*/ 7356 w 151427"/>
                <a:gd name="connsiteY5" fmla="*/ 135845 h 227141"/>
                <a:gd name="connsiteX6" fmla="*/ 44303 w 151427"/>
                <a:gd name="connsiteY6" fmla="*/ 238452 h 227141"/>
                <a:gd name="connsiteX7" fmla="*/ 50929 w 151427"/>
                <a:gd name="connsiteY7" fmla="*/ 241201 h 227141"/>
                <a:gd name="connsiteX8" fmla="*/ 135918 w 151427"/>
                <a:gd name="connsiteY8" fmla="*/ 231472 h 227141"/>
                <a:gd name="connsiteX9" fmla="*/ 167907 w 151427"/>
                <a:gd name="connsiteY9" fmla="*/ 106544 h 227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1427" h="227141">
                  <a:moveTo>
                    <a:pt x="167907" y="106544"/>
                  </a:moveTo>
                  <a:cubicBezTo>
                    <a:pt x="156165" y="53483"/>
                    <a:pt x="114632" y="12097"/>
                    <a:pt x="61529" y="545"/>
                  </a:cubicBezTo>
                  <a:cubicBezTo>
                    <a:pt x="51373" y="-1935"/>
                    <a:pt x="41130" y="4288"/>
                    <a:pt x="38651" y="14443"/>
                  </a:cubicBezTo>
                  <a:cubicBezTo>
                    <a:pt x="37402" y="19557"/>
                    <a:pt x="38340" y="24959"/>
                    <a:pt x="41238" y="29354"/>
                  </a:cubicBezTo>
                  <a:cubicBezTo>
                    <a:pt x="61264" y="59828"/>
                    <a:pt x="49187" y="77886"/>
                    <a:pt x="27874" y="104840"/>
                  </a:cubicBezTo>
                  <a:cubicBezTo>
                    <a:pt x="19658" y="114196"/>
                    <a:pt x="12755" y="124626"/>
                    <a:pt x="7356" y="135845"/>
                  </a:cubicBezTo>
                  <a:cubicBezTo>
                    <a:pt x="-10776" y="174382"/>
                    <a:pt x="5766" y="220321"/>
                    <a:pt x="44303" y="238452"/>
                  </a:cubicBezTo>
                  <a:cubicBezTo>
                    <a:pt x="46468" y="239471"/>
                    <a:pt x="48679" y="240388"/>
                    <a:pt x="50929" y="241201"/>
                  </a:cubicBezTo>
                  <a:cubicBezTo>
                    <a:pt x="78639" y="255335"/>
                    <a:pt x="112119" y="251503"/>
                    <a:pt x="135918" y="231472"/>
                  </a:cubicBezTo>
                  <a:cubicBezTo>
                    <a:pt x="168442" y="198709"/>
                    <a:pt x="180683" y="150906"/>
                    <a:pt x="167907" y="106544"/>
                  </a:cubicBezTo>
                  <a:close/>
                </a:path>
              </a:pathLst>
            </a:custGeom>
            <a:grpFill/>
            <a:ln w="37703" cap="flat">
              <a:noFill/>
              <a:prstDash val="solid"/>
              <a:miter/>
            </a:ln>
          </p:spPr>
          <p:txBody>
            <a:bodyPr rtlCol="0" anchor="ctr"/>
            <a:lstStyle/>
            <a:p>
              <a:endParaRPr/>
            </a:p>
          </p:txBody>
        </p:sp>
      </p:grpSp>
      <p:grpSp>
        <p:nvGrpSpPr>
          <p:cNvPr id="35" name="Graphic 33">
            <a:extLst>
              <a:ext uri="{FF2B5EF4-FFF2-40B4-BE49-F238E27FC236}">
                <a16:creationId xmlns:a16="http://schemas.microsoft.com/office/drawing/2014/main" id="{AAD8B121-328A-E444-81CE-81EC81028674}"/>
              </a:ext>
            </a:extLst>
          </p:cNvPr>
          <p:cNvGrpSpPr/>
          <p:nvPr/>
        </p:nvGrpSpPr>
        <p:grpSpPr>
          <a:xfrm>
            <a:off x="13795381" y="9629276"/>
            <a:ext cx="804582" cy="804582"/>
            <a:chOff x="13795381" y="9629276"/>
            <a:chExt cx="804582" cy="804582"/>
          </a:xfrm>
        </p:grpSpPr>
        <p:sp>
          <p:nvSpPr>
            <p:cNvPr id="36" name="Freeform 35">
              <a:extLst>
                <a:ext uri="{FF2B5EF4-FFF2-40B4-BE49-F238E27FC236}">
                  <a16:creationId xmlns:a16="http://schemas.microsoft.com/office/drawing/2014/main" id="{8F719DFF-09A4-6B42-BD65-D12BE76FF483}"/>
                </a:ext>
              </a:extLst>
            </p:cNvPr>
            <p:cNvSpPr/>
            <p:nvPr/>
          </p:nvSpPr>
          <p:spPr>
            <a:xfrm>
              <a:off x="13864508" y="9905757"/>
              <a:ext cx="234670" cy="167621"/>
            </a:xfrm>
            <a:custGeom>
              <a:avLst/>
              <a:gdLst>
                <a:gd name="connsiteX0" fmla="*/ 141305 w 234669"/>
                <a:gd name="connsiteY0" fmla="*/ 166643 h 167621"/>
                <a:gd name="connsiteX1" fmla="*/ 261992 w 234669"/>
                <a:gd name="connsiteY1" fmla="*/ 86185 h 167621"/>
                <a:gd name="connsiteX2" fmla="*/ 264071 w 234669"/>
                <a:gd name="connsiteY2" fmla="*/ 82330 h 167621"/>
                <a:gd name="connsiteX3" fmla="*/ 261992 w 234669"/>
                <a:gd name="connsiteY3" fmla="*/ 78441 h 167621"/>
                <a:gd name="connsiteX4" fmla="*/ 152938 w 234669"/>
                <a:gd name="connsiteY4" fmla="*/ 5760 h 167621"/>
                <a:gd name="connsiteX5" fmla="*/ 111099 w 234669"/>
                <a:gd name="connsiteY5" fmla="*/ 5760 h 167621"/>
                <a:gd name="connsiteX6" fmla="*/ 2079 w 234669"/>
                <a:gd name="connsiteY6" fmla="*/ 78441 h 167621"/>
                <a:gd name="connsiteX7" fmla="*/ 0 w 234669"/>
                <a:gd name="connsiteY7" fmla="*/ 82330 h 167621"/>
                <a:gd name="connsiteX8" fmla="*/ 2079 w 234669"/>
                <a:gd name="connsiteY8" fmla="*/ 86185 h 167621"/>
                <a:gd name="connsiteX9" fmla="*/ 122766 w 234669"/>
                <a:gd name="connsiteY9" fmla="*/ 166643 h 167621"/>
                <a:gd name="connsiteX10" fmla="*/ 141305 w 234669"/>
                <a:gd name="connsiteY10" fmla="*/ 166643 h 167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4669" h="167621">
                  <a:moveTo>
                    <a:pt x="141305" y="166643"/>
                  </a:moveTo>
                  <a:lnTo>
                    <a:pt x="261992" y="86185"/>
                  </a:lnTo>
                  <a:cubicBezTo>
                    <a:pt x="263293" y="85334"/>
                    <a:pt x="264075" y="83884"/>
                    <a:pt x="264071" y="82330"/>
                  </a:cubicBezTo>
                  <a:cubicBezTo>
                    <a:pt x="264080" y="80765"/>
                    <a:pt x="263298" y="79302"/>
                    <a:pt x="261992" y="78441"/>
                  </a:cubicBezTo>
                  <a:lnTo>
                    <a:pt x="152938" y="5760"/>
                  </a:lnTo>
                  <a:cubicBezTo>
                    <a:pt x="140049" y="-1920"/>
                    <a:pt x="123988" y="-1920"/>
                    <a:pt x="111099" y="5760"/>
                  </a:cubicBezTo>
                  <a:lnTo>
                    <a:pt x="2079" y="78441"/>
                  </a:lnTo>
                  <a:cubicBezTo>
                    <a:pt x="773" y="79302"/>
                    <a:pt x="-9" y="80765"/>
                    <a:pt x="0" y="82330"/>
                  </a:cubicBezTo>
                  <a:cubicBezTo>
                    <a:pt x="-4" y="83884"/>
                    <a:pt x="778" y="85334"/>
                    <a:pt x="2079" y="86185"/>
                  </a:cubicBezTo>
                  <a:lnTo>
                    <a:pt x="122766" y="166643"/>
                  </a:lnTo>
                  <a:cubicBezTo>
                    <a:pt x="128383" y="170371"/>
                    <a:pt x="135688" y="170371"/>
                    <a:pt x="141305" y="166643"/>
                  </a:cubicBezTo>
                  <a:close/>
                </a:path>
              </a:pathLst>
            </a:custGeom>
            <a:solidFill>
              <a:schemeClr val="accent1">
                <a:lumMod val="40000"/>
                <a:lumOff val="60000"/>
              </a:schemeClr>
            </a:solidFill>
            <a:ln w="33338" cap="flat">
              <a:noFill/>
              <a:prstDash val="solid"/>
              <a:miter/>
            </a:ln>
          </p:spPr>
          <p:txBody>
            <a:bodyPr rtlCol="0" anchor="ctr"/>
            <a:lstStyle/>
            <a:p>
              <a:endParaRPr/>
            </a:p>
          </p:txBody>
        </p:sp>
        <p:sp>
          <p:nvSpPr>
            <p:cNvPr id="37" name="Freeform 36">
              <a:extLst>
                <a:ext uri="{FF2B5EF4-FFF2-40B4-BE49-F238E27FC236}">
                  <a16:creationId xmlns:a16="http://schemas.microsoft.com/office/drawing/2014/main" id="{FCCCF454-5314-0A4A-B6A6-56A65FC82658}"/>
                </a:ext>
              </a:extLst>
            </p:cNvPr>
            <p:cNvSpPr/>
            <p:nvPr/>
          </p:nvSpPr>
          <p:spPr>
            <a:xfrm>
              <a:off x="13845667" y="10020613"/>
              <a:ext cx="301718" cy="402291"/>
            </a:xfrm>
            <a:custGeom>
              <a:avLst/>
              <a:gdLst>
                <a:gd name="connsiteX0" fmla="*/ 1408 w 301718"/>
                <a:gd name="connsiteY0" fmla="*/ 327 h 402291"/>
                <a:gd name="connsiteX1" fmla="*/ 0 w 301718"/>
                <a:gd name="connsiteY1" fmla="*/ 2674 h 402291"/>
                <a:gd name="connsiteX2" fmla="*/ 0 w 301718"/>
                <a:gd name="connsiteY2" fmla="*/ 291385 h 402291"/>
                <a:gd name="connsiteX3" fmla="*/ 20618 w 301718"/>
                <a:gd name="connsiteY3" fmla="*/ 330943 h 402291"/>
                <a:gd name="connsiteX4" fmla="*/ 130242 w 301718"/>
                <a:gd name="connsiteY4" fmla="*/ 407412 h 402291"/>
                <a:gd name="connsiteX5" fmla="*/ 171477 w 301718"/>
                <a:gd name="connsiteY5" fmla="*/ 407412 h 402291"/>
                <a:gd name="connsiteX6" fmla="*/ 281101 w 301718"/>
                <a:gd name="connsiteY6" fmla="*/ 330943 h 402291"/>
                <a:gd name="connsiteX7" fmla="*/ 301718 w 301718"/>
                <a:gd name="connsiteY7" fmla="*/ 291385 h 402291"/>
                <a:gd name="connsiteX8" fmla="*/ 301718 w 301718"/>
                <a:gd name="connsiteY8" fmla="*/ 2674 h 402291"/>
                <a:gd name="connsiteX9" fmla="*/ 299009 w 301718"/>
                <a:gd name="connsiteY9" fmla="*/ 19 h 402291"/>
                <a:gd name="connsiteX10" fmla="*/ 297561 w 301718"/>
                <a:gd name="connsiteY10" fmla="*/ 461 h 402291"/>
                <a:gd name="connsiteX11" fmla="*/ 178751 w 301718"/>
                <a:gd name="connsiteY11" fmla="*/ 79679 h 402291"/>
                <a:gd name="connsiteX12" fmla="*/ 122967 w 301718"/>
                <a:gd name="connsiteY12" fmla="*/ 79679 h 402291"/>
                <a:gd name="connsiteX13" fmla="*/ 4157 w 301718"/>
                <a:gd name="connsiteY13" fmla="*/ 461 h 402291"/>
                <a:gd name="connsiteX14" fmla="*/ 1408 w 301718"/>
                <a:gd name="connsiteY14" fmla="*/ 327 h 402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1718" h="402291">
                  <a:moveTo>
                    <a:pt x="1408" y="327"/>
                  </a:moveTo>
                  <a:cubicBezTo>
                    <a:pt x="534" y="782"/>
                    <a:pt x="-10" y="1689"/>
                    <a:pt x="0" y="2674"/>
                  </a:cubicBezTo>
                  <a:lnTo>
                    <a:pt x="0" y="291385"/>
                  </a:lnTo>
                  <a:cubicBezTo>
                    <a:pt x="881" y="306917"/>
                    <a:pt x="8390" y="321324"/>
                    <a:pt x="20618" y="330943"/>
                  </a:cubicBezTo>
                  <a:lnTo>
                    <a:pt x="130242" y="407412"/>
                  </a:lnTo>
                  <a:cubicBezTo>
                    <a:pt x="142848" y="415323"/>
                    <a:pt x="158870" y="415323"/>
                    <a:pt x="171477" y="407412"/>
                  </a:cubicBezTo>
                  <a:lnTo>
                    <a:pt x="281101" y="330943"/>
                  </a:lnTo>
                  <a:cubicBezTo>
                    <a:pt x="293329" y="321324"/>
                    <a:pt x="300837" y="306917"/>
                    <a:pt x="301718" y="291385"/>
                  </a:cubicBezTo>
                  <a:lnTo>
                    <a:pt x="301718" y="2674"/>
                  </a:lnTo>
                  <a:cubicBezTo>
                    <a:pt x="301703" y="1193"/>
                    <a:pt x="300491" y="4"/>
                    <a:pt x="299009" y="19"/>
                  </a:cubicBezTo>
                  <a:cubicBezTo>
                    <a:pt x="298494" y="24"/>
                    <a:pt x="297992" y="178"/>
                    <a:pt x="297561" y="461"/>
                  </a:cubicBezTo>
                  <a:lnTo>
                    <a:pt x="178751" y="79679"/>
                  </a:lnTo>
                  <a:cubicBezTo>
                    <a:pt x="161861" y="90938"/>
                    <a:pt x="139857" y="90938"/>
                    <a:pt x="122967" y="79679"/>
                  </a:cubicBezTo>
                  <a:lnTo>
                    <a:pt x="4157" y="461"/>
                  </a:lnTo>
                  <a:cubicBezTo>
                    <a:pt x="3340" y="-101"/>
                    <a:pt x="2276" y="-153"/>
                    <a:pt x="1408" y="327"/>
                  </a:cubicBezTo>
                  <a:close/>
                </a:path>
              </a:pathLst>
            </a:custGeom>
            <a:solidFill>
              <a:schemeClr val="accent1">
                <a:lumMod val="60000"/>
                <a:lumOff val="40000"/>
              </a:schemeClr>
            </a:solidFill>
            <a:ln w="33338" cap="flat">
              <a:noFill/>
              <a:prstDash val="solid"/>
              <a:miter/>
            </a:ln>
          </p:spPr>
          <p:txBody>
            <a:bodyPr rtlCol="0" anchor="ctr"/>
            <a:lstStyle/>
            <a:p>
              <a:endParaRPr/>
            </a:p>
          </p:txBody>
        </p:sp>
        <p:sp>
          <p:nvSpPr>
            <p:cNvPr id="38" name="Freeform 37">
              <a:extLst>
                <a:ext uri="{FF2B5EF4-FFF2-40B4-BE49-F238E27FC236}">
                  <a16:creationId xmlns:a16="http://schemas.microsoft.com/office/drawing/2014/main" id="{A57989CC-345B-0F4B-8B72-DB66597BB650}"/>
                </a:ext>
              </a:extLst>
            </p:cNvPr>
            <p:cNvSpPr/>
            <p:nvPr/>
          </p:nvSpPr>
          <p:spPr>
            <a:xfrm>
              <a:off x="14247958" y="9743956"/>
              <a:ext cx="301718" cy="670485"/>
            </a:xfrm>
            <a:custGeom>
              <a:avLst/>
              <a:gdLst>
                <a:gd name="connsiteX0" fmla="*/ 1408 w 301718"/>
                <a:gd name="connsiteY0" fmla="*/ 409 h 670485"/>
                <a:gd name="connsiteX1" fmla="*/ 0 w 301718"/>
                <a:gd name="connsiteY1" fmla="*/ 2755 h 670485"/>
                <a:gd name="connsiteX2" fmla="*/ 0 w 301718"/>
                <a:gd name="connsiteY2" fmla="*/ 568041 h 670485"/>
                <a:gd name="connsiteX3" fmla="*/ 20618 w 301718"/>
                <a:gd name="connsiteY3" fmla="*/ 607600 h 670485"/>
                <a:gd name="connsiteX4" fmla="*/ 130242 w 301718"/>
                <a:gd name="connsiteY4" fmla="*/ 684069 h 670485"/>
                <a:gd name="connsiteX5" fmla="*/ 171477 w 301718"/>
                <a:gd name="connsiteY5" fmla="*/ 684069 h 670485"/>
                <a:gd name="connsiteX6" fmla="*/ 281101 w 301718"/>
                <a:gd name="connsiteY6" fmla="*/ 607600 h 670485"/>
                <a:gd name="connsiteX7" fmla="*/ 301718 w 301718"/>
                <a:gd name="connsiteY7" fmla="*/ 568041 h 670485"/>
                <a:gd name="connsiteX8" fmla="*/ 301718 w 301718"/>
                <a:gd name="connsiteY8" fmla="*/ 2655 h 670485"/>
                <a:gd name="connsiteX9" fmla="*/ 299009 w 301718"/>
                <a:gd name="connsiteY9" fmla="*/ 0 h 670485"/>
                <a:gd name="connsiteX10" fmla="*/ 297561 w 301718"/>
                <a:gd name="connsiteY10" fmla="*/ 442 h 670485"/>
                <a:gd name="connsiteX11" fmla="*/ 178751 w 301718"/>
                <a:gd name="connsiteY11" fmla="*/ 79761 h 670485"/>
                <a:gd name="connsiteX12" fmla="*/ 122967 w 301718"/>
                <a:gd name="connsiteY12" fmla="*/ 79761 h 670485"/>
                <a:gd name="connsiteX13" fmla="*/ 4157 w 301718"/>
                <a:gd name="connsiteY13" fmla="*/ 543 h 670485"/>
                <a:gd name="connsiteX14" fmla="*/ 1408 w 301718"/>
                <a:gd name="connsiteY14" fmla="*/ 409 h 67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1718" h="670485">
                  <a:moveTo>
                    <a:pt x="1408" y="409"/>
                  </a:moveTo>
                  <a:cubicBezTo>
                    <a:pt x="534" y="863"/>
                    <a:pt x="-10" y="1770"/>
                    <a:pt x="0" y="2755"/>
                  </a:cubicBezTo>
                  <a:lnTo>
                    <a:pt x="0" y="568041"/>
                  </a:lnTo>
                  <a:cubicBezTo>
                    <a:pt x="881" y="583574"/>
                    <a:pt x="8390" y="597981"/>
                    <a:pt x="20618" y="607600"/>
                  </a:cubicBezTo>
                  <a:lnTo>
                    <a:pt x="130242" y="684069"/>
                  </a:lnTo>
                  <a:cubicBezTo>
                    <a:pt x="142848" y="691980"/>
                    <a:pt x="158870" y="691980"/>
                    <a:pt x="171477" y="684069"/>
                  </a:cubicBezTo>
                  <a:lnTo>
                    <a:pt x="281101" y="607600"/>
                  </a:lnTo>
                  <a:cubicBezTo>
                    <a:pt x="293329" y="597981"/>
                    <a:pt x="300837" y="583574"/>
                    <a:pt x="301718" y="568041"/>
                  </a:cubicBezTo>
                  <a:lnTo>
                    <a:pt x="301718" y="2655"/>
                  </a:lnTo>
                  <a:cubicBezTo>
                    <a:pt x="301703" y="1174"/>
                    <a:pt x="300491" y="-15"/>
                    <a:pt x="299009" y="0"/>
                  </a:cubicBezTo>
                  <a:cubicBezTo>
                    <a:pt x="298494" y="5"/>
                    <a:pt x="297992" y="159"/>
                    <a:pt x="297561" y="442"/>
                  </a:cubicBezTo>
                  <a:lnTo>
                    <a:pt x="178751" y="79761"/>
                  </a:lnTo>
                  <a:cubicBezTo>
                    <a:pt x="161861" y="91020"/>
                    <a:pt x="139858" y="91020"/>
                    <a:pt x="122967" y="79761"/>
                  </a:cubicBezTo>
                  <a:lnTo>
                    <a:pt x="4157" y="543"/>
                  </a:lnTo>
                  <a:cubicBezTo>
                    <a:pt x="3340" y="-20"/>
                    <a:pt x="2276" y="-72"/>
                    <a:pt x="1408" y="409"/>
                  </a:cubicBezTo>
                  <a:close/>
                </a:path>
              </a:pathLst>
            </a:custGeom>
            <a:solidFill>
              <a:schemeClr val="accent2">
                <a:lumMod val="40000"/>
                <a:lumOff val="60000"/>
              </a:schemeClr>
            </a:solidFill>
            <a:ln w="33338" cap="flat">
              <a:noFill/>
              <a:prstDash val="solid"/>
              <a:miter/>
            </a:ln>
          </p:spPr>
          <p:txBody>
            <a:bodyPr rtlCol="0" anchor="ctr"/>
            <a:lstStyle/>
            <a:p>
              <a:endParaRPr/>
            </a:p>
          </p:txBody>
        </p:sp>
        <p:sp>
          <p:nvSpPr>
            <p:cNvPr id="39" name="Freeform 38">
              <a:extLst>
                <a:ext uri="{FF2B5EF4-FFF2-40B4-BE49-F238E27FC236}">
                  <a16:creationId xmlns:a16="http://schemas.microsoft.com/office/drawing/2014/main" id="{A369DF3C-4DD6-C140-825B-4FF8F36ACA44}"/>
                </a:ext>
              </a:extLst>
            </p:cNvPr>
            <p:cNvSpPr/>
            <p:nvPr/>
          </p:nvSpPr>
          <p:spPr>
            <a:xfrm>
              <a:off x="14266799" y="9629181"/>
              <a:ext cx="234670" cy="167621"/>
            </a:xfrm>
            <a:custGeom>
              <a:avLst/>
              <a:gdLst>
                <a:gd name="connsiteX0" fmla="*/ 141305 w 234669"/>
                <a:gd name="connsiteY0" fmla="*/ 166643 h 167621"/>
                <a:gd name="connsiteX1" fmla="*/ 261992 w 234669"/>
                <a:gd name="connsiteY1" fmla="*/ 86185 h 167621"/>
                <a:gd name="connsiteX2" fmla="*/ 264071 w 234669"/>
                <a:gd name="connsiteY2" fmla="*/ 82330 h 167621"/>
                <a:gd name="connsiteX3" fmla="*/ 261992 w 234669"/>
                <a:gd name="connsiteY3" fmla="*/ 78441 h 167621"/>
                <a:gd name="connsiteX4" fmla="*/ 152938 w 234669"/>
                <a:gd name="connsiteY4" fmla="*/ 5760 h 167621"/>
                <a:gd name="connsiteX5" fmla="*/ 111100 w 234669"/>
                <a:gd name="connsiteY5" fmla="*/ 5760 h 167621"/>
                <a:gd name="connsiteX6" fmla="*/ 2079 w 234669"/>
                <a:gd name="connsiteY6" fmla="*/ 78441 h 167621"/>
                <a:gd name="connsiteX7" fmla="*/ 0 w 234669"/>
                <a:gd name="connsiteY7" fmla="*/ 82330 h 167621"/>
                <a:gd name="connsiteX8" fmla="*/ 2079 w 234669"/>
                <a:gd name="connsiteY8" fmla="*/ 86185 h 167621"/>
                <a:gd name="connsiteX9" fmla="*/ 122766 w 234669"/>
                <a:gd name="connsiteY9" fmla="*/ 166643 h 167621"/>
                <a:gd name="connsiteX10" fmla="*/ 141305 w 234669"/>
                <a:gd name="connsiteY10" fmla="*/ 166643 h 167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4669" h="167621">
                  <a:moveTo>
                    <a:pt x="141305" y="166643"/>
                  </a:moveTo>
                  <a:lnTo>
                    <a:pt x="261992" y="86185"/>
                  </a:lnTo>
                  <a:cubicBezTo>
                    <a:pt x="263293" y="85334"/>
                    <a:pt x="264075" y="83884"/>
                    <a:pt x="264071" y="82330"/>
                  </a:cubicBezTo>
                  <a:cubicBezTo>
                    <a:pt x="264080" y="80765"/>
                    <a:pt x="263298" y="79302"/>
                    <a:pt x="261992" y="78441"/>
                  </a:cubicBezTo>
                  <a:lnTo>
                    <a:pt x="152938" y="5760"/>
                  </a:lnTo>
                  <a:cubicBezTo>
                    <a:pt x="140049" y="-1920"/>
                    <a:pt x="123988" y="-1920"/>
                    <a:pt x="111100" y="5760"/>
                  </a:cubicBezTo>
                  <a:lnTo>
                    <a:pt x="2079" y="78441"/>
                  </a:lnTo>
                  <a:cubicBezTo>
                    <a:pt x="773" y="79302"/>
                    <a:pt x="-9" y="80765"/>
                    <a:pt x="0" y="82330"/>
                  </a:cubicBezTo>
                  <a:cubicBezTo>
                    <a:pt x="-4" y="83884"/>
                    <a:pt x="778" y="85334"/>
                    <a:pt x="2079" y="86185"/>
                  </a:cubicBezTo>
                  <a:lnTo>
                    <a:pt x="122766" y="166643"/>
                  </a:lnTo>
                  <a:cubicBezTo>
                    <a:pt x="128383" y="170371"/>
                    <a:pt x="135688" y="170371"/>
                    <a:pt x="141305" y="166643"/>
                  </a:cubicBezTo>
                  <a:close/>
                </a:path>
              </a:pathLst>
            </a:custGeom>
            <a:solidFill>
              <a:schemeClr val="accent2">
                <a:lumMod val="20000"/>
                <a:lumOff val="80000"/>
              </a:schemeClr>
            </a:solidFill>
            <a:ln w="33338" cap="flat">
              <a:noFill/>
              <a:prstDash val="solid"/>
              <a:miter/>
            </a:ln>
          </p:spPr>
          <p:txBody>
            <a:bodyPr rtlCol="0" anchor="ctr"/>
            <a:lstStyle/>
            <a:p>
              <a:endParaRPr/>
            </a:p>
          </p:txBody>
        </p:sp>
      </p:grpSp>
      <p:grpSp>
        <p:nvGrpSpPr>
          <p:cNvPr id="2" name="Group 1">
            <a:extLst>
              <a:ext uri="{FF2B5EF4-FFF2-40B4-BE49-F238E27FC236}">
                <a16:creationId xmlns:a16="http://schemas.microsoft.com/office/drawing/2014/main" id="{5FAC61B7-53C1-F94B-AD06-5B23EE9CD0C1}"/>
              </a:ext>
            </a:extLst>
          </p:cNvPr>
          <p:cNvGrpSpPr/>
          <p:nvPr/>
        </p:nvGrpSpPr>
        <p:grpSpPr>
          <a:xfrm>
            <a:off x="18512540" y="9835999"/>
            <a:ext cx="929805" cy="586905"/>
            <a:chOff x="18512540" y="9835999"/>
            <a:chExt cx="929805" cy="586905"/>
          </a:xfrm>
        </p:grpSpPr>
        <p:sp>
          <p:nvSpPr>
            <p:cNvPr id="40" name="Oval 39">
              <a:extLst>
                <a:ext uri="{FF2B5EF4-FFF2-40B4-BE49-F238E27FC236}">
                  <a16:creationId xmlns:a16="http://schemas.microsoft.com/office/drawing/2014/main" id="{FE23CE3C-A7E2-384B-BFD9-A9FF8930929B}"/>
                </a:ext>
              </a:extLst>
            </p:cNvPr>
            <p:cNvSpPr/>
            <p:nvPr/>
          </p:nvSpPr>
          <p:spPr>
            <a:xfrm>
              <a:off x="18512540" y="9835999"/>
              <a:ext cx="586905" cy="586905"/>
            </a:xfrm>
            <a:prstGeom prst="ellipse">
              <a:avLst/>
            </a:prstGeom>
            <a:solidFill>
              <a:schemeClr val="accent6">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1" name="Oval 40">
              <a:extLst>
                <a:ext uri="{FF2B5EF4-FFF2-40B4-BE49-F238E27FC236}">
                  <a16:creationId xmlns:a16="http://schemas.microsoft.com/office/drawing/2014/main" id="{B706FAEA-1F8E-A747-B689-27410681390E}"/>
                </a:ext>
              </a:extLst>
            </p:cNvPr>
            <p:cNvSpPr/>
            <p:nvPr/>
          </p:nvSpPr>
          <p:spPr>
            <a:xfrm>
              <a:off x="18855440" y="9835999"/>
              <a:ext cx="586905" cy="58690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53" name="Group 52">
            <a:extLst>
              <a:ext uri="{FF2B5EF4-FFF2-40B4-BE49-F238E27FC236}">
                <a16:creationId xmlns:a16="http://schemas.microsoft.com/office/drawing/2014/main" id="{0734215B-49CF-824A-935F-5F13BCC8FBA8}"/>
              </a:ext>
            </a:extLst>
          </p:cNvPr>
          <p:cNvGrpSpPr/>
          <p:nvPr/>
        </p:nvGrpSpPr>
        <p:grpSpPr>
          <a:xfrm>
            <a:off x="5374001" y="9556683"/>
            <a:ext cx="421720" cy="1704787"/>
            <a:chOff x="4920049" y="9808845"/>
            <a:chExt cx="421720" cy="1704787"/>
          </a:xfrm>
        </p:grpSpPr>
        <p:sp>
          <p:nvSpPr>
            <p:cNvPr id="49" name="Graphic 47">
              <a:extLst>
                <a:ext uri="{FF2B5EF4-FFF2-40B4-BE49-F238E27FC236}">
                  <a16:creationId xmlns:a16="http://schemas.microsoft.com/office/drawing/2014/main" id="{5D21B9F9-0E17-0143-9125-830ADB367DD7}"/>
                </a:ext>
              </a:extLst>
            </p:cNvPr>
            <p:cNvSpPr/>
            <p:nvPr/>
          </p:nvSpPr>
          <p:spPr>
            <a:xfrm>
              <a:off x="4920049" y="11302772"/>
              <a:ext cx="421720" cy="210860"/>
            </a:xfrm>
            <a:custGeom>
              <a:avLst/>
              <a:gdLst>
                <a:gd name="connsiteX0" fmla="*/ 0 w 421719"/>
                <a:gd name="connsiteY0" fmla="*/ 0 h 210859"/>
                <a:gd name="connsiteX1" fmla="*/ 210860 w 421719"/>
                <a:gd name="connsiteY1" fmla="*/ 210860 h 210859"/>
                <a:gd name="connsiteX2" fmla="*/ 421720 w 421719"/>
                <a:gd name="connsiteY2" fmla="*/ 0 h 210859"/>
              </a:gdLst>
              <a:ahLst/>
              <a:cxnLst>
                <a:cxn ang="0">
                  <a:pos x="connsiteX0" y="connsiteY0"/>
                </a:cxn>
                <a:cxn ang="0">
                  <a:pos x="connsiteX1" y="connsiteY1"/>
                </a:cxn>
                <a:cxn ang="0">
                  <a:pos x="connsiteX2" y="connsiteY2"/>
                </a:cxn>
              </a:cxnLst>
              <a:rect l="l" t="t" r="r" b="b"/>
              <a:pathLst>
                <a:path w="421719" h="210859">
                  <a:moveTo>
                    <a:pt x="0" y="0"/>
                  </a:moveTo>
                  <a:lnTo>
                    <a:pt x="210860" y="210860"/>
                  </a:lnTo>
                  <a:lnTo>
                    <a:pt x="421720" y="0"/>
                  </a:lnTo>
                </a:path>
              </a:pathLst>
            </a:custGeom>
            <a:noFill/>
            <a:ln w="38100" cap="rnd">
              <a:solidFill>
                <a:schemeClr val="tx2"/>
              </a:solidFill>
              <a:prstDash val="solid"/>
              <a:round/>
            </a:ln>
          </p:spPr>
          <p:txBody>
            <a:bodyPr rtlCol="0" anchor="ctr"/>
            <a:lstStyle/>
            <a:p>
              <a:endParaRPr/>
            </a:p>
          </p:txBody>
        </p:sp>
        <p:cxnSp>
          <p:nvCxnSpPr>
            <p:cNvPr id="51" name="Straight Connector 50">
              <a:extLst>
                <a:ext uri="{FF2B5EF4-FFF2-40B4-BE49-F238E27FC236}">
                  <a16:creationId xmlns:a16="http://schemas.microsoft.com/office/drawing/2014/main" id="{8DA7ACB3-8C38-1F4F-BA32-A07933FDAA37}"/>
                </a:ext>
              </a:extLst>
            </p:cNvPr>
            <p:cNvCxnSpPr>
              <a:cxnSpLocks/>
            </p:cNvCxnSpPr>
            <p:nvPr/>
          </p:nvCxnSpPr>
          <p:spPr>
            <a:xfrm>
              <a:off x="5130909" y="9808845"/>
              <a:ext cx="0" cy="1704787"/>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7" name="Picture Placeholder 6">
            <a:extLst>
              <a:ext uri="{FF2B5EF4-FFF2-40B4-BE49-F238E27FC236}">
                <a16:creationId xmlns:a16="http://schemas.microsoft.com/office/drawing/2014/main" id="{A1089884-687E-1747-BB33-F75FC6C59EA8}"/>
              </a:ext>
            </a:extLst>
          </p:cNvPr>
          <p:cNvSpPr>
            <a:spLocks noGrp="1"/>
          </p:cNvSpPr>
          <p:nvPr>
            <p:ph type="pic" sz="quarter" idx="10"/>
          </p:nvPr>
        </p:nvSpPr>
        <p:spPr/>
      </p:sp>
    </p:spTree>
    <p:extLst>
      <p:ext uri="{BB962C8B-B14F-4D97-AF65-F5344CB8AC3E}">
        <p14:creationId xmlns:p14="http://schemas.microsoft.com/office/powerpoint/2010/main" val="718004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3CBD1D88-D6D7-874A-B632-A1CEB4435095}"/>
              </a:ext>
            </a:extLst>
          </p:cNvPr>
          <p:cNvSpPr/>
          <p:nvPr/>
        </p:nvSpPr>
        <p:spPr>
          <a:xfrm>
            <a:off x="16491652" y="6858000"/>
            <a:ext cx="6398848" cy="5086393"/>
          </a:xfrm>
          <a:prstGeom prst="rect">
            <a:avLst/>
          </a:prstGeom>
          <a:solidFill>
            <a:schemeClr val="bg1">
              <a:alpha val="8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7" name="Rectangle 36">
            <a:extLst>
              <a:ext uri="{FF2B5EF4-FFF2-40B4-BE49-F238E27FC236}">
                <a16:creationId xmlns:a16="http://schemas.microsoft.com/office/drawing/2014/main" id="{08F3B5C5-3A21-2C4E-A1E1-256EE04AF37F}"/>
              </a:ext>
            </a:extLst>
          </p:cNvPr>
          <p:cNvSpPr/>
          <p:nvPr/>
        </p:nvSpPr>
        <p:spPr>
          <a:xfrm>
            <a:off x="8990195" y="6858000"/>
            <a:ext cx="6398848" cy="5086393"/>
          </a:xfrm>
          <a:prstGeom prst="rect">
            <a:avLst/>
          </a:prstGeom>
          <a:solidFill>
            <a:schemeClr val="bg1">
              <a:alpha val="8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5E490388-7D3B-EC42-8D5E-1D327FCA855E}"/>
              </a:ext>
            </a:extLst>
          </p:cNvPr>
          <p:cNvSpPr/>
          <p:nvPr/>
        </p:nvSpPr>
        <p:spPr>
          <a:xfrm>
            <a:off x="648389" y="247492"/>
            <a:ext cx="642513" cy="642513"/>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998429C6-5393-6641-8415-599CBE33FD54}"/>
              </a:ext>
            </a:extLst>
          </p:cNvPr>
          <p:cNvSpPr txBox="1"/>
          <p:nvPr/>
        </p:nvSpPr>
        <p:spPr>
          <a:xfrm>
            <a:off x="1488738" y="245583"/>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cxnSp>
        <p:nvCxnSpPr>
          <p:cNvPr id="9" name="Straight Connector 8">
            <a:extLst>
              <a:ext uri="{FF2B5EF4-FFF2-40B4-BE49-F238E27FC236}">
                <a16:creationId xmlns:a16="http://schemas.microsoft.com/office/drawing/2014/main" id="{CDF2EE97-6E02-D648-BA6E-FCF580510BF9}"/>
              </a:ext>
            </a:extLst>
          </p:cNvPr>
          <p:cNvCxnSpPr>
            <a:cxnSpLocks/>
          </p:cNvCxnSpPr>
          <p:nvPr/>
        </p:nvCxnSpPr>
        <p:spPr>
          <a:xfrm flipH="1">
            <a:off x="0" y="1212112"/>
            <a:ext cx="24379238" cy="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5FE5F75-F55E-B74F-9452-565595153FA3}"/>
              </a:ext>
            </a:extLst>
          </p:cNvPr>
          <p:cNvSpPr txBox="1"/>
          <p:nvPr/>
        </p:nvSpPr>
        <p:spPr>
          <a:xfrm>
            <a:off x="21846784" y="384082"/>
            <a:ext cx="1532792" cy="369332"/>
          </a:xfrm>
          <a:prstGeom prst="rect">
            <a:avLst/>
          </a:prstGeom>
          <a:noFill/>
        </p:spPr>
        <p:txBody>
          <a:bodyPr wrap="none" rtlCol="0">
            <a:spAutoFit/>
          </a:bodyPr>
          <a:lstStyle/>
          <a:p>
            <a:pPr algn="r"/>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SERVICES</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Rectangle 2">
            <a:extLst>
              <a:ext uri="{FF2B5EF4-FFF2-40B4-BE49-F238E27FC236}">
                <a16:creationId xmlns:a16="http://schemas.microsoft.com/office/drawing/2014/main" id="{6D11CD9F-EC35-C548-BBA6-ACADE5FA83D1}"/>
              </a:ext>
            </a:extLst>
          </p:cNvPr>
          <p:cNvSpPr/>
          <p:nvPr/>
        </p:nvSpPr>
        <p:spPr>
          <a:xfrm>
            <a:off x="1488738" y="6858000"/>
            <a:ext cx="6398848" cy="5086393"/>
          </a:xfrm>
          <a:prstGeom prst="rect">
            <a:avLst/>
          </a:prstGeom>
          <a:solidFill>
            <a:schemeClr val="bg1">
              <a:alpha val="8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09ED50B4-ACE5-8640-83EC-5DB155B1A9B4}"/>
              </a:ext>
            </a:extLst>
          </p:cNvPr>
          <p:cNvSpPr txBox="1"/>
          <p:nvPr/>
        </p:nvSpPr>
        <p:spPr>
          <a:xfrm>
            <a:off x="1351069" y="3084763"/>
            <a:ext cx="10601307" cy="2308324"/>
          </a:xfrm>
          <a:prstGeom prst="rect">
            <a:avLst/>
          </a:prstGeom>
          <a:noFill/>
        </p:spPr>
        <p:txBody>
          <a:bodyPr wrap="square" rtlCol="0">
            <a:spAutoFit/>
          </a:bodyPr>
          <a:lstStyle/>
          <a:p>
            <a:r>
              <a:rPr lang="en-ID" sz="7200" b="1">
                <a:solidFill>
                  <a:schemeClr val="tx2"/>
                </a:solidFill>
                <a:latin typeface="Poppins" pitchFamily="2" charset="77"/>
                <a:ea typeface="Open Sans" panose="020B0606030504020204" pitchFamily="34" charset="0"/>
                <a:cs typeface="Poppins" pitchFamily="2" charset="77"/>
              </a:rPr>
              <a:t>Best Amazing Services from Us</a:t>
            </a:r>
            <a:endParaRPr sz="7200" b="1">
              <a:solidFill>
                <a:schemeClr val="tx2"/>
              </a:solidFill>
              <a:latin typeface="Poppins" pitchFamily="2" charset="77"/>
              <a:ea typeface="Open Sans" panose="020B0606030504020204" pitchFamily="34" charset="0"/>
              <a:cs typeface="Poppins" pitchFamily="2" charset="77"/>
            </a:endParaRPr>
          </a:p>
        </p:txBody>
      </p:sp>
      <p:sp>
        <p:nvSpPr>
          <p:cNvPr id="15" name="TextBox 14">
            <a:extLst>
              <a:ext uri="{FF2B5EF4-FFF2-40B4-BE49-F238E27FC236}">
                <a16:creationId xmlns:a16="http://schemas.microsoft.com/office/drawing/2014/main" id="{52F28B88-45BE-C54C-B7F9-3114A0EEA799}"/>
              </a:ext>
            </a:extLst>
          </p:cNvPr>
          <p:cNvSpPr txBox="1"/>
          <p:nvPr/>
        </p:nvSpPr>
        <p:spPr>
          <a:xfrm>
            <a:off x="1351069" y="2677026"/>
            <a:ext cx="1532792" cy="369332"/>
          </a:xfrm>
          <a:prstGeom prst="rect">
            <a:avLst/>
          </a:prstGeom>
          <a:noFill/>
        </p:spPr>
        <p:txBody>
          <a:bodyPr wrap="none" rtlCol="0">
            <a:spAutoFit/>
          </a:bodyPr>
          <a:lstStyle/>
          <a:p>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SERVICES</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TextBox 16">
            <a:extLst>
              <a:ext uri="{FF2B5EF4-FFF2-40B4-BE49-F238E27FC236}">
                <a16:creationId xmlns:a16="http://schemas.microsoft.com/office/drawing/2014/main" id="{7C263AB1-2075-E549-9401-2F0F85CC86B0}"/>
              </a:ext>
            </a:extLst>
          </p:cNvPr>
          <p:cNvSpPr txBox="1"/>
          <p:nvPr/>
        </p:nvSpPr>
        <p:spPr>
          <a:xfrm>
            <a:off x="12426864" y="3697815"/>
            <a:ext cx="10601305" cy="1695272"/>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Aslvitae ullamcorper metus. Sed sollicitudin  Donec viverra eleifend lacus, vitae ullamcorper metus. </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TextBox 17">
            <a:extLst>
              <a:ext uri="{FF2B5EF4-FFF2-40B4-BE49-F238E27FC236}">
                <a16:creationId xmlns:a16="http://schemas.microsoft.com/office/drawing/2014/main" id="{D861AB65-E17D-D64C-9569-0428F6435333}"/>
              </a:ext>
            </a:extLst>
          </p:cNvPr>
          <p:cNvSpPr txBox="1"/>
          <p:nvPr/>
        </p:nvSpPr>
        <p:spPr>
          <a:xfrm>
            <a:off x="12426864" y="3236150"/>
            <a:ext cx="2092239" cy="461665"/>
          </a:xfrm>
          <a:prstGeom prst="rect">
            <a:avLst/>
          </a:prstGeom>
          <a:noFill/>
        </p:spPr>
        <p:txBody>
          <a:bodyPr wrap="none" rtlCol="0">
            <a:spAutoFit/>
          </a:bodyPr>
          <a:lstStyle/>
          <a:p>
            <a:r>
              <a:rPr lang="en-US" sz="2400" b="1" spc="300">
                <a:solidFill>
                  <a:schemeClr val="tx2"/>
                </a:solidFill>
                <a:latin typeface="Open Sans" panose="020B0606030504020204" pitchFamily="34" charset="0"/>
                <a:ea typeface="Open Sans" panose="020B0606030504020204" pitchFamily="34" charset="0"/>
                <a:cs typeface="Open Sans" panose="020B0606030504020204" pitchFamily="34" charset="0"/>
              </a:rPr>
              <a:t>UI DESIGN</a:t>
            </a:r>
            <a:endParaRPr sz="2400"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19" name="Graphic 25">
            <a:extLst>
              <a:ext uri="{FF2B5EF4-FFF2-40B4-BE49-F238E27FC236}">
                <a16:creationId xmlns:a16="http://schemas.microsoft.com/office/drawing/2014/main" id="{B5D1BEBD-2841-BF46-BA82-29A403F9880A}"/>
              </a:ext>
            </a:extLst>
          </p:cNvPr>
          <p:cNvGrpSpPr/>
          <p:nvPr/>
        </p:nvGrpSpPr>
        <p:grpSpPr>
          <a:xfrm>
            <a:off x="2229261" y="8210310"/>
            <a:ext cx="908566" cy="908566"/>
            <a:chOff x="8345534" y="9457943"/>
            <a:chExt cx="908566" cy="908566"/>
          </a:xfrm>
          <a:solidFill>
            <a:srgbClr val="FFD76B">
              <a:alpha val="90980"/>
            </a:srgbClr>
          </a:solidFill>
        </p:grpSpPr>
        <p:sp>
          <p:nvSpPr>
            <p:cNvPr id="20" name="Freeform 19">
              <a:extLst>
                <a:ext uri="{FF2B5EF4-FFF2-40B4-BE49-F238E27FC236}">
                  <a16:creationId xmlns:a16="http://schemas.microsoft.com/office/drawing/2014/main" id="{D373D780-AA6A-EB4A-AD9E-78EE7B1FE05D}"/>
                </a:ext>
              </a:extLst>
            </p:cNvPr>
            <p:cNvSpPr/>
            <p:nvPr/>
          </p:nvSpPr>
          <p:spPr>
            <a:xfrm>
              <a:off x="8457553" y="9874369"/>
              <a:ext cx="681425" cy="492140"/>
            </a:xfrm>
            <a:custGeom>
              <a:avLst/>
              <a:gdLst>
                <a:gd name="connsiteX0" fmla="*/ 700353 w 681424"/>
                <a:gd name="connsiteY0" fmla="*/ 208213 h 492139"/>
                <a:gd name="connsiteX1" fmla="*/ 548925 w 681424"/>
                <a:gd name="connsiteY1" fmla="*/ 56785 h 492139"/>
                <a:gd name="connsiteX2" fmla="*/ 529997 w 681424"/>
                <a:gd name="connsiteY2" fmla="*/ 56785 h 492139"/>
                <a:gd name="connsiteX3" fmla="*/ 529997 w 681424"/>
                <a:gd name="connsiteY3" fmla="*/ 37857 h 492139"/>
                <a:gd name="connsiteX4" fmla="*/ 492140 w 681424"/>
                <a:gd name="connsiteY4" fmla="*/ 0 h 492139"/>
                <a:gd name="connsiteX5" fmla="*/ 37857 w 681424"/>
                <a:gd name="connsiteY5" fmla="*/ 0 h 492139"/>
                <a:gd name="connsiteX6" fmla="*/ 0 w 681424"/>
                <a:gd name="connsiteY6" fmla="*/ 37857 h 492139"/>
                <a:gd name="connsiteX7" fmla="*/ 0 w 681424"/>
                <a:gd name="connsiteY7" fmla="*/ 397498 h 492139"/>
                <a:gd name="connsiteX8" fmla="*/ 94642 w 681424"/>
                <a:gd name="connsiteY8" fmla="*/ 492140 h 492139"/>
                <a:gd name="connsiteX9" fmla="*/ 435355 w 681424"/>
                <a:gd name="connsiteY9" fmla="*/ 492140 h 492139"/>
                <a:gd name="connsiteX10" fmla="*/ 529997 w 681424"/>
                <a:gd name="connsiteY10" fmla="*/ 397498 h 492139"/>
                <a:gd name="connsiteX11" fmla="*/ 529997 w 681424"/>
                <a:gd name="connsiteY11" fmla="*/ 359641 h 492139"/>
                <a:gd name="connsiteX12" fmla="*/ 548925 w 681424"/>
                <a:gd name="connsiteY12" fmla="*/ 359641 h 492139"/>
                <a:gd name="connsiteX13" fmla="*/ 700353 w 681424"/>
                <a:gd name="connsiteY13" fmla="*/ 208213 h 492139"/>
                <a:gd name="connsiteX14" fmla="*/ 548925 w 681424"/>
                <a:gd name="connsiteY14" fmla="*/ 283927 h 492139"/>
                <a:gd name="connsiteX15" fmla="*/ 539461 w 681424"/>
                <a:gd name="connsiteY15" fmla="*/ 283927 h 492139"/>
                <a:gd name="connsiteX16" fmla="*/ 529997 w 681424"/>
                <a:gd name="connsiteY16" fmla="*/ 274539 h 492139"/>
                <a:gd name="connsiteX17" fmla="*/ 529997 w 681424"/>
                <a:gd name="connsiteY17" fmla="*/ 274463 h 492139"/>
                <a:gd name="connsiteX18" fmla="*/ 529997 w 681424"/>
                <a:gd name="connsiteY18" fmla="*/ 141963 h 492139"/>
                <a:gd name="connsiteX19" fmla="*/ 539385 w 681424"/>
                <a:gd name="connsiteY19" fmla="*/ 132499 h 492139"/>
                <a:gd name="connsiteX20" fmla="*/ 539461 w 681424"/>
                <a:gd name="connsiteY20" fmla="*/ 132499 h 492139"/>
                <a:gd name="connsiteX21" fmla="*/ 548925 w 681424"/>
                <a:gd name="connsiteY21" fmla="*/ 132499 h 492139"/>
                <a:gd name="connsiteX22" fmla="*/ 624639 w 681424"/>
                <a:gd name="connsiteY22" fmla="*/ 208213 h 492139"/>
                <a:gd name="connsiteX23" fmla="*/ 548925 w 681424"/>
                <a:gd name="connsiteY23" fmla="*/ 283927 h 492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81424" h="492139">
                  <a:moveTo>
                    <a:pt x="700353" y="208213"/>
                  </a:moveTo>
                  <a:cubicBezTo>
                    <a:pt x="700353" y="124582"/>
                    <a:pt x="632556" y="56785"/>
                    <a:pt x="548925" y="56785"/>
                  </a:cubicBezTo>
                  <a:lnTo>
                    <a:pt x="529997" y="56785"/>
                  </a:lnTo>
                  <a:lnTo>
                    <a:pt x="529997" y="37857"/>
                  </a:lnTo>
                  <a:cubicBezTo>
                    <a:pt x="529997" y="16949"/>
                    <a:pt x="513048" y="0"/>
                    <a:pt x="492140" y="0"/>
                  </a:cubicBezTo>
                  <a:lnTo>
                    <a:pt x="37857" y="0"/>
                  </a:lnTo>
                  <a:cubicBezTo>
                    <a:pt x="16949" y="0"/>
                    <a:pt x="0" y="16949"/>
                    <a:pt x="0" y="37857"/>
                  </a:cubicBezTo>
                  <a:lnTo>
                    <a:pt x="0" y="397498"/>
                  </a:lnTo>
                  <a:cubicBezTo>
                    <a:pt x="0" y="449767"/>
                    <a:pt x="42373" y="492140"/>
                    <a:pt x="94642" y="492140"/>
                  </a:cubicBezTo>
                  <a:lnTo>
                    <a:pt x="435355" y="492140"/>
                  </a:lnTo>
                  <a:cubicBezTo>
                    <a:pt x="487624" y="492140"/>
                    <a:pt x="529997" y="449767"/>
                    <a:pt x="529997" y="397498"/>
                  </a:cubicBezTo>
                  <a:lnTo>
                    <a:pt x="529997" y="359641"/>
                  </a:lnTo>
                  <a:lnTo>
                    <a:pt x="548925" y="359641"/>
                  </a:lnTo>
                  <a:cubicBezTo>
                    <a:pt x="632556" y="359641"/>
                    <a:pt x="700353" y="291844"/>
                    <a:pt x="700353" y="208213"/>
                  </a:cubicBezTo>
                  <a:close/>
                  <a:moveTo>
                    <a:pt x="548925" y="283927"/>
                  </a:moveTo>
                  <a:lnTo>
                    <a:pt x="539461" y="283927"/>
                  </a:lnTo>
                  <a:cubicBezTo>
                    <a:pt x="534255" y="283948"/>
                    <a:pt x="530018" y="279745"/>
                    <a:pt x="529997" y="274539"/>
                  </a:cubicBezTo>
                  <a:cubicBezTo>
                    <a:pt x="529997" y="274513"/>
                    <a:pt x="529997" y="274488"/>
                    <a:pt x="529997" y="274463"/>
                  </a:cubicBezTo>
                  <a:lnTo>
                    <a:pt x="529997" y="141963"/>
                  </a:lnTo>
                  <a:cubicBezTo>
                    <a:pt x="529976" y="136757"/>
                    <a:pt x="534179" y="132520"/>
                    <a:pt x="539385" y="132499"/>
                  </a:cubicBezTo>
                  <a:cubicBezTo>
                    <a:pt x="539410" y="132499"/>
                    <a:pt x="539436" y="132499"/>
                    <a:pt x="539461" y="132499"/>
                  </a:cubicBezTo>
                  <a:lnTo>
                    <a:pt x="548925" y="132499"/>
                  </a:lnTo>
                  <a:cubicBezTo>
                    <a:pt x="590741" y="132499"/>
                    <a:pt x="624639" y="166397"/>
                    <a:pt x="624639" y="208213"/>
                  </a:cubicBezTo>
                  <a:cubicBezTo>
                    <a:pt x="624639" y="250029"/>
                    <a:pt x="590741" y="283927"/>
                    <a:pt x="548925" y="283927"/>
                  </a:cubicBezTo>
                  <a:close/>
                </a:path>
              </a:pathLst>
            </a:custGeom>
            <a:grpFill/>
            <a:ln w="37703" cap="flat">
              <a:noFill/>
              <a:prstDash val="solid"/>
              <a:miter/>
            </a:ln>
          </p:spPr>
          <p:txBody>
            <a:bodyPr rtlCol="0" anchor="ctr"/>
            <a:lstStyle/>
            <a:p>
              <a:endParaRPr/>
            </a:p>
          </p:txBody>
        </p:sp>
        <p:sp>
          <p:nvSpPr>
            <p:cNvPr id="21" name="Freeform 20">
              <a:extLst>
                <a:ext uri="{FF2B5EF4-FFF2-40B4-BE49-F238E27FC236}">
                  <a16:creationId xmlns:a16="http://schemas.microsoft.com/office/drawing/2014/main" id="{2C656F3C-DF04-2F47-961C-73DFF00F4A23}"/>
                </a:ext>
              </a:extLst>
            </p:cNvPr>
            <p:cNvSpPr/>
            <p:nvPr/>
          </p:nvSpPr>
          <p:spPr>
            <a:xfrm>
              <a:off x="8441813" y="9489514"/>
              <a:ext cx="113571" cy="113571"/>
            </a:xfrm>
            <a:custGeom>
              <a:avLst/>
              <a:gdLst>
                <a:gd name="connsiteX0" fmla="*/ 117575 w 113570"/>
                <a:gd name="connsiteY0" fmla="*/ 76851 h 113570"/>
                <a:gd name="connsiteX1" fmla="*/ 121433 w 113570"/>
                <a:gd name="connsiteY1" fmla="*/ 64091 h 113570"/>
                <a:gd name="connsiteX2" fmla="*/ 118218 w 113570"/>
                <a:gd name="connsiteY2" fmla="*/ 60610 h 113570"/>
                <a:gd name="connsiteX3" fmla="*/ 28649 w 113570"/>
                <a:gd name="connsiteY3" fmla="*/ 2689 h 113570"/>
                <a:gd name="connsiteX4" fmla="*/ 2686 w 113570"/>
                <a:gd name="connsiteY4" fmla="*/ 9211 h 113570"/>
                <a:gd name="connsiteX5" fmla="*/ 256 w 113570"/>
                <a:gd name="connsiteY5" fmla="*/ 22034 h 113570"/>
                <a:gd name="connsiteX6" fmla="*/ 16232 w 113570"/>
                <a:gd name="connsiteY6" fmla="*/ 117812 h 113570"/>
                <a:gd name="connsiteX7" fmla="*/ 27139 w 113570"/>
                <a:gd name="connsiteY7" fmla="*/ 125570 h 113570"/>
                <a:gd name="connsiteX8" fmla="*/ 30087 w 113570"/>
                <a:gd name="connsiteY8" fmla="*/ 124551 h 11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3570" h="113570">
                  <a:moveTo>
                    <a:pt x="117575" y="76851"/>
                  </a:moveTo>
                  <a:cubicBezTo>
                    <a:pt x="122164" y="74393"/>
                    <a:pt x="123891" y="68680"/>
                    <a:pt x="121433" y="64091"/>
                  </a:cubicBezTo>
                  <a:cubicBezTo>
                    <a:pt x="120675" y="62676"/>
                    <a:pt x="119569" y="61478"/>
                    <a:pt x="118218" y="60610"/>
                  </a:cubicBezTo>
                  <a:lnTo>
                    <a:pt x="28649" y="2689"/>
                  </a:lnTo>
                  <a:cubicBezTo>
                    <a:pt x="19679" y="-2679"/>
                    <a:pt x="8055" y="241"/>
                    <a:pt x="2686" y="9211"/>
                  </a:cubicBezTo>
                  <a:cubicBezTo>
                    <a:pt x="382" y="13062"/>
                    <a:pt x="-480" y="17607"/>
                    <a:pt x="256" y="22034"/>
                  </a:cubicBezTo>
                  <a:lnTo>
                    <a:pt x="16232" y="117812"/>
                  </a:lnTo>
                  <a:cubicBezTo>
                    <a:pt x="17101" y="122966"/>
                    <a:pt x="21985" y="126439"/>
                    <a:pt x="27139" y="125570"/>
                  </a:cubicBezTo>
                  <a:cubicBezTo>
                    <a:pt x="28171" y="125396"/>
                    <a:pt x="29168" y="125051"/>
                    <a:pt x="30087" y="124551"/>
                  </a:cubicBezTo>
                  <a:close/>
                </a:path>
              </a:pathLst>
            </a:custGeom>
            <a:grpFill/>
            <a:ln w="37703" cap="flat">
              <a:noFill/>
              <a:prstDash val="solid"/>
              <a:miter/>
            </a:ln>
          </p:spPr>
          <p:txBody>
            <a:bodyPr rtlCol="0" anchor="ctr"/>
            <a:lstStyle/>
            <a:p>
              <a:endParaRPr/>
            </a:p>
          </p:txBody>
        </p:sp>
        <p:sp>
          <p:nvSpPr>
            <p:cNvPr id="22" name="Freeform 21">
              <a:extLst>
                <a:ext uri="{FF2B5EF4-FFF2-40B4-BE49-F238E27FC236}">
                  <a16:creationId xmlns:a16="http://schemas.microsoft.com/office/drawing/2014/main" id="{F57BA031-59DB-CD4C-B4D5-3EBC25BD9423}"/>
                </a:ext>
              </a:extLst>
            </p:cNvPr>
            <p:cNvSpPr/>
            <p:nvPr/>
          </p:nvSpPr>
          <p:spPr>
            <a:xfrm>
              <a:off x="8478700" y="9595260"/>
              <a:ext cx="227142" cy="227142"/>
            </a:xfrm>
            <a:custGeom>
              <a:avLst/>
              <a:gdLst>
                <a:gd name="connsiteX0" fmla="*/ 4860 w 227141"/>
                <a:gd name="connsiteY0" fmla="*/ 55526 h 227141"/>
                <a:gd name="connsiteX1" fmla="*/ 1074 w 227141"/>
                <a:gd name="connsiteY1" fmla="*/ 68170 h 227141"/>
                <a:gd name="connsiteX2" fmla="*/ 85117 w 227141"/>
                <a:gd name="connsiteY2" fmla="*/ 230955 h 227141"/>
                <a:gd name="connsiteX3" fmla="*/ 101963 w 227141"/>
                <a:gd name="connsiteY3" fmla="*/ 241176 h 227141"/>
                <a:gd name="connsiteX4" fmla="*/ 215534 w 227141"/>
                <a:gd name="connsiteY4" fmla="*/ 241176 h 227141"/>
                <a:gd name="connsiteX5" fmla="*/ 234459 w 227141"/>
                <a:gd name="connsiteY5" fmla="*/ 222245 h 227141"/>
                <a:gd name="connsiteX6" fmla="*/ 232115 w 227141"/>
                <a:gd name="connsiteY6" fmla="*/ 213124 h 227141"/>
                <a:gd name="connsiteX7" fmla="*/ 117560 w 227141"/>
                <a:gd name="connsiteY7" fmla="*/ 4911 h 227141"/>
                <a:gd name="connsiteX8" fmla="*/ 104727 w 227141"/>
                <a:gd name="connsiteY8" fmla="*/ 1126 h 227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7141" h="227141">
                  <a:moveTo>
                    <a:pt x="4860" y="55526"/>
                  </a:moveTo>
                  <a:cubicBezTo>
                    <a:pt x="383" y="58020"/>
                    <a:pt x="-1296" y="63626"/>
                    <a:pt x="1074" y="68170"/>
                  </a:cubicBezTo>
                  <a:lnTo>
                    <a:pt x="85117" y="230955"/>
                  </a:lnTo>
                  <a:cubicBezTo>
                    <a:pt x="88376" y="237247"/>
                    <a:pt x="94877" y="241191"/>
                    <a:pt x="101963" y="241176"/>
                  </a:cubicBezTo>
                  <a:lnTo>
                    <a:pt x="215534" y="241176"/>
                  </a:lnTo>
                  <a:cubicBezTo>
                    <a:pt x="225988" y="241175"/>
                    <a:pt x="234461" y="232699"/>
                    <a:pt x="234459" y="222245"/>
                  </a:cubicBezTo>
                  <a:cubicBezTo>
                    <a:pt x="234458" y="219056"/>
                    <a:pt x="233652" y="215919"/>
                    <a:pt x="232115" y="213124"/>
                  </a:cubicBezTo>
                  <a:lnTo>
                    <a:pt x="117560" y="4911"/>
                  </a:lnTo>
                  <a:cubicBezTo>
                    <a:pt x="115033" y="358"/>
                    <a:pt x="109321" y="-1327"/>
                    <a:pt x="104727" y="1126"/>
                  </a:cubicBezTo>
                  <a:close/>
                </a:path>
              </a:pathLst>
            </a:custGeom>
            <a:grpFill/>
            <a:ln w="37703" cap="flat">
              <a:noFill/>
              <a:prstDash val="solid"/>
              <a:miter/>
            </a:ln>
          </p:spPr>
          <p:txBody>
            <a:bodyPr rtlCol="0" anchor="ctr"/>
            <a:lstStyle/>
            <a:p>
              <a:endParaRPr/>
            </a:p>
          </p:txBody>
        </p:sp>
        <p:sp>
          <p:nvSpPr>
            <p:cNvPr id="23" name="Freeform 22">
              <a:extLst>
                <a:ext uri="{FF2B5EF4-FFF2-40B4-BE49-F238E27FC236}">
                  <a16:creationId xmlns:a16="http://schemas.microsoft.com/office/drawing/2014/main" id="{2F80D08B-087D-5F40-BCD2-ED086F23C9ED}"/>
                </a:ext>
              </a:extLst>
            </p:cNvPr>
            <p:cNvSpPr/>
            <p:nvPr/>
          </p:nvSpPr>
          <p:spPr>
            <a:xfrm>
              <a:off x="8770663" y="9719205"/>
              <a:ext cx="113571" cy="113571"/>
            </a:xfrm>
            <a:custGeom>
              <a:avLst/>
              <a:gdLst>
                <a:gd name="connsiteX0" fmla="*/ 87416 w 113570"/>
                <a:gd name="connsiteY0" fmla="*/ 14829 h 113570"/>
                <a:gd name="connsiteX1" fmla="*/ 87151 w 113570"/>
                <a:gd name="connsiteY1" fmla="*/ 14829 h 113570"/>
                <a:gd name="connsiteX2" fmla="*/ 63074 w 113570"/>
                <a:gd name="connsiteY2" fmla="*/ 1655 h 113570"/>
                <a:gd name="connsiteX3" fmla="*/ 49819 w 113570"/>
                <a:gd name="connsiteY3" fmla="*/ 4173 h 113570"/>
                <a:gd name="connsiteX4" fmla="*/ 49407 w 113570"/>
                <a:gd name="connsiteY4" fmla="*/ 4835 h 113570"/>
                <a:gd name="connsiteX5" fmla="*/ 2389 w 113570"/>
                <a:gd name="connsiteY5" fmla="*/ 89180 h 113570"/>
                <a:gd name="connsiteX6" fmla="*/ 9733 w 113570"/>
                <a:gd name="connsiteY6" fmla="*/ 114922 h 113570"/>
                <a:gd name="connsiteX7" fmla="*/ 18933 w 113570"/>
                <a:gd name="connsiteY7" fmla="*/ 117307 h 113570"/>
                <a:gd name="connsiteX8" fmla="*/ 88287 w 113570"/>
                <a:gd name="connsiteY8" fmla="*/ 117307 h 113570"/>
                <a:gd name="connsiteX9" fmla="*/ 106004 w 113570"/>
                <a:gd name="connsiteY9" fmla="*/ 105080 h 113570"/>
                <a:gd name="connsiteX10" fmla="*/ 131368 w 113570"/>
                <a:gd name="connsiteY10" fmla="*/ 37543 h 113570"/>
                <a:gd name="connsiteX11" fmla="*/ 125823 w 113570"/>
                <a:gd name="connsiteY11" fmla="*/ 25302 h 113570"/>
                <a:gd name="connsiteX12" fmla="*/ 123796 w 113570"/>
                <a:gd name="connsiteY12" fmla="*/ 24785 h 113570"/>
                <a:gd name="connsiteX13" fmla="*/ 98054 w 113570"/>
                <a:gd name="connsiteY13" fmla="*/ 18879 h 113570"/>
                <a:gd name="connsiteX14" fmla="*/ 87416 w 113570"/>
                <a:gd name="connsiteY14" fmla="*/ 14829 h 11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3570" h="113570">
                  <a:moveTo>
                    <a:pt x="87416" y="14829"/>
                  </a:moveTo>
                  <a:lnTo>
                    <a:pt x="87151" y="14829"/>
                  </a:lnTo>
                  <a:cubicBezTo>
                    <a:pt x="78694" y="11277"/>
                    <a:pt x="70625" y="6862"/>
                    <a:pt x="63074" y="1655"/>
                  </a:cubicBezTo>
                  <a:cubicBezTo>
                    <a:pt x="58718" y="-1310"/>
                    <a:pt x="52784" y="-183"/>
                    <a:pt x="49819" y="4173"/>
                  </a:cubicBezTo>
                  <a:cubicBezTo>
                    <a:pt x="49673" y="4388"/>
                    <a:pt x="49536" y="4608"/>
                    <a:pt x="49407" y="4835"/>
                  </a:cubicBezTo>
                  <a:lnTo>
                    <a:pt x="2389" y="89180"/>
                  </a:lnTo>
                  <a:cubicBezTo>
                    <a:pt x="-2691" y="98316"/>
                    <a:pt x="596" y="109841"/>
                    <a:pt x="9733" y="114922"/>
                  </a:cubicBezTo>
                  <a:cubicBezTo>
                    <a:pt x="12547" y="116486"/>
                    <a:pt x="15713" y="117308"/>
                    <a:pt x="18933" y="117307"/>
                  </a:cubicBezTo>
                  <a:lnTo>
                    <a:pt x="88287" y="117307"/>
                  </a:lnTo>
                  <a:cubicBezTo>
                    <a:pt x="96161" y="117313"/>
                    <a:pt x="103216" y="112444"/>
                    <a:pt x="106004" y="105080"/>
                  </a:cubicBezTo>
                  <a:lnTo>
                    <a:pt x="131368" y="37543"/>
                  </a:lnTo>
                  <a:cubicBezTo>
                    <a:pt x="133217" y="32632"/>
                    <a:pt x="130734" y="27151"/>
                    <a:pt x="125823" y="25302"/>
                  </a:cubicBezTo>
                  <a:cubicBezTo>
                    <a:pt x="125169" y="25056"/>
                    <a:pt x="124489" y="24882"/>
                    <a:pt x="123796" y="24785"/>
                  </a:cubicBezTo>
                  <a:cubicBezTo>
                    <a:pt x="115041" y="23672"/>
                    <a:pt x="106418" y="21694"/>
                    <a:pt x="98054" y="18879"/>
                  </a:cubicBezTo>
                  <a:cubicBezTo>
                    <a:pt x="94533" y="17668"/>
                    <a:pt x="90974" y="16343"/>
                    <a:pt x="87416" y="14829"/>
                  </a:cubicBezTo>
                  <a:close/>
                </a:path>
              </a:pathLst>
            </a:custGeom>
            <a:grpFill/>
            <a:ln w="37703" cap="flat">
              <a:noFill/>
              <a:prstDash val="solid"/>
              <a:miter/>
            </a:ln>
          </p:spPr>
          <p:txBody>
            <a:bodyPr rtlCol="0" anchor="ctr"/>
            <a:lstStyle/>
            <a:p>
              <a:endParaRPr/>
            </a:p>
          </p:txBody>
        </p:sp>
        <p:sp>
          <p:nvSpPr>
            <p:cNvPr id="24" name="Freeform 23">
              <a:extLst>
                <a:ext uri="{FF2B5EF4-FFF2-40B4-BE49-F238E27FC236}">
                  <a16:creationId xmlns:a16="http://schemas.microsoft.com/office/drawing/2014/main" id="{18830D24-573D-3D43-9218-CF49E00221E1}"/>
                </a:ext>
              </a:extLst>
            </p:cNvPr>
            <p:cNvSpPr/>
            <p:nvPr/>
          </p:nvSpPr>
          <p:spPr>
            <a:xfrm>
              <a:off x="8821838" y="9457966"/>
              <a:ext cx="151428" cy="227142"/>
            </a:xfrm>
            <a:custGeom>
              <a:avLst/>
              <a:gdLst>
                <a:gd name="connsiteX0" fmla="*/ 167907 w 151427"/>
                <a:gd name="connsiteY0" fmla="*/ 106544 h 227141"/>
                <a:gd name="connsiteX1" fmla="*/ 61529 w 151427"/>
                <a:gd name="connsiteY1" fmla="*/ 545 h 227141"/>
                <a:gd name="connsiteX2" fmla="*/ 38651 w 151427"/>
                <a:gd name="connsiteY2" fmla="*/ 14443 h 227141"/>
                <a:gd name="connsiteX3" fmla="*/ 41238 w 151427"/>
                <a:gd name="connsiteY3" fmla="*/ 29354 h 227141"/>
                <a:gd name="connsiteX4" fmla="*/ 27874 w 151427"/>
                <a:gd name="connsiteY4" fmla="*/ 104840 h 227141"/>
                <a:gd name="connsiteX5" fmla="*/ 7356 w 151427"/>
                <a:gd name="connsiteY5" fmla="*/ 135845 h 227141"/>
                <a:gd name="connsiteX6" fmla="*/ 44303 w 151427"/>
                <a:gd name="connsiteY6" fmla="*/ 238452 h 227141"/>
                <a:gd name="connsiteX7" fmla="*/ 50929 w 151427"/>
                <a:gd name="connsiteY7" fmla="*/ 241201 h 227141"/>
                <a:gd name="connsiteX8" fmla="*/ 135918 w 151427"/>
                <a:gd name="connsiteY8" fmla="*/ 231472 h 227141"/>
                <a:gd name="connsiteX9" fmla="*/ 167907 w 151427"/>
                <a:gd name="connsiteY9" fmla="*/ 106544 h 227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1427" h="227141">
                  <a:moveTo>
                    <a:pt x="167907" y="106544"/>
                  </a:moveTo>
                  <a:cubicBezTo>
                    <a:pt x="156165" y="53483"/>
                    <a:pt x="114632" y="12097"/>
                    <a:pt x="61529" y="545"/>
                  </a:cubicBezTo>
                  <a:cubicBezTo>
                    <a:pt x="51373" y="-1935"/>
                    <a:pt x="41130" y="4288"/>
                    <a:pt x="38651" y="14443"/>
                  </a:cubicBezTo>
                  <a:cubicBezTo>
                    <a:pt x="37402" y="19557"/>
                    <a:pt x="38340" y="24959"/>
                    <a:pt x="41238" y="29354"/>
                  </a:cubicBezTo>
                  <a:cubicBezTo>
                    <a:pt x="61264" y="59828"/>
                    <a:pt x="49187" y="77886"/>
                    <a:pt x="27874" y="104840"/>
                  </a:cubicBezTo>
                  <a:cubicBezTo>
                    <a:pt x="19658" y="114196"/>
                    <a:pt x="12755" y="124626"/>
                    <a:pt x="7356" y="135845"/>
                  </a:cubicBezTo>
                  <a:cubicBezTo>
                    <a:pt x="-10776" y="174382"/>
                    <a:pt x="5766" y="220321"/>
                    <a:pt x="44303" y="238452"/>
                  </a:cubicBezTo>
                  <a:cubicBezTo>
                    <a:pt x="46468" y="239471"/>
                    <a:pt x="48679" y="240388"/>
                    <a:pt x="50929" y="241201"/>
                  </a:cubicBezTo>
                  <a:cubicBezTo>
                    <a:pt x="78639" y="255335"/>
                    <a:pt x="112119" y="251503"/>
                    <a:pt x="135918" y="231472"/>
                  </a:cubicBezTo>
                  <a:cubicBezTo>
                    <a:pt x="168442" y="198709"/>
                    <a:pt x="180683" y="150906"/>
                    <a:pt x="167907" y="106544"/>
                  </a:cubicBezTo>
                  <a:close/>
                </a:path>
              </a:pathLst>
            </a:custGeom>
            <a:grpFill/>
            <a:ln w="37703" cap="flat">
              <a:noFill/>
              <a:prstDash val="solid"/>
              <a:miter/>
            </a:ln>
          </p:spPr>
          <p:txBody>
            <a:bodyPr rtlCol="0" anchor="ctr"/>
            <a:lstStyle/>
            <a:p>
              <a:endParaRPr/>
            </a:p>
          </p:txBody>
        </p:sp>
      </p:grpSp>
      <p:grpSp>
        <p:nvGrpSpPr>
          <p:cNvPr id="25" name="Graphic 33">
            <a:extLst>
              <a:ext uri="{FF2B5EF4-FFF2-40B4-BE49-F238E27FC236}">
                <a16:creationId xmlns:a16="http://schemas.microsoft.com/office/drawing/2014/main" id="{BAC0168C-9AE6-9749-84A8-F56E4687CBA1}"/>
              </a:ext>
            </a:extLst>
          </p:cNvPr>
          <p:cNvGrpSpPr/>
          <p:nvPr/>
        </p:nvGrpSpPr>
        <p:grpSpPr>
          <a:xfrm>
            <a:off x="9724636" y="8262302"/>
            <a:ext cx="804582" cy="804582"/>
            <a:chOff x="13795381" y="9629276"/>
            <a:chExt cx="804582" cy="804582"/>
          </a:xfrm>
        </p:grpSpPr>
        <p:sp>
          <p:nvSpPr>
            <p:cNvPr id="26" name="Freeform 25">
              <a:extLst>
                <a:ext uri="{FF2B5EF4-FFF2-40B4-BE49-F238E27FC236}">
                  <a16:creationId xmlns:a16="http://schemas.microsoft.com/office/drawing/2014/main" id="{861995D3-F59D-6440-B257-1B989C1089B6}"/>
                </a:ext>
              </a:extLst>
            </p:cNvPr>
            <p:cNvSpPr/>
            <p:nvPr/>
          </p:nvSpPr>
          <p:spPr>
            <a:xfrm>
              <a:off x="13864508" y="9905757"/>
              <a:ext cx="234670" cy="167621"/>
            </a:xfrm>
            <a:custGeom>
              <a:avLst/>
              <a:gdLst>
                <a:gd name="connsiteX0" fmla="*/ 141305 w 234669"/>
                <a:gd name="connsiteY0" fmla="*/ 166643 h 167621"/>
                <a:gd name="connsiteX1" fmla="*/ 261992 w 234669"/>
                <a:gd name="connsiteY1" fmla="*/ 86185 h 167621"/>
                <a:gd name="connsiteX2" fmla="*/ 264071 w 234669"/>
                <a:gd name="connsiteY2" fmla="*/ 82330 h 167621"/>
                <a:gd name="connsiteX3" fmla="*/ 261992 w 234669"/>
                <a:gd name="connsiteY3" fmla="*/ 78441 h 167621"/>
                <a:gd name="connsiteX4" fmla="*/ 152938 w 234669"/>
                <a:gd name="connsiteY4" fmla="*/ 5760 h 167621"/>
                <a:gd name="connsiteX5" fmla="*/ 111099 w 234669"/>
                <a:gd name="connsiteY5" fmla="*/ 5760 h 167621"/>
                <a:gd name="connsiteX6" fmla="*/ 2079 w 234669"/>
                <a:gd name="connsiteY6" fmla="*/ 78441 h 167621"/>
                <a:gd name="connsiteX7" fmla="*/ 0 w 234669"/>
                <a:gd name="connsiteY7" fmla="*/ 82330 h 167621"/>
                <a:gd name="connsiteX8" fmla="*/ 2079 w 234669"/>
                <a:gd name="connsiteY8" fmla="*/ 86185 h 167621"/>
                <a:gd name="connsiteX9" fmla="*/ 122766 w 234669"/>
                <a:gd name="connsiteY9" fmla="*/ 166643 h 167621"/>
                <a:gd name="connsiteX10" fmla="*/ 141305 w 234669"/>
                <a:gd name="connsiteY10" fmla="*/ 166643 h 167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4669" h="167621">
                  <a:moveTo>
                    <a:pt x="141305" y="166643"/>
                  </a:moveTo>
                  <a:lnTo>
                    <a:pt x="261992" y="86185"/>
                  </a:lnTo>
                  <a:cubicBezTo>
                    <a:pt x="263293" y="85334"/>
                    <a:pt x="264075" y="83884"/>
                    <a:pt x="264071" y="82330"/>
                  </a:cubicBezTo>
                  <a:cubicBezTo>
                    <a:pt x="264080" y="80765"/>
                    <a:pt x="263298" y="79302"/>
                    <a:pt x="261992" y="78441"/>
                  </a:cubicBezTo>
                  <a:lnTo>
                    <a:pt x="152938" y="5760"/>
                  </a:lnTo>
                  <a:cubicBezTo>
                    <a:pt x="140049" y="-1920"/>
                    <a:pt x="123988" y="-1920"/>
                    <a:pt x="111099" y="5760"/>
                  </a:cubicBezTo>
                  <a:lnTo>
                    <a:pt x="2079" y="78441"/>
                  </a:lnTo>
                  <a:cubicBezTo>
                    <a:pt x="773" y="79302"/>
                    <a:pt x="-9" y="80765"/>
                    <a:pt x="0" y="82330"/>
                  </a:cubicBezTo>
                  <a:cubicBezTo>
                    <a:pt x="-4" y="83884"/>
                    <a:pt x="778" y="85334"/>
                    <a:pt x="2079" y="86185"/>
                  </a:cubicBezTo>
                  <a:lnTo>
                    <a:pt x="122766" y="166643"/>
                  </a:lnTo>
                  <a:cubicBezTo>
                    <a:pt x="128383" y="170371"/>
                    <a:pt x="135688" y="170371"/>
                    <a:pt x="141305" y="166643"/>
                  </a:cubicBezTo>
                  <a:close/>
                </a:path>
              </a:pathLst>
            </a:custGeom>
            <a:solidFill>
              <a:schemeClr val="accent1">
                <a:lumMod val="40000"/>
                <a:lumOff val="60000"/>
              </a:schemeClr>
            </a:solidFill>
            <a:ln w="33338" cap="flat">
              <a:noFill/>
              <a:prstDash val="solid"/>
              <a:miter/>
            </a:ln>
          </p:spPr>
          <p:txBody>
            <a:bodyPr rtlCol="0" anchor="ctr"/>
            <a:lstStyle/>
            <a:p>
              <a:endParaRPr/>
            </a:p>
          </p:txBody>
        </p:sp>
        <p:sp>
          <p:nvSpPr>
            <p:cNvPr id="27" name="Freeform 26">
              <a:extLst>
                <a:ext uri="{FF2B5EF4-FFF2-40B4-BE49-F238E27FC236}">
                  <a16:creationId xmlns:a16="http://schemas.microsoft.com/office/drawing/2014/main" id="{9A85A5AA-BF55-7A43-9E6E-F4686683821F}"/>
                </a:ext>
              </a:extLst>
            </p:cNvPr>
            <p:cNvSpPr/>
            <p:nvPr/>
          </p:nvSpPr>
          <p:spPr>
            <a:xfrm>
              <a:off x="13845667" y="10020613"/>
              <a:ext cx="301718" cy="402291"/>
            </a:xfrm>
            <a:custGeom>
              <a:avLst/>
              <a:gdLst>
                <a:gd name="connsiteX0" fmla="*/ 1408 w 301718"/>
                <a:gd name="connsiteY0" fmla="*/ 327 h 402291"/>
                <a:gd name="connsiteX1" fmla="*/ 0 w 301718"/>
                <a:gd name="connsiteY1" fmla="*/ 2674 h 402291"/>
                <a:gd name="connsiteX2" fmla="*/ 0 w 301718"/>
                <a:gd name="connsiteY2" fmla="*/ 291385 h 402291"/>
                <a:gd name="connsiteX3" fmla="*/ 20618 w 301718"/>
                <a:gd name="connsiteY3" fmla="*/ 330943 h 402291"/>
                <a:gd name="connsiteX4" fmla="*/ 130242 w 301718"/>
                <a:gd name="connsiteY4" fmla="*/ 407412 h 402291"/>
                <a:gd name="connsiteX5" fmla="*/ 171477 w 301718"/>
                <a:gd name="connsiteY5" fmla="*/ 407412 h 402291"/>
                <a:gd name="connsiteX6" fmla="*/ 281101 w 301718"/>
                <a:gd name="connsiteY6" fmla="*/ 330943 h 402291"/>
                <a:gd name="connsiteX7" fmla="*/ 301718 w 301718"/>
                <a:gd name="connsiteY7" fmla="*/ 291385 h 402291"/>
                <a:gd name="connsiteX8" fmla="*/ 301718 w 301718"/>
                <a:gd name="connsiteY8" fmla="*/ 2674 h 402291"/>
                <a:gd name="connsiteX9" fmla="*/ 299009 w 301718"/>
                <a:gd name="connsiteY9" fmla="*/ 19 h 402291"/>
                <a:gd name="connsiteX10" fmla="*/ 297561 w 301718"/>
                <a:gd name="connsiteY10" fmla="*/ 461 h 402291"/>
                <a:gd name="connsiteX11" fmla="*/ 178751 w 301718"/>
                <a:gd name="connsiteY11" fmla="*/ 79679 h 402291"/>
                <a:gd name="connsiteX12" fmla="*/ 122967 w 301718"/>
                <a:gd name="connsiteY12" fmla="*/ 79679 h 402291"/>
                <a:gd name="connsiteX13" fmla="*/ 4157 w 301718"/>
                <a:gd name="connsiteY13" fmla="*/ 461 h 402291"/>
                <a:gd name="connsiteX14" fmla="*/ 1408 w 301718"/>
                <a:gd name="connsiteY14" fmla="*/ 327 h 402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1718" h="402291">
                  <a:moveTo>
                    <a:pt x="1408" y="327"/>
                  </a:moveTo>
                  <a:cubicBezTo>
                    <a:pt x="534" y="782"/>
                    <a:pt x="-10" y="1689"/>
                    <a:pt x="0" y="2674"/>
                  </a:cubicBezTo>
                  <a:lnTo>
                    <a:pt x="0" y="291385"/>
                  </a:lnTo>
                  <a:cubicBezTo>
                    <a:pt x="881" y="306917"/>
                    <a:pt x="8390" y="321324"/>
                    <a:pt x="20618" y="330943"/>
                  </a:cubicBezTo>
                  <a:lnTo>
                    <a:pt x="130242" y="407412"/>
                  </a:lnTo>
                  <a:cubicBezTo>
                    <a:pt x="142848" y="415323"/>
                    <a:pt x="158870" y="415323"/>
                    <a:pt x="171477" y="407412"/>
                  </a:cubicBezTo>
                  <a:lnTo>
                    <a:pt x="281101" y="330943"/>
                  </a:lnTo>
                  <a:cubicBezTo>
                    <a:pt x="293329" y="321324"/>
                    <a:pt x="300837" y="306917"/>
                    <a:pt x="301718" y="291385"/>
                  </a:cubicBezTo>
                  <a:lnTo>
                    <a:pt x="301718" y="2674"/>
                  </a:lnTo>
                  <a:cubicBezTo>
                    <a:pt x="301703" y="1193"/>
                    <a:pt x="300491" y="4"/>
                    <a:pt x="299009" y="19"/>
                  </a:cubicBezTo>
                  <a:cubicBezTo>
                    <a:pt x="298494" y="24"/>
                    <a:pt x="297992" y="178"/>
                    <a:pt x="297561" y="461"/>
                  </a:cubicBezTo>
                  <a:lnTo>
                    <a:pt x="178751" y="79679"/>
                  </a:lnTo>
                  <a:cubicBezTo>
                    <a:pt x="161861" y="90938"/>
                    <a:pt x="139857" y="90938"/>
                    <a:pt x="122967" y="79679"/>
                  </a:cubicBezTo>
                  <a:lnTo>
                    <a:pt x="4157" y="461"/>
                  </a:lnTo>
                  <a:cubicBezTo>
                    <a:pt x="3340" y="-101"/>
                    <a:pt x="2276" y="-153"/>
                    <a:pt x="1408" y="327"/>
                  </a:cubicBezTo>
                  <a:close/>
                </a:path>
              </a:pathLst>
            </a:custGeom>
            <a:solidFill>
              <a:schemeClr val="accent1">
                <a:lumMod val="60000"/>
                <a:lumOff val="40000"/>
              </a:schemeClr>
            </a:solidFill>
            <a:ln w="33338" cap="flat">
              <a:noFill/>
              <a:prstDash val="solid"/>
              <a:miter/>
            </a:ln>
          </p:spPr>
          <p:txBody>
            <a:bodyPr rtlCol="0" anchor="ctr"/>
            <a:lstStyle/>
            <a:p>
              <a:endParaRPr/>
            </a:p>
          </p:txBody>
        </p:sp>
        <p:sp>
          <p:nvSpPr>
            <p:cNvPr id="28" name="Freeform 27">
              <a:extLst>
                <a:ext uri="{FF2B5EF4-FFF2-40B4-BE49-F238E27FC236}">
                  <a16:creationId xmlns:a16="http://schemas.microsoft.com/office/drawing/2014/main" id="{4D651E96-BCD2-1644-A487-5F89B7C9C795}"/>
                </a:ext>
              </a:extLst>
            </p:cNvPr>
            <p:cNvSpPr/>
            <p:nvPr/>
          </p:nvSpPr>
          <p:spPr>
            <a:xfrm>
              <a:off x="14247958" y="9743956"/>
              <a:ext cx="301718" cy="670485"/>
            </a:xfrm>
            <a:custGeom>
              <a:avLst/>
              <a:gdLst>
                <a:gd name="connsiteX0" fmla="*/ 1408 w 301718"/>
                <a:gd name="connsiteY0" fmla="*/ 409 h 670485"/>
                <a:gd name="connsiteX1" fmla="*/ 0 w 301718"/>
                <a:gd name="connsiteY1" fmla="*/ 2755 h 670485"/>
                <a:gd name="connsiteX2" fmla="*/ 0 w 301718"/>
                <a:gd name="connsiteY2" fmla="*/ 568041 h 670485"/>
                <a:gd name="connsiteX3" fmla="*/ 20618 w 301718"/>
                <a:gd name="connsiteY3" fmla="*/ 607600 h 670485"/>
                <a:gd name="connsiteX4" fmla="*/ 130242 w 301718"/>
                <a:gd name="connsiteY4" fmla="*/ 684069 h 670485"/>
                <a:gd name="connsiteX5" fmla="*/ 171477 w 301718"/>
                <a:gd name="connsiteY5" fmla="*/ 684069 h 670485"/>
                <a:gd name="connsiteX6" fmla="*/ 281101 w 301718"/>
                <a:gd name="connsiteY6" fmla="*/ 607600 h 670485"/>
                <a:gd name="connsiteX7" fmla="*/ 301718 w 301718"/>
                <a:gd name="connsiteY7" fmla="*/ 568041 h 670485"/>
                <a:gd name="connsiteX8" fmla="*/ 301718 w 301718"/>
                <a:gd name="connsiteY8" fmla="*/ 2655 h 670485"/>
                <a:gd name="connsiteX9" fmla="*/ 299009 w 301718"/>
                <a:gd name="connsiteY9" fmla="*/ 0 h 670485"/>
                <a:gd name="connsiteX10" fmla="*/ 297561 w 301718"/>
                <a:gd name="connsiteY10" fmla="*/ 442 h 670485"/>
                <a:gd name="connsiteX11" fmla="*/ 178751 w 301718"/>
                <a:gd name="connsiteY11" fmla="*/ 79761 h 670485"/>
                <a:gd name="connsiteX12" fmla="*/ 122967 w 301718"/>
                <a:gd name="connsiteY12" fmla="*/ 79761 h 670485"/>
                <a:gd name="connsiteX13" fmla="*/ 4157 w 301718"/>
                <a:gd name="connsiteY13" fmla="*/ 543 h 670485"/>
                <a:gd name="connsiteX14" fmla="*/ 1408 w 301718"/>
                <a:gd name="connsiteY14" fmla="*/ 409 h 67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1718" h="670485">
                  <a:moveTo>
                    <a:pt x="1408" y="409"/>
                  </a:moveTo>
                  <a:cubicBezTo>
                    <a:pt x="534" y="863"/>
                    <a:pt x="-10" y="1770"/>
                    <a:pt x="0" y="2755"/>
                  </a:cubicBezTo>
                  <a:lnTo>
                    <a:pt x="0" y="568041"/>
                  </a:lnTo>
                  <a:cubicBezTo>
                    <a:pt x="881" y="583574"/>
                    <a:pt x="8390" y="597981"/>
                    <a:pt x="20618" y="607600"/>
                  </a:cubicBezTo>
                  <a:lnTo>
                    <a:pt x="130242" y="684069"/>
                  </a:lnTo>
                  <a:cubicBezTo>
                    <a:pt x="142848" y="691980"/>
                    <a:pt x="158870" y="691980"/>
                    <a:pt x="171477" y="684069"/>
                  </a:cubicBezTo>
                  <a:lnTo>
                    <a:pt x="281101" y="607600"/>
                  </a:lnTo>
                  <a:cubicBezTo>
                    <a:pt x="293329" y="597981"/>
                    <a:pt x="300837" y="583574"/>
                    <a:pt x="301718" y="568041"/>
                  </a:cubicBezTo>
                  <a:lnTo>
                    <a:pt x="301718" y="2655"/>
                  </a:lnTo>
                  <a:cubicBezTo>
                    <a:pt x="301703" y="1174"/>
                    <a:pt x="300491" y="-15"/>
                    <a:pt x="299009" y="0"/>
                  </a:cubicBezTo>
                  <a:cubicBezTo>
                    <a:pt x="298494" y="5"/>
                    <a:pt x="297992" y="159"/>
                    <a:pt x="297561" y="442"/>
                  </a:cubicBezTo>
                  <a:lnTo>
                    <a:pt x="178751" y="79761"/>
                  </a:lnTo>
                  <a:cubicBezTo>
                    <a:pt x="161861" y="91020"/>
                    <a:pt x="139858" y="91020"/>
                    <a:pt x="122967" y="79761"/>
                  </a:cubicBezTo>
                  <a:lnTo>
                    <a:pt x="4157" y="543"/>
                  </a:lnTo>
                  <a:cubicBezTo>
                    <a:pt x="3340" y="-20"/>
                    <a:pt x="2276" y="-72"/>
                    <a:pt x="1408" y="409"/>
                  </a:cubicBezTo>
                  <a:close/>
                </a:path>
              </a:pathLst>
            </a:custGeom>
            <a:solidFill>
              <a:schemeClr val="accent2">
                <a:lumMod val="40000"/>
                <a:lumOff val="60000"/>
              </a:schemeClr>
            </a:solidFill>
            <a:ln w="33338" cap="flat">
              <a:noFill/>
              <a:prstDash val="solid"/>
              <a:miter/>
            </a:ln>
          </p:spPr>
          <p:txBody>
            <a:bodyPr rtlCol="0" anchor="ctr"/>
            <a:lstStyle/>
            <a:p>
              <a:endParaRPr/>
            </a:p>
          </p:txBody>
        </p:sp>
        <p:sp>
          <p:nvSpPr>
            <p:cNvPr id="29" name="Freeform 28">
              <a:extLst>
                <a:ext uri="{FF2B5EF4-FFF2-40B4-BE49-F238E27FC236}">
                  <a16:creationId xmlns:a16="http://schemas.microsoft.com/office/drawing/2014/main" id="{3C5FF02E-A5AB-AC44-97CC-1531013B9390}"/>
                </a:ext>
              </a:extLst>
            </p:cNvPr>
            <p:cNvSpPr/>
            <p:nvPr/>
          </p:nvSpPr>
          <p:spPr>
            <a:xfrm>
              <a:off x="14266799" y="9629181"/>
              <a:ext cx="234670" cy="167621"/>
            </a:xfrm>
            <a:custGeom>
              <a:avLst/>
              <a:gdLst>
                <a:gd name="connsiteX0" fmla="*/ 141305 w 234669"/>
                <a:gd name="connsiteY0" fmla="*/ 166643 h 167621"/>
                <a:gd name="connsiteX1" fmla="*/ 261992 w 234669"/>
                <a:gd name="connsiteY1" fmla="*/ 86185 h 167621"/>
                <a:gd name="connsiteX2" fmla="*/ 264071 w 234669"/>
                <a:gd name="connsiteY2" fmla="*/ 82330 h 167621"/>
                <a:gd name="connsiteX3" fmla="*/ 261992 w 234669"/>
                <a:gd name="connsiteY3" fmla="*/ 78441 h 167621"/>
                <a:gd name="connsiteX4" fmla="*/ 152938 w 234669"/>
                <a:gd name="connsiteY4" fmla="*/ 5760 h 167621"/>
                <a:gd name="connsiteX5" fmla="*/ 111100 w 234669"/>
                <a:gd name="connsiteY5" fmla="*/ 5760 h 167621"/>
                <a:gd name="connsiteX6" fmla="*/ 2079 w 234669"/>
                <a:gd name="connsiteY6" fmla="*/ 78441 h 167621"/>
                <a:gd name="connsiteX7" fmla="*/ 0 w 234669"/>
                <a:gd name="connsiteY7" fmla="*/ 82330 h 167621"/>
                <a:gd name="connsiteX8" fmla="*/ 2079 w 234669"/>
                <a:gd name="connsiteY8" fmla="*/ 86185 h 167621"/>
                <a:gd name="connsiteX9" fmla="*/ 122766 w 234669"/>
                <a:gd name="connsiteY9" fmla="*/ 166643 h 167621"/>
                <a:gd name="connsiteX10" fmla="*/ 141305 w 234669"/>
                <a:gd name="connsiteY10" fmla="*/ 166643 h 167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4669" h="167621">
                  <a:moveTo>
                    <a:pt x="141305" y="166643"/>
                  </a:moveTo>
                  <a:lnTo>
                    <a:pt x="261992" y="86185"/>
                  </a:lnTo>
                  <a:cubicBezTo>
                    <a:pt x="263293" y="85334"/>
                    <a:pt x="264075" y="83884"/>
                    <a:pt x="264071" y="82330"/>
                  </a:cubicBezTo>
                  <a:cubicBezTo>
                    <a:pt x="264080" y="80765"/>
                    <a:pt x="263298" y="79302"/>
                    <a:pt x="261992" y="78441"/>
                  </a:cubicBezTo>
                  <a:lnTo>
                    <a:pt x="152938" y="5760"/>
                  </a:lnTo>
                  <a:cubicBezTo>
                    <a:pt x="140049" y="-1920"/>
                    <a:pt x="123988" y="-1920"/>
                    <a:pt x="111100" y="5760"/>
                  </a:cubicBezTo>
                  <a:lnTo>
                    <a:pt x="2079" y="78441"/>
                  </a:lnTo>
                  <a:cubicBezTo>
                    <a:pt x="773" y="79302"/>
                    <a:pt x="-9" y="80765"/>
                    <a:pt x="0" y="82330"/>
                  </a:cubicBezTo>
                  <a:cubicBezTo>
                    <a:pt x="-4" y="83884"/>
                    <a:pt x="778" y="85334"/>
                    <a:pt x="2079" y="86185"/>
                  </a:cubicBezTo>
                  <a:lnTo>
                    <a:pt x="122766" y="166643"/>
                  </a:lnTo>
                  <a:cubicBezTo>
                    <a:pt x="128383" y="170371"/>
                    <a:pt x="135688" y="170371"/>
                    <a:pt x="141305" y="166643"/>
                  </a:cubicBezTo>
                  <a:close/>
                </a:path>
              </a:pathLst>
            </a:custGeom>
            <a:solidFill>
              <a:schemeClr val="accent2">
                <a:lumMod val="20000"/>
                <a:lumOff val="80000"/>
              </a:schemeClr>
            </a:solidFill>
            <a:ln w="33338" cap="flat">
              <a:noFill/>
              <a:prstDash val="solid"/>
              <a:miter/>
            </a:ln>
          </p:spPr>
          <p:txBody>
            <a:bodyPr rtlCol="0" anchor="ctr"/>
            <a:lstStyle/>
            <a:p>
              <a:endParaRPr/>
            </a:p>
          </p:txBody>
        </p:sp>
      </p:grpSp>
      <p:grpSp>
        <p:nvGrpSpPr>
          <p:cNvPr id="30" name="Group 29">
            <a:extLst>
              <a:ext uri="{FF2B5EF4-FFF2-40B4-BE49-F238E27FC236}">
                <a16:creationId xmlns:a16="http://schemas.microsoft.com/office/drawing/2014/main" id="{D14DB7AB-104F-794D-982E-0075C3555F53}"/>
              </a:ext>
            </a:extLst>
          </p:cNvPr>
          <p:cNvGrpSpPr/>
          <p:nvPr/>
        </p:nvGrpSpPr>
        <p:grpSpPr>
          <a:xfrm>
            <a:off x="17226093" y="8371141"/>
            <a:ext cx="929805" cy="586905"/>
            <a:chOff x="18512540" y="9835999"/>
            <a:chExt cx="929805" cy="586905"/>
          </a:xfrm>
        </p:grpSpPr>
        <p:sp>
          <p:nvSpPr>
            <p:cNvPr id="31" name="Oval 30">
              <a:extLst>
                <a:ext uri="{FF2B5EF4-FFF2-40B4-BE49-F238E27FC236}">
                  <a16:creationId xmlns:a16="http://schemas.microsoft.com/office/drawing/2014/main" id="{4FF1C242-2DC6-7248-872A-6A52A561967B}"/>
                </a:ext>
              </a:extLst>
            </p:cNvPr>
            <p:cNvSpPr/>
            <p:nvPr/>
          </p:nvSpPr>
          <p:spPr>
            <a:xfrm>
              <a:off x="18512540" y="9835999"/>
              <a:ext cx="586905" cy="586905"/>
            </a:xfrm>
            <a:prstGeom prst="ellipse">
              <a:avLst/>
            </a:prstGeom>
            <a:solidFill>
              <a:schemeClr val="accent6">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2" name="Oval 31">
              <a:extLst>
                <a:ext uri="{FF2B5EF4-FFF2-40B4-BE49-F238E27FC236}">
                  <a16:creationId xmlns:a16="http://schemas.microsoft.com/office/drawing/2014/main" id="{FC516A64-378B-7244-8E22-F1CABE735090}"/>
                </a:ext>
              </a:extLst>
            </p:cNvPr>
            <p:cNvSpPr/>
            <p:nvPr/>
          </p:nvSpPr>
          <p:spPr>
            <a:xfrm>
              <a:off x="18855440" y="9835999"/>
              <a:ext cx="586905" cy="58690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33" name="TextBox 32">
            <a:extLst>
              <a:ext uri="{FF2B5EF4-FFF2-40B4-BE49-F238E27FC236}">
                <a16:creationId xmlns:a16="http://schemas.microsoft.com/office/drawing/2014/main" id="{5F2EEAD8-82A7-C44A-A20E-2E8C15F05602}"/>
              </a:ext>
            </a:extLst>
          </p:cNvPr>
          <p:cNvSpPr txBox="1"/>
          <p:nvPr/>
        </p:nvSpPr>
        <p:spPr>
          <a:xfrm>
            <a:off x="2223181" y="9878814"/>
            <a:ext cx="4900634" cy="1141274"/>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4" name="TextBox 33">
            <a:extLst>
              <a:ext uri="{FF2B5EF4-FFF2-40B4-BE49-F238E27FC236}">
                <a16:creationId xmlns:a16="http://schemas.microsoft.com/office/drawing/2014/main" id="{CB3772EF-37CB-0C43-BBF7-672CA0D0842A}"/>
              </a:ext>
            </a:extLst>
          </p:cNvPr>
          <p:cNvSpPr txBox="1"/>
          <p:nvPr/>
        </p:nvSpPr>
        <p:spPr>
          <a:xfrm>
            <a:off x="2223179" y="9417149"/>
            <a:ext cx="3315331" cy="461665"/>
          </a:xfrm>
          <a:prstGeom prst="rect">
            <a:avLst/>
          </a:prstGeom>
          <a:noFill/>
        </p:spPr>
        <p:txBody>
          <a:bodyPr wrap="none" rtlCol="0">
            <a:spAutoFit/>
          </a:bodyPr>
          <a:lstStyle/>
          <a:p>
            <a:r>
              <a:rPr lang="en-US" sz="2400" b="1" spc="300">
                <a:solidFill>
                  <a:schemeClr val="tx2"/>
                </a:solidFill>
                <a:latin typeface="Open Sans" panose="020B0606030504020204" pitchFamily="34" charset="0"/>
                <a:ea typeface="Open Sans" panose="020B0606030504020204" pitchFamily="34" charset="0"/>
                <a:cs typeface="Open Sans" panose="020B0606030504020204" pitchFamily="34" charset="0"/>
              </a:rPr>
              <a:t>GRAPHIC DESIGN</a:t>
            </a:r>
            <a:endParaRPr sz="2400"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8" name="TextBox 37">
            <a:extLst>
              <a:ext uri="{FF2B5EF4-FFF2-40B4-BE49-F238E27FC236}">
                <a16:creationId xmlns:a16="http://schemas.microsoft.com/office/drawing/2014/main" id="{E950CF29-5040-4943-92E4-9CED98846A2C}"/>
              </a:ext>
            </a:extLst>
          </p:cNvPr>
          <p:cNvSpPr txBox="1"/>
          <p:nvPr/>
        </p:nvSpPr>
        <p:spPr>
          <a:xfrm>
            <a:off x="9724638" y="9878814"/>
            <a:ext cx="4900634" cy="1141274"/>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9" name="TextBox 38">
            <a:extLst>
              <a:ext uri="{FF2B5EF4-FFF2-40B4-BE49-F238E27FC236}">
                <a16:creationId xmlns:a16="http://schemas.microsoft.com/office/drawing/2014/main" id="{55E9DDA3-1BC6-2044-BD9C-FE2F87773117}"/>
              </a:ext>
            </a:extLst>
          </p:cNvPr>
          <p:cNvSpPr txBox="1"/>
          <p:nvPr/>
        </p:nvSpPr>
        <p:spPr>
          <a:xfrm>
            <a:off x="9724636" y="9417149"/>
            <a:ext cx="3466013" cy="461665"/>
          </a:xfrm>
          <a:prstGeom prst="rect">
            <a:avLst/>
          </a:prstGeom>
          <a:noFill/>
        </p:spPr>
        <p:txBody>
          <a:bodyPr wrap="none" rtlCol="0">
            <a:spAutoFit/>
          </a:bodyPr>
          <a:lstStyle/>
          <a:p>
            <a:r>
              <a:rPr lang="en-US" sz="2400" b="1" spc="300">
                <a:solidFill>
                  <a:schemeClr val="tx2"/>
                </a:solidFill>
                <a:latin typeface="Open Sans" panose="020B0606030504020204" pitchFamily="34" charset="0"/>
                <a:ea typeface="Open Sans" panose="020B0606030504020204" pitchFamily="34" charset="0"/>
                <a:cs typeface="Open Sans" panose="020B0606030504020204" pitchFamily="34" charset="0"/>
              </a:rPr>
              <a:t>3D ILLUSTRATION</a:t>
            </a:r>
            <a:endParaRPr sz="2400"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1" name="TextBox 40">
            <a:extLst>
              <a:ext uri="{FF2B5EF4-FFF2-40B4-BE49-F238E27FC236}">
                <a16:creationId xmlns:a16="http://schemas.microsoft.com/office/drawing/2014/main" id="{249BA146-1514-214A-A778-B13F5146588B}"/>
              </a:ext>
            </a:extLst>
          </p:cNvPr>
          <p:cNvSpPr txBox="1"/>
          <p:nvPr/>
        </p:nvSpPr>
        <p:spPr>
          <a:xfrm>
            <a:off x="17226095" y="9878814"/>
            <a:ext cx="4900634" cy="1141274"/>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2" name="TextBox 41">
            <a:extLst>
              <a:ext uri="{FF2B5EF4-FFF2-40B4-BE49-F238E27FC236}">
                <a16:creationId xmlns:a16="http://schemas.microsoft.com/office/drawing/2014/main" id="{2A6FCDDE-9366-E04B-A303-35E4987258EA}"/>
              </a:ext>
            </a:extLst>
          </p:cNvPr>
          <p:cNvSpPr txBox="1"/>
          <p:nvPr/>
        </p:nvSpPr>
        <p:spPr>
          <a:xfrm>
            <a:off x="17226093" y="9417149"/>
            <a:ext cx="3222357" cy="461665"/>
          </a:xfrm>
          <a:prstGeom prst="rect">
            <a:avLst/>
          </a:prstGeom>
          <a:noFill/>
        </p:spPr>
        <p:txBody>
          <a:bodyPr wrap="none" rtlCol="0">
            <a:spAutoFit/>
          </a:bodyPr>
          <a:lstStyle/>
          <a:p>
            <a:r>
              <a:rPr lang="en-US" sz="2400" b="1" spc="300">
                <a:solidFill>
                  <a:schemeClr val="tx2"/>
                </a:solidFill>
                <a:latin typeface="Open Sans" panose="020B0606030504020204" pitchFamily="34" charset="0"/>
                <a:ea typeface="Open Sans" panose="020B0606030504020204" pitchFamily="34" charset="0"/>
                <a:cs typeface="Open Sans" panose="020B0606030504020204" pitchFamily="34" charset="0"/>
              </a:rPr>
              <a:t>MOTION DESIGN</a:t>
            </a:r>
            <a:endParaRPr sz="2400"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3182596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F8999E74-1698-A245-B528-34123616F2F9}"/>
              </a:ext>
            </a:extLst>
          </p:cNvPr>
          <p:cNvCxnSpPr>
            <a:cxnSpLocks/>
          </p:cNvCxnSpPr>
          <p:nvPr/>
        </p:nvCxnSpPr>
        <p:spPr>
          <a:xfrm flipH="1">
            <a:off x="7536823" y="8028948"/>
            <a:ext cx="12777787" cy="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F652C6F-2219-9D43-9568-75F29337B4C7}"/>
              </a:ext>
            </a:extLst>
          </p:cNvPr>
          <p:cNvCxnSpPr>
            <a:cxnSpLocks/>
          </p:cNvCxnSpPr>
          <p:nvPr/>
        </p:nvCxnSpPr>
        <p:spPr>
          <a:xfrm>
            <a:off x="2952750" y="1459476"/>
            <a:ext cx="0" cy="10797049"/>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03489E68-CE29-9E4C-B5A1-E6BB265D7087}"/>
              </a:ext>
            </a:extLst>
          </p:cNvPr>
          <p:cNvSpPr/>
          <p:nvPr/>
        </p:nvSpPr>
        <p:spPr>
          <a:xfrm>
            <a:off x="1819953" y="10949567"/>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0A57B106-E040-004E-991B-90CA43E1585A}"/>
              </a:ext>
            </a:extLst>
          </p:cNvPr>
          <p:cNvSpPr txBox="1"/>
          <p:nvPr/>
        </p:nvSpPr>
        <p:spPr>
          <a:xfrm rot="16200000">
            <a:off x="1296234" y="2538362"/>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cxnSp>
        <p:nvCxnSpPr>
          <p:cNvPr id="28" name="Straight Connector 27">
            <a:extLst>
              <a:ext uri="{FF2B5EF4-FFF2-40B4-BE49-F238E27FC236}">
                <a16:creationId xmlns:a16="http://schemas.microsoft.com/office/drawing/2014/main" id="{E3135871-7B79-7845-A6FF-AFF511B44D0A}"/>
              </a:ext>
            </a:extLst>
          </p:cNvPr>
          <p:cNvCxnSpPr>
            <a:cxnSpLocks/>
          </p:cNvCxnSpPr>
          <p:nvPr/>
        </p:nvCxnSpPr>
        <p:spPr>
          <a:xfrm>
            <a:off x="12223456" y="8050213"/>
            <a:ext cx="0" cy="4206312"/>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3E2A31D-F365-4945-9AC7-F07109286D0F}"/>
              </a:ext>
            </a:extLst>
          </p:cNvPr>
          <p:cNvCxnSpPr>
            <a:cxnSpLocks/>
          </p:cNvCxnSpPr>
          <p:nvPr/>
        </p:nvCxnSpPr>
        <p:spPr>
          <a:xfrm>
            <a:off x="7536823" y="8050213"/>
            <a:ext cx="0" cy="4206312"/>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81ADC3F-3395-4D4A-9746-59B04A166DD1}"/>
              </a:ext>
            </a:extLst>
          </p:cNvPr>
          <p:cNvSpPr txBox="1"/>
          <p:nvPr/>
        </p:nvSpPr>
        <p:spPr>
          <a:xfrm>
            <a:off x="9780148" y="6134868"/>
            <a:ext cx="9870599" cy="1141274"/>
          </a:xfrm>
          <a:prstGeom prst="rect">
            <a:avLst/>
          </a:prstGeom>
          <a:noFill/>
        </p:spPr>
        <p:txBody>
          <a:bodyPr wrap="square" rtlCol="0">
            <a:spAutoFit/>
          </a:bodyPr>
          <a:lstStyle/>
          <a:p>
            <a:pPr algn="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Donec viverra eleifend lacus, vitae ullamcorper</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2" name="TextBox 31">
            <a:extLst>
              <a:ext uri="{FF2B5EF4-FFF2-40B4-BE49-F238E27FC236}">
                <a16:creationId xmlns:a16="http://schemas.microsoft.com/office/drawing/2014/main" id="{E657BF1D-B36B-C045-A0DD-750F9FAEB5E0}"/>
              </a:ext>
            </a:extLst>
          </p:cNvPr>
          <p:cNvSpPr txBox="1"/>
          <p:nvPr/>
        </p:nvSpPr>
        <p:spPr>
          <a:xfrm>
            <a:off x="17558508" y="5673203"/>
            <a:ext cx="2092239" cy="461665"/>
          </a:xfrm>
          <a:prstGeom prst="rect">
            <a:avLst/>
          </a:prstGeom>
          <a:noFill/>
        </p:spPr>
        <p:txBody>
          <a:bodyPr wrap="none" rtlCol="0">
            <a:spAutoFit/>
          </a:bodyPr>
          <a:lstStyle/>
          <a:p>
            <a:pPr algn="r"/>
            <a:r>
              <a:rPr lang="en-US" sz="2400" b="1" spc="300">
                <a:solidFill>
                  <a:schemeClr val="tx2"/>
                </a:solidFill>
                <a:latin typeface="Open Sans" panose="020B0606030504020204" pitchFamily="34" charset="0"/>
                <a:ea typeface="Open Sans" panose="020B0606030504020204" pitchFamily="34" charset="0"/>
                <a:cs typeface="Open Sans" panose="020B0606030504020204" pitchFamily="34" charset="0"/>
              </a:rPr>
              <a:t>UI DESIGN</a:t>
            </a:r>
            <a:endParaRPr sz="2400"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3" name="TextBox 52">
            <a:extLst>
              <a:ext uri="{FF2B5EF4-FFF2-40B4-BE49-F238E27FC236}">
                <a16:creationId xmlns:a16="http://schemas.microsoft.com/office/drawing/2014/main" id="{2004D97A-F57B-3B49-8FAE-F6DB80903553}"/>
              </a:ext>
            </a:extLst>
          </p:cNvPr>
          <p:cNvSpPr txBox="1"/>
          <p:nvPr/>
        </p:nvSpPr>
        <p:spPr>
          <a:xfrm>
            <a:off x="3471802" y="10264232"/>
            <a:ext cx="3747679" cy="1141274"/>
          </a:xfrm>
          <a:prstGeom prst="rect">
            <a:avLst/>
          </a:prstGeom>
          <a:noFill/>
        </p:spPr>
        <p:txBody>
          <a:bodyPr wrap="square" rtlCol="0">
            <a:spAutoFit/>
          </a:bodyPr>
          <a:lstStyle/>
          <a:p>
            <a:pPr algn="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6" name="TextBox 55">
            <a:extLst>
              <a:ext uri="{FF2B5EF4-FFF2-40B4-BE49-F238E27FC236}">
                <a16:creationId xmlns:a16="http://schemas.microsoft.com/office/drawing/2014/main" id="{2569890C-093A-4440-9332-1BBF12333DCB}"/>
              </a:ext>
            </a:extLst>
          </p:cNvPr>
          <p:cNvSpPr txBox="1"/>
          <p:nvPr/>
        </p:nvSpPr>
        <p:spPr>
          <a:xfrm>
            <a:off x="5874240" y="8817682"/>
            <a:ext cx="1345241" cy="1446550"/>
          </a:xfrm>
          <a:prstGeom prst="rect">
            <a:avLst/>
          </a:prstGeom>
          <a:noFill/>
        </p:spPr>
        <p:txBody>
          <a:bodyPr wrap="none" rtlCol="0">
            <a:spAutoFit/>
          </a:bodyPr>
          <a:lstStyle/>
          <a:p>
            <a:pPr algn="ctr"/>
            <a:r>
              <a:rPr lang="en-US" sz="8800" b="1">
                <a:gradFill flip="none" rotWithShape="1">
                  <a:gsLst>
                    <a:gs pos="0">
                      <a:schemeClr val="accent1"/>
                    </a:gs>
                    <a:gs pos="55000">
                      <a:schemeClr val="accent2"/>
                    </a:gs>
                    <a:gs pos="100000">
                      <a:schemeClr val="accent5"/>
                    </a:gs>
                  </a:gsLst>
                  <a:lin ang="18900000" scaled="1"/>
                  <a:tileRect/>
                </a:gradFill>
                <a:effectLst>
                  <a:outerShdw blurRad="482600" dist="38100" dir="8100000" sx="102000" sy="102000" algn="tr" rotWithShape="0">
                    <a:schemeClr val="accent2">
                      <a:alpha val="26000"/>
                    </a:schemeClr>
                  </a:outerShdw>
                </a:effectLst>
                <a:latin typeface="Poppins" pitchFamily="2" charset="77"/>
                <a:cs typeface="Poppins" pitchFamily="2" charset="77"/>
              </a:rPr>
              <a:t>01</a:t>
            </a:r>
            <a:endParaRPr sz="8800" b="1">
              <a:gradFill flip="none" rotWithShape="1">
                <a:gsLst>
                  <a:gs pos="0">
                    <a:schemeClr val="accent1"/>
                  </a:gs>
                  <a:gs pos="55000">
                    <a:schemeClr val="accent2"/>
                  </a:gs>
                  <a:gs pos="100000">
                    <a:schemeClr val="accent5"/>
                  </a:gs>
                </a:gsLst>
                <a:lin ang="18900000" scaled="1"/>
                <a:tileRect/>
              </a:gradFill>
              <a:effectLst>
                <a:outerShdw blurRad="482600" dist="38100" dir="8100000" sx="102000" sy="102000" algn="tr" rotWithShape="0">
                  <a:schemeClr val="accent2">
                    <a:alpha val="26000"/>
                  </a:schemeClr>
                </a:outerShdw>
              </a:effectLst>
              <a:latin typeface="Poppins" pitchFamily="2" charset="77"/>
              <a:cs typeface="Poppins" pitchFamily="2" charset="77"/>
            </a:endParaRPr>
          </a:p>
        </p:txBody>
      </p:sp>
      <p:sp>
        <p:nvSpPr>
          <p:cNvPr id="57" name="TextBox 56">
            <a:extLst>
              <a:ext uri="{FF2B5EF4-FFF2-40B4-BE49-F238E27FC236}">
                <a16:creationId xmlns:a16="http://schemas.microsoft.com/office/drawing/2014/main" id="{FCD70395-3B68-4C41-B3FB-52C7695DBE2E}"/>
              </a:ext>
            </a:extLst>
          </p:cNvPr>
          <p:cNvSpPr txBox="1"/>
          <p:nvPr/>
        </p:nvSpPr>
        <p:spPr>
          <a:xfrm>
            <a:off x="8060582" y="10264232"/>
            <a:ext cx="3747679" cy="1141274"/>
          </a:xfrm>
          <a:prstGeom prst="rect">
            <a:avLst/>
          </a:prstGeom>
          <a:noFill/>
        </p:spPr>
        <p:txBody>
          <a:bodyPr wrap="square" rtlCol="0">
            <a:spAutoFit/>
          </a:bodyPr>
          <a:lstStyle/>
          <a:p>
            <a:pPr algn="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blandit</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8" name="TextBox 57">
            <a:extLst>
              <a:ext uri="{FF2B5EF4-FFF2-40B4-BE49-F238E27FC236}">
                <a16:creationId xmlns:a16="http://schemas.microsoft.com/office/drawing/2014/main" id="{81B47330-736F-B843-955D-254D798511BF}"/>
              </a:ext>
            </a:extLst>
          </p:cNvPr>
          <p:cNvSpPr txBox="1"/>
          <p:nvPr/>
        </p:nvSpPr>
        <p:spPr>
          <a:xfrm>
            <a:off x="10353215" y="8817682"/>
            <a:ext cx="1564852" cy="1446550"/>
          </a:xfrm>
          <a:prstGeom prst="rect">
            <a:avLst/>
          </a:prstGeom>
          <a:noFill/>
        </p:spPr>
        <p:txBody>
          <a:bodyPr wrap="none" rtlCol="0">
            <a:spAutoFit/>
          </a:bodyPr>
          <a:lstStyle/>
          <a:p>
            <a:pPr algn="ctr"/>
            <a:r>
              <a:rPr lang="en-US" sz="8800" b="1">
                <a:gradFill flip="none" rotWithShape="1">
                  <a:gsLst>
                    <a:gs pos="0">
                      <a:schemeClr val="accent5">
                        <a:lumMod val="60000"/>
                        <a:lumOff val="40000"/>
                      </a:schemeClr>
                    </a:gs>
                    <a:gs pos="53000">
                      <a:schemeClr val="accent5">
                        <a:lumMod val="60000"/>
                        <a:lumOff val="40000"/>
                      </a:schemeClr>
                    </a:gs>
                    <a:gs pos="100000">
                      <a:schemeClr val="accent5"/>
                    </a:gs>
                  </a:gsLst>
                  <a:lin ang="18900000" scaled="1"/>
                  <a:tileRect/>
                </a:gradFill>
                <a:effectLst>
                  <a:outerShdw blurRad="482600" dist="38100" dir="8100000" sx="102000" sy="102000" algn="tr" rotWithShape="0">
                    <a:schemeClr val="accent4">
                      <a:alpha val="26000"/>
                    </a:schemeClr>
                  </a:outerShdw>
                </a:effectLst>
                <a:latin typeface="Poppins" pitchFamily="2" charset="77"/>
                <a:cs typeface="Poppins" pitchFamily="2" charset="77"/>
              </a:rPr>
              <a:t>02</a:t>
            </a:r>
            <a:endParaRPr sz="8800" b="1">
              <a:gradFill flip="none" rotWithShape="1">
                <a:gsLst>
                  <a:gs pos="0">
                    <a:schemeClr val="accent5">
                      <a:lumMod val="60000"/>
                      <a:lumOff val="40000"/>
                    </a:schemeClr>
                  </a:gs>
                  <a:gs pos="53000">
                    <a:schemeClr val="accent5">
                      <a:lumMod val="60000"/>
                      <a:lumOff val="40000"/>
                    </a:schemeClr>
                  </a:gs>
                  <a:gs pos="100000">
                    <a:schemeClr val="accent5"/>
                  </a:gs>
                </a:gsLst>
                <a:lin ang="18900000" scaled="1"/>
                <a:tileRect/>
              </a:gradFill>
              <a:effectLst>
                <a:outerShdw blurRad="482600" dist="38100" dir="8100000" sx="102000" sy="102000" algn="tr" rotWithShape="0">
                  <a:schemeClr val="accent4">
                    <a:alpha val="26000"/>
                  </a:schemeClr>
                </a:outerShdw>
              </a:effectLst>
              <a:latin typeface="Poppins" pitchFamily="2" charset="77"/>
              <a:cs typeface="Poppins" pitchFamily="2" charset="77"/>
            </a:endParaRPr>
          </a:p>
        </p:txBody>
      </p:sp>
      <p:cxnSp>
        <p:nvCxnSpPr>
          <p:cNvPr id="59" name="Straight Connector 58">
            <a:extLst>
              <a:ext uri="{FF2B5EF4-FFF2-40B4-BE49-F238E27FC236}">
                <a16:creationId xmlns:a16="http://schemas.microsoft.com/office/drawing/2014/main" id="{122A8FC4-2C0B-D946-9052-DCEC2DB06FC6}"/>
              </a:ext>
            </a:extLst>
          </p:cNvPr>
          <p:cNvCxnSpPr>
            <a:cxnSpLocks/>
          </p:cNvCxnSpPr>
          <p:nvPr/>
        </p:nvCxnSpPr>
        <p:spPr>
          <a:xfrm>
            <a:off x="16910089" y="8050213"/>
            <a:ext cx="0" cy="4206312"/>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3943E587-4659-6E4A-B64F-5D78364E0D58}"/>
              </a:ext>
            </a:extLst>
          </p:cNvPr>
          <p:cNvSpPr txBox="1"/>
          <p:nvPr/>
        </p:nvSpPr>
        <p:spPr>
          <a:xfrm>
            <a:off x="12747215" y="10264232"/>
            <a:ext cx="3747679" cy="1141274"/>
          </a:xfrm>
          <a:prstGeom prst="rect">
            <a:avLst/>
          </a:prstGeom>
          <a:noFill/>
        </p:spPr>
        <p:txBody>
          <a:bodyPr wrap="square" rtlCol="0">
            <a:spAutoFit/>
          </a:bodyPr>
          <a:lstStyle/>
          <a:p>
            <a:pPr algn="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blandit</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1" name="TextBox 60">
            <a:extLst>
              <a:ext uri="{FF2B5EF4-FFF2-40B4-BE49-F238E27FC236}">
                <a16:creationId xmlns:a16="http://schemas.microsoft.com/office/drawing/2014/main" id="{9070C760-CE27-104E-94EE-C2B2826071C7}"/>
              </a:ext>
            </a:extLst>
          </p:cNvPr>
          <p:cNvSpPr txBox="1"/>
          <p:nvPr/>
        </p:nvSpPr>
        <p:spPr>
          <a:xfrm>
            <a:off x="15020612" y="8817682"/>
            <a:ext cx="1603324" cy="1446550"/>
          </a:xfrm>
          <a:prstGeom prst="rect">
            <a:avLst/>
          </a:prstGeom>
          <a:noFill/>
        </p:spPr>
        <p:txBody>
          <a:bodyPr wrap="none" rtlCol="0">
            <a:spAutoFit/>
          </a:bodyPr>
          <a:lstStyle/>
          <a:p>
            <a:pPr algn="ctr"/>
            <a:r>
              <a:rPr lang="en-US" sz="8800" b="1">
                <a:gradFill flip="none" rotWithShape="1">
                  <a:gsLst>
                    <a:gs pos="0">
                      <a:srgbClr val="FFD76B"/>
                    </a:gs>
                    <a:gs pos="55000">
                      <a:srgbClr val="FFD76B"/>
                    </a:gs>
                    <a:gs pos="100000">
                      <a:srgbClr val="FFC000"/>
                    </a:gs>
                  </a:gsLst>
                  <a:lin ang="18900000" scaled="1"/>
                  <a:tileRect/>
                </a:gradFill>
                <a:effectLst>
                  <a:outerShdw blurRad="482600" dist="38100" dir="8100000" sx="102000" sy="102000" algn="tr" rotWithShape="0">
                    <a:srgbClr val="FFD76B">
                      <a:alpha val="26000"/>
                    </a:srgbClr>
                  </a:outerShdw>
                </a:effectLst>
                <a:latin typeface="Poppins" pitchFamily="2" charset="77"/>
                <a:cs typeface="Poppins" pitchFamily="2" charset="77"/>
              </a:rPr>
              <a:t>03</a:t>
            </a:r>
            <a:endParaRPr sz="8800" b="1">
              <a:gradFill flip="none" rotWithShape="1">
                <a:gsLst>
                  <a:gs pos="0">
                    <a:srgbClr val="FFD76B"/>
                  </a:gs>
                  <a:gs pos="55000">
                    <a:srgbClr val="FFD76B"/>
                  </a:gs>
                  <a:gs pos="100000">
                    <a:srgbClr val="FFC000"/>
                  </a:gs>
                </a:gsLst>
                <a:lin ang="18900000" scaled="1"/>
                <a:tileRect/>
              </a:gradFill>
              <a:effectLst>
                <a:outerShdw blurRad="482600" dist="38100" dir="8100000" sx="102000" sy="102000" algn="tr" rotWithShape="0">
                  <a:srgbClr val="FFD76B">
                    <a:alpha val="26000"/>
                  </a:srgbClr>
                </a:outerShdw>
              </a:effectLst>
              <a:latin typeface="Poppins" pitchFamily="2" charset="77"/>
              <a:cs typeface="Poppins" pitchFamily="2" charset="77"/>
            </a:endParaRPr>
          </a:p>
        </p:txBody>
      </p:sp>
      <p:sp>
        <p:nvSpPr>
          <p:cNvPr id="70" name="TextBox 69">
            <a:extLst>
              <a:ext uri="{FF2B5EF4-FFF2-40B4-BE49-F238E27FC236}">
                <a16:creationId xmlns:a16="http://schemas.microsoft.com/office/drawing/2014/main" id="{E1704F78-9C51-D54D-B8DD-92415D580A70}"/>
              </a:ext>
            </a:extLst>
          </p:cNvPr>
          <p:cNvSpPr txBox="1"/>
          <p:nvPr/>
        </p:nvSpPr>
        <p:spPr>
          <a:xfrm>
            <a:off x="17490494" y="9242286"/>
            <a:ext cx="2401330" cy="2246769"/>
          </a:xfrm>
          <a:prstGeom prst="rect">
            <a:avLst/>
          </a:prstGeom>
          <a:noFill/>
        </p:spPr>
        <p:txBody>
          <a:bodyPr wrap="square" rtlCol="0">
            <a:spAutoFit/>
          </a:bodyPr>
          <a:lstStyle/>
          <a:p>
            <a:pPr algn="r"/>
            <a:r>
              <a:rPr lang="en-ID" sz="2800" b="1" i="1">
                <a:solidFill>
                  <a:schemeClr val="bg1">
                    <a:lumMod val="65000"/>
                  </a:schemeClr>
                </a:solidFill>
                <a:latin typeface="Lora Italic" panose="02000503000000020004" pitchFamily="2" charset="77"/>
                <a:ea typeface="Open Sans" panose="020B0606030504020204" pitchFamily="34" charset="0"/>
                <a:cs typeface="Poppins Light" pitchFamily="2" charset="77"/>
              </a:rPr>
              <a:t>I feel that luck is preparation meeting opportunity</a:t>
            </a:r>
          </a:p>
        </p:txBody>
      </p:sp>
      <p:sp>
        <p:nvSpPr>
          <p:cNvPr id="3" name="Picture Placeholder 2">
            <a:extLst>
              <a:ext uri="{FF2B5EF4-FFF2-40B4-BE49-F238E27FC236}">
                <a16:creationId xmlns:a16="http://schemas.microsoft.com/office/drawing/2014/main" id="{E1B62704-6243-194F-BF28-7F1A9890D930}"/>
              </a:ext>
            </a:extLst>
          </p:cNvPr>
          <p:cNvSpPr>
            <a:spLocks noGrp="1"/>
          </p:cNvSpPr>
          <p:nvPr>
            <p:ph type="pic" sz="quarter" idx="10"/>
          </p:nvPr>
        </p:nvSpPr>
        <p:spPr/>
      </p:sp>
      <p:sp>
        <p:nvSpPr>
          <p:cNvPr id="5" name="Picture Placeholder 4">
            <a:extLst>
              <a:ext uri="{FF2B5EF4-FFF2-40B4-BE49-F238E27FC236}">
                <a16:creationId xmlns:a16="http://schemas.microsoft.com/office/drawing/2014/main" id="{B0C7F41F-6CB0-DC44-AC9E-B2423EC821CE}"/>
              </a:ext>
            </a:extLst>
          </p:cNvPr>
          <p:cNvSpPr>
            <a:spLocks noGrp="1"/>
          </p:cNvSpPr>
          <p:nvPr>
            <p:ph type="pic" sz="quarter" idx="11"/>
          </p:nvPr>
        </p:nvSpPr>
        <p:spPr/>
      </p:sp>
      <p:sp>
        <p:nvSpPr>
          <p:cNvPr id="11" name="TextBox 10">
            <a:extLst>
              <a:ext uri="{FF2B5EF4-FFF2-40B4-BE49-F238E27FC236}">
                <a16:creationId xmlns:a16="http://schemas.microsoft.com/office/drawing/2014/main" id="{4C08904E-3DD1-5544-916E-D613A4DF6696}"/>
              </a:ext>
            </a:extLst>
          </p:cNvPr>
          <p:cNvSpPr txBox="1"/>
          <p:nvPr/>
        </p:nvSpPr>
        <p:spPr>
          <a:xfrm>
            <a:off x="6913604" y="2402857"/>
            <a:ext cx="7780579" cy="2800767"/>
          </a:xfrm>
          <a:prstGeom prst="rect">
            <a:avLst/>
          </a:prstGeom>
          <a:noFill/>
        </p:spPr>
        <p:txBody>
          <a:bodyPr wrap="square" rtlCol="0">
            <a:spAutoFit/>
          </a:bodyPr>
          <a:lstStyle/>
          <a:p>
            <a:r>
              <a:rPr lang="en-US" sz="8800" b="1">
                <a:solidFill>
                  <a:schemeClr val="tx2"/>
                </a:solidFill>
                <a:latin typeface="Poppins" pitchFamily="2" charset="77"/>
                <a:ea typeface="Open Sans" panose="020B0606030504020204" pitchFamily="34" charset="0"/>
                <a:cs typeface="Poppins" pitchFamily="2" charset="77"/>
              </a:rPr>
              <a:t>Our Amazing Services</a:t>
            </a:r>
            <a:endParaRPr sz="8800" b="1">
              <a:solidFill>
                <a:schemeClr val="tx2"/>
              </a:solidFill>
              <a:latin typeface="Poppins" pitchFamily="2" charset="77"/>
              <a:ea typeface="Open Sans" panose="020B0606030504020204" pitchFamily="34" charset="0"/>
              <a:cs typeface="Poppins" pitchFamily="2" charset="77"/>
            </a:endParaRPr>
          </a:p>
        </p:txBody>
      </p:sp>
    </p:spTree>
    <p:extLst>
      <p:ext uri="{BB962C8B-B14F-4D97-AF65-F5344CB8AC3E}">
        <p14:creationId xmlns:p14="http://schemas.microsoft.com/office/powerpoint/2010/main" val="3070917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B481BB9-77ED-2E4E-957A-5FDDCB92314C}"/>
              </a:ext>
            </a:extLst>
          </p:cNvPr>
          <p:cNvSpPr>
            <a:spLocks noGrp="1"/>
          </p:cNvSpPr>
          <p:nvPr>
            <p:ph type="pic" sz="quarter" idx="10"/>
          </p:nvPr>
        </p:nvSpPr>
        <p:spPr/>
      </p:sp>
      <p:sp>
        <p:nvSpPr>
          <p:cNvPr id="5" name="Rectangle 4">
            <a:extLst>
              <a:ext uri="{FF2B5EF4-FFF2-40B4-BE49-F238E27FC236}">
                <a16:creationId xmlns:a16="http://schemas.microsoft.com/office/drawing/2014/main" id="{F3F949B5-9339-5C46-B8E3-8B272007EB61}"/>
              </a:ext>
            </a:extLst>
          </p:cNvPr>
          <p:cNvSpPr/>
          <p:nvPr/>
        </p:nvSpPr>
        <p:spPr>
          <a:xfrm>
            <a:off x="0" y="0"/>
            <a:ext cx="24379238" cy="9660835"/>
          </a:xfrm>
          <a:prstGeom prst="rect">
            <a:avLst/>
          </a:prstGeom>
          <a:gradFill>
            <a:gsLst>
              <a:gs pos="0">
                <a:schemeClr val="accent1">
                  <a:lumMod val="75000"/>
                  <a:alpha val="85000"/>
                </a:schemeClr>
              </a:gs>
              <a:gs pos="100000">
                <a:schemeClr val="accent2">
                  <a:alpha val="74000"/>
                </a:scheme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A04255B2-6996-1942-8BD4-86DF43FF6861}"/>
              </a:ext>
            </a:extLst>
          </p:cNvPr>
          <p:cNvSpPr/>
          <p:nvPr/>
        </p:nvSpPr>
        <p:spPr>
          <a:xfrm>
            <a:off x="16204199" y="8829414"/>
            <a:ext cx="6398848" cy="3370521"/>
          </a:xfrm>
          <a:prstGeom prst="rect">
            <a:avLst/>
          </a:prstGeom>
          <a:solidFill>
            <a:schemeClr val="bg1">
              <a:alpha val="9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79170520-3055-FB45-8D6B-FEC92D57F613}"/>
              </a:ext>
            </a:extLst>
          </p:cNvPr>
          <p:cNvSpPr txBox="1"/>
          <p:nvPr/>
        </p:nvSpPr>
        <p:spPr>
          <a:xfrm>
            <a:off x="1776191" y="3490637"/>
            <a:ext cx="6398848" cy="4524315"/>
          </a:xfrm>
          <a:prstGeom prst="rect">
            <a:avLst/>
          </a:prstGeom>
          <a:noFill/>
        </p:spPr>
        <p:txBody>
          <a:bodyPr wrap="square" rtlCol="0">
            <a:spAutoFit/>
          </a:bodyPr>
          <a:lstStyle/>
          <a:p>
            <a:r>
              <a:rPr lang="en-ID" sz="7200" b="1">
                <a:solidFill>
                  <a:schemeClr val="bg1"/>
                </a:solidFill>
                <a:latin typeface="Poppins" pitchFamily="2" charset="77"/>
                <a:ea typeface="Open Sans" panose="020B0606030504020204" pitchFamily="34" charset="0"/>
                <a:cs typeface="Poppins" pitchFamily="2" charset="77"/>
              </a:rPr>
              <a:t>Change the world by being yourself</a:t>
            </a:r>
            <a:endParaRPr sz="7200" b="1">
              <a:solidFill>
                <a:schemeClr val="bg1"/>
              </a:solidFill>
              <a:latin typeface="Poppins" pitchFamily="2" charset="77"/>
              <a:ea typeface="Open Sans" panose="020B0606030504020204" pitchFamily="34" charset="0"/>
              <a:cs typeface="Poppins" pitchFamily="2" charset="77"/>
            </a:endParaRPr>
          </a:p>
        </p:txBody>
      </p:sp>
      <p:sp>
        <p:nvSpPr>
          <p:cNvPr id="19" name="TextBox 18">
            <a:extLst>
              <a:ext uri="{FF2B5EF4-FFF2-40B4-BE49-F238E27FC236}">
                <a16:creationId xmlns:a16="http://schemas.microsoft.com/office/drawing/2014/main" id="{62155692-7D53-EB42-95F3-ADEEC601043A}"/>
              </a:ext>
            </a:extLst>
          </p:cNvPr>
          <p:cNvSpPr txBox="1"/>
          <p:nvPr/>
        </p:nvSpPr>
        <p:spPr>
          <a:xfrm>
            <a:off x="1776191" y="3068432"/>
            <a:ext cx="1532792" cy="369332"/>
          </a:xfrm>
          <a:prstGeom prst="rect">
            <a:avLst/>
          </a:prstGeom>
          <a:noFill/>
        </p:spPr>
        <p:txBody>
          <a:bodyPr wrap="none" rtlCol="0">
            <a:spAutoFit/>
          </a:bodyPr>
          <a:lstStyle/>
          <a:p>
            <a:r>
              <a:rPr lang="en-US" b="1" spc="300">
                <a:solidFill>
                  <a:schemeClr val="bg2"/>
                </a:solidFill>
                <a:latin typeface="Open Sans" panose="020B0606030504020204" pitchFamily="34" charset="0"/>
                <a:ea typeface="Open Sans" panose="020B0606030504020204" pitchFamily="34" charset="0"/>
                <a:cs typeface="Open Sans" panose="020B0606030504020204" pitchFamily="34" charset="0"/>
              </a:rPr>
              <a:t>SERVICES</a:t>
            </a:r>
            <a:endParaRPr b="1" spc="30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TextBox 19">
            <a:extLst>
              <a:ext uri="{FF2B5EF4-FFF2-40B4-BE49-F238E27FC236}">
                <a16:creationId xmlns:a16="http://schemas.microsoft.com/office/drawing/2014/main" id="{0E77428F-0D73-AC46-A5EC-7656BA41242F}"/>
              </a:ext>
            </a:extLst>
          </p:cNvPr>
          <p:cNvSpPr txBox="1"/>
          <p:nvPr/>
        </p:nvSpPr>
        <p:spPr>
          <a:xfrm>
            <a:off x="10164726" y="6873678"/>
            <a:ext cx="12438322" cy="1141274"/>
          </a:xfrm>
          <a:prstGeom prst="rect">
            <a:avLst/>
          </a:prstGeom>
          <a:noFill/>
        </p:spPr>
        <p:txBody>
          <a:bodyPr wrap="square" rtlCol="0">
            <a:spAutoFit/>
          </a:bodyPr>
          <a:lstStyle/>
          <a:p>
            <a:pPr algn="r">
              <a:lnSpc>
                <a:spcPct val="150000"/>
              </a:lnSpc>
            </a:pPr>
            <a:r>
              <a:rPr lang="en-US" sz="2400">
                <a:solidFill>
                  <a:schemeClr val="bg2"/>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molls nec. Donec viverra eleifend lacus, vitae ullamcorper metus. Sed sollicitudin ipsum quis nunc</a:t>
            </a:r>
            <a:endParaRPr sz="240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2" name="Oval 21">
            <a:extLst>
              <a:ext uri="{FF2B5EF4-FFF2-40B4-BE49-F238E27FC236}">
                <a16:creationId xmlns:a16="http://schemas.microsoft.com/office/drawing/2014/main" id="{AB148575-97C0-0942-B9F0-4EF9011DD0DA}"/>
              </a:ext>
            </a:extLst>
          </p:cNvPr>
          <p:cNvSpPr/>
          <p:nvPr/>
        </p:nvSpPr>
        <p:spPr>
          <a:xfrm>
            <a:off x="648389" y="247492"/>
            <a:ext cx="642513" cy="642513"/>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D9A63FAE-0FEA-0A40-9303-B7F47DDA29E4}"/>
              </a:ext>
            </a:extLst>
          </p:cNvPr>
          <p:cNvSpPr txBox="1"/>
          <p:nvPr/>
        </p:nvSpPr>
        <p:spPr>
          <a:xfrm>
            <a:off x="1488738" y="245583"/>
            <a:ext cx="1904689" cy="646331"/>
          </a:xfrm>
          <a:prstGeom prst="rect">
            <a:avLst/>
          </a:prstGeom>
          <a:noFill/>
        </p:spPr>
        <p:txBody>
          <a:bodyPr wrap="none" rtlCol="0">
            <a:spAutoFit/>
          </a:bodyPr>
          <a:lstStyle/>
          <a:p>
            <a:r>
              <a:rPr lang="en-US" sz="3600" b="1">
                <a:solidFill>
                  <a:schemeClr val="bg1"/>
                </a:solidFill>
                <a:latin typeface="Poppins" pitchFamily="2" charset="77"/>
                <a:ea typeface="Open Sans" panose="020B0606030504020204" pitchFamily="34" charset="0"/>
                <a:cs typeface="Poppins" pitchFamily="2" charset="77"/>
              </a:rPr>
              <a:t>Lévient</a:t>
            </a:r>
            <a:endParaRPr sz="3600" b="1">
              <a:solidFill>
                <a:schemeClr val="bg1"/>
              </a:solidFill>
              <a:latin typeface="Poppins" pitchFamily="2" charset="77"/>
              <a:ea typeface="Open Sans" panose="020B0606030504020204" pitchFamily="34" charset="0"/>
              <a:cs typeface="Poppins" pitchFamily="2" charset="77"/>
            </a:endParaRPr>
          </a:p>
        </p:txBody>
      </p:sp>
      <p:cxnSp>
        <p:nvCxnSpPr>
          <p:cNvPr id="24" name="Straight Connector 23">
            <a:extLst>
              <a:ext uri="{FF2B5EF4-FFF2-40B4-BE49-F238E27FC236}">
                <a16:creationId xmlns:a16="http://schemas.microsoft.com/office/drawing/2014/main" id="{5C133F1D-0C9B-704E-A98F-545D5D47DED9}"/>
              </a:ext>
            </a:extLst>
          </p:cNvPr>
          <p:cNvCxnSpPr>
            <a:cxnSpLocks/>
          </p:cNvCxnSpPr>
          <p:nvPr/>
        </p:nvCxnSpPr>
        <p:spPr>
          <a:xfrm flipH="1">
            <a:off x="0" y="1212112"/>
            <a:ext cx="24379238" cy="0"/>
          </a:xfrm>
          <a:prstGeom prst="line">
            <a:avLst/>
          </a:prstGeom>
          <a:ln>
            <a:solidFill>
              <a:schemeClr val="accent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A9D2DD2-D0A6-3B43-8526-A99F874EA3F4}"/>
              </a:ext>
            </a:extLst>
          </p:cNvPr>
          <p:cNvSpPr txBox="1"/>
          <p:nvPr/>
        </p:nvSpPr>
        <p:spPr>
          <a:xfrm>
            <a:off x="21846784" y="384082"/>
            <a:ext cx="1532792" cy="369332"/>
          </a:xfrm>
          <a:prstGeom prst="rect">
            <a:avLst/>
          </a:prstGeom>
          <a:noFill/>
        </p:spPr>
        <p:txBody>
          <a:bodyPr wrap="none" rtlCol="0">
            <a:spAutoFit/>
          </a:bodyPr>
          <a:lstStyle/>
          <a:p>
            <a:pPr algn="r"/>
            <a:r>
              <a:rPr lang="en-US" b="1" spc="300">
                <a:solidFill>
                  <a:schemeClr val="bg1"/>
                </a:solidFill>
                <a:latin typeface="Open Sans" panose="020B0606030504020204" pitchFamily="34" charset="0"/>
                <a:ea typeface="Open Sans" panose="020B0606030504020204" pitchFamily="34" charset="0"/>
                <a:cs typeface="Open Sans" panose="020B0606030504020204" pitchFamily="34" charset="0"/>
              </a:rPr>
              <a:t>SERVICES</a:t>
            </a:r>
            <a:endParaRPr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Rectangle 25">
            <a:extLst>
              <a:ext uri="{FF2B5EF4-FFF2-40B4-BE49-F238E27FC236}">
                <a16:creationId xmlns:a16="http://schemas.microsoft.com/office/drawing/2014/main" id="{6A0F2A03-C24D-A943-B25F-4086226A3B45}"/>
              </a:ext>
            </a:extLst>
          </p:cNvPr>
          <p:cNvSpPr/>
          <p:nvPr/>
        </p:nvSpPr>
        <p:spPr>
          <a:xfrm>
            <a:off x="8990195" y="8829414"/>
            <a:ext cx="6398848" cy="3370521"/>
          </a:xfrm>
          <a:prstGeom prst="rect">
            <a:avLst/>
          </a:prstGeom>
          <a:solidFill>
            <a:schemeClr val="bg1">
              <a:alpha val="9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7" name="Rectangle 26">
            <a:extLst>
              <a:ext uri="{FF2B5EF4-FFF2-40B4-BE49-F238E27FC236}">
                <a16:creationId xmlns:a16="http://schemas.microsoft.com/office/drawing/2014/main" id="{A64F9197-FD56-224A-B298-47F3DB34B73C}"/>
              </a:ext>
            </a:extLst>
          </p:cNvPr>
          <p:cNvSpPr/>
          <p:nvPr/>
        </p:nvSpPr>
        <p:spPr>
          <a:xfrm>
            <a:off x="1776191" y="8829414"/>
            <a:ext cx="6398848" cy="3370521"/>
          </a:xfrm>
          <a:prstGeom prst="rect">
            <a:avLst/>
          </a:prstGeom>
          <a:solidFill>
            <a:schemeClr val="bg1">
              <a:alpha val="9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5924A9DA-B142-7245-A18E-55F35D365EE7}"/>
              </a:ext>
            </a:extLst>
          </p:cNvPr>
          <p:cNvSpPr txBox="1"/>
          <p:nvPr/>
        </p:nvSpPr>
        <p:spPr>
          <a:xfrm>
            <a:off x="19807089" y="6389777"/>
            <a:ext cx="2795958" cy="461665"/>
          </a:xfrm>
          <a:prstGeom prst="rect">
            <a:avLst/>
          </a:prstGeom>
          <a:noFill/>
        </p:spPr>
        <p:txBody>
          <a:bodyPr wrap="none" rtlCol="0">
            <a:spAutoFit/>
          </a:bodyPr>
          <a:lstStyle/>
          <a:p>
            <a:pPr algn="r"/>
            <a:r>
              <a:rPr lang="en-US" sz="2400" b="1" spc="300">
                <a:solidFill>
                  <a:schemeClr val="bg1"/>
                </a:solidFill>
                <a:latin typeface="Open Sans" panose="020B0606030504020204" pitchFamily="34" charset="0"/>
                <a:ea typeface="Open Sans" panose="020B0606030504020204" pitchFamily="34" charset="0"/>
                <a:cs typeface="Open Sans" panose="020B0606030504020204" pitchFamily="34" charset="0"/>
              </a:rPr>
              <a:t>OUR SERVICES</a:t>
            </a:r>
            <a:endParaRPr sz="2400"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 name="TextBox 29">
            <a:extLst>
              <a:ext uri="{FF2B5EF4-FFF2-40B4-BE49-F238E27FC236}">
                <a16:creationId xmlns:a16="http://schemas.microsoft.com/office/drawing/2014/main" id="{83D5BCC9-3475-A74B-A6D7-CA6510E9B280}"/>
              </a:ext>
            </a:extLst>
          </p:cNvPr>
          <p:cNvSpPr txBox="1"/>
          <p:nvPr/>
        </p:nvSpPr>
        <p:spPr>
          <a:xfrm>
            <a:off x="9994422" y="10764901"/>
            <a:ext cx="2769604"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3D ILLUSTRATION</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31" name="Straight Connector 30">
            <a:extLst>
              <a:ext uri="{FF2B5EF4-FFF2-40B4-BE49-F238E27FC236}">
                <a16:creationId xmlns:a16="http://schemas.microsoft.com/office/drawing/2014/main" id="{BAE7EEE2-DFB6-254C-9217-66B9E0A89010}"/>
              </a:ext>
            </a:extLst>
          </p:cNvPr>
          <p:cNvCxnSpPr>
            <a:cxnSpLocks/>
          </p:cNvCxnSpPr>
          <p:nvPr/>
        </p:nvCxnSpPr>
        <p:spPr>
          <a:xfrm>
            <a:off x="9994422" y="11513632"/>
            <a:ext cx="1210343"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3E7B71F4-F525-D74D-9E6D-CF9CDBBB1F52}"/>
              </a:ext>
            </a:extLst>
          </p:cNvPr>
          <p:cNvSpPr txBox="1"/>
          <p:nvPr/>
        </p:nvSpPr>
        <p:spPr>
          <a:xfrm>
            <a:off x="17226733" y="10764901"/>
            <a:ext cx="2580706"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MOTION DESIGN</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33" name="Straight Connector 32">
            <a:extLst>
              <a:ext uri="{FF2B5EF4-FFF2-40B4-BE49-F238E27FC236}">
                <a16:creationId xmlns:a16="http://schemas.microsoft.com/office/drawing/2014/main" id="{D7C08343-6FD0-404C-9B49-A086563BC40D}"/>
              </a:ext>
            </a:extLst>
          </p:cNvPr>
          <p:cNvCxnSpPr>
            <a:cxnSpLocks/>
          </p:cNvCxnSpPr>
          <p:nvPr/>
        </p:nvCxnSpPr>
        <p:spPr>
          <a:xfrm>
            <a:off x="17226733" y="11513632"/>
            <a:ext cx="1210343"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037AEEDB-D403-0748-9F09-71E4EC6C11D2}"/>
              </a:ext>
            </a:extLst>
          </p:cNvPr>
          <p:cNvSpPr txBox="1"/>
          <p:nvPr/>
        </p:nvSpPr>
        <p:spPr>
          <a:xfrm>
            <a:off x="2854700" y="10764901"/>
            <a:ext cx="2664512"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GRAPHIC DESIGN</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35" name="Straight Connector 34">
            <a:extLst>
              <a:ext uri="{FF2B5EF4-FFF2-40B4-BE49-F238E27FC236}">
                <a16:creationId xmlns:a16="http://schemas.microsoft.com/office/drawing/2014/main" id="{04086F71-FB0F-BC42-BC7C-CC5E05297F64}"/>
              </a:ext>
            </a:extLst>
          </p:cNvPr>
          <p:cNvCxnSpPr>
            <a:cxnSpLocks/>
          </p:cNvCxnSpPr>
          <p:nvPr/>
        </p:nvCxnSpPr>
        <p:spPr>
          <a:xfrm>
            <a:off x="2854700" y="11513632"/>
            <a:ext cx="1210343"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36" name="Graphic 25">
            <a:extLst>
              <a:ext uri="{FF2B5EF4-FFF2-40B4-BE49-F238E27FC236}">
                <a16:creationId xmlns:a16="http://schemas.microsoft.com/office/drawing/2014/main" id="{89A99ACA-B5A8-EF4D-ACC8-08117807B9CF}"/>
              </a:ext>
            </a:extLst>
          </p:cNvPr>
          <p:cNvGrpSpPr/>
          <p:nvPr/>
        </p:nvGrpSpPr>
        <p:grpSpPr>
          <a:xfrm>
            <a:off x="2854700" y="9525292"/>
            <a:ext cx="908566" cy="908566"/>
            <a:chOff x="8345534" y="9457943"/>
            <a:chExt cx="908566" cy="908566"/>
          </a:xfrm>
          <a:solidFill>
            <a:srgbClr val="FFD76B"/>
          </a:solidFill>
        </p:grpSpPr>
        <p:sp>
          <p:nvSpPr>
            <p:cNvPr id="37" name="Freeform 36">
              <a:extLst>
                <a:ext uri="{FF2B5EF4-FFF2-40B4-BE49-F238E27FC236}">
                  <a16:creationId xmlns:a16="http://schemas.microsoft.com/office/drawing/2014/main" id="{EE8D7EBD-11E3-B74C-807D-70B3ECDA62CB}"/>
                </a:ext>
              </a:extLst>
            </p:cNvPr>
            <p:cNvSpPr/>
            <p:nvPr/>
          </p:nvSpPr>
          <p:spPr>
            <a:xfrm>
              <a:off x="8457553" y="9874369"/>
              <a:ext cx="681425" cy="492140"/>
            </a:xfrm>
            <a:custGeom>
              <a:avLst/>
              <a:gdLst>
                <a:gd name="connsiteX0" fmla="*/ 700353 w 681424"/>
                <a:gd name="connsiteY0" fmla="*/ 208213 h 492139"/>
                <a:gd name="connsiteX1" fmla="*/ 548925 w 681424"/>
                <a:gd name="connsiteY1" fmla="*/ 56785 h 492139"/>
                <a:gd name="connsiteX2" fmla="*/ 529997 w 681424"/>
                <a:gd name="connsiteY2" fmla="*/ 56785 h 492139"/>
                <a:gd name="connsiteX3" fmla="*/ 529997 w 681424"/>
                <a:gd name="connsiteY3" fmla="*/ 37857 h 492139"/>
                <a:gd name="connsiteX4" fmla="*/ 492140 w 681424"/>
                <a:gd name="connsiteY4" fmla="*/ 0 h 492139"/>
                <a:gd name="connsiteX5" fmla="*/ 37857 w 681424"/>
                <a:gd name="connsiteY5" fmla="*/ 0 h 492139"/>
                <a:gd name="connsiteX6" fmla="*/ 0 w 681424"/>
                <a:gd name="connsiteY6" fmla="*/ 37857 h 492139"/>
                <a:gd name="connsiteX7" fmla="*/ 0 w 681424"/>
                <a:gd name="connsiteY7" fmla="*/ 397498 h 492139"/>
                <a:gd name="connsiteX8" fmla="*/ 94642 w 681424"/>
                <a:gd name="connsiteY8" fmla="*/ 492140 h 492139"/>
                <a:gd name="connsiteX9" fmla="*/ 435355 w 681424"/>
                <a:gd name="connsiteY9" fmla="*/ 492140 h 492139"/>
                <a:gd name="connsiteX10" fmla="*/ 529997 w 681424"/>
                <a:gd name="connsiteY10" fmla="*/ 397498 h 492139"/>
                <a:gd name="connsiteX11" fmla="*/ 529997 w 681424"/>
                <a:gd name="connsiteY11" fmla="*/ 359641 h 492139"/>
                <a:gd name="connsiteX12" fmla="*/ 548925 w 681424"/>
                <a:gd name="connsiteY12" fmla="*/ 359641 h 492139"/>
                <a:gd name="connsiteX13" fmla="*/ 700353 w 681424"/>
                <a:gd name="connsiteY13" fmla="*/ 208213 h 492139"/>
                <a:gd name="connsiteX14" fmla="*/ 548925 w 681424"/>
                <a:gd name="connsiteY14" fmla="*/ 283927 h 492139"/>
                <a:gd name="connsiteX15" fmla="*/ 539461 w 681424"/>
                <a:gd name="connsiteY15" fmla="*/ 283927 h 492139"/>
                <a:gd name="connsiteX16" fmla="*/ 529997 w 681424"/>
                <a:gd name="connsiteY16" fmla="*/ 274539 h 492139"/>
                <a:gd name="connsiteX17" fmla="*/ 529997 w 681424"/>
                <a:gd name="connsiteY17" fmla="*/ 274463 h 492139"/>
                <a:gd name="connsiteX18" fmla="*/ 529997 w 681424"/>
                <a:gd name="connsiteY18" fmla="*/ 141963 h 492139"/>
                <a:gd name="connsiteX19" fmla="*/ 539385 w 681424"/>
                <a:gd name="connsiteY19" fmla="*/ 132499 h 492139"/>
                <a:gd name="connsiteX20" fmla="*/ 539461 w 681424"/>
                <a:gd name="connsiteY20" fmla="*/ 132499 h 492139"/>
                <a:gd name="connsiteX21" fmla="*/ 548925 w 681424"/>
                <a:gd name="connsiteY21" fmla="*/ 132499 h 492139"/>
                <a:gd name="connsiteX22" fmla="*/ 624639 w 681424"/>
                <a:gd name="connsiteY22" fmla="*/ 208213 h 492139"/>
                <a:gd name="connsiteX23" fmla="*/ 548925 w 681424"/>
                <a:gd name="connsiteY23" fmla="*/ 283927 h 492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81424" h="492139">
                  <a:moveTo>
                    <a:pt x="700353" y="208213"/>
                  </a:moveTo>
                  <a:cubicBezTo>
                    <a:pt x="700353" y="124582"/>
                    <a:pt x="632556" y="56785"/>
                    <a:pt x="548925" y="56785"/>
                  </a:cubicBezTo>
                  <a:lnTo>
                    <a:pt x="529997" y="56785"/>
                  </a:lnTo>
                  <a:lnTo>
                    <a:pt x="529997" y="37857"/>
                  </a:lnTo>
                  <a:cubicBezTo>
                    <a:pt x="529997" y="16949"/>
                    <a:pt x="513048" y="0"/>
                    <a:pt x="492140" y="0"/>
                  </a:cubicBezTo>
                  <a:lnTo>
                    <a:pt x="37857" y="0"/>
                  </a:lnTo>
                  <a:cubicBezTo>
                    <a:pt x="16949" y="0"/>
                    <a:pt x="0" y="16949"/>
                    <a:pt x="0" y="37857"/>
                  </a:cubicBezTo>
                  <a:lnTo>
                    <a:pt x="0" y="397498"/>
                  </a:lnTo>
                  <a:cubicBezTo>
                    <a:pt x="0" y="449767"/>
                    <a:pt x="42373" y="492140"/>
                    <a:pt x="94642" y="492140"/>
                  </a:cubicBezTo>
                  <a:lnTo>
                    <a:pt x="435355" y="492140"/>
                  </a:lnTo>
                  <a:cubicBezTo>
                    <a:pt x="487624" y="492140"/>
                    <a:pt x="529997" y="449767"/>
                    <a:pt x="529997" y="397498"/>
                  </a:cubicBezTo>
                  <a:lnTo>
                    <a:pt x="529997" y="359641"/>
                  </a:lnTo>
                  <a:lnTo>
                    <a:pt x="548925" y="359641"/>
                  </a:lnTo>
                  <a:cubicBezTo>
                    <a:pt x="632556" y="359641"/>
                    <a:pt x="700353" y="291844"/>
                    <a:pt x="700353" y="208213"/>
                  </a:cubicBezTo>
                  <a:close/>
                  <a:moveTo>
                    <a:pt x="548925" y="283927"/>
                  </a:moveTo>
                  <a:lnTo>
                    <a:pt x="539461" y="283927"/>
                  </a:lnTo>
                  <a:cubicBezTo>
                    <a:pt x="534255" y="283948"/>
                    <a:pt x="530018" y="279745"/>
                    <a:pt x="529997" y="274539"/>
                  </a:cubicBezTo>
                  <a:cubicBezTo>
                    <a:pt x="529997" y="274513"/>
                    <a:pt x="529997" y="274488"/>
                    <a:pt x="529997" y="274463"/>
                  </a:cubicBezTo>
                  <a:lnTo>
                    <a:pt x="529997" y="141963"/>
                  </a:lnTo>
                  <a:cubicBezTo>
                    <a:pt x="529976" y="136757"/>
                    <a:pt x="534179" y="132520"/>
                    <a:pt x="539385" y="132499"/>
                  </a:cubicBezTo>
                  <a:cubicBezTo>
                    <a:pt x="539410" y="132499"/>
                    <a:pt x="539436" y="132499"/>
                    <a:pt x="539461" y="132499"/>
                  </a:cubicBezTo>
                  <a:lnTo>
                    <a:pt x="548925" y="132499"/>
                  </a:lnTo>
                  <a:cubicBezTo>
                    <a:pt x="590741" y="132499"/>
                    <a:pt x="624639" y="166397"/>
                    <a:pt x="624639" y="208213"/>
                  </a:cubicBezTo>
                  <a:cubicBezTo>
                    <a:pt x="624639" y="250029"/>
                    <a:pt x="590741" y="283927"/>
                    <a:pt x="548925" y="283927"/>
                  </a:cubicBezTo>
                  <a:close/>
                </a:path>
              </a:pathLst>
            </a:custGeom>
            <a:grpFill/>
            <a:ln w="37703" cap="flat">
              <a:noFill/>
              <a:prstDash val="solid"/>
              <a:miter/>
            </a:ln>
          </p:spPr>
          <p:txBody>
            <a:bodyPr rtlCol="0" anchor="ctr"/>
            <a:lstStyle/>
            <a:p>
              <a:endParaRPr/>
            </a:p>
          </p:txBody>
        </p:sp>
        <p:sp>
          <p:nvSpPr>
            <p:cNvPr id="38" name="Freeform 37">
              <a:extLst>
                <a:ext uri="{FF2B5EF4-FFF2-40B4-BE49-F238E27FC236}">
                  <a16:creationId xmlns:a16="http://schemas.microsoft.com/office/drawing/2014/main" id="{12ECB516-EF4E-D543-8DF0-CEDD91DB4C84}"/>
                </a:ext>
              </a:extLst>
            </p:cNvPr>
            <p:cNvSpPr/>
            <p:nvPr/>
          </p:nvSpPr>
          <p:spPr>
            <a:xfrm>
              <a:off x="8441813" y="9489514"/>
              <a:ext cx="113571" cy="113571"/>
            </a:xfrm>
            <a:custGeom>
              <a:avLst/>
              <a:gdLst>
                <a:gd name="connsiteX0" fmla="*/ 117575 w 113570"/>
                <a:gd name="connsiteY0" fmla="*/ 76851 h 113570"/>
                <a:gd name="connsiteX1" fmla="*/ 121433 w 113570"/>
                <a:gd name="connsiteY1" fmla="*/ 64091 h 113570"/>
                <a:gd name="connsiteX2" fmla="*/ 118218 w 113570"/>
                <a:gd name="connsiteY2" fmla="*/ 60610 h 113570"/>
                <a:gd name="connsiteX3" fmla="*/ 28649 w 113570"/>
                <a:gd name="connsiteY3" fmla="*/ 2689 h 113570"/>
                <a:gd name="connsiteX4" fmla="*/ 2686 w 113570"/>
                <a:gd name="connsiteY4" fmla="*/ 9211 h 113570"/>
                <a:gd name="connsiteX5" fmla="*/ 256 w 113570"/>
                <a:gd name="connsiteY5" fmla="*/ 22034 h 113570"/>
                <a:gd name="connsiteX6" fmla="*/ 16232 w 113570"/>
                <a:gd name="connsiteY6" fmla="*/ 117812 h 113570"/>
                <a:gd name="connsiteX7" fmla="*/ 27139 w 113570"/>
                <a:gd name="connsiteY7" fmla="*/ 125570 h 113570"/>
                <a:gd name="connsiteX8" fmla="*/ 30087 w 113570"/>
                <a:gd name="connsiteY8" fmla="*/ 124551 h 11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3570" h="113570">
                  <a:moveTo>
                    <a:pt x="117575" y="76851"/>
                  </a:moveTo>
                  <a:cubicBezTo>
                    <a:pt x="122164" y="74393"/>
                    <a:pt x="123891" y="68680"/>
                    <a:pt x="121433" y="64091"/>
                  </a:cubicBezTo>
                  <a:cubicBezTo>
                    <a:pt x="120675" y="62676"/>
                    <a:pt x="119569" y="61478"/>
                    <a:pt x="118218" y="60610"/>
                  </a:cubicBezTo>
                  <a:lnTo>
                    <a:pt x="28649" y="2689"/>
                  </a:lnTo>
                  <a:cubicBezTo>
                    <a:pt x="19679" y="-2679"/>
                    <a:pt x="8055" y="241"/>
                    <a:pt x="2686" y="9211"/>
                  </a:cubicBezTo>
                  <a:cubicBezTo>
                    <a:pt x="382" y="13062"/>
                    <a:pt x="-480" y="17607"/>
                    <a:pt x="256" y="22034"/>
                  </a:cubicBezTo>
                  <a:lnTo>
                    <a:pt x="16232" y="117812"/>
                  </a:lnTo>
                  <a:cubicBezTo>
                    <a:pt x="17101" y="122966"/>
                    <a:pt x="21985" y="126439"/>
                    <a:pt x="27139" y="125570"/>
                  </a:cubicBezTo>
                  <a:cubicBezTo>
                    <a:pt x="28171" y="125396"/>
                    <a:pt x="29168" y="125051"/>
                    <a:pt x="30087" y="124551"/>
                  </a:cubicBezTo>
                  <a:close/>
                </a:path>
              </a:pathLst>
            </a:custGeom>
            <a:grpFill/>
            <a:ln w="37703" cap="flat">
              <a:noFill/>
              <a:prstDash val="solid"/>
              <a:miter/>
            </a:ln>
          </p:spPr>
          <p:txBody>
            <a:bodyPr rtlCol="0" anchor="ctr"/>
            <a:lstStyle/>
            <a:p>
              <a:endParaRPr/>
            </a:p>
          </p:txBody>
        </p:sp>
        <p:sp>
          <p:nvSpPr>
            <p:cNvPr id="39" name="Freeform 38">
              <a:extLst>
                <a:ext uri="{FF2B5EF4-FFF2-40B4-BE49-F238E27FC236}">
                  <a16:creationId xmlns:a16="http://schemas.microsoft.com/office/drawing/2014/main" id="{4DE60A99-F299-F241-8E2E-F5173BED3CAA}"/>
                </a:ext>
              </a:extLst>
            </p:cNvPr>
            <p:cNvSpPr/>
            <p:nvPr/>
          </p:nvSpPr>
          <p:spPr>
            <a:xfrm>
              <a:off x="8478700" y="9595260"/>
              <a:ext cx="227142" cy="227142"/>
            </a:xfrm>
            <a:custGeom>
              <a:avLst/>
              <a:gdLst>
                <a:gd name="connsiteX0" fmla="*/ 4860 w 227141"/>
                <a:gd name="connsiteY0" fmla="*/ 55526 h 227141"/>
                <a:gd name="connsiteX1" fmla="*/ 1074 w 227141"/>
                <a:gd name="connsiteY1" fmla="*/ 68170 h 227141"/>
                <a:gd name="connsiteX2" fmla="*/ 85117 w 227141"/>
                <a:gd name="connsiteY2" fmla="*/ 230955 h 227141"/>
                <a:gd name="connsiteX3" fmla="*/ 101963 w 227141"/>
                <a:gd name="connsiteY3" fmla="*/ 241176 h 227141"/>
                <a:gd name="connsiteX4" fmla="*/ 215534 w 227141"/>
                <a:gd name="connsiteY4" fmla="*/ 241176 h 227141"/>
                <a:gd name="connsiteX5" fmla="*/ 234459 w 227141"/>
                <a:gd name="connsiteY5" fmla="*/ 222245 h 227141"/>
                <a:gd name="connsiteX6" fmla="*/ 232115 w 227141"/>
                <a:gd name="connsiteY6" fmla="*/ 213124 h 227141"/>
                <a:gd name="connsiteX7" fmla="*/ 117560 w 227141"/>
                <a:gd name="connsiteY7" fmla="*/ 4911 h 227141"/>
                <a:gd name="connsiteX8" fmla="*/ 104727 w 227141"/>
                <a:gd name="connsiteY8" fmla="*/ 1126 h 227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7141" h="227141">
                  <a:moveTo>
                    <a:pt x="4860" y="55526"/>
                  </a:moveTo>
                  <a:cubicBezTo>
                    <a:pt x="383" y="58020"/>
                    <a:pt x="-1296" y="63626"/>
                    <a:pt x="1074" y="68170"/>
                  </a:cubicBezTo>
                  <a:lnTo>
                    <a:pt x="85117" y="230955"/>
                  </a:lnTo>
                  <a:cubicBezTo>
                    <a:pt x="88376" y="237247"/>
                    <a:pt x="94877" y="241191"/>
                    <a:pt x="101963" y="241176"/>
                  </a:cubicBezTo>
                  <a:lnTo>
                    <a:pt x="215534" y="241176"/>
                  </a:lnTo>
                  <a:cubicBezTo>
                    <a:pt x="225988" y="241175"/>
                    <a:pt x="234461" y="232699"/>
                    <a:pt x="234459" y="222245"/>
                  </a:cubicBezTo>
                  <a:cubicBezTo>
                    <a:pt x="234458" y="219056"/>
                    <a:pt x="233652" y="215919"/>
                    <a:pt x="232115" y="213124"/>
                  </a:cubicBezTo>
                  <a:lnTo>
                    <a:pt x="117560" y="4911"/>
                  </a:lnTo>
                  <a:cubicBezTo>
                    <a:pt x="115033" y="358"/>
                    <a:pt x="109321" y="-1327"/>
                    <a:pt x="104727" y="1126"/>
                  </a:cubicBezTo>
                  <a:close/>
                </a:path>
              </a:pathLst>
            </a:custGeom>
            <a:grpFill/>
            <a:ln w="37703" cap="flat">
              <a:noFill/>
              <a:prstDash val="solid"/>
              <a:miter/>
            </a:ln>
          </p:spPr>
          <p:txBody>
            <a:bodyPr rtlCol="0" anchor="ctr"/>
            <a:lstStyle/>
            <a:p>
              <a:endParaRPr/>
            </a:p>
          </p:txBody>
        </p:sp>
        <p:sp>
          <p:nvSpPr>
            <p:cNvPr id="40" name="Freeform 39">
              <a:extLst>
                <a:ext uri="{FF2B5EF4-FFF2-40B4-BE49-F238E27FC236}">
                  <a16:creationId xmlns:a16="http://schemas.microsoft.com/office/drawing/2014/main" id="{2052B296-E1ED-B74C-9824-9169A91FFCF6}"/>
                </a:ext>
              </a:extLst>
            </p:cNvPr>
            <p:cNvSpPr/>
            <p:nvPr/>
          </p:nvSpPr>
          <p:spPr>
            <a:xfrm>
              <a:off x="8770663" y="9719205"/>
              <a:ext cx="113571" cy="113571"/>
            </a:xfrm>
            <a:custGeom>
              <a:avLst/>
              <a:gdLst>
                <a:gd name="connsiteX0" fmla="*/ 87416 w 113570"/>
                <a:gd name="connsiteY0" fmla="*/ 14829 h 113570"/>
                <a:gd name="connsiteX1" fmla="*/ 87151 w 113570"/>
                <a:gd name="connsiteY1" fmla="*/ 14829 h 113570"/>
                <a:gd name="connsiteX2" fmla="*/ 63074 w 113570"/>
                <a:gd name="connsiteY2" fmla="*/ 1655 h 113570"/>
                <a:gd name="connsiteX3" fmla="*/ 49819 w 113570"/>
                <a:gd name="connsiteY3" fmla="*/ 4173 h 113570"/>
                <a:gd name="connsiteX4" fmla="*/ 49407 w 113570"/>
                <a:gd name="connsiteY4" fmla="*/ 4835 h 113570"/>
                <a:gd name="connsiteX5" fmla="*/ 2389 w 113570"/>
                <a:gd name="connsiteY5" fmla="*/ 89180 h 113570"/>
                <a:gd name="connsiteX6" fmla="*/ 9733 w 113570"/>
                <a:gd name="connsiteY6" fmla="*/ 114922 h 113570"/>
                <a:gd name="connsiteX7" fmla="*/ 18933 w 113570"/>
                <a:gd name="connsiteY7" fmla="*/ 117307 h 113570"/>
                <a:gd name="connsiteX8" fmla="*/ 88287 w 113570"/>
                <a:gd name="connsiteY8" fmla="*/ 117307 h 113570"/>
                <a:gd name="connsiteX9" fmla="*/ 106004 w 113570"/>
                <a:gd name="connsiteY9" fmla="*/ 105080 h 113570"/>
                <a:gd name="connsiteX10" fmla="*/ 131368 w 113570"/>
                <a:gd name="connsiteY10" fmla="*/ 37543 h 113570"/>
                <a:gd name="connsiteX11" fmla="*/ 125823 w 113570"/>
                <a:gd name="connsiteY11" fmla="*/ 25302 h 113570"/>
                <a:gd name="connsiteX12" fmla="*/ 123796 w 113570"/>
                <a:gd name="connsiteY12" fmla="*/ 24785 h 113570"/>
                <a:gd name="connsiteX13" fmla="*/ 98054 w 113570"/>
                <a:gd name="connsiteY13" fmla="*/ 18879 h 113570"/>
                <a:gd name="connsiteX14" fmla="*/ 87416 w 113570"/>
                <a:gd name="connsiteY14" fmla="*/ 14829 h 11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3570" h="113570">
                  <a:moveTo>
                    <a:pt x="87416" y="14829"/>
                  </a:moveTo>
                  <a:lnTo>
                    <a:pt x="87151" y="14829"/>
                  </a:lnTo>
                  <a:cubicBezTo>
                    <a:pt x="78694" y="11277"/>
                    <a:pt x="70625" y="6862"/>
                    <a:pt x="63074" y="1655"/>
                  </a:cubicBezTo>
                  <a:cubicBezTo>
                    <a:pt x="58718" y="-1310"/>
                    <a:pt x="52784" y="-183"/>
                    <a:pt x="49819" y="4173"/>
                  </a:cubicBezTo>
                  <a:cubicBezTo>
                    <a:pt x="49673" y="4388"/>
                    <a:pt x="49536" y="4608"/>
                    <a:pt x="49407" y="4835"/>
                  </a:cubicBezTo>
                  <a:lnTo>
                    <a:pt x="2389" y="89180"/>
                  </a:lnTo>
                  <a:cubicBezTo>
                    <a:pt x="-2691" y="98316"/>
                    <a:pt x="596" y="109841"/>
                    <a:pt x="9733" y="114922"/>
                  </a:cubicBezTo>
                  <a:cubicBezTo>
                    <a:pt x="12547" y="116486"/>
                    <a:pt x="15713" y="117308"/>
                    <a:pt x="18933" y="117307"/>
                  </a:cubicBezTo>
                  <a:lnTo>
                    <a:pt x="88287" y="117307"/>
                  </a:lnTo>
                  <a:cubicBezTo>
                    <a:pt x="96161" y="117313"/>
                    <a:pt x="103216" y="112444"/>
                    <a:pt x="106004" y="105080"/>
                  </a:cubicBezTo>
                  <a:lnTo>
                    <a:pt x="131368" y="37543"/>
                  </a:lnTo>
                  <a:cubicBezTo>
                    <a:pt x="133217" y="32632"/>
                    <a:pt x="130734" y="27151"/>
                    <a:pt x="125823" y="25302"/>
                  </a:cubicBezTo>
                  <a:cubicBezTo>
                    <a:pt x="125169" y="25056"/>
                    <a:pt x="124489" y="24882"/>
                    <a:pt x="123796" y="24785"/>
                  </a:cubicBezTo>
                  <a:cubicBezTo>
                    <a:pt x="115041" y="23672"/>
                    <a:pt x="106418" y="21694"/>
                    <a:pt x="98054" y="18879"/>
                  </a:cubicBezTo>
                  <a:cubicBezTo>
                    <a:pt x="94533" y="17668"/>
                    <a:pt x="90974" y="16343"/>
                    <a:pt x="87416" y="14829"/>
                  </a:cubicBezTo>
                  <a:close/>
                </a:path>
              </a:pathLst>
            </a:custGeom>
            <a:grpFill/>
            <a:ln w="37703" cap="flat">
              <a:noFill/>
              <a:prstDash val="solid"/>
              <a:miter/>
            </a:ln>
          </p:spPr>
          <p:txBody>
            <a:bodyPr rtlCol="0" anchor="ctr"/>
            <a:lstStyle/>
            <a:p>
              <a:endParaRPr/>
            </a:p>
          </p:txBody>
        </p:sp>
        <p:sp>
          <p:nvSpPr>
            <p:cNvPr id="41" name="Freeform 40">
              <a:extLst>
                <a:ext uri="{FF2B5EF4-FFF2-40B4-BE49-F238E27FC236}">
                  <a16:creationId xmlns:a16="http://schemas.microsoft.com/office/drawing/2014/main" id="{38EC6D81-913E-004A-B5F3-ED67F5C879F7}"/>
                </a:ext>
              </a:extLst>
            </p:cNvPr>
            <p:cNvSpPr/>
            <p:nvPr/>
          </p:nvSpPr>
          <p:spPr>
            <a:xfrm>
              <a:off x="8821838" y="9457966"/>
              <a:ext cx="151428" cy="227142"/>
            </a:xfrm>
            <a:custGeom>
              <a:avLst/>
              <a:gdLst>
                <a:gd name="connsiteX0" fmla="*/ 167907 w 151427"/>
                <a:gd name="connsiteY0" fmla="*/ 106544 h 227141"/>
                <a:gd name="connsiteX1" fmla="*/ 61529 w 151427"/>
                <a:gd name="connsiteY1" fmla="*/ 545 h 227141"/>
                <a:gd name="connsiteX2" fmla="*/ 38651 w 151427"/>
                <a:gd name="connsiteY2" fmla="*/ 14443 h 227141"/>
                <a:gd name="connsiteX3" fmla="*/ 41238 w 151427"/>
                <a:gd name="connsiteY3" fmla="*/ 29354 h 227141"/>
                <a:gd name="connsiteX4" fmla="*/ 27874 w 151427"/>
                <a:gd name="connsiteY4" fmla="*/ 104840 h 227141"/>
                <a:gd name="connsiteX5" fmla="*/ 7356 w 151427"/>
                <a:gd name="connsiteY5" fmla="*/ 135845 h 227141"/>
                <a:gd name="connsiteX6" fmla="*/ 44303 w 151427"/>
                <a:gd name="connsiteY6" fmla="*/ 238452 h 227141"/>
                <a:gd name="connsiteX7" fmla="*/ 50929 w 151427"/>
                <a:gd name="connsiteY7" fmla="*/ 241201 h 227141"/>
                <a:gd name="connsiteX8" fmla="*/ 135918 w 151427"/>
                <a:gd name="connsiteY8" fmla="*/ 231472 h 227141"/>
                <a:gd name="connsiteX9" fmla="*/ 167907 w 151427"/>
                <a:gd name="connsiteY9" fmla="*/ 106544 h 227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1427" h="227141">
                  <a:moveTo>
                    <a:pt x="167907" y="106544"/>
                  </a:moveTo>
                  <a:cubicBezTo>
                    <a:pt x="156165" y="53483"/>
                    <a:pt x="114632" y="12097"/>
                    <a:pt x="61529" y="545"/>
                  </a:cubicBezTo>
                  <a:cubicBezTo>
                    <a:pt x="51373" y="-1935"/>
                    <a:pt x="41130" y="4288"/>
                    <a:pt x="38651" y="14443"/>
                  </a:cubicBezTo>
                  <a:cubicBezTo>
                    <a:pt x="37402" y="19557"/>
                    <a:pt x="38340" y="24959"/>
                    <a:pt x="41238" y="29354"/>
                  </a:cubicBezTo>
                  <a:cubicBezTo>
                    <a:pt x="61264" y="59828"/>
                    <a:pt x="49187" y="77886"/>
                    <a:pt x="27874" y="104840"/>
                  </a:cubicBezTo>
                  <a:cubicBezTo>
                    <a:pt x="19658" y="114196"/>
                    <a:pt x="12755" y="124626"/>
                    <a:pt x="7356" y="135845"/>
                  </a:cubicBezTo>
                  <a:cubicBezTo>
                    <a:pt x="-10776" y="174382"/>
                    <a:pt x="5766" y="220321"/>
                    <a:pt x="44303" y="238452"/>
                  </a:cubicBezTo>
                  <a:cubicBezTo>
                    <a:pt x="46468" y="239471"/>
                    <a:pt x="48679" y="240388"/>
                    <a:pt x="50929" y="241201"/>
                  </a:cubicBezTo>
                  <a:cubicBezTo>
                    <a:pt x="78639" y="255335"/>
                    <a:pt x="112119" y="251503"/>
                    <a:pt x="135918" y="231472"/>
                  </a:cubicBezTo>
                  <a:cubicBezTo>
                    <a:pt x="168442" y="198709"/>
                    <a:pt x="180683" y="150906"/>
                    <a:pt x="167907" y="106544"/>
                  </a:cubicBezTo>
                  <a:close/>
                </a:path>
              </a:pathLst>
            </a:custGeom>
            <a:grpFill/>
            <a:ln w="37703" cap="flat">
              <a:noFill/>
              <a:prstDash val="solid"/>
              <a:miter/>
            </a:ln>
          </p:spPr>
          <p:txBody>
            <a:bodyPr rtlCol="0" anchor="ctr"/>
            <a:lstStyle/>
            <a:p>
              <a:endParaRPr/>
            </a:p>
          </p:txBody>
        </p:sp>
      </p:grpSp>
      <p:grpSp>
        <p:nvGrpSpPr>
          <p:cNvPr id="42" name="Graphic 33">
            <a:extLst>
              <a:ext uri="{FF2B5EF4-FFF2-40B4-BE49-F238E27FC236}">
                <a16:creationId xmlns:a16="http://schemas.microsoft.com/office/drawing/2014/main" id="{DCDE0197-EEF0-384A-B97D-31CBA21539A6}"/>
              </a:ext>
            </a:extLst>
          </p:cNvPr>
          <p:cNvGrpSpPr/>
          <p:nvPr/>
        </p:nvGrpSpPr>
        <p:grpSpPr>
          <a:xfrm>
            <a:off x="9996782" y="9629276"/>
            <a:ext cx="804582" cy="804582"/>
            <a:chOff x="13795381" y="9629276"/>
            <a:chExt cx="804582" cy="804582"/>
          </a:xfrm>
        </p:grpSpPr>
        <p:sp>
          <p:nvSpPr>
            <p:cNvPr id="43" name="Freeform 42">
              <a:extLst>
                <a:ext uri="{FF2B5EF4-FFF2-40B4-BE49-F238E27FC236}">
                  <a16:creationId xmlns:a16="http://schemas.microsoft.com/office/drawing/2014/main" id="{32A8BA19-EBB7-CE42-BE28-51FC6D2F6DA8}"/>
                </a:ext>
              </a:extLst>
            </p:cNvPr>
            <p:cNvSpPr/>
            <p:nvPr/>
          </p:nvSpPr>
          <p:spPr>
            <a:xfrm>
              <a:off x="13864508" y="9905757"/>
              <a:ext cx="234670" cy="167621"/>
            </a:xfrm>
            <a:custGeom>
              <a:avLst/>
              <a:gdLst>
                <a:gd name="connsiteX0" fmla="*/ 141305 w 234669"/>
                <a:gd name="connsiteY0" fmla="*/ 166643 h 167621"/>
                <a:gd name="connsiteX1" fmla="*/ 261992 w 234669"/>
                <a:gd name="connsiteY1" fmla="*/ 86185 h 167621"/>
                <a:gd name="connsiteX2" fmla="*/ 264071 w 234669"/>
                <a:gd name="connsiteY2" fmla="*/ 82330 h 167621"/>
                <a:gd name="connsiteX3" fmla="*/ 261992 w 234669"/>
                <a:gd name="connsiteY3" fmla="*/ 78441 h 167621"/>
                <a:gd name="connsiteX4" fmla="*/ 152938 w 234669"/>
                <a:gd name="connsiteY4" fmla="*/ 5760 h 167621"/>
                <a:gd name="connsiteX5" fmla="*/ 111099 w 234669"/>
                <a:gd name="connsiteY5" fmla="*/ 5760 h 167621"/>
                <a:gd name="connsiteX6" fmla="*/ 2079 w 234669"/>
                <a:gd name="connsiteY6" fmla="*/ 78441 h 167621"/>
                <a:gd name="connsiteX7" fmla="*/ 0 w 234669"/>
                <a:gd name="connsiteY7" fmla="*/ 82330 h 167621"/>
                <a:gd name="connsiteX8" fmla="*/ 2079 w 234669"/>
                <a:gd name="connsiteY8" fmla="*/ 86185 h 167621"/>
                <a:gd name="connsiteX9" fmla="*/ 122766 w 234669"/>
                <a:gd name="connsiteY9" fmla="*/ 166643 h 167621"/>
                <a:gd name="connsiteX10" fmla="*/ 141305 w 234669"/>
                <a:gd name="connsiteY10" fmla="*/ 166643 h 167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4669" h="167621">
                  <a:moveTo>
                    <a:pt x="141305" y="166643"/>
                  </a:moveTo>
                  <a:lnTo>
                    <a:pt x="261992" y="86185"/>
                  </a:lnTo>
                  <a:cubicBezTo>
                    <a:pt x="263293" y="85334"/>
                    <a:pt x="264075" y="83884"/>
                    <a:pt x="264071" y="82330"/>
                  </a:cubicBezTo>
                  <a:cubicBezTo>
                    <a:pt x="264080" y="80765"/>
                    <a:pt x="263298" y="79302"/>
                    <a:pt x="261992" y="78441"/>
                  </a:cubicBezTo>
                  <a:lnTo>
                    <a:pt x="152938" y="5760"/>
                  </a:lnTo>
                  <a:cubicBezTo>
                    <a:pt x="140049" y="-1920"/>
                    <a:pt x="123988" y="-1920"/>
                    <a:pt x="111099" y="5760"/>
                  </a:cubicBezTo>
                  <a:lnTo>
                    <a:pt x="2079" y="78441"/>
                  </a:lnTo>
                  <a:cubicBezTo>
                    <a:pt x="773" y="79302"/>
                    <a:pt x="-9" y="80765"/>
                    <a:pt x="0" y="82330"/>
                  </a:cubicBezTo>
                  <a:cubicBezTo>
                    <a:pt x="-4" y="83884"/>
                    <a:pt x="778" y="85334"/>
                    <a:pt x="2079" y="86185"/>
                  </a:cubicBezTo>
                  <a:lnTo>
                    <a:pt x="122766" y="166643"/>
                  </a:lnTo>
                  <a:cubicBezTo>
                    <a:pt x="128383" y="170371"/>
                    <a:pt x="135688" y="170371"/>
                    <a:pt x="141305" y="166643"/>
                  </a:cubicBezTo>
                  <a:close/>
                </a:path>
              </a:pathLst>
            </a:custGeom>
            <a:solidFill>
              <a:schemeClr val="accent1">
                <a:lumMod val="40000"/>
                <a:lumOff val="60000"/>
              </a:schemeClr>
            </a:solidFill>
            <a:ln w="33338" cap="flat">
              <a:noFill/>
              <a:prstDash val="solid"/>
              <a:miter/>
            </a:ln>
          </p:spPr>
          <p:txBody>
            <a:bodyPr rtlCol="0" anchor="ctr"/>
            <a:lstStyle/>
            <a:p>
              <a:endParaRPr/>
            </a:p>
          </p:txBody>
        </p:sp>
        <p:sp>
          <p:nvSpPr>
            <p:cNvPr id="44" name="Freeform 43">
              <a:extLst>
                <a:ext uri="{FF2B5EF4-FFF2-40B4-BE49-F238E27FC236}">
                  <a16:creationId xmlns:a16="http://schemas.microsoft.com/office/drawing/2014/main" id="{776E6157-9B17-4D48-A208-3F7CC507FC4E}"/>
                </a:ext>
              </a:extLst>
            </p:cNvPr>
            <p:cNvSpPr/>
            <p:nvPr/>
          </p:nvSpPr>
          <p:spPr>
            <a:xfrm>
              <a:off x="13845667" y="10020613"/>
              <a:ext cx="301718" cy="402291"/>
            </a:xfrm>
            <a:custGeom>
              <a:avLst/>
              <a:gdLst>
                <a:gd name="connsiteX0" fmla="*/ 1408 w 301718"/>
                <a:gd name="connsiteY0" fmla="*/ 327 h 402291"/>
                <a:gd name="connsiteX1" fmla="*/ 0 w 301718"/>
                <a:gd name="connsiteY1" fmla="*/ 2674 h 402291"/>
                <a:gd name="connsiteX2" fmla="*/ 0 w 301718"/>
                <a:gd name="connsiteY2" fmla="*/ 291385 h 402291"/>
                <a:gd name="connsiteX3" fmla="*/ 20618 w 301718"/>
                <a:gd name="connsiteY3" fmla="*/ 330943 h 402291"/>
                <a:gd name="connsiteX4" fmla="*/ 130242 w 301718"/>
                <a:gd name="connsiteY4" fmla="*/ 407412 h 402291"/>
                <a:gd name="connsiteX5" fmla="*/ 171477 w 301718"/>
                <a:gd name="connsiteY5" fmla="*/ 407412 h 402291"/>
                <a:gd name="connsiteX6" fmla="*/ 281101 w 301718"/>
                <a:gd name="connsiteY6" fmla="*/ 330943 h 402291"/>
                <a:gd name="connsiteX7" fmla="*/ 301718 w 301718"/>
                <a:gd name="connsiteY7" fmla="*/ 291385 h 402291"/>
                <a:gd name="connsiteX8" fmla="*/ 301718 w 301718"/>
                <a:gd name="connsiteY8" fmla="*/ 2674 h 402291"/>
                <a:gd name="connsiteX9" fmla="*/ 299009 w 301718"/>
                <a:gd name="connsiteY9" fmla="*/ 19 h 402291"/>
                <a:gd name="connsiteX10" fmla="*/ 297561 w 301718"/>
                <a:gd name="connsiteY10" fmla="*/ 461 h 402291"/>
                <a:gd name="connsiteX11" fmla="*/ 178751 w 301718"/>
                <a:gd name="connsiteY11" fmla="*/ 79679 h 402291"/>
                <a:gd name="connsiteX12" fmla="*/ 122967 w 301718"/>
                <a:gd name="connsiteY12" fmla="*/ 79679 h 402291"/>
                <a:gd name="connsiteX13" fmla="*/ 4157 w 301718"/>
                <a:gd name="connsiteY13" fmla="*/ 461 h 402291"/>
                <a:gd name="connsiteX14" fmla="*/ 1408 w 301718"/>
                <a:gd name="connsiteY14" fmla="*/ 327 h 402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1718" h="402291">
                  <a:moveTo>
                    <a:pt x="1408" y="327"/>
                  </a:moveTo>
                  <a:cubicBezTo>
                    <a:pt x="534" y="782"/>
                    <a:pt x="-10" y="1689"/>
                    <a:pt x="0" y="2674"/>
                  </a:cubicBezTo>
                  <a:lnTo>
                    <a:pt x="0" y="291385"/>
                  </a:lnTo>
                  <a:cubicBezTo>
                    <a:pt x="881" y="306917"/>
                    <a:pt x="8390" y="321324"/>
                    <a:pt x="20618" y="330943"/>
                  </a:cubicBezTo>
                  <a:lnTo>
                    <a:pt x="130242" y="407412"/>
                  </a:lnTo>
                  <a:cubicBezTo>
                    <a:pt x="142848" y="415323"/>
                    <a:pt x="158870" y="415323"/>
                    <a:pt x="171477" y="407412"/>
                  </a:cubicBezTo>
                  <a:lnTo>
                    <a:pt x="281101" y="330943"/>
                  </a:lnTo>
                  <a:cubicBezTo>
                    <a:pt x="293329" y="321324"/>
                    <a:pt x="300837" y="306917"/>
                    <a:pt x="301718" y="291385"/>
                  </a:cubicBezTo>
                  <a:lnTo>
                    <a:pt x="301718" y="2674"/>
                  </a:lnTo>
                  <a:cubicBezTo>
                    <a:pt x="301703" y="1193"/>
                    <a:pt x="300491" y="4"/>
                    <a:pt x="299009" y="19"/>
                  </a:cubicBezTo>
                  <a:cubicBezTo>
                    <a:pt x="298494" y="24"/>
                    <a:pt x="297992" y="178"/>
                    <a:pt x="297561" y="461"/>
                  </a:cubicBezTo>
                  <a:lnTo>
                    <a:pt x="178751" y="79679"/>
                  </a:lnTo>
                  <a:cubicBezTo>
                    <a:pt x="161861" y="90938"/>
                    <a:pt x="139857" y="90938"/>
                    <a:pt x="122967" y="79679"/>
                  </a:cubicBezTo>
                  <a:lnTo>
                    <a:pt x="4157" y="461"/>
                  </a:lnTo>
                  <a:cubicBezTo>
                    <a:pt x="3340" y="-101"/>
                    <a:pt x="2276" y="-153"/>
                    <a:pt x="1408" y="327"/>
                  </a:cubicBezTo>
                  <a:close/>
                </a:path>
              </a:pathLst>
            </a:custGeom>
            <a:solidFill>
              <a:schemeClr val="accent1">
                <a:lumMod val="60000"/>
                <a:lumOff val="40000"/>
              </a:schemeClr>
            </a:solidFill>
            <a:ln w="33338" cap="flat">
              <a:noFill/>
              <a:prstDash val="solid"/>
              <a:miter/>
            </a:ln>
          </p:spPr>
          <p:txBody>
            <a:bodyPr rtlCol="0" anchor="ctr"/>
            <a:lstStyle/>
            <a:p>
              <a:endParaRPr/>
            </a:p>
          </p:txBody>
        </p:sp>
        <p:sp>
          <p:nvSpPr>
            <p:cNvPr id="45" name="Freeform 44">
              <a:extLst>
                <a:ext uri="{FF2B5EF4-FFF2-40B4-BE49-F238E27FC236}">
                  <a16:creationId xmlns:a16="http://schemas.microsoft.com/office/drawing/2014/main" id="{2C856BB9-6D14-7545-A6E6-C50EF3FB5A85}"/>
                </a:ext>
              </a:extLst>
            </p:cNvPr>
            <p:cNvSpPr/>
            <p:nvPr/>
          </p:nvSpPr>
          <p:spPr>
            <a:xfrm>
              <a:off x="14247958" y="9743956"/>
              <a:ext cx="301718" cy="670485"/>
            </a:xfrm>
            <a:custGeom>
              <a:avLst/>
              <a:gdLst>
                <a:gd name="connsiteX0" fmla="*/ 1408 w 301718"/>
                <a:gd name="connsiteY0" fmla="*/ 409 h 670485"/>
                <a:gd name="connsiteX1" fmla="*/ 0 w 301718"/>
                <a:gd name="connsiteY1" fmla="*/ 2755 h 670485"/>
                <a:gd name="connsiteX2" fmla="*/ 0 w 301718"/>
                <a:gd name="connsiteY2" fmla="*/ 568041 h 670485"/>
                <a:gd name="connsiteX3" fmla="*/ 20618 w 301718"/>
                <a:gd name="connsiteY3" fmla="*/ 607600 h 670485"/>
                <a:gd name="connsiteX4" fmla="*/ 130242 w 301718"/>
                <a:gd name="connsiteY4" fmla="*/ 684069 h 670485"/>
                <a:gd name="connsiteX5" fmla="*/ 171477 w 301718"/>
                <a:gd name="connsiteY5" fmla="*/ 684069 h 670485"/>
                <a:gd name="connsiteX6" fmla="*/ 281101 w 301718"/>
                <a:gd name="connsiteY6" fmla="*/ 607600 h 670485"/>
                <a:gd name="connsiteX7" fmla="*/ 301718 w 301718"/>
                <a:gd name="connsiteY7" fmla="*/ 568041 h 670485"/>
                <a:gd name="connsiteX8" fmla="*/ 301718 w 301718"/>
                <a:gd name="connsiteY8" fmla="*/ 2655 h 670485"/>
                <a:gd name="connsiteX9" fmla="*/ 299009 w 301718"/>
                <a:gd name="connsiteY9" fmla="*/ 0 h 670485"/>
                <a:gd name="connsiteX10" fmla="*/ 297561 w 301718"/>
                <a:gd name="connsiteY10" fmla="*/ 442 h 670485"/>
                <a:gd name="connsiteX11" fmla="*/ 178751 w 301718"/>
                <a:gd name="connsiteY11" fmla="*/ 79761 h 670485"/>
                <a:gd name="connsiteX12" fmla="*/ 122967 w 301718"/>
                <a:gd name="connsiteY12" fmla="*/ 79761 h 670485"/>
                <a:gd name="connsiteX13" fmla="*/ 4157 w 301718"/>
                <a:gd name="connsiteY13" fmla="*/ 543 h 670485"/>
                <a:gd name="connsiteX14" fmla="*/ 1408 w 301718"/>
                <a:gd name="connsiteY14" fmla="*/ 409 h 67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1718" h="670485">
                  <a:moveTo>
                    <a:pt x="1408" y="409"/>
                  </a:moveTo>
                  <a:cubicBezTo>
                    <a:pt x="534" y="863"/>
                    <a:pt x="-10" y="1770"/>
                    <a:pt x="0" y="2755"/>
                  </a:cubicBezTo>
                  <a:lnTo>
                    <a:pt x="0" y="568041"/>
                  </a:lnTo>
                  <a:cubicBezTo>
                    <a:pt x="881" y="583574"/>
                    <a:pt x="8390" y="597981"/>
                    <a:pt x="20618" y="607600"/>
                  </a:cubicBezTo>
                  <a:lnTo>
                    <a:pt x="130242" y="684069"/>
                  </a:lnTo>
                  <a:cubicBezTo>
                    <a:pt x="142848" y="691980"/>
                    <a:pt x="158870" y="691980"/>
                    <a:pt x="171477" y="684069"/>
                  </a:cubicBezTo>
                  <a:lnTo>
                    <a:pt x="281101" y="607600"/>
                  </a:lnTo>
                  <a:cubicBezTo>
                    <a:pt x="293329" y="597981"/>
                    <a:pt x="300837" y="583574"/>
                    <a:pt x="301718" y="568041"/>
                  </a:cubicBezTo>
                  <a:lnTo>
                    <a:pt x="301718" y="2655"/>
                  </a:lnTo>
                  <a:cubicBezTo>
                    <a:pt x="301703" y="1174"/>
                    <a:pt x="300491" y="-15"/>
                    <a:pt x="299009" y="0"/>
                  </a:cubicBezTo>
                  <a:cubicBezTo>
                    <a:pt x="298494" y="5"/>
                    <a:pt x="297992" y="159"/>
                    <a:pt x="297561" y="442"/>
                  </a:cubicBezTo>
                  <a:lnTo>
                    <a:pt x="178751" y="79761"/>
                  </a:lnTo>
                  <a:cubicBezTo>
                    <a:pt x="161861" y="91020"/>
                    <a:pt x="139858" y="91020"/>
                    <a:pt x="122967" y="79761"/>
                  </a:cubicBezTo>
                  <a:lnTo>
                    <a:pt x="4157" y="543"/>
                  </a:lnTo>
                  <a:cubicBezTo>
                    <a:pt x="3340" y="-20"/>
                    <a:pt x="2276" y="-72"/>
                    <a:pt x="1408" y="409"/>
                  </a:cubicBezTo>
                  <a:close/>
                </a:path>
              </a:pathLst>
            </a:custGeom>
            <a:solidFill>
              <a:schemeClr val="accent2">
                <a:lumMod val="40000"/>
                <a:lumOff val="60000"/>
              </a:schemeClr>
            </a:solidFill>
            <a:ln w="33338" cap="flat">
              <a:noFill/>
              <a:prstDash val="solid"/>
              <a:miter/>
            </a:ln>
          </p:spPr>
          <p:txBody>
            <a:bodyPr rtlCol="0" anchor="ctr"/>
            <a:lstStyle/>
            <a:p>
              <a:endParaRPr/>
            </a:p>
          </p:txBody>
        </p:sp>
        <p:sp>
          <p:nvSpPr>
            <p:cNvPr id="46" name="Freeform 45">
              <a:extLst>
                <a:ext uri="{FF2B5EF4-FFF2-40B4-BE49-F238E27FC236}">
                  <a16:creationId xmlns:a16="http://schemas.microsoft.com/office/drawing/2014/main" id="{6C83E645-B5FF-354E-B064-CF2CDA6823E0}"/>
                </a:ext>
              </a:extLst>
            </p:cNvPr>
            <p:cNvSpPr/>
            <p:nvPr/>
          </p:nvSpPr>
          <p:spPr>
            <a:xfrm>
              <a:off x="14266799" y="9629181"/>
              <a:ext cx="234670" cy="167621"/>
            </a:xfrm>
            <a:custGeom>
              <a:avLst/>
              <a:gdLst>
                <a:gd name="connsiteX0" fmla="*/ 141305 w 234669"/>
                <a:gd name="connsiteY0" fmla="*/ 166643 h 167621"/>
                <a:gd name="connsiteX1" fmla="*/ 261992 w 234669"/>
                <a:gd name="connsiteY1" fmla="*/ 86185 h 167621"/>
                <a:gd name="connsiteX2" fmla="*/ 264071 w 234669"/>
                <a:gd name="connsiteY2" fmla="*/ 82330 h 167621"/>
                <a:gd name="connsiteX3" fmla="*/ 261992 w 234669"/>
                <a:gd name="connsiteY3" fmla="*/ 78441 h 167621"/>
                <a:gd name="connsiteX4" fmla="*/ 152938 w 234669"/>
                <a:gd name="connsiteY4" fmla="*/ 5760 h 167621"/>
                <a:gd name="connsiteX5" fmla="*/ 111100 w 234669"/>
                <a:gd name="connsiteY5" fmla="*/ 5760 h 167621"/>
                <a:gd name="connsiteX6" fmla="*/ 2079 w 234669"/>
                <a:gd name="connsiteY6" fmla="*/ 78441 h 167621"/>
                <a:gd name="connsiteX7" fmla="*/ 0 w 234669"/>
                <a:gd name="connsiteY7" fmla="*/ 82330 h 167621"/>
                <a:gd name="connsiteX8" fmla="*/ 2079 w 234669"/>
                <a:gd name="connsiteY8" fmla="*/ 86185 h 167621"/>
                <a:gd name="connsiteX9" fmla="*/ 122766 w 234669"/>
                <a:gd name="connsiteY9" fmla="*/ 166643 h 167621"/>
                <a:gd name="connsiteX10" fmla="*/ 141305 w 234669"/>
                <a:gd name="connsiteY10" fmla="*/ 166643 h 167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4669" h="167621">
                  <a:moveTo>
                    <a:pt x="141305" y="166643"/>
                  </a:moveTo>
                  <a:lnTo>
                    <a:pt x="261992" y="86185"/>
                  </a:lnTo>
                  <a:cubicBezTo>
                    <a:pt x="263293" y="85334"/>
                    <a:pt x="264075" y="83884"/>
                    <a:pt x="264071" y="82330"/>
                  </a:cubicBezTo>
                  <a:cubicBezTo>
                    <a:pt x="264080" y="80765"/>
                    <a:pt x="263298" y="79302"/>
                    <a:pt x="261992" y="78441"/>
                  </a:cubicBezTo>
                  <a:lnTo>
                    <a:pt x="152938" y="5760"/>
                  </a:lnTo>
                  <a:cubicBezTo>
                    <a:pt x="140049" y="-1920"/>
                    <a:pt x="123988" y="-1920"/>
                    <a:pt x="111100" y="5760"/>
                  </a:cubicBezTo>
                  <a:lnTo>
                    <a:pt x="2079" y="78441"/>
                  </a:lnTo>
                  <a:cubicBezTo>
                    <a:pt x="773" y="79302"/>
                    <a:pt x="-9" y="80765"/>
                    <a:pt x="0" y="82330"/>
                  </a:cubicBezTo>
                  <a:cubicBezTo>
                    <a:pt x="-4" y="83884"/>
                    <a:pt x="778" y="85334"/>
                    <a:pt x="2079" y="86185"/>
                  </a:cubicBezTo>
                  <a:lnTo>
                    <a:pt x="122766" y="166643"/>
                  </a:lnTo>
                  <a:cubicBezTo>
                    <a:pt x="128383" y="170371"/>
                    <a:pt x="135688" y="170371"/>
                    <a:pt x="141305" y="166643"/>
                  </a:cubicBezTo>
                  <a:close/>
                </a:path>
              </a:pathLst>
            </a:custGeom>
            <a:solidFill>
              <a:schemeClr val="accent2">
                <a:lumMod val="20000"/>
                <a:lumOff val="80000"/>
              </a:schemeClr>
            </a:solidFill>
            <a:ln w="33338" cap="flat">
              <a:noFill/>
              <a:prstDash val="solid"/>
              <a:miter/>
            </a:ln>
          </p:spPr>
          <p:txBody>
            <a:bodyPr rtlCol="0" anchor="ctr"/>
            <a:lstStyle/>
            <a:p>
              <a:endParaRPr/>
            </a:p>
          </p:txBody>
        </p:sp>
      </p:grpSp>
      <p:grpSp>
        <p:nvGrpSpPr>
          <p:cNvPr id="47" name="Group 46">
            <a:extLst>
              <a:ext uri="{FF2B5EF4-FFF2-40B4-BE49-F238E27FC236}">
                <a16:creationId xmlns:a16="http://schemas.microsoft.com/office/drawing/2014/main" id="{2E85C1A9-98CD-6242-A3CB-F6B5FD97631F}"/>
              </a:ext>
            </a:extLst>
          </p:cNvPr>
          <p:cNvGrpSpPr/>
          <p:nvPr/>
        </p:nvGrpSpPr>
        <p:grpSpPr>
          <a:xfrm>
            <a:off x="17210535" y="9846953"/>
            <a:ext cx="929805" cy="586905"/>
            <a:chOff x="18512540" y="9835999"/>
            <a:chExt cx="929805" cy="586905"/>
          </a:xfrm>
        </p:grpSpPr>
        <p:sp>
          <p:nvSpPr>
            <p:cNvPr id="48" name="Oval 47">
              <a:extLst>
                <a:ext uri="{FF2B5EF4-FFF2-40B4-BE49-F238E27FC236}">
                  <a16:creationId xmlns:a16="http://schemas.microsoft.com/office/drawing/2014/main" id="{FECC53C3-465F-D042-8D47-9B0FEB0EA6AF}"/>
                </a:ext>
              </a:extLst>
            </p:cNvPr>
            <p:cNvSpPr/>
            <p:nvPr/>
          </p:nvSpPr>
          <p:spPr>
            <a:xfrm>
              <a:off x="18512540" y="9835999"/>
              <a:ext cx="586905" cy="586905"/>
            </a:xfrm>
            <a:prstGeom prst="ellipse">
              <a:avLst/>
            </a:prstGeom>
            <a:solidFill>
              <a:schemeClr val="accent6">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9" name="Oval 48">
              <a:extLst>
                <a:ext uri="{FF2B5EF4-FFF2-40B4-BE49-F238E27FC236}">
                  <a16:creationId xmlns:a16="http://schemas.microsoft.com/office/drawing/2014/main" id="{1D3AA1FE-EC13-914F-9F23-F8EDE32AD4A2}"/>
                </a:ext>
              </a:extLst>
            </p:cNvPr>
            <p:cNvSpPr/>
            <p:nvPr/>
          </p:nvSpPr>
          <p:spPr>
            <a:xfrm>
              <a:off x="18855440" y="9835999"/>
              <a:ext cx="586905" cy="58690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1981213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D0C6332-920B-3E42-9753-D3630723F76A}"/>
              </a:ext>
            </a:extLst>
          </p:cNvPr>
          <p:cNvSpPr>
            <a:spLocks noGrp="1"/>
          </p:cNvSpPr>
          <p:nvPr>
            <p:ph type="pic" sz="quarter" idx="10"/>
          </p:nvPr>
        </p:nvSpPr>
        <p:spPr/>
      </p:sp>
      <p:sp>
        <p:nvSpPr>
          <p:cNvPr id="5" name="Rectangle 4">
            <a:extLst>
              <a:ext uri="{FF2B5EF4-FFF2-40B4-BE49-F238E27FC236}">
                <a16:creationId xmlns:a16="http://schemas.microsoft.com/office/drawing/2014/main" id="{F9E34EB8-A5E3-BD4D-AD43-EFE850272B24}"/>
              </a:ext>
            </a:extLst>
          </p:cNvPr>
          <p:cNvSpPr/>
          <p:nvPr/>
        </p:nvSpPr>
        <p:spPr>
          <a:xfrm>
            <a:off x="7376921" y="1303896"/>
            <a:ext cx="13520461" cy="11108209"/>
          </a:xfrm>
          <a:prstGeom prst="rect">
            <a:avLst/>
          </a:prstGeom>
          <a:solidFill>
            <a:schemeClr val="bg1">
              <a:alpha val="9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6AA5A6E2-1589-0F4B-8ACE-42E802E6F733}"/>
              </a:ext>
            </a:extLst>
          </p:cNvPr>
          <p:cNvSpPr txBox="1"/>
          <p:nvPr/>
        </p:nvSpPr>
        <p:spPr>
          <a:xfrm>
            <a:off x="8723038" y="3117891"/>
            <a:ext cx="10923856" cy="1200329"/>
          </a:xfrm>
          <a:prstGeom prst="rect">
            <a:avLst/>
          </a:prstGeom>
          <a:noFill/>
        </p:spPr>
        <p:txBody>
          <a:bodyPr wrap="square" rtlCol="0">
            <a:spAutoFit/>
          </a:bodyPr>
          <a:lstStyle/>
          <a:p>
            <a:r>
              <a:rPr lang="en-ID" sz="7200" b="1">
                <a:solidFill>
                  <a:schemeClr val="tx2"/>
                </a:solidFill>
                <a:latin typeface="Poppins" pitchFamily="2" charset="77"/>
                <a:ea typeface="Open Sans" panose="020B0606030504020204" pitchFamily="34" charset="0"/>
                <a:cs typeface="Poppins" pitchFamily="2" charset="77"/>
              </a:rPr>
              <a:t>Amazing Services</a:t>
            </a:r>
            <a:endParaRPr sz="7200" b="1">
              <a:solidFill>
                <a:schemeClr val="tx2"/>
              </a:solidFill>
              <a:latin typeface="Poppins" pitchFamily="2" charset="77"/>
              <a:ea typeface="Open Sans" panose="020B0606030504020204" pitchFamily="34" charset="0"/>
              <a:cs typeface="Poppins" pitchFamily="2" charset="77"/>
            </a:endParaRPr>
          </a:p>
        </p:txBody>
      </p:sp>
      <p:sp>
        <p:nvSpPr>
          <p:cNvPr id="7" name="TextBox 6">
            <a:extLst>
              <a:ext uri="{FF2B5EF4-FFF2-40B4-BE49-F238E27FC236}">
                <a16:creationId xmlns:a16="http://schemas.microsoft.com/office/drawing/2014/main" id="{B3488B34-310C-5A4C-99B5-C2C4B7C03F37}"/>
              </a:ext>
            </a:extLst>
          </p:cNvPr>
          <p:cNvSpPr txBox="1"/>
          <p:nvPr/>
        </p:nvSpPr>
        <p:spPr>
          <a:xfrm>
            <a:off x="8701529" y="2748559"/>
            <a:ext cx="1532792" cy="369332"/>
          </a:xfrm>
          <a:prstGeom prst="rect">
            <a:avLst/>
          </a:prstGeom>
          <a:noFill/>
        </p:spPr>
        <p:txBody>
          <a:bodyPr wrap="none" rtlCol="0">
            <a:spAutoFit/>
          </a:bodyPr>
          <a:lstStyle/>
          <a:p>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SERVICES</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 name="TextBox 7">
            <a:extLst>
              <a:ext uri="{FF2B5EF4-FFF2-40B4-BE49-F238E27FC236}">
                <a16:creationId xmlns:a16="http://schemas.microsoft.com/office/drawing/2014/main" id="{55A2943F-60B9-7847-85B2-DBF18317E551}"/>
              </a:ext>
            </a:extLst>
          </p:cNvPr>
          <p:cNvSpPr txBox="1"/>
          <p:nvPr/>
        </p:nvSpPr>
        <p:spPr>
          <a:xfrm>
            <a:off x="8723038" y="4687552"/>
            <a:ext cx="10923856" cy="1141274"/>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Donec viverra eleifend lacus, vitae ullamcorper metus. </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9" name="Straight Connector 8">
            <a:extLst>
              <a:ext uri="{FF2B5EF4-FFF2-40B4-BE49-F238E27FC236}">
                <a16:creationId xmlns:a16="http://schemas.microsoft.com/office/drawing/2014/main" id="{117A4BEA-58AE-1F48-81BA-6664A24958B8}"/>
              </a:ext>
            </a:extLst>
          </p:cNvPr>
          <p:cNvCxnSpPr>
            <a:cxnSpLocks/>
          </p:cNvCxnSpPr>
          <p:nvPr/>
        </p:nvCxnSpPr>
        <p:spPr>
          <a:xfrm>
            <a:off x="22282741" y="0"/>
            <a:ext cx="0" cy="1371600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C30E720B-4E5F-2A44-AD98-A59BD60922B2}"/>
              </a:ext>
            </a:extLst>
          </p:cNvPr>
          <p:cNvSpPr/>
          <p:nvPr/>
        </p:nvSpPr>
        <p:spPr>
          <a:xfrm>
            <a:off x="22851152" y="598208"/>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49F7D003-68F3-1E4C-BD53-3E4C52F15CFE}"/>
              </a:ext>
            </a:extLst>
          </p:cNvPr>
          <p:cNvSpPr txBox="1"/>
          <p:nvPr/>
        </p:nvSpPr>
        <p:spPr>
          <a:xfrm rot="5400000">
            <a:off x="22327433" y="2425394"/>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12" name="TextBox 11">
            <a:extLst>
              <a:ext uri="{FF2B5EF4-FFF2-40B4-BE49-F238E27FC236}">
                <a16:creationId xmlns:a16="http://schemas.microsoft.com/office/drawing/2014/main" id="{44012477-76E7-CA4E-8435-5D511E1DBAED}"/>
              </a:ext>
            </a:extLst>
          </p:cNvPr>
          <p:cNvSpPr txBox="1"/>
          <p:nvPr/>
        </p:nvSpPr>
        <p:spPr>
          <a:xfrm rot="5400000">
            <a:off x="21971566" y="11469386"/>
            <a:ext cx="2616422"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MASDIKASTUDIO</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TextBox 16">
            <a:extLst>
              <a:ext uri="{FF2B5EF4-FFF2-40B4-BE49-F238E27FC236}">
                <a16:creationId xmlns:a16="http://schemas.microsoft.com/office/drawing/2014/main" id="{1C173AC5-8698-DE41-A5EF-285DC2E8BABA}"/>
              </a:ext>
            </a:extLst>
          </p:cNvPr>
          <p:cNvSpPr txBox="1"/>
          <p:nvPr/>
        </p:nvSpPr>
        <p:spPr>
          <a:xfrm>
            <a:off x="10143470" y="7177722"/>
            <a:ext cx="9148140" cy="1141274"/>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amet blandit dolor mollis nec. Donec viverra</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TextBox 17">
            <a:extLst>
              <a:ext uri="{FF2B5EF4-FFF2-40B4-BE49-F238E27FC236}">
                <a16:creationId xmlns:a16="http://schemas.microsoft.com/office/drawing/2014/main" id="{8920108C-1707-D744-8874-8D91519CDC97}"/>
              </a:ext>
            </a:extLst>
          </p:cNvPr>
          <p:cNvSpPr txBox="1"/>
          <p:nvPr/>
        </p:nvSpPr>
        <p:spPr>
          <a:xfrm>
            <a:off x="10143468" y="6716057"/>
            <a:ext cx="3315331" cy="461665"/>
          </a:xfrm>
          <a:prstGeom prst="rect">
            <a:avLst/>
          </a:prstGeom>
          <a:noFill/>
        </p:spPr>
        <p:txBody>
          <a:bodyPr wrap="none" rtlCol="0">
            <a:spAutoFit/>
          </a:bodyPr>
          <a:lstStyle/>
          <a:p>
            <a:r>
              <a:rPr lang="en-US" sz="2400" b="1" spc="300">
                <a:solidFill>
                  <a:schemeClr val="tx2"/>
                </a:solidFill>
                <a:latin typeface="Open Sans" panose="020B0606030504020204" pitchFamily="34" charset="0"/>
                <a:ea typeface="Open Sans" panose="020B0606030504020204" pitchFamily="34" charset="0"/>
                <a:cs typeface="Open Sans" panose="020B0606030504020204" pitchFamily="34" charset="0"/>
              </a:rPr>
              <a:t>GRAPHIC DESIGN</a:t>
            </a:r>
            <a:endParaRPr sz="2400"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Oval 18">
            <a:extLst>
              <a:ext uri="{FF2B5EF4-FFF2-40B4-BE49-F238E27FC236}">
                <a16:creationId xmlns:a16="http://schemas.microsoft.com/office/drawing/2014/main" id="{16162C41-EC1A-5347-A27A-D3368AB1642A}"/>
              </a:ext>
            </a:extLst>
          </p:cNvPr>
          <p:cNvSpPr/>
          <p:nvPr/>
        </p:nvSpPr>
        <p:spPr>
          <a:xfrm>
            <a:off x="8701529" y="6716058"/>
            <a:ext cx="1141274" cy="1141274"/>
          </a:xfrm>
          <a:prstGeom prst="ellipse">
            <a:avLst/>
          </a:prstGeom>
          <a:gradFill>
            <a:gsLst>
              <a:gs pos="0">
                <a:schemeClr val="accent5"/>
              </a:gs>
              <a:gs pos="100000">
                <a:schemeClr val="accent5">
                  <a:lumMod val="40000"/>
                  <a:lumOff val="60000"/>
                </a:schemeClr>
              </a:gs>
            </a:gsLst>
            <a:lin ang="13500000" scaled="1"/>
          </a:gradFill>
          <a:ln>
            <a:noFill/>
          </a:ln>
          <a:effectLst>
            <a:outerShdw blurRad="304800" dist="38100" dir="2700000" sx="110000" sy="110000" algn="tl" rotWithShape="0">
              <a:schemeClr val="accent4">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1B7E6351-F181-2643-B518-466E2F43EC1D}"/>
              </a:ext>
            </a:extLst>
          </p:cNvPr>
          <p:cNvSpPr txBox="1"/>
          <p:nvPr/>
        </p:nvSpPr>
        <p:spPr>
          <a:xfrm>
            <a:off x="10143470" y="9826167"/>
            <a:ext cx="9148140" cy="1141274"/>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amet blandit dolor mollis nec. Donec viverra</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1" name="TextBox 20">
            <a:extLst>
              <a:ext uri="{FF2B5EF4-FFF2-40B4-BE49-F238E27FC236}">
                <a16:creationId xmlns:a16="http://schemas.microsoft.com/office/drawing/2014/main" id="{4E7AEEED-BF82-4A43-8847-F52E3151BF79}"/>
              </a:ext>
            </a:extLst>
          </p:cNvPr>
          <p:cNvSpPr txBox="1"/>
          <p:nvPr/>
        </p:nvSpPr>
        <p:spPr>
          <a:xfrm>
            <a:off x="10143468" y="9364502"/>
            <a:ext cx="3466013" cy="461665"/>
          </a:xfrm>
          <a:prstGeom prst="rect">
            <a:avLst/>
          </a:prstGeom>
          <a:noFill/>
        </p:spPr>
        <p:txBody>
          <a:bodyPr wrap="none" rtlCol="0">
            <a:spAutoFit/>
          </a:bodyPr>
          <a:lstStyle/>
          <a:p>
            <a:r>
              <a:rPr lang="en-US" sz="2400" b="1" spc="300">
                <a:solidFill>
                  <a:schemeClr val="tx2"/>
                </a:solidFill>
                <a:latin typeface="Open Sans" panose="020B0606030504020204" pitchFamily="34" charset="0"/>
                <a:ea typeface="Open Sans" panose="020B0606030504020204" pitchFamily="34" charset="0"/>
                <a:cs typeface="Open Sans" panose="020B0606030504020204" pitchFamily="34" charset="0"/>
              </a:rPr>
              <a:t>3D ILLUSTRATION</a:t>
            </a:r>
            <a:endParaRPr sz="2400"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2" name="Oval 21">
            <a:extLst>
              <a:ext uri="{FF2B5EF4-FFF2-40B4-BE49-F238E27FC236}">
                <a16:creationId xmlns:a16="http://schemas.microsoft.com/office/drawing/2014/main" id="{415E114E-C219-AD40-A74F-6C8CFFF400CC}"/>
              </a:ext>
            </a:extLst>
          </p:cNvPr>
          <p:cNvSpPr/>
          <p:nvPr/>
        </p:nvSpPr>
        <p:spPr>
          <a:xfrm>
            <a:off x="8701529" y="9364503"/>
            <a:ext cx="1141274" cy="1141274"/>
          </a:xfrm>
          <a:prstGeom prst="ellipse">
            <a:avLst/>
          </a:prstGeom>
          <a:gradFill>
            <a:gsLst>
              <a:gs pos="0">
                <a:srgbClr val="FF0000">
                  <a:alpha val="27000"/>
                </a:srgbClr>
              </a:gs>
              <a:gs pos="100000">
                <a:srgbClr val="FFD76B"/>
              </a:gs>
            </a:gsLst>
            <a:lin ang="13500000" scaled="1"/>
          </a:gradFill>
          <a:ln>
            <a:noFill/>
          </a:ln>
          <a:effectLst>
            <a:outerShdw blurRad="304800" dist="38100" dir="2700000" sx="110000" sy="110000" algn="tl" rotWithShape="0">
              <a:srgbClr val="FFD76B">
                <a:alpha val="1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23" name="Graphic 25">
            <a:extLst>
              <a:ext uri="{FF2B5EF4-FFF2-40B4-BE49-F238E27FC236}">
                <a16:creationId xmlns:a16="http://schemas.microsoft.com/office/drawing/2014/main" id="{9A9240BE-E950-0341-AD0C-CBE5892F91F6}"/>
              </a:ext>
            </a:extLst>
          </p:cNvPr>
          <p:cNvGrpSpPr/>
          <p:nvPr/>
        </p:nvGrpSpPr>
        <p:grpSpPr>
          <a:xfrm>
            <a:off x="9040562" y="6987848"/>
            <a:ext cx="535361" cy="535361"/>
            <a:chOff x="8345534" y="9457943"/>
            <a:chExt cx="908566" cy="908566"/>
          </a:xfrm>
          <a:solidFill>
            <a:schemeClr val="accent4">
              <a:lumMod val="20000"/>
              <a:lumOff val="80000"/>
            </a:schemeClr>
          </a:solidFill>
        </p:grpSpPr>
        <p:sp>
          <p:nvSpPr>
            <p:cNvPr id="24" name="Freeform 23">
              <a:extLst>
                <a:ext uri="{FF2B5EF4-FFF2-40B4-BE49-F238E27FC236}">
                  <a16:creationId xmlns:a16="http://schemas.microsoft.com/office/drawing/2014/main" id="{DF3A6165-76EF-454C-A2FC-95E345F6D323}"/>
                </a:ext>
              </a:extLst>
            </p:cNvPr>
            <p:cNvSpPr/>
            <p:nvPr/>
          </p:nvSpPr>
          <p:spPr>
            <a:xfrm>
              <a:off x="8457553" y="9874369"/>
              <a:ext cx="681425" cy="492140"/>
            </a:xfrm>
            <a:custGeom>
              <a:avLst/>
              <a:gdLst>
                <a:gd name="connsiteX0" fmla="*/ 700353 w 681424"/>
                <a:gd name="connsiteY0" fmla="*/ 208213 h 492139"/>
                <a:gd name="connsiteX1" fmla="*/ 548925 w 681424"/>
                <a:gd name="connsiteY1" fmla="*/ 56785 h 492139"/>
                <a:gd name="connsiteX2" fmla="*/ 529997 w 681424"/>
                <a:gd name="connsiteY2" fmla="*/ 56785 h 492139"/>
                <a:gd name="connsiteX3" fmla="*/ 529997 w 681424"/>
                <a:gd name="connsiteY3" fmla="*/ 37857 h 492139"/>
                <a:gd name="connsiteX4" fmla="*/ 492140 w 681424"/>
                <a:gd name="connsiteY4" fmla="*/ 0 h 492139"/>
                <a:gd name="connsiteX5" fmla="*/ 37857 w 681424"/>
                <a:gd name="connsiteY5" fmla="*/ 0 h 492139"/>
                <a:gd name="connsiteX6" fmla="*/ 0 w 681424"/>
                <a:gd name="connsiteY6" fmla="*/ 37857 h 492139"/>
                <a:gd name="connsiteX7" fmla="*/ 0 w 681424"/>
                <a:gd name="connsiteY7" fmla="*/ 397498 h 492139"/>
                <a:gd name="connsiteX8" fmla="*/ 94642 w 681424"/>
                <a:gd name="connsiteY8" fmla="*/ 492140 h 492139"/>
                <a:gd name="connsiteX9" fmla="*/ 435355 w 681424"/>
                <a:gd name="connsiteY9" fmla="*/ 492140 h 492139"/>
                <a:gd name="connsiteX10" fmla="*/ 529997 w 681424"/>
                <a:gd name="connsiteY10" fmla="*/ 397498 h 492139"/>
                <a:gd name="connsiteX11" fmla="*/ 529997 w 681424"/>
                <a:gd name="connsiteY11" fmla="*/ 359641 h 492139"/>
                <a:gd name="connsiteX12" fmla="*/ 548925 w 681424"/>
                <a:gd name="connsiteY12" fmla="*/ 359641 h 492139"/>
                <a:gd name="connsiteX13" fmla="*/ 700353 w 681424"/>
                <a:gd name="connsiteY13" fmla="*/ 208213 h 492139"/>
                <a:gd name="connsiteX14" fmla="*/ 548925 w 681424"/>
                <a:gd name="connsiteY14" fmla="*/ 283927 h 492139"/>
                <a:gd name="connsiteX15" fmla="*/ 539461 w 681424"/>
                <a:gd name="connsiteY15" fmla="*/ 283927 h 492139"/>
                <a:gd name="connsiteX16" fmla="*/ 529997 w 681424"/>
                <a:gd name="connsiteY16" fmla="*/ 274539 h 492139"/>
                <a:gd name="connsiteX17" fmla="*/ 529997 w 681424"/>
                <a:gd name="connsiteY17" fmla="*/ 274463 h 492139"/>
                <a:gd name="connsiteX18" fmla="*/ 529997 w 681424"/>
                <a:gd name="connsiteY18" fmla="*/ 141963 h 492139"/>
                <a:gd name="connsiteX19" fmla="*/ 539385 w 681424"/>
                <a:gd name="connsiteY19" fmla="*/ 132499 h 492139"/>
                <a:gd name="connsiteX20" fmla="*/ 539461 w 681424"/>
                <a:gd name="connsiteY20" fmla="*/ 132499 h 492139"/>
                <a:gd name="connsiteX21" fmla="*/ 548925 w 681424"/>
                <a:gd name="connsiteY21" fmla="*/ 132499 h 492139"/>
                <a:gd name="connsiteX22" fmla="*/ 624639 w 681424"/>
                <a:gd name="connsiteY22" fmla="*/ 208213 h 492139"/>
                <a:gd name="connsiteX23" fmla="*/ 548925 w 681424"/>
                <a:gd name="connsiteY23" fmla="*/ 283927 h 492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81424" h="492139">
                  <a:moveTo>
                    <a:pt x="700353" y="208213"/>
                  </a:moveTo>
                  <a:cubicBezTo>
                    <a:pt x="700353" y="124582"/>
                    <a:pt x="632556" y="56785"/>
                    <a:pt x="548925" y="56785"/>
                  </a:cubicBezTo>
                  <a:lnTo>
                    <a:pt x="529997" y="56785"/>
                  </a:lnTo>
                  <a:lnTo>
                    <a:pt x="529997" y="37857"/>
                  </a:lnTo>
                  <a:cubicBezTo>
                    <a:pt x="529997" y="16949"/>
                    <a:pt x="513048" y="0"/>
                    <a:pt x="492140" y="0"/>
                  </a:cubicBezTo>
                  <a:lnTo>
                    <a:pt x="37857" y="0"/>
                  </a:lnTo>
                  <a:cubicBezTo>
                    <a:pt x="16949" y="0"/>
                    <a:pt x="0" y="16949"/>
                    <a:pt x="0" y="37857"/>
                  </a:cubicBezTo>
                  <a:lnTo>
                    <a:pt x="0" y="397498"/>
                  </a:lnTo>
                  <a:cubicBezTo>
                    <a:pt x="0" y="449767"/>
                    <a:pt x="42373" y="492140"/>
                    <a:pt x="94642" y="492140"/>
                  </a:cubicBezTo>
                  <a:lnTo>
                    <a:pt x="435355" y="492140"/>
                  </a:lnTo>
                  <a:cubicBezTo>
                    <a:pt x="487624" y="492140"/>
                    <a:pt x="529997" y="449767"/>
                    <a:pt x="529997" y="397498"/>
                  </a:cubicBezTo>
                  <a:lnTo>
                    <a:pt x="529997" y="359641"/>
                  </a:lnTo>
                  <a:lnTo>
                    <a:pt x="548925" y="359641"/>
                  </a:lnTo>
                  <a:cubicBezTo>
                    <a:pt x="632556" y="359641"/>
                    <a:pt x="700353" y="291844"/>
                    <a:pt x="700353" y="208213"/>
                  </a:cubicBezTo>
                  <a:close/>
                  <a:moveTo>
                    <a:pt x="548925" y="283927"/>
                  </a:moveTo>
                  <a:lnTo>
                    <a:pt x="539461" y="283927"/>
                  </a:lnTo>
                  <a:cubicBezTo>
                    <a:pt x="534255" y="283948"/>
                    <a:pt x="530018" y="279745"/>
                    <a:pt x="529997" y="274539"/>
                  </a:cubicBezTo>
                  <a:cubicBezTo>
                    <a:pt x="529997" y="274513"/>
                    <a:pt x="529997" y="274488"/>
                    <a:pt x="529997" y="274463"/>
                  </a:cubicBezTo>
                  <a:lnTo>
                    <a:pt x="529997" y="141963"/>
                  </a:lnTo>
                  <a:cubicBezTo>
                    <a:pt x="529976" y="136757"/>
                    <a:pt x="534179" y="132520"/>
                    <a:pt x="539385" y="132499"/>
                  </a:cubicBezTo>
                  <a:cubicBezTo>
                    <a:pt x="539410" y="132499"/>
                    <a:pt x="539436" y="132499"/>
                    <a:pt x="539461" y="132499"/>
                  </a:cubicBezTo>
                  <a:lnTo>
                    <a:pt x="548925" y="132499"/>
                  </a:lnTo>
                  <a:cubicBezTo>
                    <a:pt x="590741" y="132499"/>
                    <a:pt x="624639" y="166397"/>
                    <a:pt x="624639" y="208213"/>
                  </a:cubicBezTo>
                  <a:cubicBezTo>
                    <a:pt x="624639" y="250029"/>
                    <a:pt x="590741" y="283927"/>
                    <a:pt x="548925" y="283927"/>
                  </a:cubicBezTo>
                  <a:close/>
                </a:path>
              </a:pathLst>
            </a:custGeom>
            <a:grpFill/>
            <a:ln w="37703" cap="flat">
              <a:noFill/>
              <a:prstDash val="solid"/>
              <a:miter/>
            </a:ln>
          </p:spPr>
          <p:txBody>
            <a:bodyPr rtlCol="0" anchor="ctr"/>
            <a:lstStyle/>
            <a:p>
              <a:endParaRPr/>
            </a:p>
          </p:txBody>
        </p:sp>
        <p:sp>
          <p:nvSpPr>
            <p:cNvPr id="25" name="Freeform 24">
              <a:extLst>
                <a:ext uri="{FF2B5EF4-FFF2-40B4-BE49-F238E27FC236}">
                  <a16:creationId xmlns:a16="http://schemas.microsoft.com/office/drawing/2014/main" id="{C31A6A6C-864C-854A-A1B8-8373C4E9283B}"/>
                </a:ext>
              </a:extLst>
            </p:cNvPr>
            <p:cNvSpPr/>
            <p:nvPr/>
          </p:nvSpPr>
          <p:spPr>
            <a:xfrm>
              <a:off x="8441813" y="9489514"/>
              <a:ext cx="113571" cy="113571"/>
            </a:xfrm>
            <a:custGeom>
              <a:avLst/>
              <a:gdLst>
                <a:gd name="connsiteX0" fmla="*/ 117575 w 113570"/>
                <a:gd name="connsiteY0" fmla="*/ 76851 h 113570"/>
                <a:gd name="connsiteX1" fmla="*/ 121433 w 113570"/>
                <a:gd name="connsiteY1" fmla="*/ 64091 h 113570"/>
                <a:gd name="connsiteX2" fmla="*/ 118218 w 113570"/>
                <a:gd name="connsiteY2" fmla="*/ 60610 h 113570"/>
                <a:gd name="connsiteX3" fmla="*/ 28649 w 113570"/>
                <a:gd name="connsiteY3" fmla="*/ 2689 h 113570"/>
                <a:gd name="connsiteX4" fmla="*/ 2686 w 113570"/>
                <a:gd name="connsiteY4" fmla="*/ 9211 h 113570"/>
                <a:gd name="connsiteX5" fmla="*/ 256 w 113570"/>
                <a:gd name="connsiteY5" fmla="*/ 22034 h 113570"/>
                <a:gd name="connsiteX6" fmla="*/ 16232 w 113570"/>
                <a:gd name="connsiteY6" fmla="*/ 117812 h 113570"/>
                <a:gd name="connsiteX7" fmla="*/ 27139 w 113570"/>
                <a:gd name="connsiteY7" fmla="*/ 125570 h 113570"/>
                <a:gd name="connsiteX8" fmla="*/ 30087 w 113570"/>
                <a:gd name="connsiteY8" fmla="*/ 124551 h 11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3570" h="113570">
                  <a:moveTo>
                    <a:pt x="117575" y="76851"/>
                  </a:moveTo>
                  <a:cubicBezTo>
                    <a:pt x="122164" y="74393"/>
                    <a:pt x="123891" y="68680"/>
                    <a:pt x="121433" y="64091"/>
                  </a:cubicBezTo>
                  <a:cubicBezTo>
                    <a:pt x="120675" y="62676"/>
                    <a:pt x="119569" y="61478"/>
                    <a:pt x="118218" y="60610"/>
                  </a:cubicBezTo>
                  <a:lnTo>
                    <a:pt x="28649" y="2689"/>
                  </a:lnTo>
                  <a:cubicBezTo>
                    <a:pt x="19679" y="-2679"/>
                    <a:pt x="8055" y="241"/>
                    <a:pt x="2686" y="9211"/>
                  </a:cubicBezTo>
                  <a:cubicBezTo>
                    <a:pt x="382" y="13062"/>
                    <a:pt x="-480" y="17607"/>
                    <a:pt x="256" y="22034"/>
                  </a:cubicBezTo>
                  <a:lnTo>
                    <a:pt x="16232" y="117812"/>
                  </a:lnTo>
                  <a:cubicBezTo>
                    <a:pt x="17101" y="122966"/>
                    <a:pt x="21985" y="126439"/>
                    <a:pt x="27139" y="125570"/>
                  </a:cubicBezTo>
                  <a:cubicBezTo>
                    <a:pt x="28171" y="125396"/>
                    <a:pt x="29168" y="125051"/>
                    <a:pt x="30087" y="124551"/>
                  </a:cubicBezTo>
                  <a:close/>
                </a:path>
              </a:pathLst>
            </a:custGeom>
            <a:grpFill/>
            <a:ln w="37703" cap="flat">
              <a:noFill/>
              <a:prstDash val="solid"/>
              <a:miter/>
            </a:ln>
          </p:spPr>
          <p:txBody>
            <a:bodyPr rtlCol="0" anchor="ctr"/>
            <a:lstStyle/>
            <a:p>
              <a:endParaRPr/>
            </a:p>
          </p:txBody>
        </p:sp>
        <p:sp>
          <p:nvSpPr>
            <p:cNvPr id="26" name="Freeform 25">
              <a:extLst>
                <a:ext uri="{FF2B5EF4-FFF2-40B4-BE49-F238E27FC236}">
                  <a16:creationId xmlns:a16="http://schemas.microsoft.com/office/drawing/2014/main" id="{8C783CDA-3449-5A4F-9799-E93C6C0602E0}"/>
                </a:ext>
              </a:extLst>
            </p:cNvPr>
            <p:cNvSpPr/>
            <p:nvPr/>
          </p:nvSpPr>
          <p:spPr>
            <a:xfrm>
              <a:off x="8478700" y="9595260"/>
              <a:ext cx="227142" cy="227142"/>
            </a:xfrm>
            <a:custGeom>
              <a:avLst/>
              <a:gdLst>
                <a:gd name="connsiteX0" fmla="*/ 4860 w 227141"/>
                <a:gd name="connsiteY0" fmla="*/ 55526 h 227141"/>
                <a:gd name="connsiteX1" fmla="*/ 1074 w 227141"/>
                <a:gd name="connsiteY1" fmla="*/ 68170 h 227141"/>
                <a:gd name="connsiteX2" fmla="*/ 85117 w 227141"/>
                <a:gd name="connsiteY2" fmla="*/ 230955 h 227141"/>
                <a:gd name="connsiteX3" fmla="*/ 101963 w 227141"/>
                <a:gd name="connsiteY3" fmla="*/ 241176 h 227141"/>
                <a:gd name="connsiteX4" fmla="*/ 215534 w 227141"/>
                <a:gd name="connsiteY4" fmla="*/ 241176 h 227141"/>
                <a:gd name="connsiteX5" fmla="*/ 234459 w 227141"/>
                <a:gd name="connsiteY5" fmla="*/ 222245 h 227141"/>
                <a:gd name="connsiteX6" fmla="*/ 232115 w 227141"/>
                <a:gd name="connsiteY6" fmla="*/ 213124 h 227141"/>
                <a:gd name="connsiteX7" fmla="*/ 117560 w 227141"/>
                <a:gd name="connsiteY7" fmla="*/ 4911 h 227141"/>
                <a:gd name="connsiteX8" fmla="*/ 104727 w 227141"/>
                <a:gd name="connsiteY8" fmla="*/ 1126 h 227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7141" h="227141">
                  <a:moveTo>
                    <a:pt x="4860" y="55526"/>
                  </a:moveTo>
                  <a:cubicBezTo>
                    <a:pt x="383" y="58020"/>
                    <a:pt x="-1296" y="63626"/>
                    <a:pt x="1074" y="68170"/>
                  </a:cubicBezTo>
                  <a:lnTo>
                    <a:pt x="85117" y="230955"/>
                  </a:lnTo>
                  <a:cubicBezTo>
                    <a:pt x="88376" y="237247"/>
                    <a:pt x="94877" y="241191"/>
                    <a:pt x="101963" y="241176"/>
                  </a:cubicBezTo>
                  <a:lnTo>
                    <a:pt x="215534" y="241176"/>
                  </a:lnTo>
                  <a:cubicBezTo>
                    <a:pt x="225988" y="241175"/>
                    <a:pt x="234461" y="232699"/>
                    <a:pt x="234459" y="222245"/>
                  </a:cubicBezTo>
                  <a:cubicBezTo>
                    <a:pt x="234458" y="219056"/>
                    <a:pt x="233652" y="215919"/>
                    <a:pt x="232115" y="213124"/>
                  </a:cubicBezTo>
                  <a:lnTo>
                    <a:pt x="117560" y="4911"/>
                  </a:lnTo>
                  <a:cubicBezTo>
                    <a:pt x="115033" y="358"/>
                    <a:pt x="109321" y="-1327"/>
                    <a:pt x="104727" y="1126"/>
                  </a:cubicBezTo>
                  <a:close/>
                </a:path>
              </a:pathLst>
            </a:custGeom>
            <a:grpFill/>
            <a:ln w="37703" cap="flat">
              <a:noFill/>
              <a:prstDash val="solid"/>
              <a:miter/>
            </a:ln>
          </p:spPr>
          <p:txBody>
            <a:bodyPr rtlCol="0" anchor="ctr"/>
            <a:lstStyle/>
            <a:p>
              <a:endParaRPr/>
            </a:p>
          </p:txBody>
        </p:sp>
        <p:sp>
          <p:nvSpPr>
            <p:cNvPr id="27" name="Freeform 26">
              <a:extLst>
                <a:ext uri="{FF2B5EF4-FFF2-40B4-BE49-F238E27FC236}">
                  <a16:creationId xmlns:a16="http://schemas.microsoft.com/office/drawing/2014/main" id="{810D1D6B-AB07-2649-9181-D379CFA1C46A}"/>
                </a:ext>
              </a:extLst>
            </p:cNvPr>
            <p:cNvSpPr/>
            <p:nvPr/>
          </p:nvSpPr>
          <p:spPr>
            <a:xfrm>
              <a:off x="8770663" y="9719205"/>
              <a:ext cx="113571" cy="113571"/>
            </a:xfrm>
            <a:custGeom>
              <a:avLst/>
              <a:gdLst>
                <a:gd name="connsiteX0" fmla="*/ 87416 w 113570"/>
                <a:gd name="connsiteY0" fmla="*/ 14829 h 113570"/>
                <a:gd name="connsiteX1" fmla="*/ 87151 w 113570"/>
                <a:gd name="connsiteY1" fmla="*/ 14829 h 113570"/>
                <a:gd name="connsiteX2" fmla="*/ 63074 w 113570"/>
                <a:gd name="connsiteY2" fmla="*/ 1655 h 113570"/>
                <a:gd name="connsiteX3" fmla="*/ 49819 w 113570"/>
                <a:gd name="connsiteY3" fmla="*/ 4173 h 113570"/>
                <a:gd name="connsiteX4" fmla="*/ 49407 w 113570"/>
                <a:gd name="connsiteY4" fmla="*/ 4835 h 113570"/>
                <a:gd name="connsiteX5" fmla="*/ 2389 w 113570"/>
                <a:gd name="connsiteY5" fmla="*/ 89180 h 113570"/>
                <a:gd name="connsiteX6" fmla="*/ 9733 w 113570"/>
                <a:gd name="connsiteY6" fmla="*/ 114922 h 113570"/>
                <a:gd name="connsiteX7" fmla="*/ 18933 w 113570"/>
                <a:gd name="connsiteY7" fmla="*/ 117307 h 113570"/>
                <a:gd name="connsiteX8" fmla="*/ 88287 w 113570"/>
                <a:gd name="connsiteY8" fmla="*/ 117307 h 113570"/>
                <a:gd name="connsiteX9" fmla="*/ 106004 w 113570"/>
                <a:gd name="connsiteY9" fmla="*/ 105080 h 113570"/>
                <a:gd name="connsiteX10" fmla="*/ 131368 w 113570"/>
                <a:gd name="connsiteY10" fmla="*/ 37543 h 113570"/>
                <a:gd name="connsiteX11" fmla="*/ 125823 w 113570"/>
                <a:gd name="connsiteY11" fmla="*/ 25302 h 113570"/>
                <a:gd name="connsiteX12" fmla="*/ 123796 w 113570"/>
                <a:gd name="connsiteY12" fmla="*/ 24785 h 113570"/>
                <a:gd name="connsiteX13" fmla="*/ 98054 w 113570"/>
                <a:gd name="connsiteY13" fmla="*/ 18879 h 113570"/>
                <a:gd name="connsiteX14" fmla="*/ 87416 w 113570"/>
                <a:gd name="connsiteY14" fmla="*/ 14829 h 11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3570" h="113570">
                  <a:moveTo>
                    <a:pt x="87416" y="14829"/>
                  </a:moveTo>
                  <a:lnTo>
                    <a:pt x="87151" y="14829"/>
                  </a:lnTo>
                  <a:cubicBezTo>
                    <a:pt x="78694" y="11277"/>
                    <a:pt x="70625" y="6862"/>
                    <a:pt x="63074" y="1655"/>
                  </a:cubicBezTo>
                  <a:cubicBezTo>
                    <a:pt x="58718" y="-1310"/>
                    <a:pt x="52784" y="-183"/>
                    <a:pt x="49819" y="4173"/>
                  </a:cubicBezTo>
                  <a:cubicBezTo>
                    <a:pt x="49673" y="4388"/>
                    <a:pt x="49536" y="4608"/>
                    <a:pt x="49407" y="4835"/>
                  </a:cubicBezTo>
                  <a:lnTo>
                    <a:pt x="2389" y="89180"/>
                  </a:lnTo>
                  <a:cubicBezTo>
                    <a:pt x="-2691" y="98316"/>
                    <a:pt x="596" y="109841"/>
                    <a:pt x="9733" y="114922"/>
                  </a:cubicBezTo>
                  <a:cubicBezTo>
                    <a:pt x="12547" y="116486"/>
                    <a:pt x="15713" y="117308"/>
                    <a:pt x="18933" y="117307"/>
                  </a:cubicBezTo>
                  <a:lnTo>
                    <a:pt x="88287" y="117307"/>
                  </a:lnTo>
                  <a:cubicBezTo>
                    <a:pt x="96161" y="117313"/>
                    <a:pt x="103216" y="112444"/>
                    <a:pt x="106004" y="105080"/>
                  </a:cubicBezTo>
                  <a:lnTo>
                    <a:pt x="131368" y="37543"/>
                  </a:lnTo>
                  <a:cubicBezTo>
                    <a:pt x="133217" y="32632"/>
                    <a:pt x="130734" y="27151"/>
                    <a:pt x="125823" y="25302"/>
                  </a:cubicBezTo>
                  <a:cubicBezTo>
                    <a:pt x="125169" y="25056"/>
                    <a:pt x="124489" y="24882"/>
                    <a:pt x="123796" y="24785"/>
                  </a:cubicBezTo>
                  <a:cubicBezTo>
                    <a:pt x="115041" y="23672"/>
                    <a:pt x="106418" y="21694"/>
                    <a:pt x="98054" y="18879"/>
                  </a:cubicBezTo>
                  <a:cubicBezTo>
                    <a:pt x="94533" y="17668"/>
                    <a:pt x="90974" y="16343"/>
                    <a:pt x="87416" y="14829"/>
                  </a:cubicBezTo>
                  <a:close/>
                </a:path>
              </a:pathLst>
            </a:custGeom>
            <a:grpFill/>
            <a:ln w="37703" cap="flat">
              <a:noFill/>
              <a:prstDash val="solid"/>
              <a:miter/>
            </a:ln>
          </p:spPr>
          <p:txBody>
            <a:bodyPr rtlCol="0" anchor="ctr"/>
            <a:lstStyle/>
            <a:p>
              <a:endParaRPr/>
            </a:p>
          </p:txBody>
        </p:sp>
        <p:sp>
          <p:nvSpPr>
            <p:cNvPr id="28" name="Freeform 27">
              <a:extLst>
                <a:ext uri="{FF2B5EF4-FFF2-40B4-BE49-F238E27FC236}">
                  <a16:creationId xmlns:a16="http://schemas.microsoft.com/office/drawing/2014/main" id="{696813BF-9F9B-094C-BB7E-AE7E3FD90090}"/>
                </a:ext>
              </a:extLst>
            </p:cNvPr>
            <p:cNvSpPr/>
            <p:nvPr/>
          </p:nvSpPr>
          <p:spPr>
            <a:xfrm>
              <a:off x="8821838" y="9457966"/>
              <a:ext cx="151428" cy="227142"/>
            </a:xfrm>
            <a:custGeom>
              <a:avLst/>
              <a:gdLst>
                <a:gd name="connsiteX0" fmla="*/ 167907 w 151427"/>
                <a:gd name="connsiteY0" fmla="*/ 106544 h 227141"/>
                <a:gd name="connsiteX1" fmla="*/ 61529 w 151427"/>
                <a:gd name="connsiteY1" fmla="*/ 545 h 227141"/>
                <a:gd name="connsiteX2" fmla="*/ 38651 w 151427"/>
                <a:gd name="connsiteY2" fmla="*/ 14443 h 227141"/>
                <a:gd name="connsiteX3" fmla="*/ 41238 w 151427"/>
                <a:gd name="connsiteY3" fmla="*/ 29354 h 227141"/>
                <a:gd name="connsiteX4" fmla="*/ 27874 w 151427"/>
                <a:gd name="connsiteY4" fmla="*/ 104840 h 227141"/>
                <a:gd name="connsiteX5" fmla="*/ 7356 w 151427"/>
                <a:gd name="connsiteY5" fmla="*/ 135845 h 227141"/>
                <a:gd name="connsiteX6" fmla="*/ 44303 w 151427"/>
                <a:gd name="connsiteY6" fmla="*/ 238452 h 227141"/>
                <a:gd name="connsiteX7" fmla="*/ 50929 w 151427"/>
                <a:gd name="connsiteY7" fmla="*/ 241201 h 227141"/>
                <a:gd name="connsiteX8" fmla="*/ 135918 w 151427"/>
                <a:gd name="connsiteY8" fmla="*/ 231472 h 227141"/>
                <a:gd name="connsiteX9" fmla="*/ 167907 w 151427"/>
                <a:gd name="connsiteY9" fmla="*/ 106544 h 227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1427" h="227141">
                  <a:moveTo>
                    <a:pt x="167907" y="106544"/>
                  </a:moveTo>
                  <a:cubicBezTo>
                    <a:pt x="156165" y="53483"/>
                    <a:pt x="114632" y="12097"/>
                    <a:pt x="61529" y="545"/>
                  </a:cubicBezTo>
                  <a:cubicBezTo>
                    <a:pt x="51373" y="-1935"/>
                    <a:pt x="41130" y="4288"/>
                    <a:pt x="38651" y="14443"/>
                  </a:cubicBezTo>
                  <a:cubicBezTo>
                    <a:pt x="37402" y="19557"/>
                    <a:pt x="38340" y="24959"/>
                    <a:pt x="41238" y="29354"/>
                  </a:cubicBezTo>
                  <a:cubicBezTo>
                    <a:pt x="61264" y="59828"/>
                    <a:pt x="49187" y="77886"/>
                    <a:pt x="27874" y="104840"/>
                  </a:cubicBezTo>
                  <a:cubicBezTo>
                    <a:pt x="19658" y="114196"/>
                    <a:pt x="12755" y="124626"/>
                    <a:pt x="7356" y="135845"/>
                  </a:cubicBezTo>
                  <a:cubicBezTo>
                    <a:pt x="-10776" y="174382"/>
                    <a:pt x="5766" y="220321"/>
                    <a:pt x="44303" y="238452"/>
                  </a:cubicBezTo>
                  <a:cubicBezTo>
                    <a:pt x="46468" y="239471"/>
                    <a:pt x="48679" y="240388"/>
                    <a:pt x="50929" y="241201"/>
                  </a:cubicBezTo>
                  <a:cubicBezTo>
                    <a:pt x="78639" y="255335"/>
                    <a:pt x="112119" y="251503"/>
                    <a:pt x="135918" y="231472"/>
                  </a:cubicBezTo>
                  <a:cubicBezTo>
                    <a:pt x="168442" y="198709"/>
                    <a:pt x="180683" y="150906"/>
                    <a:pt x="167907" y="106544"/>
                  </a:cubicBezTo>
                  <a:close/>
                </a:path>
              </a:pathLst>
            </a:custGeom>
            <a:grpFill/>
            <a:ln w="37703" cap="flat">
              <a:noFill/>
              <a:prstDash val="solid"/>
              <a:miter/>
            </a:ln>
          </p:spPr>
          <p:txBody>
            <a:bodyPr rtlCol="0" anchor="ctr"/>
            <a:lstStyle/>
            <a:p>
              <a:endParaRPr/>
            </a:p>
          </p:txBody>
        </p:sp>
      </p:grpSp>
      <p:grpSp>
        <p:nvGrpSpPr>
          <p:cNvPr id="34" name="Graphic 33">
            <a:extLst>
              <a:ext uri="{FF2B5EF4-FFF2-40B4-BE49-F238E27FC236}">
                <a16:creationId xmlns:a16="http://schemas.microsoft.com/office/drawing/2014/main" id="{F7905357-2BC8-734E-BA53-ECDB7446B96E}"/>
              </a:ext>
            </a:extLst>
          </p:cNvPr>
          <p:cNvGrpSpPr/>
          <p:nvPr/>
        </p:nvGrpSpPr>
        <p:grpSpPr>
          <a:xfrm>
            <a:off x="8932805" y="9614013"/>
            <a:ext cx="599723" cy="599723"/>
            <a:chOff x="13795381" y="9629276"/>
            <a:chExt cx="804582" cy="804582"/>
          </a:xfrm>
          <a:solidFill>
            <a:srgbClr val="FFEA9F"/>
          </a:solidFill>
        </p:grpSpPr>
        <p:sp>
          <p:nvSpPr>
            <p:cNvPr id="35" name="Freeform 34">
              <a:extLst>
                <a:ext uri="{FF2B5EF4-FFF2-40B4-BE49-F238E27FC236}">
                  <a16:creationId xmlns:a16="http://schemas.microsoft.com/office/drawing/2014/main" id="{9EE6D6B6-ECDA-E949-81EC-ED437ACD0E57}"/>
                </a:ext>
              </a:extLst>
            </p:cNvPr>
            <p:cNvSpPr/>
            <p:nvPr/>
          </p:nvSpPr>
          <p:spPr>
            <a:xfrm>
              <a:off x="13864508" y="9905757"/>
              <a:ext cx="234670" cy="167621"/>
            </a:xfrm>
            <a:custGeom>
              <a:avLst/>
              <a:gdLst>
                <a:gd name="connsiteX0" fmla="*/ 141305 w 234669"/>
                <a:gd name="connsiteY0" fmla="*/ 166643 h 167621"/>
                <a:gd name="connsiteX1" fmla="*/ 261992 w 234669"/>
                <a:gd name="connsiteY1" fmla="*/ 86185 h 167621"/>
                <a:gd name="connsiteX2" fmla="*/ 264071 w 234669"/>
                <a:gd name="connsiteY2" fmla="*/ 82330 h 167621"/>
                <a:gd name="connsiteX3" fmla="*/ 261992 w 234669"/>
                <a:gd name="connsiteY3" fmla="*/ 78441 h 167621"/>
                <a:gd name="connsiteX4" fmla="*/ 152938 w 234669"/>
                <a:gd name="connsiteY4" fmla="*/ 5760 h 167621"/>
                <a:gd name="connsiteX5" fmla="*/ 111099 w 234669"/>
                <a:gd name="connsiteY5" fmla="*/ 5760 h 167621"/>
                <a:gd name="connsiteX6" fmla="*/ 2079 w 234669"/>
                <a:gd name="connsiteY6" fmla="*/ 78441 h 167621"/>
                <a:gd name="connsiteX7" fmla="*/ 0 w 234669"/>
                <a:gd name="connsiteY7" fmla="*/ 82330 h 167621"/>
                <a:gd name="connsiteX8" fmla="*/ 2079 w 234669"/>
                <a:gd name="connsiteY8" fmla="*/ 86185 h 167621"/>
                <a:gd name="connsiteX9" fmla="*/ 122766 w 234669"/>
                <a:gd name="connsiteY9" fmla="*/ 166643 h 167621"/>
                <a:gd name="connsiteX10" fmla="*/ 141305 w 234669"/>
                <a:gd name="connsiteY10" fmla="*/ 166643 h 167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4669" h="167621">
                  <a:moveTo>
                    <a:pt x="141305" y="166643"/>
                  </a:moveTo>
                  <a:lnTo>
                    <a:pt x="261992" y="86185"/>
                  </a:lnTo>
                  <a:cubicBezTo>
                    <a:pt x="263293" y="85334"/>
                    <a:pt x="264075" y="83884"/>
                    <a:pt x="264071" y="82330"/>
                  </a:cubicBezTo>
                  <a:cubicBezTo>
                    <a:pt x="264080" y="80765"/>
                    <a:pt x="263298" y="79302"/>
                    <a:pt x="261992" y="78441"/>
                  </a:cubicBezTo>
                  <a:lnTo>
                    <a:pt x="152938" y="5760"/>
                  </a:lnTo>
                  <a:cubicBezTo>
                    <a:pt x="140049" y="-1920"/>
                    <a:pt x="123988" y="-1920"/>
                    <a:pt x="111099" y="5760"/>
                  </a:cubicBezTo>
                  <a:lnTo>
                    <a:pt x="2079" y="78441"/>
                  </a:lnTo>
                  <a:cubicBezTo>
                    <a:pt x="773" y="79302"/>
                    <a:pt x="-9" y="80765"/>
                    <a:pt x="0" y="82330"/>
                  </a:cubicBezTo>
                  <a:cubicBezTo>
                    <a:pt x="-4" y="83884"/>
                    <a:pt x="778" y="85334"/>
                    <a:pt x="2079" y="86185"/>
                  </a:cubicBezTo>
                  <a:lnTo>
                    <a:pt x="122766" y="166643"/>
                  </a:lnTo>
                  <a:cubicBezTo>
                    <a:pt x="128383" y="170371"/>
                    <a:pt x="135688" y="170371"/>
                    <a:pt x="141305" y="166643"/>
                  </a:cubicBezTo>
                  <a:close/>
                </a:path>
              </a:pathLst>
            </a:custGeom>
            <a:grpFill/>
            <a:ln w="33338" cap="flat">
              <a:noFill/>
              <a:prstDash val="solid"/>
              <a:miter/>
            </a:ln>
          </p:spPr>
          <p:txBody>
            <a:bodyPr rtlCol="0" anchor="ctr"/>
            <a:lstStyle/>
            <a:p>
              <a:endParaRPr/>
            </a:p>
          </p:txBody>
        </p:sp>
        <p:sp>
          <p:nvSpPr>
            <p:cNvPr id="36" name="Freeform 35">
              <a:extLst>
                <a:ext uri="{FF2B5EF4-FFF2-40B4-BE49-F238E27FC236}">
                  <a16:creationId xmlns:a16="http://schemas.microsoft.com/office/drawing/2014/main" id="{731F0BAB-F0CF-9948-8EE0-D2E5BF18CBD7}"/>
                </a:ext>
              </a:extLst>
            </p:cNvPr>
            <p:cNvSpPr/>
            <p:nvPr/>
          </p:nvSpPr>
          <p:spPr>
            <a:xfrm>
              <a:off x="13845667" y="10020613"/>
              <a:ext cx="301718" cy="402291"/>
            </a:xfrm>
            <a:custGeom>
              <a:avLst/>
              <a:gdLst>
                <a:gd name="connsiteX0" fmla="*/ 1408 w 301718"/>
                <a:gd name="connsiteY0" fmla="*/ 327 h 402291"/>
                <a:gd name="connsiteX1" fmla="*/ 0 w 301718"/>
                <a:gd name="connsiteY1" fmla="*/ 2674 h 402291"/>
                <a:gd name="connsiteX2" fmla="*/ 0 w 301718"/>
                <a:gd name="connsiteY2" fmla="*/ 291385 h 402291"/>
                <a:gd name="connsiteX3" fmla="*/ 20618 w 301718"/>
                <a:gd name="connsiteY3" fmla="*/ 330943 h 402291"/>
                <a:gd name="connsiteX4" fmla="*/ 130242 w 301718"/>
                <a:gd name="connsiteY4" fmla="*/ 407412 h 402291"/>
                <a:gd name="connsiteX5" fmla="*/ 171477 w 301718"/>
                <a:gd name="connsiteY5" fmla="*/ 407412 h 402291"/>
                <a:gd name="connsiteX6" fmla="*/ 281101 w 301718"/>
                <a:gd name="connsiteY6" fmla="*/ 330943 h 402291"/>
                <a:gd name="connsiteX7" fmla="*/ 301718 w 301718"/>
                <a:gd name="connsiteY7" fmla="*/ 291385 h 402291"/>
                <a:gd name="connsiteX8" fmla="*/ 301718 w 301718"/>
                <a:gd name="connsiteY8" fmla="*/ 2674 h 402291"/>
                <a:gd name="connsiteX9" fmla="*/ 299009 w 301718"/>
                <a:gd name="connsiteY9" fmla="*/ 19 h 402291"/>
                <a:gd name="connsiteX10" fmla="*/ 297561 w 301718"/>
                <a:gd name="connsiteY10" fmla="*/ 461 h 402291"/>
                <a:gd name="connsiteX11" fmla="*/ 178751 w 301718"/>
                <a:gd name="connsiteY11" fmla="*/ 79679 h 402291"/>
                <a:gd name="connsiteX12" fmla="*/ 122967 w 301718"/>
                <a:gd name="connsiteY12" fmla="*/ 79679 h 402291"/>
                <a:gd name="connsiteX13" fmla="*/ 4157 w 301718"/>
                <a:gd name="connsiteY13" fmla="*/ 461 h 402291"/>
                <a:gd name="connsiteX14" fmla="*/ 1408 w 301718"/>
                <a:gd name="connsiteY14" fmla="*/ 327 h 402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1718" h="402291">
                  <a:moveTo>
                    <a:pt x="1408" y="327"/>
                  </a:moveTo>
                  <a:cubicBezTo>
                    <a:pt x="534" y="782"/>
                    <a:pt x="-10" y="1689"/>
                    <a:pt x="0" y="2674"/>
                  </a:cubicBezTo>
                  <a:lnTo>
                    <a:pt x="0" y="291385"/>
                  </a:lnTo>
                  <a:cubicBezTo>
                    <a:pt x="881" y="306917"/>
                    <a:pt x="8390" y="321324"/>
                    <a:pt x="20618" y="330943"/>
                  </a:cubicBezTo>
                  <a:lnTo>
                    <a:pt x="130242" y="407412"/>
                  </a:lnTo>
                  <a:cubicBezTo>
                    <a:pt x="142848" y="415323"/>
                    <a:pt x="158870" y="415323"/>
                    <a:pt x="171477" y="407412"/>
                  </a:cubicBezTo>
                  <a:lnTo>
                    <a:pt x="281101" y="330943"/>
                  </a:lnTo>
                  <a:cubicBezTo>
                    <a:pt x="293329" y="321324"/>
                    <a:pt x="300837" y="306917"/>
                    <a:pt x="301718" y="291385"/>
                  </a:cubicBezTo>
                  <a:lnTo>
                    <a:pt x="301718" y="2674"/>
                  </a:lnTo>
                  <a:cubicBezTo>
                    <a:pt x="301703" y="1193"/>
                    <a:pt x="300491" y="4"/>
                    <a:pt x="299009" y="19"/>
                  </a:cubicBezTo>
                  <a:cubicBezTo>
                    <a:pt x="298494" y="24"/>
                    <a:pt x="297992" y="178"/>
                    <a:pt x="297561" y="461"/>
                  </a:cubicBezTo>
                  <a:lnTo>
                    <a:pt x="178751" y="79679"/>
                  </a:lnTo>
                  <a:cubicBezTo>
                    <a:pt x="161861" y="90938"/>
                    <a:pt x="139857" y="90938"/>
                    <a:pt x="122967" y="79679"/>
                  </a:cubicBezTo>
                  <a:lnTo>
                    <a:pt x="4157" y="461"/>
                  </a:lnTo>
                  <a:cubicBezTo>
                    <a:pt x="3340" y="-101"/>
                    <a:pt x="2276" y="-153"/>
                    <a:pt x="1408" y="327"/>
                  </a:cubicBezTo>
                  <a:close/>
                </a:path>
              </a:pathLst>
            </a:custGeom>
            <a:grpFill/>
            <a:ln w="33338" cap="flat">
              <a:noFill/>
              <a:prstDash val="solid"/>
              <a:miter/>
            </a:ln>
          </p:spPr>
          <p:txBody>
            <a:bodyPr rtlCol="0" anchor="ctr"/>
            <a:lstStyle/>
            <a:p>
              <a:endParaRPr/>
            </a:p>
          </p:txBody>
        </p:sp>
        <p:sp>
          <p:nvSpPr>
            <p:cNvPr id="37" name="Freeform 36">
              <a:extLst>
                <a:ext uri="{FF2B5EF4-FFF2-40B4-BE49-F238E27FC236}">
                  <a16:creationId xmlns:a16="http://schemas.microsoft.com/office/drawing/2014/main" id="{1C4D611E-EA58-8A43-AE85-46602A6A1B65}"/>
                </a:ext>
              </a:extLst>
            </p:cNvPr>
            <p:cNvSpPr/>
            <p:nvPr/>
          </p:nvSpPr>
          <p:spPr>
            <a:xfrm>
              <a:off x="14247958" y="9743956"/>
              <a:ext cx="301718" cy="670485"/>
            </a:xfrm>
            <a:custGeom>
              <a:avLst/>
              <a:gdLst>
                <a:gd name="connsiteX0" fmla="*/ 1408 w 301718"/>
                <a:gd name="connsiteY0" fmla="*/ 409 h 670485"/>
                <a:gd name="connsiteX1" fmla="*/ 0 w 301718"/>
                <a:gd name="connsiteY1" fmla="*/ 2755 h 670485"/>
                <a:gd name="connsiteX2" fmla="*/ 0 w 301718"/>
                <a:gd name="connsiteY2" fmla="*/ 568041 h 670485"/>
                <a:gd name="connsiteX3" fmla="*/ 20618 w 301718"/>
                <a:gd name="connsiteY3" fmla="*/ 607600 h 670485"/>
                <a:gd name="connsiteX4" fmla="*/ 130242 w 301718"/>
                <a:gd name="connsiteY4" fmla="*/ 684069 h 670485"/>
                <a:gd name="connsiteX5" fmla="*/ 171477 w 301718"/>
                <a:gd name="connsiteY5" fmla="*/ 684069 h 670485"/>
                <a:gd name="connsiteX6" fmla="*/ 281101 w 301718"/>
                <a:gd name="connsiteY6" fmla="*/ 607600 h 670485"/>
                <a:gd name="connsiteX7" fmla="*/ 301718 w 301718"/>
                <a:gd name="connsiteY7" fmla="*/ 568041 h 670485"/>
                <a:gd name="connsiteX8" fmla="*/ 301718 w 301718"/>
                <a:gd name="connsiteY8" fmla="*/ 2655 h 670485"/>
                <a:gd name="connsiteX9" fmla="*/ 299009 w 301718"/>
                <a:gd name="connsiteY9" fmla="*/ 0 h 670485"/>
                <a:gd name="connsiteX10" fmla="*/ 297561 w 301718"/>
                <a:gd name="connsiteY10" fmla="*/ 442 h 670485"/>
                <a:gd name="connsiteX11" fmla="*/ 178751 w 301718"/>
                <a:gd name="connsiteY11" fmla="*/ 79761 h 670485"/>
                <a:gd name="connsiteX12" fmla="*/ 122967 w 301718"/>
                <a:gd name="connsiteY12" fmla="*/ 79761 h 670485"/>
                <a:gd name="connsiteX13" fmla="*/ 4157 w 301718"/>
                <a:gd name="connsiteY13" fmla="*/ 543 h 670485"/>
                <a:gd name="connsiteX14" fmla="*/ 1408 w 301718"/>
                <a:gd name="connsiteY14" fmla="*/ 409 h 67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1718" h="670485">
                  <a:moveTo>
                    <a:pt x="1408" y="409"/>
                  </a:moveTo>
                  <a:cubicBezTo>
                    <a:pt x="534" y="863"/>
                    <a:pt x="-10" y="1770"/>
                    <a:pt x="0" y="2755"/>
                  </a:cubicBezTo>
                  <a:lnTo>
                    <a:pt x="0" y="568041"/>
                  </a:lnTo>
                  <a:cubicBezTo>
                    <a:pt x="881" y="583574"/>
                    <a:pt x="8390" y="597981"/>
                    <a:pt x="20618" y="607600"/>
                  </a:cubicBezTo>
                  <a:lnTo>
                    <a:pt x="130242" y="684069"/>
                  </a:lnTo>
                  <a:cubicBezTo>
                    <a:pt x="142848" y="691980"/>
                    <a:pt x="158870" y="691980"/>
                    <a:pt x="171477" y="684069"/>
                  </a:cubicBezTo>
                  <a:lnTo>
                    <a:pt x="281101" y="607600"/>
                  </a:lnTo>
                  <a:cubicBezTo>
                    <a:pt x="293329" y="597981"/>
                    <a:pt x="300837" y="583574"/>
                    <a:pt x="301718" y="568041"/>
                  </a:cubicBezTo>
                  <a:lnTo>
                    <a:pt x="301718" y="2655"/>
                  </a:lnTo>
                  <a:cubicBezTo>
                    <a:pt x="301703" y="1174"/>
                    <a:pt x="300491" y="-15"/>
                    <a:pt x="299009" y="0"/>
                  </a:cubicBezTo>
                  <a:cubicBezTo>
                    <a:pt x="298494" y="5"/>
                    <a:pt x="297992" y="159"/>
                    <a:pt x="297561" y="442"/>
                  </a:cubicBezTo>
                  <a:lnTo>
                    <a:pt x="178751" y="79761"/>
                  </a:lnTo>
                  <a:cubicBezTo>
                    <a:pt x="161861" y="91020"/>
                    <a:pt x="139858" y="91020"/>
                    <a:pt x="122967" y="79761"/>
                  </a:cubicBezTo>
                  <a:lnTo>
                    <a:pt x="4157" y="543"/>
                  </a:lnTo>
                  <a:cubicBezTo>
                    <a:pt x="3340" y="-20"/>
                    <a:pt x="2276" y="-72"/>
                    <a:pt x="1408" y="409"/>
                  </a:cubicBezTo>
                  <a:close/>
                </a:path>
              </a:pathLst>
            </a:custGeom>
            <a:grpFill/>
            <a:ln w="33338" cap="flat">
              <a:noFill/>
              <a:prstDash val="solid"/>
              <a:miter/>
            </a:ln>
          </p:spPr>
          <p:txBody>
            <a:bodyPr rtlCol="0" anchor="ctr"/>
            <a:lstStyle/>
            <a:p>
              <a:endParaRPr/>
            </a:p>
          </p:txBody>
        </p:sp>
        <p:sp>
          <p:nvSpPr>
            <p:cNvPr id="38" name="Freeform 37">
              <a:extLst>
                <a:ext uri="{FF2B5EF4-FFF2-40B4-BE49-F238E27FC236}">
                  <a16:creationId xmlns:a16="http://schemas.microsoft.com/office/drawing/2014/main" id="{173A3FDC-2737-BF4F-B4E6-E26E20EA406E}"/>
                </a:ext>
              </a:extLst>
            </p:cNvPr>
            <p:cNvSpPr/>
            <p:nvPr/>
          </p:nvSpPr>
          <p:spPr>
            <a:xfrm>
              <a:off x="14266799" y="9629181"/>
              <a:ext cx="234670" cy="167621"/>
            </a:xfrm>
            <a:custGeom>
              <a:avLst/>
              <a:gdLst>
                <a:gd name="connsiteX0" fmla="*/ 141305 w 234669"/>
                <a:gd name="connsiteY0" fmla="*/ 166643 h 167621"/>
                <a:gd name="connsiteX1" fmla="*/ 261992 w 234669"/>
                <a:gd name="connsiteY1" fmla="*/ 86185 h 167621"/>
                <a:gd name="connsiteX2" fmla="*/ 264071 w 234669"/>
                <a:gd name="connsiteY2" fmla="*/ 82330 h 167621"/>
                <a:gd name="connsiteX3" fmla="*/ 261992 w 234669"/>
                <a:gd name="connsiteY3" fmla="*/ 78441 h 167621"/>
                <a:gd name="connsiteX4" fmla="*/ 152938 w 234669"/>
                <a:gd name="connsiteY4" fmla="*/ 5760 h 167621"/>
                <a:gd name="connsiteX5" fmla="*/ 111100 w 234669"/>
                <a:gd name="connsiteY5" fmla="*/ 5760 h 167621"/>
                <a:gd name="connsiteX6" fmla="*/ 2079 w 234669"/>
                <a:gd name="connsiteY6" fmla="*/ 78441 h 167621"/>
                <a:gd name="connsiteX7" fmla="*/ 0 w 234669"/>
                <a:gd name="connsiteY7" fmla="*/ 82330 h 167621"/>
                <a:gd name="connsiteX8" fmla="*/ 2079 w 234669"/>
                <a:gd name="connsiteY8" fmla="*/ 86185 h 167621"/>
                <a:gd name="connsiteX9" fmla="*/ 122766 w 234669"/>
                <a:gd name="connsiteY9" fmla="*/ 166643 h 167621"/>
                <a:gd name="connsiteX10" fmla="*/ 141305 w 234669"/>
                <a:gd name="connsiteY10" fmla="*/ 166643 h 167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4669" h="167621">
                  <a:moveTo>
                    <a:pt x="141305" y="166643"/>
                  </a:moveTo>
                  <a:lnTo>
                    <a:pt x="261992" y="86185"/>
                  </a:lnTo>
                  <a:cubicBezTo>
                    <a:pt x="263293" y="85334"/>
                    <a:pt x="264075" y="83884"/>
                    <a:pt x="264071" y="82330"/>
                  </a:cubicBezTo>
                  <a:cubicBezTo>
                    <a:pt x="264080" y="80765"/>
                    <a:pt x="263298" y="79302"/>
                    <a:pt x="261992" y="78441"/>
                  </a:cubicBezTo>
                  <a:lnTo>
                    <a:pt x="152938" y="5760"/>
                  </a:lnTo>
                  <a:cubicBezTo>
                    <a:pt x="140049" y="-1920"/>
                    <a:pt x="123988" y="-1920"/>
                    <a:pt x="111100" y="5760"/>
                  </a:cubicBezTo>
                  <a:lnTo>
                    <a:pt x="2079" y="78441"/>
                  </a:lnTo>
                  <a:cubicBezTo>
                    <a:pt x="773" y="79302"/>
                    <a:pt x="-9" y="80765"/>
                    <a:pt x="0" y="82330"/>
                  </a:cubicBezTo>
                  <a:cubicBezTo>
                    <a:pt x="-4" y="83884"/>
                    <a:pt x="778" y="85334"/>
                    <a:pt x="2079" y="86185"/>
                  </a:cubicBezTo>
                  <a:lnTo>
                    <a:pt x="122766" y="166643"/>
                  </a:lnTo>
                  <a:cubicBezTo>
                    <a:pt x="128383" y="170371"/>
                    <a:pt x="135688" y="170371"/>
                    <a:pt x="141305" y="166643"/>
                  </a:cubicBezTo>
                  <a:close/>
                </a:path>
              </a:pathLst>
            </a:custGeom>
            <a:grpFill/>
            <a:ln w="33338" cap="flat">
              <a:noFill/>
              <a:prstDash val="solid"/>
              <a:miter/>
            </a:ln>
          </p:spPr>
          <p:txBody>
            <a:bodyPr rtlCol="0" anchor="ctr"/>
            <a:lstStyle/>
            <a:p>
              <a:endParaRPr/>
            </a:p>
          </p:txBody>
        </p:sp>
      </p:grpSp>
      <p:sp>
        <p:nvSpPr>
          <p:cNvPr id="39" name="TextBox 38">
            <a:extLst>
              <a:ext uri="{FF2B5EF4-FFF2-40B4-BE49-F238E27FC236}">
                <a16:creationId xmlns:a16="http://schemas.microsoft.com/office/drawing/2014/main" id="{665EA515-1938-A944-A49C-C5B7F9854EAF}"/>
              </a:ext>
            </a:extLst>
          </p:cNvPr>
          <p:cNvSpPr txBox="1"/>
          <p:nvPr/>
        </p:nvSpPr>
        <p:spPr>
          <a:xfrm>
            <a:off x="576351" y="12018717"/>
            <a:ext cx="5415207" cy="954107"/>
          </a:xfrm>
          <a:prstGeom prst="rect">
            <a:avLst/>
          </a:prstGeom>
          <a:noFill/>
        </p:spPr>
        <p:txBody>
          <a:bodyPr wrap="square" rtlCol="0">
            <a:spAutoFit/>
          </a:bodyPr>
          <a:lstStyle/>
          <a:p>
            <a:r>
              <a:rPr lang="en-ID" sz="2800" b="1" i="1">
                <a:solidFill>
                  <a:schemeClr val="bg1"/>
                </a:solidFill>
                <a:latin typeface="Lora Italic" panose="02000503000000020004" pitchFamily="2" charset="77"/>
                <a:ea typeface="Open Sans" panose="020B0606030504020204" pitchFamily="34" charset="0"/>
                <a:cs typeface="Poppins Light" pitchFamily="2" charset="77"/>
              </a:rPr>
              <a:t>I feel that luck is preparation meeting opportunity</a:t>
            </a:r>
          </a:p>
        </p:txBody>
      </p:sp>
    </p:spTree>
    <p:extLst>
      <p:ext uri="{BB962C8B-B14F-4D97-AF65-F5344CB8AC3E}">
        <p14:creationId xmlns:p14="http://schemas.microsoft.com/office/powerpoint/2010/main" val="3349755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4A27A54E-3B12-C147-996B-98DA9A9431BF}"/>
              </a:ext>
            </a:extLst>
          </p:cNvPr>
          <p:cNvSpPr/>
          <p:nvPr/>
        </p:nvSpPr>
        <p:spPr>
          <a:xfrm>
            <a:off x="-4060122" y="-1179233"/>
            <a:ext cx="13861911" cy="13861911"/>
          </a:xfrm>
          <a:prstGeom prst="ellipse">
            <a:avLst/>
          </a:prstGeom>
          <a:gradFill>
            <a:gsLst>
              <a:gs pos="0">
                <a:schemeClr val="accent5"/>
              </a:gs>
              <a:gs pos="100000">
                <a:schemeClr val="accent5">
                  <a:lumMod val="40000"/>
                  <a:lumOff val="60000"/>
                </a:schemeClr>
              </a:gs>
            </a:gsLst>
            <a:lin ang="13500000" scaled="1"/>
          </a:gradFill>
          <a:ln>
            <a:noFill/>
          </a:ln>
          <a:effectLst>
            <a:outerShdw blurRad="838200" dist="38100" dir="2700000" sx="110000" sy="110000" algn="tl" rotWithShape="0">
              <a:schemeClr val="accent4">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Rounded Rectangle 3">
            <a:extLst>
              <a:ext uri="{FF2B5EF4-FFF2-40B4-BE49-F238E27FC236}">
                <a16:creationId xmlns:a16="http://schemas.microsoft.com/office/drawing/2014/main" id="{35284E7A-1C58-7145-98B2-CEE70CF652B7}"/>
              </a:ext>
            </a:extLst>
          </p:cNvPr>
          <p:cNvSpPr/>
          <p:nvPr/>
        </p:nvSpPr>
        <p:spPr>
          <a:xfrm>
            <a:off x="1010646" y="2063385"/>
            <a:ext cx="4752200" cy="5530782"/>
          </a:xfrm>
          <a:prstGeom prst="roundRect">
            <a:avLst>
              <a:gd name="adj" fmla="val 12530"/>
            </a:avLst>
          </a:prstGeom>
          <a:solidFill>
            <a:schemeClr val="bg1">
              <a:alpha val="95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7" name="Rounded Rectangle 26">
            <a:extLst>
              <a:ext uri="{FF2B5EF4-FFF2-40B4-BE49-F238E27FC236}">
                <a16:creationId xmlns:a16="http://schemas.microsoft.com/office/drawing/2014/main" id="{8A94ACA9-F399-A74C-8D3D-FA266E029A97}"/>
              </a:ext>
            </a:extLst>
          </p:cNvPr>
          <p:cNvSpPr/>
          <p:nvPr/>
        </p:nvSpPr>
        <p:spPr>
          <a:xfrm>
            <a:off x="1547130" y="3980233"/>
            <a:ext cx="3679232" cy="763766"/>
          </a:xfrm>
          <a:prstGeom prst="roundRect">
            <a:avLst>
              <a:gd name="adj" fmla="val 12530"/>
            </a:avLst>
          </a:prstGeom>
          <a:solidFill>
            <a:schemeClr val="bg2">
              <a:lumMod val="90000"/>
              <a:alpha val="30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ounded Rectangle 4">
            <a:extLst>
              <a:ext uri="{FF2B5EF4-FFF2-40B4-BE49-F238E27FC236}">
                <a16:creationId xmlns:a16="http://schemas.microsoft.com/office/drawing/2014/main" id="{2DAB0CC9-001F-2740-9C7D-AEBE95A1CAB5}"/>
              </a:ext>
            </a:extLst>
          </p:cNvPr>
          <p:cNvSpPr/>
          <p:nvPr/>
        </p:nvSpPr>
        <p:spPr>
          <a:xfrm>
            <a:off x="6249132" y="5290351"/>
            <a:ext cx="4752200" cy="3847217"/>
          </a:xfrm>
          <a:prstGeom prst="roundRect">
            <a:avLst>
              <a:gd name="adj" fmla="val 12530"/>
            </a:avLst>
          </a:prstGeom>
          <a:solidFill>
            <a:schemeClr val="bg1">
              <a:alpha val="95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ounded Rectangle 5">
            <a:extLst>
              <a:ext uri="{FF2B5EF4-FFF2-40B4-BE49-F238E27FC236}">
                <a16:creationId xmlns:a16="http://schemas.microsoft.com/office/drawing/2014/main" id="{2D686BA4-F886-3A42-AB5C-155D987AB2BE}"/>
              </a:ext>
            </a:extLst>
          </p:cNvPr>
          <p:cNvSpPr/>
          <p:nvPr/>
        </p:nvSpPr>
        <p:spPr>
          <a:xfrm>
            <a:off x="3644873" y="8085634"/>
            <a:ext cx="2117973" cy="2051836"/>
          </a:xfrm>
          <a:prstGeom prst="roundRect">
            <a:avLst>
              <a:gd name="adj" fmla="val 21566"/>
            </a:avLst>
          </a:prstGeom>
          <a:solidFill>
            <a:schemeClr val="bg1">
              <a:alpha val="95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66172BD8-D976-1345-B075-3601AA8D8FD4}"/>
              </a:ext>
            </a:extLst>
          </p:cNvPr>
          <p:cNvSpPr txBox="1"/>
          <p:nvPr/>
        </p:nvSpPr>
        <p:spPr>
          <a:xfrm>
            <a:off x="12551557" y="2432717"/>
            <a:ext cx="8374115" cy="2308324"/>
          </a:xfrm>
          <a:prstGeom prst="rect">
            <a:avLst/>
          </a:prstGeom>
          <a:noFill/>
        </p:spPr>
        <p:txBody>
          <a:bodyPr wrap="square" rtlCol="0">
            <a:spAutoFit/>
          </a:bodyPr>
          <a:lstStyle/>
          <a:p>
            <a:r>
              <a:rPr lang="en-ID" sz="7200" b="1">
                <a:solidFill>
                  <a:schemeClr val="tx2"/>
                </a:solidFill>
                <a:latin typeface="Poppins" pitchFamily="2" charset="77"/>
                <a:ea typeface="Open Sans" panose="020B0606030504020204" pitchFamily="34" charset="0"/>
                <a:cs typeface="Poppins" pitchFamily="2" charset="77"/>
              </a:rPr>
              <a:t>What Our Special Features ?</a:t>
            </a:r>
            <a:endParaRPr sz="7200" b="1">
              <a:solidFill>
                <a:schemeClr val="tx2"/>
              </a:solidFill>
              <a:latin typeface="Poppins" pitchFamily="2" charset="77"/>
              <a:ea typeface="Open Sans" panose="020B0606030504020204" pitchFamily="34" charset="0"/>
              <a:cs typeface="Poppins" pitchFamily="2" charset="77"/>
            </a:endParaRPr>
          </a:p>
        </p:txBody>
      </p:sp>
      <p:sp>
        <p:nvSpPr>
          <p:cNvPr id="8" name="TextBox 7">
            <a:extLst>
              <a:ext uri="{FF2B5EF4-FFF2-40B4-BE49-F238E27FC236}">
                <a16:creationId xmlns:a16="http://schemas.microsoft.com/office/drawing/2014/main" id="{C2715C03-F589-3945-8D47-794C67222964}"/>
              </a:ext>
            </a:extLst>
          </p:cNvPr>
          <p:cNvSpPr txBox="1"/>
          <p:nvPr/>
        </p:nvSpPr>
        <p:spPr>
          <a:xfrm>
            <a:off x="12530048" y="2063385"/>
            <a:ext cx="2457724" cy="369332"/>
          </a:xfrm>
          <a:prstGeom prst="rect">
            <a:avLst/>
          </a:prstGeom>
          <a:noFill/>
        </p:spPr>
        <p:txBody>
          <a:bodyPr wrap="none" rtlCol="0">
            <a:spAutoFit/>
          </a:bodyPr>
          <a:lstStyle/>
          <a:p>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SPECIAL SLIDES</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8">
            <a:extLst>
              <a:ext uri="{FF2B5EF4-FFF2-40B4-BE49-F238E27FC236}">
                <a16:creationId xmlns:a16="http://schemas.microsoft.com/office/drawing/2014/main" id="{BB565871-1B6D-EF47-A016-37492FF0CABE}"/>
              </a:ext>
            </a:extLst>
          </p:cNvPr>
          <p:cNvSpPr txBox="1"/>
          <p:nvPr/>
        </p:nvSpPr>
        <p:spPr>
          <a:xfrm>
            <a:off x="12551557" y="5066763"/>
            <a:ext cx="8167355" cy="1695272"/>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Donec viverra eleifend lacus, vitae ullamcorper metus. </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10" name="Straight Connector 9">
            <a:extLst>
              <a:ext uri="{FF2B5EF4-FFF2-40B4-BE49-F238E27FC236}">
                <a16:creationId xmlns:a16="http://schemas.microsoft.com/office/drawing/2014/main" id="{C3069823-E980-7B4B-BF01-D519F6134CBA}"/>
              </a:ext>
            </a:extLst>
          </p:cNvPr>
          <p:cNvCxnSpPr>
            <a:cxnSpLocks/>
          </p:cNvCxnSpPr>
          <p:nvPr/>
        </p:nvCxnSpPr>
        <p:spPr>
          <a:xfrm>
            <a:off x="22282741" y="0"/>
            <a:ext cx="0" cy="1371600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8FBC1E94-0274-674A-B4F4-19EFB59DCA33}"/>
              </a:ext>
            </a:extLst>
          </p:cNvPr>
          <p:cNvSpPr/>
          <p:nvPr/>
        </p:nvSpPr>
        <p:spPr>
          <a:xfrm>
            <a:off x="22851152" y="598208"/>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B6371233-5D14-EC48-9BEE-A035C3287DC1}"/>
              </a:ext>
            </a:extLst>
          </p:cNvPr>
          <p:cNvSpPr txBox="1"/>
          <p:nvPr/>
        </p:nvSpPr>
        <p:spPr>
          <a:xfrm rot="5400000">
            <a:off x="22327433" y="2425394"/>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13" name="TextBox 12">
            <a:extLst>
              <a:ext uri="{FF2B5EF4-FFF2-40B4-BE49-F238E27FC236}">
                <a16:creationId xmlns:a16="http://schemas.microsoft.com/office/drawing/2014/main" id="{42061917-4865-9245-9AB2-F505564FC7AF}"/>
              </a:ext>
            </a:extLst>
          </p:cNvPr>
          <p:cNvSpPr txBox="1"/>
          <p:nvPr/>
        </p:nvSpPr>
        <p:spPr>
          <a:xfrm rot="5400000">
            <a:off x="21971566" y="11469386"/>
            <a:ext cx="2616422"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MASDIKASTUDIO</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extBox 13">
            <a:extLst>
              <a:ext uri="{FF2B5EF4-FFF2-40B4-BE49-F238E27FC236}">
                <a16:creationId xmlns:a16="http://schemas.microsoft.com/office/drawing/2014/main" id="{D531F46D-4B25-D74F-B321-28824F289AE2}"/>
              </a:ext>
            </a:extLst>
          </p:cNvPr>
          <p:cNvSpPr txBox="1"/>
          <p:nvPr/>
        </p:nvSpPr>
        <p:spPr>
          <a:xfrm>
            <a:off x="13765317" y="7962391"/>
            <a:ext cx="6754682" cy="1141274"/>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amet blandit dolor</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extBox 14">
            <a:extLst>
              <a:ext uri="{FF2B5EF4-FFF2-40B4-BE49-F238E27FC236}">
                <a16:creationId xmlns:a16="http://schemas.microsoft.com/office/drawing/2014/main" id="{91FAB228-3140-264E-91E7-35F842585661}"/>
              </a:ext>
            </a:extLst>
          </p:cNvPr>
          <p:cNvSpPr txBox="1"/>
          <p:nvPr/>
        </p:nvSpPr>
        <p:spPr>
          <a:xfrm>
            <a:off x="13765315" y="7500726"/>
            <a:ext cx="2868093" cy="461665"/>
          </a:xfrm>
          <a:prstGeom prst="rect">
            <a:avLst/>
          </a:prstGeom>
          <a:noFill/>
        </p:spPr>
        <p:txBody>
          <a:bodyPr wrap="none" rtlCol="0">
            <a:spAutoFit/>
          </a:bodyPr>
          <a:lstStyle/>
          <a:p>
            <a:r>
              <a:rPr lang="en-US" sz="2400" b="1" spc="300">
                <a:solidFill>
                  <a:schemeClr val="tx2"/>
                </a:solidFill>
                <a:latin typeface="Open Sans" panose="020B0606030504020204" pitchFamily="34" charset="0"/>
                <a:ea typeface="Open Sans" panose="020B0606030504020204" pitchFamily="34" charset="0"/>
                <a:cs typeface="Open Sans" panose="020B0606030504020204" pitchFamily="34" charset="0"/>
              </a:rPr>
              <a:t>SECURE LOGIN</a:t>
            </a:r>
            <a:endParaRPr sz="2400"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Oval 15">
            <a:extLst>
              <a:ext uri="{FF2B5EF4-FFF2-40B4-BE49-F238E27FC236}">
                <a16:creationId xmlns:a16="http://schemas.microsoft.com/office/drawing/2014/main" id="{BED3E4D7-3CB2-A84A-BDD5-EC6C227D1553}"/>
              </a:ext>
            </a:extLst>
          </p:cNvPr>
          <p:cNvSpPr/>
          <p:nvPr/>
        </p:nvSpPr>
        <p:spPr>
          <a:xfrm>
            <a:off x="12522286" y="7500727"/>
            <a:ext cx="907545" cy="907545"/>
          </a:xfrm>
          <a:prstGeom prst="ellipse">
            <a:avLst/>
          </a:prstGeom>
          <a:gradFill>
            <a:gsLst>
              <a:gs pos="0">
                <a:schemeClr val="accent2"/>
              </a:gs>
              <a:gs pos="100000">
                <a:schemeClr val="accent2">
                  <a:lumMod val="40000"/>
                  <a:lumOff val="60000"/>
                </a:schemeClr>
              </a:gs>
            </a:gsLst>
            <a:lin ang="13500000" scaled="1"/>
          </a:gradFill>
          <a:ln>
            <a:noFill/>
          </a:ln>
          <a:effectLst>
            <a:outerShdw blurRad="304800" dist="38100" dir="2700000" sx="110000" sy="110000" algn="tl" rotWithShape="0">
              <a:schemeClr val="accent2">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443F4949-3603-CA44-88F8-514BD6368240}"/>
              </a:ext>
            </a:extLst>
          </p:cNvPr>
          <p:cNvSpPr txBox="1"/>
          <p:nvPr/>
        </p:nvSpPr>
        <p:spPr>
          <a:xfrm>
            <a:off x="13765317" y="10476119"/>
            <a:ext cx="6754682" cy="1141274"/>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amet blandit dolor</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TextBox 23">
            <a:extLst>
              <a:ext uri="{FF2B5EF4-FFF2-40B4-BE49-F238E27FC236}">
                <a16:creationId xmlns:a16="http://schemas.microsoft.com/office/drawing/2014/main" id="{54BCAF0A-B02E-1D44-9335-C9EF6E39251A}"/>
              </a:ext>
            </a:extLst>
          </p:cNvPr>
          <p:cNvSpPr txBox="1"/>
          <p:nvPr/>
        </p:nvSpPr>
        <p:spPr>
          <a:xfrm>
            <a:off x="13765315" y="10014454"/>
            <a:ext cx="3550972" cy="461665"/>
          </a:xfrm>
          <a:prstGeom prst="rect">
            <a:avLst/>
          </a:prstGeom>
          <a:noFill/>
        </p:spPr>
        <p:txBody>
          <a:bodyPr wrap="none" rtlCol="0">
            <a:spAutoFit/>
          </a:bodyPr>
          <a:lstStyle/>
          <a:p>
            <a:r>
              <a:rPr lang="en-US" sz="2400" b="1" spc="300">
                <a:solidFill>
                  <a:schemeClr val="tx2"/>
                </a:solidFill>
                <a:latin typeface="Open Sans" panose="020B0606030504020204" pitchFamily="34" charset="0"/>
                <a:ea typeface="Open Sans" panose="020B0606030504020204" pitchFamily="34" charset="0"/>
                <a:cs typeface="Open Sans" panose="020B0606030504020204" pitchFamily="34" charset="0"/>
              </a:rPr>
              <a:t>ANALYTICS CHART</a:t>
            </a:r>
            <a:endParaRPr sz="2400"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5" name="Oval 24">
            <a:extLst>
              <a:ext uri="{FF2B5EF4-FFF2-40B4-BE49-F238E27FC236}">
                <a16:creationId xmlns:a16="http://schemas.microsoft.com/office/drawing/2014/main" id="{EE822FB5-5B1D-2745-B5B2-B5E216BAA318}"/>
              </a:ext>
            </a:extLst>
          </p:cNvPr>
          <p:cNvSpPr/>
          <p:nvPr/>
        </p:nvSpPr>
        <p:spPr>
          <a:xfrm>
            <a:off x="12522286" y="10014455"/>
            <a:ext cx="907545" cy="907545"/>
          </a:xfrm>
          <a:prstGeom prst="ellipse">
            <a:avLst/>
          </a:prstGeom>
          <a:gradFill>
            <a:gsLst>
              <a:gs pos="0">
                <a:srgbClr val="FFEA9F"/>
              </a:gs>
              <a:gs pos="100000">
                <a:srgbClr val="FF0000">
                  <a:alpha val="36000"/>
                </a:srgbClr>
              </a:gs>
            </a:gsLst>
            <a:lin ang="13500000" scaled="1"/>
          </a:gradFill>
          <a:ln>
            <a:noFill/>
          </a:ln>
          <a:effectLst>
            <a:outerShdw blurRad="304800" dist="38100" dir="2700000" sx="110000" sy="110000" algn="tl" rotWithShape="0">
              <a:srgbClr val="FFC000">
                <a:alpha val="1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19CAA4F8-453D-3D43-9010-881A1CE0A0FD}"/>
              </a:ext>
            </a:extLst>
          </p:cNvPr>
          <p:cNvSpPr txBox="1"/>
          <p:nvPr/>
        </p:nvSpPr>
        <p:spPr>
          <a:xfrm>
            <a:off x="1874837" y="4192839"/>
            <a:ext cx="1630575" cy="338554"/>
          </a:xfrm>
          <a:prstGeom prst="rect">
            <a:avLst/>
          </a:prstGeom>
          <a:noFill/>
        </p:spPr>
        <p:txBody>
          <a:bodyPr wrap="none" rtlCol="0">
            <a:spAutoFit/>
          </a:bodyPr>
          <a:lstStyle/>
          <a:p>
            <a:r>
              <a:rPr lang="en-US" sz="16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USERNAME</a:t>
            </a:r>
            <a:endParaRPr sz="16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 name="Rounded Rectangle 27">
            <a:extLst>
              <a:ext uri="{FF2B5EF4-FFF2-40B4-BE49-F238E27FC236}">
                <a16:creationId xmlns:a16="http://schemas.microsoft.com/office/drawing/2014/main" id="{4B442D5F-3EA6-5C4B-B540-B46DB1667901}"/>
              </a:ext>
            </a:extLst>
          </p:cNvPr>
          <p:cNvSpPr/>
          <p:nvPr/>
        </p:nvSpPr>
        <p:spPr>
          <a:xfrm>
            <a:off x="1547130" y="4987958"/>
            <a:ext cx="3679232" cy="763766"/>
          </a:xfrm>
          <a:prstGeom prst="roundRect">
            <a:avLst>
              <a:gd name="adj" fmla="val 12530"/>
            </a:avLst>
          </a:prstGeom>
          <a:solidFill>
            <a:schemeClr val="bg2">
              <a:lumMod val="90000"/>
              <a:alpha val="30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71175B1D-AEBB-7F45-9049-6C24359E893E}"/>
              </a:ext>
            </a:extLst>
          </p:cNvPr>
          <p:cNvSpPr txBox="1"/>
          <p:nvPr/>
        </p:nvSpPr>
        <p:spPr>
          <a:xfrm>
            <a:off x="1874837" y="5200564"/>
            <a:ext cx="1640193" cy="338554"/>
          </a:xfrm>
          <a:prstGeom prst="rect">
            <a:avLst/>
          </a:prstGeom>
          <a:noFill/>
        </p:spPr>
        <p:txBody>
          <a:bodyPr wrap="none" rtlCol="0">
            <a:spAutoFit/>
          </a:bodyPr>
          <a:lstStyle/>
          <a:p>
            <a:r>
              <a:rPr lang="en-US" sz="16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PASSWORD</a:t>
            </a:r>
            <a:endParaRPr sz="16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 name="Rounded Rectangle 29">
            <a:extLst>
              <a:ext uri="{FF2B5EF4-FFF2-40B4-BE49-F238E27FC236}">
                <a16:creationId xmlns:a16="http://schemas.microsoft.com/office/drawing/2014/main" id="{2F5C9B25-92FB-D845-B4EC-E73D8A72BE94}"/>
              </a:ext>
            </a:extLst>
          </p:cNvPr>
          <p:cNvSpPr/>
          <p:nvPr/>
        </p:nvSpPr>
        <p:spPr>
          <a:xfrm>
            <a:off x="1547130" y="6133607"/>
            <a:ext cx="3679232" cy="857250"/>
          </a:xfrm>
          <a:prstGeom prst="roundRect">
            <a:avLst>
              <a:gd name="adj" fmla="val 50000"/>
            </a:avLst>
          </a:prstGeom>
          <a:gradFill flip="none" rotWithShape="1">
            <a:gsLst>
              <a:gs pos="0">
                <a:schemeClr val="accent1"/>
              </a:gs>
              <a:gs pos="100000">
                <a:schemeClr val="accent5"/>
              </a:gs>
            </a:gsLst>
            <a:lin ang="13500000" scaled="1"/>
            <a:tileRect/>
          </a:gradFill>
          <a:ln>
            <a:noFill/>
          </a:ln>
          <a:effectLst>
            <a:outerShdw blurRad="457200" dist="38100" dir="8100000" sx="115000" sy="115000" algn="tr" rotWithShape="0">
              <a:schemeClr val="accent5">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1" name="TextBox 30">
            <a:extLst>
              <a:ext uri="{FF2B5EF4-FFF2-40B4-BE49-F238E27FC236}">
                <a16:creationId xmlns:a16="http://schemas.microsoft.com/office/drawing/2014/main" id="{7B8F7A98-D00D-D149-87FB-CB4F4C27C63A}"/>
              </a:ext>
            </a:extLst>
          </p:cNvPr>
          <p:cNvSpPr txBox="1"/>
          <p:nvPr/>
        </p:nvSpPr>
        <p:spPr>
          <a:xfrm>
            <a:off x="2329375" y="6377566"/>
            <a:ext cx="2114743" cy="369332"/>
          </a:xfrm>
          <a:prstGeom prst="rect">
            <a:avLst/>
          </a:prstGeom>
          <a:noFill/>
        </p:spPr>
        <p:txBody>
          <a:bodyPr wrap="square" rtlCol="0">
            <a:spAutoFit/>
          </a:bodyPr>
          <a:lstStyle/>
          <a:p>
            <a:pPr algn="ctr"/>
            <a:r>
              <a:rPr lang="en-US" b="1" spc="300">
                <a:solidFill>
                  <a:schemeClr val="bg1"/>
                </a:solidFill>
                <a:latin typeface="Open Sans" panose="020B0606030504020204" pitchFamily="34" charset="0"/>
                <a:ea typeface="Open Sans" panose="020B0606030504020204" pitchFamily="34" charset="0"/>
                <a:cs typeface="Open Sans" panose="020B0606030504020204" pitchFamily="34" charset="0"/>
              </a:rPr>
              <a:t>SIGN IN</a:t>
            </a:r>
            <a:endParaRPr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2" name="TextBox 31">
            <a:extLst>
              <a:ext uri="{FF2B5EF4-FFF2-40B4-BE49-F238E27FC236}">
                <a16:creationId xmlns:a16="http://schemas.microsoft.com/office/drawing/2014/main" id="{B4FFD23D-8E5A-654C-9FE6-2EDEB3B234F0}"/>
              </a:ext>
            </a:extLst>
          </p:cNvPr>
          <p:cNvSpPr txBox="1"/>
          <p:nvPr/>
        </p:nvSpPr>
        <p:spPr>
          <a:xfrm>
            <a:off x="1547131" y="2691394"/>
            <a:ext cx="3679232" cy="584775"/>
          </a:xfrm>
          <a:prstGeom prst="rect">
            <a:avLst/>
          </a:prstGeom>
          <a:noFill/>
        </p:spPr>
        <p:txBody>
          <a:bodyPr wrap="square" rtlCol="0">
            <a:spAutoFit/>
          </a:bodyPr>
          <a:lstStyle/>
          <a:p>
            <a:r>
              <a:rPr lang="en-ID" sz="3200" b="1">
                <a:solidFill>
                  <a:schemeClr val="tx2"/>
                </a:solidFill>
                <a:latin typeface="Poppins" pitchFamily="2" charset="77"/>
                <a:ea typeface="Open Sans" panose="020B0606030504020204" pitchFamily="34" charset="0"/>
                <a:cs typeface="Poppins" pitchFamily="2" charset="77"/>
              </a:rPr>
              <a:t>Secure Login</a:t>
            </a:r>
            <a:endParaRPr sz="3200" b="1">
              <a:solidFill>
                <a:schemeClr val="tx2"/>
              </a:solidFill>
              <a:latin typeface="Poppins" pitchFamily="2" charset="77"/>
              <a:ea typeface="Open Sans" panose="020B0606030504020204" pitchFamily="34" charset="0"/>
              <a:cs typeface="Poppins" pitchFamily="2" charset="77"/>
            </a:endParaRPr>
          </a:p>
        </p:txBody>
      </p:sp>
      <p:sp>
        <p:nvSpPr>
          <p:cNvPr id="33" name="TextBox 32">
            <a:extLst>
              <a:ext uri="{FF2B5EF4-FFF2-40B4-BE49-F238E27FC236}">
                <a16:creationId xmlns:a16="http://schemas.microsoft.com/office/drawing/2014/main" id="{2224A945-5F53-D74F-A603-4D5B3AD24AC5}"/>
              </a:ext>
            </a:extLst>
          </p:cNvPr>
          <p:cNvSpPr txBox="1"/>
          <p:nvPr/>
        </p:nvSpPr>
        <p:spPr>
          <a:xfrm>
            <a:off x="1547130" y="3276169"/>
            <a:ext cx="3679232" cy="339837"/>
          </a:xfrm>
          <a:prstGeom prst="rect">
            <a:avLst/>
          </a:prstGeom>
          <a:noFill/>
        </p:spPr>
        <p:txBody>
          <a:bodyPr wrap="square" rtlCol="0">
            <a:spAutoFit/>
          </a:bodyPr>
          <a:lstStyle/>
          <a:p>
            <a:pPr>
              <a:lnSpc>
                <a:spcPct val="150000"/>
              </a:lnSpc>
            </a:pPr>
            <a:r>
              <a:rPr lang="en-US" sz="1200">
                <a:solidFill>
                  <a:schemeClr val="bg1">
                    <a:lumMod val="85000"/>
                  </a:schemeClr>
                </a:solidFill>
                <a:latin typeface="Open Sans" panose="020B0606030504020204" pitchFamily="34" charset="0"/>
                <a:ea typeface="Open Sans" panose="020B0606030504020204" pitchFamily="34" charset="0"/>
                <a:cs typeface="Open Sans" panose="020B0606030504020204" pitchFamily="34" charset="0"/>
              </a:rPr>
              <a:t>Sign in to track your analytitcs chart</a:t>
            </a:r>
          </a:p>
        </p:txBody>
      </p:sp>
      <p:sp>
        <p:nvSpPr>
          <p:cNvPr id="34" name="TextBox 33">
            <a:extLst>
              <a:ext uri="{FF2B5EF4-FFF2-40B4-BE49-F238E27FC236}">
                <a16:creationId xmlns:a16="http://schemas.microsoft.com/office/drawing/2014/main" id="{FE3D820B-13D3-464A-AC5F-B7C4BACE9E52}"/>
              </a:ext>
            </a:extLst>
          </p:cNvPr>
          <p:cNvSpPr txBox="1"/>
          <p:nvPr/>
        </p:nvSpPr>
        <p:spPr>
          <a:xfrm>
            <a:off x="4040857" y="9335712"/>
            <a:ext cx="1326004" cy="461665"/>
          </a:xfrm>
          <a:prstGeom prst="rect">
            <a:avLst/>
          </a:prstGeom>
          <a:noFill/>
        </p:spPr>
        <p:txBody>
          <a:bodyPr wrap="none" rtlCol="0">
            <a:spAutoFit/>
          </a:bodyPr>
          <a:lstStyle/>
          <a:p>
            <a:pPr algn="ctr"/>
            <a:r>
              <a:rPr lang="en-US" sz="2400" b="1">
                <a:gradFill flip="none" rotWithShape="1">
                  <a:gsLst>
                    <a:gs pos="0">
                      <a:schemeClr val="accent1"/>
                    </a:gs>
                    <a:gs pos="55000">
                      <a:schemeClr val="accent2"/>
                    </a:gs>
                    <a:gs pos="100000">
                      <a:schemeClr val="accent5"/>
                    </a:gs>
                  </a:gsLst>
                  <a:lin ang="18900000" scaled="1"/>
                  <a:tileRect/>
                </a:gradFill>
                <a:effectLst>
                  <a:outerShdw blurRad="482600" dist="38100" dir="8100000" sx="102000" sy="102000" algn="tr" rotWithShape="0">
                    <a:schemeClr val="accent2">
                      <a:alpha val="26000"/>
                    </a:schemeClr>
                  </a:outerShdw>
                </a:effectLst>
                <a:latin typeface="Poppins" pitchFamily="2" charset="77"/>
                <a:cs typeface="Poppins" pitchFamily="2" charset="77"/>
              </a:rPr>
              <a:t>Lévient</a:t>
            </a:r>
            <a:endParaRPr sz="2400" b="1">
              <a:gradFill flip="none" rotWithShape="1">
                <a:gsLst>
                  <a:gs pos="0">
                    <a:schemeClr val="accent1"/>
                  </a:gs>
                  <a:gs pos="55000">
                    <a:schemeClr val="accent2"/>
                  </a:gs>
                  <a:gs pos="100000">
                    <a:schemeClr val="accent5"/>
                  </a:gs>
                </a:gsLst>
                <a:lin ang="18900000" scaled="1"/>
                <a:tileRect/>
              </a:gradFill>
              <a:effectLst>
                <a:outerShdw blurRad="482600" dist="38100" dir="8100000" sx="102000" sy="102000" algn="tr" rotWithShape="0">
                  <a:schemeClr val="accent2">
                    <a:alpha val="26000"/>
                  </a:schemeClr>
                </a:outerShdw>
              </a:effectLst>
              <a:latin typeface="Poppins" pitchFamily="2" charset="77"/>
              <a:cs typeface="Poppins" pitchFamily="2" charset="77"/>
            </a:endParaRPr>
          </a:p>
        </p:txBody>
      </p:sp>
      <p:sp>
        <p:nvSpPr>
          <p:cNvPr id="35" name="Oval 34">
            <a:extLst>
              <a:ext uri="{FF2B5EF4-FFF2-40B4-BE49-F238E27FC236}">
                <a16:creationId xmlns:a16="http://schemas.microsoft.com/office/drawing/2014/main" id="{4B60FE1A-0A16-7841-8914-B49FDE491DAF}"/>
              </a:ext>
            </a:extLst>
          </p:cNvPr>
          <p:cNvSpPr/>
          <p:nvPr/>
        </p:nvSpPr>
        <p:spPr>
          <a:xfrm>
            <a:off x="4390508" y="8510866"/>
            <a:ext cx="626702" cy="626702"/>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6" name="Rounded Rectangle 35">
            <a:extLst>
              <a:ext uri="{FF2B5EF4-FFF2-40B4-BE49-F238E27FC236}">
                <a16:creationId xmlns:a16="http://schemas.microsoft.com/office/drawing/2014/main" id="{51245C7A-9924-3548-8E2E-B911377AB09E}"/>
              </a:ext>
            </a:extLst>
          </p:cNvPr>
          <p:cNvSpPr/>
          <p:nvPr/>
        </p:nvSpPr>
        <p:spPr>
          <a:xfrm>
            <a:off x="6972630" y="6529485"/>
            <a:ext cx="180000" cy="1564459"/>
          </a:xfrm>
          <a:prstGeom prst="roundRect">
            <a:avLst>
              <a:gd name="adj" fmla="val 50000"/>
            </a:avLst>
          </a:prstGeom>
          <a:gradFill flip="none" rotWithShape="1">
            <a:gsLst>
              <a:gs pos="0">
                <a:srgbClr val="FF0000">
                  <a:alpha val="37000"/>
                </a:srgbClr>
              </a:gs>
              <a:gs pos="100000">
                <a:srgbClr val="FFD76B"/>
              </a:gs>
            </a:gsLst>
            <a:lin ang="13500000" scaled="1"/>
            <a:tileRect/>
          </a:gradFill>
          <a:ln>
            <a:noFill/>
          </a:ln>
          <a:effectLst>
            <a:outerShdw blurRad="457200" dist="38100" dir="8100000" sx="115000" sy="115000" algn="tr" rotWithShape="0">
              <a:srgbClr val="FFD76B">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7" name="Rounded Rectangle 36">
            <a:extLst>
              <a:ext uri="{FF2B5EF4-FFF2-40B4-BE49-F238E27FC236}">
                <a16:creationId xmlns:a16="http://schemas.microsoft.com/office/drawing/2014/main" id="{95158D48-8FD6-754B-B4FD-E19D9130A267}"/>
              </a:ext>
            </a:extLst>
          </p:cNvPr>
          <p:cNvSpPr/>
          <p:nvPr/>
        </p:nvSpPr>
        <p:spPr>
          <a:xfrm>
            <a:off x="7319875" y="6941403"/>
            <a:ext cx="180000" cy="1152541"/>
          </a:xfrm>
          <a:prstGeom prst="roundRect">
            <a:avLst>
              <a:gd name="adj" fmla="val 50000"/>
            </a:avLst>
          </a:prstGeom>
          <a:gradFill flip="none" rotWithShape="1">
            <a:gsLst>
              <a:gs pos="0">
                <a:srgbClr val="FF0000">
                  <a:alpha val="37000"/>
                </a:srgbClr>
              </a:gs>
              <a:gs pos="100000">
                <a:srgbClr val="FFD76B"/>
              </a:gs>
            </a:gsLst>
            <a:lin ang="13500000" scaled="1"/>
            <a:tileRect/>
          </a:gradFill>
          <a:ln>
            <a:noFill/>
          </a:ln>
          <a:effectLst>
            <a:outerShdw blurRad="457200" dist="38100" dir="8100000" sx="115000" sy="115000" algn="tr" rotWithShape="0">
              <a:srgbClr val="FFD76B">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8" name="Rounded Rectangle 37">
            <a:extLst>
              <a:ext uri="{FF2B5EF4-FFF2-40B4-BE49-F238E27FC236}">
                <a16:creationId xmlns:a16="http://schemas.microsoft.com/office/drawing/2014/main" id="{E8F2C6E7-D361-E441-A949-C123D1F56560}"/>
              </a:ext>
            </a:extLst>
          </p:cNvPr>
          <p:cNvSpPr/>
          <p:nvPr/>
        </p:nvSpPr>
        <p:spPr>
          <a:xfrm>
            <a:off x="7667120" y="7250787"/>
            <a:ext cx="180000" cy="843157"/>
          </a:xfrm>
          <a:prstGeom prst="roundRect">
            <a:avLst>
              <a:gd name="adj" fmla="val 50000"/>
            </a:avLst>
          </a:prstGeom>
          <a:gradFill flip="none" rotWithShape="1">
            <a:gsLst>
              <a:gs pos="0">
                <a:srgbClr val="FF0000">
                  <a:alpha val="37000"/>
                </a:srgbClr>
              </a:gs>
              <a:gs pos="100000">
                <a:srgbClr val="FFD76B"/>
              </a:gs>
            </a:gsLst>
            <a:lin ang="13500000" scaled="1"/>
            <a:tileRect/>
          </a:gradFill>
          <a:ln>
            <a:noFill/>
          </a:ln>
          <a:effectLst>
            <a:outerShdw blurRad="457200" dist="38100" dir="8100000" sx="115000" sy="115000" algn="tr" rotWithShape="0">
              <a:srgbClr val="FFD76B">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9" name="Rounded Rectangle 38">
            <a:extLst>
              <a:ext uri="{FF2B5EF4-FFF2-40B4-BE49-F238E27FC236}">
                <a16:creationId xmlns:a16="http://schemas.microsoft.com/office/drawing/2014/main" id="{2AB861DF-C659-5A4F-A431-72DBB61FF49F}"/>
              </a:ext>
            </a:extLst>
          </p:cNvPr>
          <p:cNvSpPr/>
          <p:nvPr/>
        </p:nvSpPr>
        <p:spPr>
          <a:xfrm>
            <a:off x="8014365" y="7075757"/>
            <a:ext cx="180000" cy="1018187"/>
          </a:xfrm>
          <a:prstGeom prst="roundRect">
            <a:avLst>
              <a:gd name="adj" fmla="val 50000"/>
            </a:avLst>
          </a:prstGeom>
          <a:gradFill flip="none" rotWithShape="1">
            <a:gsLst>
              <a:gs pos="0">
                <a:srgbClr val="FF0000">
                  <a:alpha val="37000"/>
                </a:srgbClr>
              </a:gs>
              <a:gs pos="100000">
                <a:srgbClr val="FFD76B"/>
              </a:gs>
            </a:gsLst>
            <a:lin ang="13500000" scaled="1"/>
            <a:tileRect/>
          </a:gradFill>
          <a:ln>
            <a:noFill/>
          </a:ln>
          <a:effectLst>
            <a:outerShdw blurRad="457200" dist="38100" dir="8100000" sx="115000" sy="115000" algn="tr" rotWithShape="0">
              <a:srgbClr val="FFD76B">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0" name="Rounded Rectangle 39">
            <a:extLst>
              <a:ext uri="{FF2B5EF4-FFF2-40B4-BE49-F238E27FC236}">
                <a16:creationId xmlns:a16="http://schemas.microsoft.com/office/drawing/2014/main" id="{E8027724-9233-7448-BB39-6ABFA71B1ACE}"/>
              </a:ext>
            </a:extLst>
          </p:cNvPr>
          <p:cNvSpPr/>
          <p:nvPr/>
        </p:nvSpPr>
        <p:spPr>
          <a:xfrm>
            <a:off x="8361610" y="6707647"/>
            <a:ext cx="180000" cy="1386297"/>
          </a:xfrm>
          <a:prstGeom prst="roundRect">
            <a:avLst>
              <a:gd name="adj" fmla="val 50000"/>
            </a:avLst>
          </a:prstGeom>
          <a:gradFill flip="none" rotWithShape="1">
            <a:gsLst>
              <a:gs pos="0">
                <a:srgbClr val="FF0000">
                  <a:alpha val="37000"/>
                </a:srgbClr>
              </a:gs>
              <a:gs pos="100000">
                <a:srgbClr val="FFD76B"/>
              </a:gs>
            </a:gsLst>
            <a:lin ang="13500000" scaled="1"/>
            <a:tileRect/>
          </a:gradFill>
          <a:ln>
            <a:noFill/>
          </a:ln>
          <a:effectLst>
            <a:outerShdw blurRad="457200" dist="38100" dir="8100000" sx="115000" sy="115000" algn="tr" rotWithShape="0">
              <a:srgbClr val="FFD76B">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1" name="Rounded Rectangle 40">
            <a:extLst>
              <a:ext uri="{FF2B5EF4-FFF2-40B4-BE49-F238E27FC236}">
                <a16:creationId xmlns:a16="http://schemas.microsoft.com/office/drawing/2014/main" id="{49A6FC0C-722C-0042-A15C-4D0000E1EC80}"/>
              </a:ext>
            </a:extLst>
          </p:cNvPr>
          <p:cNvSpPr/>
          <p:nvPr/>
        </p:nvSpPr>
        <p:spPr>
          <a:xfrm>
            <a:off x="8708855" y="7635797"/>
            <a:ext cx="180000" cy="458147"/>
          </a:xfrm>
          <a:prstGeom prst="roundRect">
            <a:avLst>
              <a:gd name="adj" fmla="val 50000"/>
            </a:avLst>
          </a:prstGeom>
          <a:gradFill flip="none" rotWithShape="1">
            <a:gsLst>
              <a:gs pos="0">
                <a:srgbClr val="FF0000">
                  <a:alpha val="37000"/>
                </a:srgbClr>
              </a:gs>
              <a:gs pos="100000">
                <a:srgbClr val="FFD76B"/>
              </a:gs>
            </a:gsLst>
            <a:lin ang="13500000" scaled="1"/>
            <a:tileRect/>
          </a:gradFill>
          <a:ln>
            <a:noFill/>
          </a:ln>
          <a:effectLst>
            <a:outerShdw blurRad="457200" dist="38100" dir="8100000" sx="115000" sy="115000" algn="tr" rotWithShape="0">
              <a:srgbClr val="FFD76B">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2" name="Rounded Rectangle 41">
            <a:extLst>
              <a:ext uri="{FF2B5EF4-FFF2-40B4-BE49-F238E27FC236}">
                <a16:creationId xmlns:a16="http://schemas.microsoft.com/office/drawing/2014/main" id="{50E9D704-5483-4747-8D8C-1E623B611641}"/>
              </a:ext>
            </a:extLst>
          </p:cNvPr>
          <p:cNvSpPr/>
          <p:nvPr/>
        </p:nvSpPr>
        <p:spPr>
          <a:xfrm>
            <a:off x="9056100" y="7484543"/>
            <a:ext cx="180000" cy="609401"/>
          </a:xfrm>
          <a:prstGeom prst="roundRect">
            <a:avLst>
              <a:gd name="adj" fmla="val 50000"/>
            </a:avLst>
          </a:prstGeom>
          <a:gradFill flip="none" rotWithShape="1">
            <a:gsLst>
              <a:gs pos="0">
                <a:srgbClr val="FF0000">
                  <a:alpha val="37000"/>
                </a:srgbClr>
              </a:gs>
              <a:gs pos="100000">
                <a:srgbClr val="FFD76B"/>
              </a:gs>
            </a:gsLst>
            <a:lin ang="13500000" scaled="1"/>
            <a:tileRect/>
          </a:gradFill>
          <a:ln>
            <a:noFill/>
          </a:ln>
          <a:effectLst>
            <a:outerShdw blurRad="457200" dist="38100" dir="8100000" sx="115000" sy="115000" algn="tr" rotWithShape="0">
              <a:srgbClr val="FFD76B">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3" name="Rounded Rectangle 42">
            <a:extLst>
              <a:ext uri="{FF2B5EF4-FFF2-40B4-BE49-F238E27FC236}">
                <a16:creationId xmlns:a16="http://schemas.microsoft.com/office/drawing/2014/main" id="{1DCF5504-0995-FF4B-B025-8E7AB6C498FB}"/>
              </a:ext>
            </a:extLst>
          </p:cNvPr>
          <p:cNvSpPr/>
          <p:nvPr/>
        </p:nvSpPr>
        <p:spPr>
          <a:xfrm>
            <a:off x="9403345" y="7075757"/>
            <a:ext cx="180000" cy="1018187"/>
          </a:xfrm>
          <a:prstGeom prst="roundRect">
            <a:avLst>
              <a:gd name="adj" fmla="val 50000"/>
            </a:avLst>
          </a:prstGeom>
          <a:gradFill flip="none" rotWithShape="1">
            <a:gsLst>
              <a:gs pos="0">
                <a:srgbClr val="FF0000">
                  <a:alpha val="37000"/>
                </a:srgbClr>
              </a:gs>
              <a:gs pos="100000">
                <a:srgbClr val="FFD76B"/>
              </a:gs>
            </a:gsLst>
            <a:lin ang="13500000" scaled="1"/>
            <a:tileRect/>
          </a:gradFill>
          <a:ln>
            <a:noFill/>
          </a:ln>
          <a:effectLst>
            <a:outerShdw blurRad="457200" dist="38100" dir="8100000" sx="115000" sy="115000" algn="tr" rotWithShape="0">
              <a:srgbClr val="FFD76B">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4" name="Rounded Rectangle 43">
            <a:extLst>
              <a:ext uri="{FF2B5EF4-FFF2-40B4-BE49-F238E27FC236}">
                <a16:creationId xmlns:a16="http://schemas.microsoft.com/office/drawing/2014/main" id="{333FC068-A4DD-1F47-A040-E80C6DF0E357}"/>
              </a:ext>
            </a:extLst>
          </p:cNvPr>
          <p:cNvSpPr/>
          <p:nvPr/>
        </p:nvSpPr>
        <p:spPr>
          <a:xfrm>
            <a:off x="9750590" y="6941403"/>
            <a:ext cx="180000" cy="1152541"/>
          </a:xfrm>
          <a:prstGeom prst="roundRect">
            <a:avLst>
              <a:gd name="adj" fmla="val 50000"/>
            </a:avLst>
          </a:prstGeom>
          <a:gradFill flip="none" rotWithShape="1">
            <a:gsLst>
              <a:gs pos="0">
                <a:srgbClr val="FF0000">
                  <a:alpha val="37000"/>
                </a:srgbClr>
              </a:gs>
              <a:gs pos="100000">
                <a:srgbClr val="FFD76B"/>
              </a:gs>
            </a:gsLst>
            <a:lin ang="13500000" scaled="1"/>
            <a:tileRect/>
          </a:gradFill>
          <a:ln>
            <a:noFill/>
          </a:ln>
          <a:effectLst>
            <a:outerShdw blurRad="457200" dist="38100" dir="8100000" sx="115000" sy="115000" algn="tr" rotWithShape="0">
              <a:srgbClr val="FFD76B">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5" name="Rounded Rectangle 44">
            <a:extLst>
              <a:ext uri="{FF2B5EF4-FFF2-40B4-BE49-F238E27FC236}">
                <a16:creationId xmlns:a16="http://schemas.microsoft.com/office/drawing/2014/main" id="{27E84E1D-EA6E-F145-AC98-030BF20BA41A}"/>
              </a:ext>
            </a:extLst>
          </p:cNvPr>
          <p:cNvSpPr/>
          <p:nvPr/>
        </p:nvSpPr>
        <p:spPr>
          <a:xfrm>
            <a:off x="10097834" y="7353914"/>
            <a:ext cx="180000" cy="740030"/>
          </a:xfrm>
          <a:prstGeom prst="roundRect">
            <a:avLst>
              <a:gd name="adj" fmla="val 50000"/>
            </a:avLst>
          </a:prstGeom>
          <a:gradFill flip="none" rotWithShape="1">
            <a:gsLst>
              <a:gs pos="0">
                <a:srgbClr val="FF0000">
                  <a:alpha val="37000"/>
                </a:srgbClr>
              </a:gs>
              <a:gs pos="100000">
                <a:srgbClr val="FFD76B"/>
              </a:gs>
            </a:gsLst>
            <a:lin ang="13500000" scaled="1"/>
            <a:tileRect/>
          </a:gradFill>
          <a:ln>
            <a:noFill/>
          </a:ln>
          <a:effectLst>
            <a:outerShdw blurRad="457200" dist="38100" dir="8100000" sx="115000" sy="115000" algn="tr" rotWithShape="0">
              <a:srgbClr val="FFD76B">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TextBox 46">
            <a:extLst>
              <a:ext uri="{FF2B5EF4-FFF2-40B4-BE49-F238E27FC236}">
                <a16:creationId xmlns:a16="http://schemas.microsoft.com/office/drawing/2014/main" id="{54433E11-1563-524B-A4C0-CFD597A7FF11}"/>
              </a:ext>
            </a:extLst>
          </p:cNvPr>
          <p:cNvSpPr txBox="1"/>
          <p:nvPr/>
        </p:nvSpPr>
        <p:spPr>
          <a:xfrm>
            <a:off x="6858562" y="8230095"/>
            <a:ext cx="3533340" cy="369332"/>
          </a:xfrm>
          <a:prstGeom prst="rect">
            <a:avLst/>
          </a:prstGeom>
          <a:noFill/>
        </p:spPr>
        <p:txBody>
          <a:bodyPr wrap="none" rtlCol="0">
            <a:spAutoFit/>
          </a:bodyPr>
          <a:lstStyle/>
          <a:p>
            <a:pPr algn="ctr"/>
            <a:r>
              <a:rPr lang="en-US" b="1" spc="30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2020 SALES ANALYTICS</a:t>
            </a:r>
            <a:endParaRPr b="1" spc="30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8" name="TextBox 47">
            <a:extLst>
              <a:ext uri="{FF2B5EF4-FFF2-40B4-BE49-F238E27FC236}">
                <a16:creationId xmlns:a16="http://schemas.microsoft.com/office/drawing/2014/main" id="{5FB3A042-0B1F-A345-AFE4-EED4497A9E41}"/>
              </a:ext>
            </a:extLst>
          </p:cNvPr>
          <p:cNvSpPr txBox="1"/>
          <p:nvPr/>
        </p:nvSpPr>
        <p:spPr>
          <a:xfrm>
            <a:off x="6864476" y="5775742"/>
            <a:ext cx="3679232" cy="584775"/>
          </a:xfrm>
          <a:prstGeom prst="rect">
            <a:avLst/>
          </a:prstGeom>
          <a:noFill/>
        </p:spPr>
        <p:txBody>
          <a:bodyPr wrap="square" rtlCol="0">
            <a:spAutoFit/>
          </a:bodyPr>
          <a:lstStyle/>
          <a:p>
            <a:r>
              <a:rPr lang="en-ID" sz="3200" b="1">
                <a:solidFill>
                  <a:schemeClr val="tx2"/>
                </a:solidFill>
                <a:latin typeface="Poppins" pitchFamily="2" charset="77"/>
                <a:ea typeface="Open Sans" panose="020B0606030504020204" pitchFamily="34" charset="0"/>
                <a:cs typeface="Poppins" pitchFamily="2" charset="77"/>
              </a:rPr>
              <a:t>Analytics Chart</a:t>
            </a:r>
            <a:endParaRPr sz="3200" b="1">
              <a:solidFill>
                <a:schemeClr val="tx2"/>
              </a:solidFill>
              <a:latin typeface="Poppins" pitchFamily="2" charset="77"/>
              <a:ea typeface="Open Sans" panose="020B0606030504020204" pitchFamily="34" charset="0"/>
              <a:cs typeface="Poppins" pitchFamily="2" charset="77"/>
            </a:endParaRPr>
          </a:p>
        </p:txBody>
      </p:sp>
      <p:grpSp>
        <p:nvGrpSpPr>
          <p:cNvPr id="51" name="Graphic 49">
            <a:extLst>
              <a:ext uri="{FF2B5EF4-FFF2-40B4-BE49-F238E27FC236}">
                <a16:creationId xmlns:a16="http://schemas.microsoft.com/office/drawing/2014/main" id="{567A02D2-5E43-A14F-AE8E-5FCA85A93AB8}"/>
              </a:ext>
            </a:extLst>
          </p:cNvPr>
          <p:cNvGrpSpPr/>
          <p:nvPr/>
        </p:nvGrpSpPr>
        <p:grpSpPr>
          <a:xfrm>
            <a:off x="12781355" y="7794966"/>
            <a:ext cx="389406" cy="389406"/>
            <a:chOff x="12801963" y="7782126"/>
            <a:chExt cx="466928" cy="466928"/>
          </a:xfrm>
          <a:solidFill>
            <a:schemeClr val="accent2">
              <a:lumMod val="20000"/>
              <a:lumOff val="80000"/>
            </a:schemeClr>
          </a:solidFill>
        </p:grpSpPr>
        <p:sp>
          <p:nvSpPr>
            <p:cNvPr id="52" name="Freeform 51">
              <a:extLst>
                <a:ext uri="{FF2B5EF4-FFF2-40B4-BE49-F238E27FC236}">
                  <a16:creationId xmlns:a16="http://schemas.microsoft.com/office/drawing/2014/main" id="{8149F96E-924B-2245-BBFA-EED8FE60EB50}"/>
                </a:ext>
              </a:extLst>
            </p:cNvPr>
            <p:cNvSpPr/>
            <p:nvPr/>
          </p:nvSpPr>
          <p:spPr>
            <a:xfrm>
              <a:off x="13001380" y="7889013"/>
              <a:ext cx="68093" cy="68093"/>
            </a:xfrm>
            <a:custGeom>
              <a:avLst/>
              <a:gdLst>
                <a:gd name="connsiteX0" fmla="*/ 68094 w 68093"/>
                <a:gd name="connsiteY0" fmla="*/ 34047 h 68093"/>
                <a:gd name="connsiteX1" fmla="*/ 34047 w 68093"/>
                <a:gd name="connsiteY1" fmla="*/ 0 h 68093"/>
                <a:gd name="connsiteX2" fmla="*/ 0 w 68093"/>
                <a:gd name="connsiteY2" fmla="*/ 34047 h 68093"/>
                <a:gd name="connsiteX3" fmla="*/ 0 w 68093"/>
                <a:gd name="connsiteY3" fmla="*/ 63230 h 68093"/>
                <a:gd name="connsiteX4" fmla="*/ 4864 w 68093"/>
                <a:gd name="connsiteY4" fmla="*/ 68094 h 68093"/>
                <a:gd name="connsiteX5" fmla="*/ 63230 w 68093"/>
                <a:gd name="connsiteY5" fmla="*/ 68094 h 68093"/>
                <a:gd name="connsiteX6" fmla="*/ 68094 w 68093"/>
                <a:gd name="connsiteY6" fmla="*/ 63230 h 68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093" h="68093">
                  <a:moveTo>
                    <a:pt x="68094" y="34047"/>
                  </a:moveTo>
                  <a:cubicBezTo>
                    <a:pt x="68094" y="15243"/>
                    <a:pt x="52850" y="0"/>
                    <a:pt x="34047" y="0"/>
                  </a:cubicBezTo>
                  <a:cubicBezTo>
                    <a:pt x="15243" y="0"/>
                    <a:pt x="0" y="15243"/>
                    <a:pt x="0" y="34047"/>
                  </a:cubicBezTo>
                  <a:lnTo>
                    <a:pt x="0" y="63230"/>
                  </a:lnTo>
                  <a:cubicBezTo>
                    <a:pt x="0" y="65916"/>
                    <a:pt x="2178" y="68094"/>
                    <a:pt x="4864" y="68094"/>
                  </a:cubicBezTo>
                  <a:lnTo>
                    <a:pt x="63230" y="68094"/>
                  </a:lnTo>
                  <a:cubicBezTo>
                    <a:pt x="65916" y="68094"/>
                    <a:pt x="68094" y="65916"/>
                    <a:pt x="68094" y="63230"/>
                  </a:cubicBezTo>
                  <a:close/>
                </a:path>
              </a:pathLst>
            </a:custGeom>
            <a:grpFill/>
            <a:ln w="19447" cap="flat">
              <a:noFill/>
              <a:prstDash val="solid"/>
              <a:miter/>
            </a:ln>
          </p:spPr>
          <p:txBody>
            <a:bodyPr rtlCol="0" anchor="ctr"/>
            <a:lstStyle/>
            <a:p>
              <a:endParaRPr/>
            </a:p>
          </p:txBody>
        </p:sp>
        <p:sp>
          <p:nvSpPr>
            <p:cNvPr id="53" name="Freeform 52">
              <a:extLst>
                <a:ext uri="{FF2B5EF4-FFF2-40B4-BE49-F238E27FC236}">
                  <a16:creationId xmlns:a16="http://schemas.microsoft.com/office/drawing/2014/main" id="{E82E8848-F707-4549-9B5D-F668B0D65B6D}"/>
                </a:ext>
              </a:extLst>
            </p:cNvPr>
            <p:cNvSpPr/>
            <p:nvPr/>
          </p:nvSpPr>
          <p:spPr>
            <a:xfrm>
              <a:off x="12801963" y="7782242"/>
              <a:ext cx="466928" cy="466694"/>
            </a:xfrm>
            <a:custGeom>
              <a:avLst/>
              <a:gdLst>
                <a:gd name="connsiteX0" fmla="*/ 466928 w 466928"/>
                <a:gd name="connsiteY0" fmla="*/ 37880 h 466694"/>
                <a:gd name="connsiteX1" fmla="*/ 428854 w 466928"/>
                <a:gd name="connsiteY1" fmla="*/ 0 h 466694"/>
                <a:gd name="connsiteX2" fmla="*/ 38113 w 466928"/>
                <a:gd name="connsiteY2" fmla="*/ 0 h 466694"/>
                <a:gd name="connsiteX3" fmla="*/ 233 w 466928"/>
                <a:gd name="connsiteY3" fmla="*/ 38113 h 466694"/>
                <a:gd name="connsiteX4" fmla="*/ 0 w 466928"/>
                <a:gd name="connsiteY4" fmla="*/ 180935 h 466694"/>
                <a:gd name="connsiteX5" fmla="*/ 230779 w 466928"/>
                <a:gd name="connsiteY5" fmla="*/ 466325 h 466694"/>
                <a:gd name="connsiteX6" fmla="*/ 234554 w 466928"/>
                <a:gd name="connsiteY6" fmla="*/ 466695 h 466694"/>
                <a:gd name="connsiteX7" fmla="*/ 238445 w 466928"/>
                <a:gd name="connsiteY7" fmla="*/ 466286 h 466694"/>
                <a:gd name="connsiteX8" fmla="*/ 466695 w 466928"/>
                <a:gd name="connsiteY8" fmla="*/ 178872 h 466694"/>
                <a:gd name="connsiteX9" fmla="*/ 145915 w 466928"/>
                <a:gd name="connsiteY9" fmla="*/ 301324 h 466694"/>
                <a:gd name="connsiteX10" fmla="*/ 145915 w 466928"/>
                <a:gd name="connsiteY10" fmla="*/ 194320 h 466694"/>
                <a:gd name="connsiteX11" fmla="*/ 165370 w 466928"/>
                <a:gd name="connsiteY11" fmla="*/ 174865 h 466694"/>
                <a:gd name="connsiteX12" fmla="*/ 170234 w 466928"/>
                <a:gd name="connsiteY12" fmla="*/ 174865 h 466694"/>
                <a:gd name="connsiteX13" fmla="*/ 170234 w 466928"/>
                <a:gd name="connsiteY13" fmla="*/ 140818 h 466694"/>
                <a:gd name="connsiteX14" fmla="*/ 233464 w 466928"/>
                <a:gd name="connsiteY14" fmla="*/ 77588 h 466694"/>
                <a:gd name="connsiteX15" fmla="*/ 296694 w 466928"/>
                <a:gd name="connsiteY15" fmla="*/ 140818 h 466694"/>
                <a:gd name="connsiteX16" fmla="*/ 296694 w 466928"/>
                <a:gd name="connsiteY16" fmla="*/ 174865 h 466694"/>
                <a:gd name="connsiteX17" fmla="*/ 301558 w 466928"/>
                <a:gd name="connsiteY17" fmla="*/ 174865 h 466694"/>
                <a:gd name="connsiteX18" fmla="*/ 321013 w 466928"/>
                <a:gd name="connsiteY18" fmla="*/ 194320 h 466694"/>
                <a:gd name="connsiteX19" fmla="*/ 321013 w 466928"/>
                <a:gd name="connsiteY19" fmla="*/ 301324 h 466694"/>
                <a:gd name="connsiteX20" fmla="*/ 301558 w 466928"/>
                <a:gd name="connsiteY20" fmla="*/ 320780 h 466694"/>
                <a:gd name="connsiteX21" fmla="*/ 165370 w 466928"/>
                <a:gd name="connsiteY21" fmla="*/ 320780 h 466694"/>
                <a:gd name="connsiteX22" fmla="*/ 145915 w 466928"/>
                <a:gd name="connsiteY22" fmla="*/ 301324 h 466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66928" h="466694">
                  <a:moveTo>
                    <a:pt x="466928" y="37880"/>
                  </a:moveTo>
                  <a:cubicBezTo>
                    <a:pt x="466800" y="16937"/>
                    <a:pt x="449797" y="21"/>
                    <a:pt x="428854" y="0"/>
                  </a:cubicBezTo>
                  <a:lnTo>
                    <a:pt x="38113" y="0"/>
                  </a:lnTo>
                  <a:cubicBezTo>
                    <a:pt x="17151" y="118"/>
                    <a:pt x="222" y="17150"/>
                    <a:pt x="233" y="38113"/>
                  </a:cubicBezTo>
                  <a:lnTo>
                    <a:pt x="0" y="180935"/>
                  </a:lnTo>
                  <a:cubicBezTo>
                    <a:pt x="1051" y="318210"/>
                    <a:pt x="96763" y="436571"/>
                    <a:pt x="230779" y="466325"/>
                  </a:cubicBezTo>
                  <a:cubicBezTo>
                    <a:pt x="232022" y="466574"/>
                    <a:pt x="233286" y="466698"/>
                    <a:pt x="234554" y="466695"/>
                  </a:cubicBezTo>
                  <a:cubicBezTo>
                    <a:pt x="235861" y="466689"/>
                    <a:pt x="237165" y="466553"/>
                    <a:pt x="238445" y="466286"/>
                  </a:cubicBezTo>
                  <a:cubicBezTo>
                    <a:pt x="372191" y="435350"/>
                    <a:pt x="466854" y="316150"/>
                    <a:pt x="466695" y="178872"/>
                  </a:cubicBezTo>
                  <a:close/>
                  <a:moveTo>
                    <a:pt x="145915" y="301324"/>
                  </a:moveTo>
                  <a:lnTo>
                    <a:pt x="145915" y="194320"/>
                  </a:lnTo>
                  <a:cubicBezTo>
                    <a:pt x="145915" y="183575"/>
                    <a:pt x="154625" y="174865"/>
                    <a:pt x="165370" y="174865"/>
                  </a:cubicBezTo>
                  <a:lnTo>
                    <a:pt x="170234" y="174865"/>
                  </a:lnTo>
                  <a:lnTo>
                    <a:pt x="170234" y="140818"/>
                  </a:lnTo>
                  <a:cubicBezTo>
                    <a:pt x="170234" y="105897"/>
                    <a:pt x="198543" y="77588"/>
                    <a:pt x="233464" y="77588"/>
                  </a:cubicBezTo>
                  <a:cubicBezTo>
                    <a:pt x="268385" y="77588"/>
                    <a:pt x="296694" y="105897"/>
                    <a:pt x="296694" y="140818"/>
                  </a:cubicBezTo>
                  <a:lnTo>
                    <a:pt x="296694" y="174865"/>
                  </a:lnTo>
                  <a:lnTo>
                    <a:pt x="301558" y="174865"/>
                  </a:lnTo>
                  <a:cubicBezTo>
                    <a:pt x="312303" y="174865"/>
                    <a:pt x="321013" y="183575"/>
                    <a:pt x="321013" y="194320"/>
                  </a:cubicBezTo>
                  <a:lnTo>
                    <a:pt x="321013" y="301324"/>
                  </a:lnTo>
                  <a:cubicBezTo>
                    <a:pt x="321013" y="312069"/>
                    <a:pt x="312303" y="320780"/>
                    <a:pt x="301558" y="320780"/>
                  </a:cubicBezTo>
                  <a:lnTo>
                    <a:pt x="165370" y="320780"/>
                  </a:lnTo>
                  <a:cubicBezTo>
                    <a:pt x="154625" y="320780"/>
                    <a:pt x="145915" y="312069"/>
                    <a:pt x="145915" y="301324"/>
                  </a:cubicBezTo>
                  <a:close/>
                </a:path>
              </a:pathLst>
            </a:custGeom>
            <a:grpFill/>
            <a:ln w="19447" cap="flat">
              <a:noFill/>
              <a:prstDash val="solid"/>
              <a:miter/>
            </a:ln>
          </p:spPr>
          <p:txBody>
            <a:bodyPr rtlCol="0" anchor="ctr"/>
            <a:lstStyle/>
            <a:p>
              <a:endParaRPr/>
            </a:p>
          </p:txBody>
        </p:sp>
        <p:sp>
          <p:nvSpPr>
            <p:cNvPr id="54" name="Freeform 53">
              <a:extLst>
                <a:ext uri="{FF2B5EF4-FFF2-40B4-BE49-F238E27FC236}">
                  <a16:creationId xmlns:a16="http://schemas.microsoft.com/office/drawing/2014/main" id="{3B37BB10-419A-FA4A-8D1C-80441F0C0FB8}"/>
                </a:ext>
              </a:extLst>
            </p:cNvPr>
            <p:cNvSpPr/>
            <p:nvPr/>
          </p:nvSpPr>
          <p:spPr>
            <a:xfrm>
              <a:off x="13011107" y="8015473"/>
              <a:ext cx="48638" cy="48638"/>
            </a:xfrm>
            <a:custGeom>
              <a:avLst/>
              <a:gdLst>
                <a:gd name="connsiteX0" fmla="*/ 48638 w 48638"/>
                <a:gd name="connsiteY0" fmla="*/ 24319 h 48638"/>
                <a:gd name="connsiteX1" fmla="*/ 24319 w 48638"/>
                <a:gd name="connsiteY1" fmla="*/ 48638 h 48638"/>
                <a:gd name="connsiteX2" fmla="*/ 0 w 48638"/>
                <a:gd name="connsiteY2" fmla="*/ 24319 h 48638"/>
                <a:gd name="connsiteX3" fmla="*/ 24319 w 48638"/>
                <a:gd name="connsiteY3" fmla="*/ 0 h 48638"/>
                <a:gd name="connsiteX4" fmla="*/ 48638 w 48638"/>
                <a:gd name="connsiteY4" fmla="*/ 24319 h 48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38" h="48638">
                  <a:moveTo>
                    <a:pt x="48638" y="24319"/>
                  </a:moveTo>
                  <a:cubicBezTo>
                    <a:pt x="48638" y="37750"/>
                    <a:pt x="37750" y="48638"/>
                    <a:pt x="24319" y="48638"/>
                  </a:cubicBezTo>
                  <a:cubicBezTo>
                    <a:pt x="10888" y="48638"/>
                    <a:pt x="0" y="37750"/>
                    <a:pt x="0" y="24319"/>
                  </a:cubicBezTo>
                  <a:cubicBezTo>
                    <a:pt x="0" y="10888"/>
                    <a:pt x="10888" y="0"/>
                    <a:pt x="24319" y="0"/>
                  </a:cubicBezTo>
                  <a:cubicBezTo>
                    <a:pt x="37750" y="0"/>
                    <a:pt x="48638" y="10888"/>
                    <a:pt x="48638" y="24319"/>
                  </a:cubicBezTo>
                  <a:close/>
                </a:path>
              </a:pathLst>
            </a:custGeom>
            <a:grpFill/>
            <a:ln w="19447" cap="flat">
              <a:noFill/>
              <a:prstDash val="solid"/>
              <a:miter/>
            </a:ln>
          </p:spPr>
          <p:txBody>
            <a:bodyPr rtlCol="0" anchor="ctr"/>
            <a:lstStyle/>
            <a:p>
              <a:endParaRPr/>
            </a:p>
          </p:txBody>
        </p:sp>
      </p:grpSp>
      <p:grpSp>
        <p:nvGrpSpPr>
          <p:cNvPr id="57" name="Graphic 55">
            <a:extLst>
              <a:ext uri="{FF2B5EF4-FFF2-40B4-BE49-F238E27FC236}">
                <a16:creationId xmlns:a16="http://schemas.microsoft.com/office/drawing/2014/main" id="{AB229FAF-A1D3-934B-AF07-43793AA8F0BB}"/>
              </a:ext>
            </a:extLst>
          </p:cNvPr>
          <p:cNvGrpSpPr/>
          <p:nvPr/>
        </p:nvGrpSpPr>
        <p:grpSpPr>
          <a:xfrm>
            <a:off x="12818331" y="10337609"/>
            <a:ext cx="315455" cy="261236"/>
            <a:chOff x="12213329" y="6817633"/>
            <a:chExt cx="315455" cy="261236"/>
          </a:xfrm>
          <a:solidFill>
            <a:srgbClr val="FFF7C2"/>
          </a:solidFill>
        </p:grpSpPr>
        <p:sp>
          <p:nvSpPr>
            <p:cNvPr id="59" name="Freeform 58">
              <a:extLst>
                <a:ext uri="{FF2B5EF4-FFF2-40B4-BE49-F238E27FC236}">
                  <a16:creationId xmlns:a16="http://schemas.microsoft.com/office/drawing/2014/main" id="{68687482-7D55-9E4C-B329-D8DA9937DF53}"/>
                </a:ext>
              </a:extLst>
            </p:cNvPr>
            <p:cNvSpPr/>
            <p:nvPr/>
          </p:nvSpPr>
          <p:spPr>
            <a:xfrm>
              <a:off x="12213329" y="6916213"/>
              <a:ext cx="78863" cy="162656"/>
            </a:xfrm>
            <a:custGeom>
              <a:avLst/>
              <a:gdLst>
                <a:gd name="connsiteX0" fmla="*/ 19716 w 78863"/>
                <a:gd name="connsiteY0" fmla="*/ 0 h 162656"/>
                <a:gd name="connsiteX1" fmla="*/ 0 w 78863"/>
                <a:gd name="connsiteY1" fmla="*/ 19716 h 162656"/>
                <a:gd name="connsiteX2" fmla="*/ 0 w 78863"/>
                <a:gd name="connsiteY2" fmla="*/ 157728 h 162656"/>
                <a:gd name="connsiteX3" fmla="*/ 4890 w 78863"/>
                <a:gd name="connsiteY3" fmla="*/ 162657 h 162656"/>
                <a:gd name="connsiteX4" fmla="*/ 4929 w 78863"/>
                <a:gd name="connsiteY4" fmla="*/ 162657 h 162656"/>
                <a:gd name="connsiteX5" fmla="*/ 73935 w 78863"/>
                <a:gd name="connsiteY5" fmla="*/ 162657 h 162656"/>
                <a:gd name="connsiteX6" fmla="*/ 78864 w 78863"/>
                <a:gd name="connsiteY6" fmla="*/ 157767 h 162656"/>
                <a:gd name="connsiteX7" fmla="*/ 78864 w 78863"/>
                <a:gd name="connsiteY7" fmla="*/ 157728 h 162656"/>
                <a:gd name="connsiteX8" fmla="*/ 78864 w 78863"/>
                <a:gd name="connsiteY8" fmla="*/ 19716 h 162656"/>
                <a:gd name="connsiteX9" fmla="*/ 59148 w 78863"/>
                <a:gd name="connsiteY9" fmla="*/ 0 h 162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863" h="162656">
                  <a:moveTo>
                    <a:pt x="19716" y="0"/>
                  </a:moveTo>
                  <a:cubicBezTo>
                    <a:pt x="8827" y="0"/>
                    <a:pt x="0" y="8827"/>
                    <a:pt x="0" y="19716"/>
                  </a:cubicBezTo>
                  <a:lnTo>
                    <a:pt x="0" y="157728"/>
                  </a:lnTo>
                  <a:cubicBezTo>
                    <a:pt x="-11" y="160439"/>
                    <a:pt x="2178" y="162646"/>
                    <a:pt x="4890" y="162657"/>
                  </a:cubicBezTo>
                  <a:cubicBezTo>
                    <a:pt x="4903" y="162657"/>
                    <a:pt x="4916" y="162657"/>
                    <a:pt x="4929" y="162657"/>
                  </a:cubicBezTo>
                  <a:lnTo>
                    <a:pt x="73935" y="162657"/>
                  </a:lnTo>
                  <a:cubicBezTo>
                    <a:pt x="76646" y="162668"/>
                    <a:pt x="78853" y="160478"/>
                    <a:pt x="78864" y="157767"/>
                  </a:cubicBezTo>
                  <a:cubicBezTo>
                    <a:pt x="78864" y="157754"/>
                    <a:pt x="78864" y="157741"/>
                    <a:pt x="78864" y="157728"/>
                  </a:cubicBezTo>
                  <a:lnTo>
                    <a:pt x="78864" y="19716"/>
                  </a:lnTo>
                  <a:cubicBezTo>
                    <a:pt x="78864" y="8827"/>
                    <a:pt x="70037" y="0"/>
                    <a:pt x="59148" y="0"/>
                  </a:cubicBezTo>
                  <a:close/>
                </a:path>
              </a:pathLst>
            </a:custGeom>
            <a:grpFill/>
            <a:ln w="19447" cap="flat">
              <a:noFill/>
              <a:prstDash val="solid"/>
              <a:miter/>
            </a:ln>
          </p:spPr>
          <p:txBody>
            <a:bodyPr rtlCol="0" anchor="ctr"/>
            <a:lstStyle/>
            <a:p>
              <a:endParaRPr/>
            </a:p>
          </p:txBody>
        </p:sp>
        <p:sp>
          <p:nvSpPr>
            <p:cNvPr id="60" name="Freeform 59">
              <a:extLst>
                <a:ext uri="{FF2B5EF4-FFF2-40B4-BE49-F238E27FC236}">
                  <a16:creationId xmlns:a16="http://schemas.microsoft.com/office/drawing/2014/main" id="{FB08777A-777F-FE47-9895-8CCA7B6717D3}"/>
                </a:ext>
              </a:extLst>
            </p:cNvPr>
            <p:cNvSpPr/>
            <p:nvPr/>
          </p:nvSpPr>
          <p:spPr>
            <a:xfrm>
              <a:off x="12331625" y="6955645"/>
              <a:ext cx="78863" cy="123224"/>
            </a:xfrm>
            <a:custGeom>
              <a:avLst/>
              <a:gdLst>
                <a:gd name="connsiteX0" fmla="*/ 19716 w 78863"/>
                <a:gd name="connsiteY0" fmla="*/ 0 h 123224"/>
                <a:gd name="connsiteX1" fmla="*/ 0 w 78863"/>
                <a:gd name="connsiteY1" fmla="*/ 19716 h 123224"/>
                <a:gd name="connsiteX2" fmla="*/ 0 w 78863"/>
                <a:gd name="connsiteY2" fmla="*/ 118296 h 123224"/>
                <a:gd name="connsiteX3" fmla="*/ 4890 w 78863"/>
                <a:gd name="connsiteY3" fmla="*/ 123225 h 123224"/>
                <a:gd name="connsiteX4" fmla="*/ 4929 w 78863"/>
                <a:gd name="connsiteY4" fmla="*/ 123225 h 123224"/>
                <a:gd name="connsiteX5" fmla="*/ 73935 w 78863"/>
                <a:gd name="connsiteY5" fmla="*/ 123225 h 123224"/>
                <a:gd name="connsiteX6" fmla="*/ 78864 w 78863"/>
                <a:gd name="connsiteY6" fmla="*/ 118335 h 123224"/>
                <a:gd name="connsiteX7" fmla="*/ 78864 w 78863"/>
                <a:gd name="connsiteY7" fmla="*/ 118296 h 123224"/>
                <a:gd name="connsiteX8" fmla="*/ 78864 w 78863"/>
                <a:gd name="connsiteY8" fmla="*/ 19716 h 123224"/>
                <a:gd name="connsiteX9" fmla="*/ 59148 w 78863"/>
                <a:gd name="connsiteY9" fmla="*/ 0 h 12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863" h="123224">
                  <a:moveTo>
                    <a:pt x="19716" y="0"/>
                  </a:moveTo>
                  <a:cubicBezTo>
                    <a:pt x="8827" y="0"/>
                    <a:pt x="0" y="8827"/>
                    <a:pt x="0" y="19716"/>
                  </a:cubicBezTo>
                  <a:lnTo>
                    <a:pt x="0" y="118296"/>
                  </a:lnTo>
                  <a:cubicBezTo>
                    <a:pt x="-11" y="121007"/>
                    <a:pt x="2178" y="123214"/>
                    <a:pt x="4890" y="123225"/>
                  </a:cubicBezTo>
                  <a:cubicBezTo>
                    <a:pt x="4903" y="123225"/>
                    <a:pt x="4916" y="123225"/>
                    <a:pt x="4929" y="123225"/>
                  </a:cubicBezTo>
                  <a:lnTo>
                    <a:pt x="73935" y="123225"/>
                  </a:lnTo>
                  <a:cubicBezTo>
                    <a:pt x="76646" y="123236"/>
                    <a:pt x="78853" y="121047"/>
                    <a:pt x="78864" y="118335"/>
                  </a:cubicBezTo>
                  <a:cubicBezTo>
                    <a:pt x="78864" y="118322"/>
                    <a:pt x="78864" y="118309"/>
                    <a:pt x="78864" y="118296"/>
                  </a:cubicBezTo>
                  <a:lnTo>
                    <a:pt x="78864" y="19716"/>
                  </a:lnTo>
                  <a:cubicBezTo>
                    <a:pt x="78864" y="8827"/>
                    <a:pt x="70037" y="0"/>
                    <a:pt x="59148" y="0"/>
                  </a:cubicBezTo>
                  <a:close/>
                </a:path>
              </a:pathLst>
            </a:custGeom>
            <a:grpFill/>
            <a:ln w="19447" cap="flat">
              <a:noFill/>
              <a:prstDash val="solid"/>
              <a:miter/>
            </a:ln>
          </p:spPr>
          <p:txBody>
            <a:bodyPr rtlCol="0" anchor="ctr"/>
            <a:lstStyle/>
            <a:p>
              <a:endParaRPr/>
            </a:p>
          </p:txBody>
        </p:sp>
        <p:sp>
          <p:nvSpPr>
            <p:cNvPr id="61" name="Freeform 60">
              <a:extLst>
                <a:ext uri="{FF2B5EF4-FFF2-40B4-BE49-F238E27FC236}">
                  <a16:creationId xmlns:a16="http://schemas.microsoft.com/office/drawing/2014/main" id="{974638C1-CF4D-4E46-8C6C-E595BE8CB141}"/>
                </a:ext>
              </a:extLst>
            </p:cNvPr>
            <p:cNvSpPr/>
            <p:nvPr/>
          </p:nvSpPr>
          <p:spPr>
            <a:xfrm>
              <a:off x="12449921" y="6817633"/>
              <a:ext cx="78863" cy="261236"/>
            </a:xfrm>
            <a:custGeom>
              <a:avLst/>
              <a:gdLst>
                <a:gd name="connsiteX0" fmla="*/ 4929 w 78863"/>
                <a:gd name="connsiteY0" fmla="*/ 261236 h 261236"/>
                <a:gd name="connsiteX1" fmla="*/ 73935 w 78863"/>
                <a:gd name="connsiteY1" fmla="*/ 261236 h 261236"/>
                <a:gd name="connsiteX2" fmla="*/ 78864 w 78863"/>
                <a:gd name="connsiteY2" fmla="*/ 256347 h 261236"/>
                <a:gd name="connsiteX3" fmla="*/ 78864 w 78863"/>
                <a:gd name="connsiteY3" fmla="*/ 256307 h 261236"/>
                <a:gd name="connsiteX4" fmla="*/ 78864 w 78863"/>
                <a:gd name="connsiteY4" fmla="*/ 19716 h 261236"/>
                <a:gd name="connsiteX5" fmla="*/ 59148 w 78863"/>
                <a:gd name="connsiteY5" fmla="*/ 0 h 261236"/>
                <a:gd name="connsiteX6" fmla="*/ 19716 w 78863"/>
                <a:gd name="connsiteY6" fmla="*/ 0 h 261236"/>
                <a:gd name="connsiteX7" fmla="*/ 0 w 78863"/>
                <a:gd name="connsiteY7" fmla="*/ 19716 h 261236"/>
                <a:gd name="connsiteX8" fmla="*/ 0 w 78863"/>
                <a:gd name="connsiteY8" fmla="*/ 256307 h 261236"/>
                <a:gd name="connsiteX9" fmla="*/ 4890 w 78863"/>
                <a:gd name="connsiteY9" fmla="*/ 261236 h 261236"/>
                <a:gd name="connsiteX10" fmla="*/ 4929 w 78863"/>
                <a:gd name="connsiteY10" fmla="*/ 261236 h 26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3" h="261236">
                  <a:moveTo>
                    <a:pt x="4929" y="261236"/>
                  </a:moveTo>
                  <a:lnTo>
                    <a:pt x="73935" y="261236"/>
                  </a:lnTo>
                  <a:cubicBezTo>
                    <a:pt x="76646" y="261247"/>
                    <a:pt x="78853" y="259058"/>
                    <a:pt x="78864" y="256347"/>
                  </a:cubicBezTo>
                  <a:cubicBezTo>
                    <a:pt x="78864" y="256334"/>
                    <a:pt x="78864" y="256321"/>
                    <a:pt x="78864" y="256307"/>
                  </a:cubicBezTo>
                  <a:lnTo>
                    <a:pt x="78864" y="19716"/>
                  </a:lnTo>
                  <a:cubicBezTo>
                    <a:pt x="78864" y="8827"/>
                    <a:pt x="70037" y="0"/>
                    <a:pt x="59148" y="0"/>
                  </a:cubicBezTo>
                  <a:lnTo>
                    <a:pt x="19716" y="0"/>
                  </a:lnTo>
                  <a:cubicBezTo>
                    <a:pt x="8827" y="0"/>
                    <a:pt x="0" y="8827"/>
                    <a:pt x="0" y="19716"/>
                  </a:cubicBezTo>
                  <a:lnTo>
                    <a:pt x="0" y="256307"/>
                  </a:lnTo>
                  <a:cubicBezTo>
                    <a:pt x="-11" y="259019"/>
                    <a:pt x="2178" y="261226"/>
                    <a:pt x="4890" y="261236"/>
                  </a:cubicBezTo>
                  <a:cubicBezTo>
                    <a:pt x="4903" y="261236"/>
                    <a:pt x="4916" y="261236"/>
                    <a:pt x="4929" y="261236"/>
                  </a:cubicBezTo>
                  <a:close/>
                </a:path>
              </a:pathLst>
            </a:custGeom>
            <a:grpFill/>
            <a:ln w="19447" cap="flat">
              <a:noFill/>
              <a:prstDash val="solid"/>
              <a:miter/>
            </a:ln>
          </p:spPr>
          <p:txBody>
            <a:bodyPr rtlCol="0" anchor="ctr"/>
            <a:lstStyle/>
            <a:p>
              <a:endParaRPr/>
            </a:p>
          </p:txBody>
        </p:sp>
      </p:grpSp>
    </p:spTree>
    <p:extLst>
      <p:ext uri="{BB962C8B-B14F-4D97-AF65-F5344CB8AC3E}">
        <p14:creationId xmlns:p14="http://schemas.microsoft.com/office/powerpoint/2010/main" val="8389287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C7CB04CF-8132-DE45-8F7F-812CF69BB847}"/>
              </a:ext>
            </a:extLst>
          </p:cNvPr>
          <p:cNvSpPr/>
          <p:nvPr/>
        </p:nvSpPr>
        <p:spPr>
          <a:xfrm>
            <a:off x="14800521" y="1"/>
            <a:ext cx="9578717" cy="10266828"/>
          </a:xfrm>
          <a:custGeom>
            <a:avLst/>
            <a:gdLst>
              <a:gd name="connsiteX0" fmla="*/ 0 w 9289714"/>
              <a:gd name="connsiteY0" fmla="*/ 0 h 9957063"/>
              <a:gd name="connsiteX1" fmla="*/ 9289714 w 9289714"/>
              <a:gd name="connsiteY1" fmla="*/ 0 h 9957063"/>
              <a:gd name="connsiteX2" fmla="*/ 9289714 w 9289714"/>
              <a:gd name="connsiteY2" fmla="*/ 9957063 h 9957063"/>
              <a:gd name="connsiteX3" fmla="*/ 3200438 w 9289714"/>
              <a:gd name="connsiteY3" fmla="*/ 9957063 h 9957063"/>
              <a:gd name="connsiteX4" fmla="*/ 0 w 9289714"/>
              <a:gd name="connsiteY4" fmla="*/ 6756625 h 9957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9714" h="9957063">
                <a:moveTo>
                  <a:pt x="0" y="0"/>
                </a:moveTo>
                <a:lnTo>
                  <a:pt x="9289714" y="0"/>
                </a:lnTo>
                <a:lnTo>
                  <a:pt x="9289714" y="9957063"/>
                </a:lnTo>
                <a:lnTo>
                  <a:pt x="3200438" y="9957063"/>
                </a:lnTo>
                <a:cubicBezTo>
                  <a:pt x="1432885" y="9957063"/>
                  <a:pt x="0" y="8524178"/>
                  <a:pt x="0" y="6756625"/>
                </a:cubicBezTo>
                <a:close/>
              </a:path>
            </a:pathLst>
          </a:custGeom>
          <a:gradFill>
            <a:gsLst>
              <a:gs pos="0">
                <a:schemeClr val="accent5"/>
              </a:gs>
              <a:gs pos="100000">
                <a:schemeClr val="accent2">
                  <a:lumMod val="40000"/>
                  <a:lumOff val="60000"/>
                </a:schemeClr>
              </a:gs>
            </a:gsLst>
            <a:lin ang="13500000" scaled="1"/>
          </a:gradFill>
          <a:ln>
            <a:noFill/>
          </a:ln>
          <a:effectLst>
            <a:outerShdw blurRad="838200" dist="38100" dir="2700000" sx="110000" sy="110000" algn="tl" rotWithShape="0">
              <a:schemeClr val="accent2">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p>
        </p:txBody>
      </p:sp>
      <p:sp>
        <p:nvSpPr>
          <p:cNvPr id="3" name="TextBox 2">
            <a:extLst>
              <a:ext uri="{FF2B5EF4-FFF2-40B4-BE49-F238E27FC236}">
                <a16:creationId xmlns:a16="http://schemas.microsoft.com/office/drawing/2014/main" id="{423A662D-0B5A-3848-9DEB-580751CFDF59}"/>
              </a:ext>
            </a:extLst>
          </p:cNvPr>
          <p:cNvSpPr txBox="1"/>
          <p:nvPr/>
        </p:nvSpPr>
        <p:spPr>
          <a:xfrm>
            <a:off x="3031762" y="2751170"/>
            <a:ext cx="11022704" cy="4154984"/>
          </a:xfrm>
          <a:prstGeom prst="rect">
            <a:avLst/>
          </a:prstGeom>
          <a:noFill/>
        </p:spPr>
        <p:txBody>
          <a:bodyPr wrap="square" rtlCol="0">
            <a:spAutoFit/>
          </a:bodyPr>
          <a:lstStyle/>
          <a:p>
            <a:r>
              <a:rPr lang="en-US" sz="8800" b="1">
                <a:solidFill>
                  <a:schemeClr val="tx2"/>
                </a:solidFill>
                <a:latin typeface="Poppins" pitchFamily="2" charset="77"/>
                <a:ea typeface="Open Sans" panose="020B0606030504020204" pitchFamily="34" charset="0"/>
                <a:cs typeface="Poppins" pitchFamily="2" charset="77"/>
              </a:rPr>
              <a:t>Get Amazing Features from Our Digital Agency </a:t>
            </a:r>
            <a:endParaRPr sz="8800" b="1">
              <a:solidFill>
                <a:schemeClr val="tx2"/>
              </a:solidFill>
              <a:latin typeface="Poppins" pitchFamily="2" charset="77"/>
              <a:ea typeface="Open Sans" panose="020B0606030504020204" pitchFamily="34" charset="0"/>
              <a:cs typeface="Poppins" pitchFamily="2" charset="77"/>
            </a:endParaRPr>
          </a:p>
        </p:txBody>
      </p:sp>
      <p:sp>
        <p:nvSpPr>
          <p:cNvPr id="11" name="TextBox 10">
            <a:extLst>
              <a:ext uri="{FF2B5EF4-FFF2-40B4-BE49-F238E27FC236}">
                <a16:creationId xmlns:a16="http://schemas.microsoft.com/office/drawing/2014/main" id="{5FBDC410-1277-284A-AF23-0F5FCCF473C4}"/>
              </a:ext>
            </a:extLst>
          </p:cNvPr>
          <p:cNvSpPr txBox="1"/>
          <p:nvPr/>
        </p:nvSpPr>
        <p:spPr>
          <a:xfrm>
            <a:off x="3031762" y="8219260"/>
            <a:ext cx="7804720" cy="1695272"/>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Donec viverra eleifend lacus, vitae ullamcorper metus. </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Rounded Rectangle 12">
            <a:extLst>
              <a:ext uri="{FF2B5EF4-FFF2-40B4-BE49-F238E27FC236}">
                <a16:creationId xmlns:a16="http://schemas.microsoft.com/office/drawing/2014/main" id="{D964D52B-9926-4D48-B5C3-95EC46227D9D}"/>
              </a:ext>
            </a:extLst>
          </p:cNvPr>
          <p:cNvSpPr/>
          <p:nvPr/>
        </p:nvSpPr>
        <p:spPr>
          <a:xfrm>
            <a:off x="3031762" y="10351539"/>
            <a:ext cx="3918520" cy="857250"/>
          </a:xfrm>
          <a:prstGeom prst="roundRect">
            <a:avLst>
              <a:gd name="adj" fmla="val 50000"/>
            </a:avLst>
          </a:prstGeom>
          <a:gradFill flip="none" rotWithShape="1">
            <a:gsLst>
              <a:gs pos="0">
                <a:schemeClr val="accent1"/>
              </a:gs>
              <a:gs pos="100000">
                <a:schemeClr val="accent5"/>
              </a:gs>
            </a:gsLst>
            <a:lin ang="13500000" scaled="1"/>
            <a:tileRect/>
          </a:gradFill>
          <a:ln>
            <a:noFill/>
          </a:ln>
          <a:effectLst>
            <a:outerShdw blurRad="457200" dist="38100" dir="8100000" sx="115000" sy="115000" algn="tr" rotWithShape="0">
              <a:schemeClr val="accent5">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0778EA04-8BC4-CC4A-AE26-4B0752F20B6B}"/>
              </a:ext>
            </a:extLst>
          </p:cNvPr>
          <p:cNvSpPr txBox="1"/>
          <p:nvPr/>
        </p:nvSpPr>
        <p:spPr>
          <a:xfrm>
            <a:off x="3431677" y="10595498"/>
            <a:ext cx="3118690" cy="369332"/>
          </a:xfrm>
          <a:prstGeom prst="rect">
            <a:avLst/>
          </a:prstGeom>
          <a:noFill/>
        </p:spPr>
        <p:txBody>
          <a:bodyPr wrap="square" rtlCol="0">
            <a:spAutoFit/>
          </a:bodyPr>
          <a:lstStyle/>
          <a:p>
            <a:pPr algn="ctr"/>
            <a:r>
              <a:rPr lang="en-US" b="1" spc="300">
                <a:solidFill>
                  <a:schemeClr val="bg1"/>
                </a:solidFill>
                <a:latin typeface="Open Sans" panose="020B0606030504020204" pitchFamily="34" charset="0"/>
                <a:ea typeface="Open Sans" panose="020B0606030504020204" pitchFamily="34" charset="0"/>
                <a:cs typeface="Open Sans" panose="020B0606030504020204" pitchFamily="34" charset="0"/>
              </a:rPr>
              <a:t>WWW.LEVIENT.COM</a:t>
            </a:r>
            <a:endParaRPr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Rounded Rectangle 14">
            <a:extLst>
              <a:ext uri="{FF2B5EF4-FFF2-40B4-BE49-F238E27FC236}">
                <a16:creationId xmlns:a16="http://schemas.microsoft.com/office/drawing/2014/main" id="{B3AA412F-76D5-C045-A81C-D56A750E1FD7}"/>
              </a:ext>
            </a:extLst>
          </p:cNvPr>
          <p:cNvSpPr/>
          <p:nvPr/>
        </p:nvSpPr>
        <p:spPr>
          <a:xfrm>
            <a:off x="16048599" y="2872670"/>
            <a:ext cx="6981522" cy="8595006"/>
          </a:xfrm>
          <a:prstGeom prst="roundRect">
            <a:avLst>
              <a:gd name="adj" fmla="val 12530"/>
            </a:avLst>
          </a:prstGeom>
          <a:solidFill>
            <a:schemeClr val="bg1">
              <a:alpha val="95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Rounded Rectangle 15">
            <a:extLst>
              <a:ext uri="{FF2B5EF4-FFF2-40B4-BE49-F238E27FC236}">
                <a16:creationId xmlns:a16="http://schemas.microsoft.com/office/drawing/2014/main" id="{AA742D9B-9C3A-284B-8B44-10351C7EDC5F}"/>
              </a:ext>
            </a:extLst>
          </p:cNvPr>
          <p:cNvSpPr/>
          <p:nvPr/>
        </p:nvSpPr>
        <p:spPr>
          <a:xfrm>
            <a:off x="19739535" y="2023635"/>
            <a:ext cx="3925508" cy="1419323"/>
          </a:xfrm>
          <a:prstGeom prst="roundRect">
            <a:avLst>
              <a:gd name="adj" fmla="val 21566"/>
            </a:avLst>
          </a:prstGeom>
          <a:solidFill>
            <a:schemeClr val="bg1">
              <a:alpha val="95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58BC2F03-744D-0F4B-BA9C-D0DBB6E7865C}"/>
              </a:ext>
            </a:extLst>
          </p:cNvPr>
          <p:cNvSpPr txBox="1"/>
          <p:nvPr/>
        </p:nvSpPr>
        <p:spPr>
          <a:xfrm>
            <a:off x="21029473" y="2379353"/>
            <a:ext cx="2087431" cy="707886"/>
          </a:xfrm>
          <a:prstGeom prst="rect">
            <a:avLst/>
          </a:prstGeom>
          <a:noFill/>
        </p:spPr>
        <p:txBody>
          <a:bodyPr wrap="none" rtlCol="0">
            <a:spAutoFit/>
          </a:bodyPr>
          <a:lstStyle/>
          <a:p>
            <a:r>
              <a:rPr lang="en-US" sz="4000" b="1">
                <a:gradFill flip="none" rotWithShape="1">
                  <a:gsLst>
                    <a:gs pos="0">
                      <a:schemeClr val="accent1"/>
                    </a:gs>
                    <a:gs pos="55000">
                      <a:schemeClr val="accent2"/>
                    </a:gs>
                    <a:gs pos="100000">
                      <a:schemeClr val="accent5"/>
                    </a:gs>
                  </a:gsLst>
                  <a:lin ang="18900000" scaled="1"/>
                  <a:tileRect/>
                </a:gradFill>
                <a:effectLst>
                  <a:outerShdw blurRad="482600" dist="38100" dir="8100000" sx="102000" sy="102000" algn="tr" rotWithShape="0">
                    <a:schemeClr val="accent2">
                      <a:alpha val="26000"/>
                    </a:schemeClr>
                  </a:outerShdw>
                </a:effectLst>
                <a:latin typeface="Poppins" pitchFamily="2" charset="77"/>
                <a:cs typeface="Poppins" pitchFamily="2" charset="77"/>
              </a:rPr>
              <a:t>Lévient</a:t>
            </a:r>
            <a:endParaRPr sz="4000" b="1">
              <a:gradFill flip="none" rotWithShape="1">
                <a:gsLst>
                  <a:gs pos="0">
                    <a:schemeClr val="accent1"/>
                  </a:gs>
                  <a:gs pos="55000">
                    <a:schemeClr val="accent2"/>
                  </a:gs>
                  <a:gs pos="100000">
                    <a:schemeClr val="accent5"/>
                  </a:gs>
                </a:gsLst>
                <a:lin ang="18900000" scaled="1"/>
                <a:tileRect/>
              </a:gradFill>
              <a:effectLst>
                <a:outerShdw blurRad="482600" dist="38100" dir="8100000" sx="102000" sy="102000" algn="tr" rotWithShape="0">
                  <a:schemeClr val="accent2">
                    <a:alpha val="26000"/>
                  </a:schemeClr>
                </a:outerShdw>
              </a:effectLst>
              <a:latin typeface="Poppins" pitchFamily="2" charset="77"/>
              <a:cs typeface="Poppins" pitchFamily="2" charset="77"/>
            </a:endParaRPr>
          </a:p>
        </p:txBody>
      </p:sp>
      <p:sp>
        <p:nvSpPr>
          <p:cNvPr id="18" name="Oval 17">
            <a:extLst>
              <a:ext uri="{FF2B5EF4-FFF2-40B4-BE49-F238E27FC236}">
                <a16:creationId xmlns:a16="http://schemas.microsoft.com/office/drawing/2014/main" id="{049D0B14-2D50-F147-9853-1DBA94583C77}"/>
              </a:ext>
            </a:extLst>
          </p:cNvPr>
          <p:cNvSpPr/>
          <p:nvPr/>
        </p:nvSpPr>
        <p:spPr>
          <a:xfrm>
            <a:off x="20296446" y="2419945"/>
            <a:ext cx="626702" cy="626702"/>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74F48D1E-EE88-9842-92E3-539C39E3B511}"/>
              </a:ext>
            </a:extLst>
          </p:cNvPr>
          <p:cNvSpPr txBox="1"/>
          <p:nvPr/>
        </p:nvSpPr>
        <p:spPr>
          <a:xfrm>
            <a:off x="16997993" y="4013244"/>
            <a:ext cx="5075196" cy="1323439"/>
          </a:xfrm>
          <a:prstGeom prst="rect">
            <a:avLst/>
          </a:prstGeom>
          <a:noFill/>
        </p:spPr>
        <p:txBody>
          <a:bodyPr wrap="square" rtlCol="0">
            <a:spAutoFit/>
          </a:bodyPr>
          <a:lstStyle/>
          <a:p>
            <a:r>
              <a:rPr lang="en-ID" sz="4000" b="1">
                <a:solidFill>
                  <a:schemeClr val="tx2"/>
                </a:solidFill>
                <a:latin typeface="Poppins" pitchFamily="2" charset="77"/>
                <a:ea typeface="Open Sans" panose="020B0606030504020204" pitchFamily="34" charset="0"/>
                <a:cs typeface="Poppins" pitchFamily="2" charset="77"/>
              </a:rPr>
              <a:t>Choose Features in Apps</a:t>
            </a:r>
            <a:endParaRPr sz="4000" b="1">
              <a:solidFill>
                <a:schemeClr val="tx2"/>
              </a:solidFill>
              <a:latin typeface="Poppins" pitchFamily="2" charset="77"/>
              <a:ea typeface="Open Sans" panose="020B0606030504020204" pitchFamily="34" charset="0"/>
              <a:cs typeface="Poppins" pitchFamily="2" charset="77"/>
            </a:endParaRPr>
          </a:p>
        </p:txBody>
      </p:sp>
      <p:sp>
        <p:nvSpPr>
          <p:cNvPr id="21" name="TextBox 20">
            <a:extLst>
              <a:ext uri="{FF2B5EF4-FFF2-40B4-BE49-F238E27FC236}">
                <a16:creationId xmlns:a16="http://schemas.microsoft.com/office/drawing/2014/main" id="{F33E59A3-1853-2441-9D15-7BBED124B04E}"/>
              </a:ext>
            </a:extLst>
          </p:cNvPr>
          <p:cNvSpPr txBox="1"/>
          <p:nvPr/>
        </p:nvSpPr>
        <p:spPr>
          <a:xfrm>
            <a:off x="16997992" y="5339666"/>
            <a:ext cx="5075197" cy="463588"/>
          </a:xfrm>
          <a:prstGeom prst="rect">
            <a:avLst/>
          </a:prstGeom>
          <a:noFill/>
        </p:spPr>
        <p:txBody>
          <a:bodyPr wrap="square" rtlCol="0">
            <a:spAutoFit/>
          </a:bodyPr>
          <a:lstStyle/>
          <a:p>
            <a:pPr>
              <a:lnSpc>
                <a:spcPct val="150000"/>
              </a:lnSpc>
            </a:pPr>
            <a:r>
              <a:rPr lang="en-US">
                <a:solidFill>
                  <a:schemeClr val="bg1">
                    <a:lumMod val="85000"/>
                  </a:schemeClr>
                </a:solidFill>
                <a:latin typeface="Open Sans" panose="020B0606030504020204" pitchFamily="34" charset="0"/>
                <a:ea typeface="Open Sans" panose="020B0606030504020204" pitchFamily="34" charset="0"/>
                <a:cs typeface="Open Sans" panose="020B0606030504020204" pitchFamily="34" charset="0"/>
              </a:rPr>
              <a:t>Choose one of the match your categoriy</a:t>
            </a:r>
          </a:p>
        </p:txBody>
      </p:sp>
      <p:sp>
        <p:nvSpPr>
          <p:cNvPr id="22" name="Rounded Rectangle 21">
            <a:extLst>
              <a:ext uri="{FF2B5EF4-FFF2-40B4-BE49-F238E27FC236}">
                <a16:creationId xmlns:a16="http://schemas.microsoft.com/office/drawing/2014/main" id="{84ED2DBE-C80A-9947-B5F4-9EBE49D0C7A0}"/>
              </a:ext>
            </a:extLst>
          </p:cNvPr>
          <p:cNvSpPr/>
          <p:nvPr/>
        </p:nvSpPr>
        <p:spPr>
          <a:xfrm>
            <a:off x="17003516" y="6284013"/>
            <a:ext cx="2384700" cy="1986238"/>
          </a:xfrm>
          <a:prstGeom prst="roundRect">
            <a:avLst>
              <a:gd name="adj" fmla="val 15670"/>
            </a:avLst>
          </a:prstGeom>
          <a:gradFill flip="none" rotWithShape="1">
            <a:gsLst>
              <a:gs pos="0">
                <a:srgbClr val="FF0000">
                  <a:alpha val="57000"/>
                </a:srgbClr>
              </a:gs>
              <a:gs pos="100000">
                <a:srgbClr val="FFC000">
                  <a:alpha val="41000"/>
                </a:srgbClr>
              </a:gs>
            </a:gsLst>
            <a:lin ang="13500000" scaled="1"/>
            <a:tileRect/>
          </a:gradFill>
          <a:ln>
            <a:noFill/>
          </a:ln>
          <a:effectLst>
            <a:outerShdw blurRad="457200" dist="38100" dir="8100000" sx="115000" sy="115000" algn="tr" rotWithShape="0">
              <a:srgbClr val="FFC000">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4" name="Rounded Rectangle 23">
            <a:extLst>
              <a:ext uri="{FF2B5EF4-FFF2-40B4-BE49-F238E27FC236}">
                <a16:creationId xmlns:a16="http://schemas.microsoft.com/office/drawing/2014/main" id="{A4DF39E8-7C53-864F-9235-8C6C29C54F59}"/>
              </a:ext>
            </a:extLst>
          </p:cNvPr>
          <p:cNvSpPr/>
          <p:nvPr/>
        </p:nvSpPr>
        <p:spPr>
          <a:xfrm>
            <a:off x="19688489" y="6284013"/>
            <a:ext cx="2384700" cy="1986238"/>
          </a:xfrm>
          <a:prstGeom prst="roundRect">
            <a:avLst>
              <a:gd name="adj" fmla="val 15670"/>
            </a:avLst>
          </a:prstGeom>
          <a:gradFill flip="none" rotWithShape="1">
            <a:gsLst>
              <a:gs pos="0">
                <a:schemeClr val="accent5">
                  <a:lumMod val="40000"/>
                  <a:lumOff val="60000"/>
                </a:schemeClr>
              </a:gs>
              <a:gs pos="100000">
                <a:schemeClr val="accent4"/>
              </a:gs>
            </a:gsLst>
            <a:lin ang="13500000" scaled="1"/>
            <a:tileRect/>
          </a:gradFill>
          <a:ln>
            <a:noFill/>
          </a:ln>
          <a:effectLst>
            <a:outerShdw blurRad="457200" dist="38100" dir="8100000" sx="115000" sy="115000" algn="tr" rotWithShape="0">
              <a:schemeClr val="accent5">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7" name="Rounded Rectangle 26">
            <a:extLst>
              <a:ext uri="{FF2B5EF4-FFF2-40B4-BE49-F238E27FC236}">
                <a16:creationId xmlns:a16="http://schemas.microsoft.com/office/drawing/2014/main" id="{5085F055-38DB-764E-963E-A6B873F10BD8}"/>
              </a:ext>
            </a:extLst>
          </p:cNvPr>
          <p:cNvSpPr/>
          <p:nvPr/>
        </p:nvSpPr>
        <p:spPr>
          <a:xfrm>
            <a:off x="17003516" y="8602860"/>
            <a:ext cx="2384700" cy="1986238"/>
          </a:xfrm>
          <a:prstGeom prst="roundRect">
            <a:avLst>
              <a:gd name="adj" fmla="val 15670"/>
            </a:avLst>
          </a:prstGeom>
          <a:gradFill flip="none" rotWithShape="1">
            <a:gsLst>
              <a:gs pos="0">
                <a:schemeClr val="accent2">
                  <a:lumMod val="60000"/>
                  <a:lumOff val="40000"/>
                </a:schemeClr>
              </a:gs>
              <a:gs pos="100000">
                <a:schemeClr val="accent1">
                  <a:lumMod val="40000"/>
                  <a:lumOff val="60000"/>
                </a:schemeClr>
              </a:gs>
            </a:gsLst>
            <a:lin ang="13500000" scaled="1"/>
            <a:tileRect/>
          </a:gradFill>
          <a:ln>
            <a:noFill/>
          </a:ln>
          <a:effectLst>
            <a:outerShdw blurRad="457200" dist="38100" dir="8100000" sx="115000" sy="115000" algn="tr" rotWithShape="0">
              <a:schemeClr val="accent3">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8" name="Rounded Rectangle 27">
            <a:extLst>
              <a:ext uri="{FF2B5EF4-FFF2-40B4-BE49-F238E27FC236}">
                <a16:creationId xmlns:a16="http://schemas.microsoft.com/office/drawing/2014/main" id="{DB8E06A8-2EB0-F645-9924-E0D61DC1B07E}"/>
              </a:ext>
            </a:extLst>
          </p:cNvPr>
          <p:cNvSpPr/>
          <p:nvPr/>
        </p:nvSpPr>
        <p:spPr>
          <a:xfrm>
            <a:off x="19688489" y="8602860"/>
            <a:ext cx="2384700" cy="1986238"/>
          </a:xfrm>
          <a:prstGeom prst="roundRect">
            <a:avLst>
              <a:gd name="adj" fmla="val 15670"/>
            </a:avLst>
          </a:prstGeom>
          <a:gradFill flip="none" rotWithShape="1">
            <a:gsLst>
              <a:gs pos="0">
                <a:srgbClr val="00B050">
                  <a:alpha val="24000"/>
                </a:srgbClr>
              </a:gs>
              <a:gs pos="100000">
                <a:srgbClr val="92D050"/>
              </a:gs>
            </a:gsLst>
            <a:lin ang="13500000" scaled="1"/>
            <a:tileRect/>
          </a:gradFill>
          <a:ln>
            <a:noFill/>
          </a:ln>
          <a:effectLst>
            <a:outerShdw blurRad="457200" dist="38100" dir="8100000" sx="115000" sy="115000" algn="tr" rotWithShape="0">
              <a:srgbClr val="FFEA9F">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29" name="Straight Connector 28">
            <a:extLst>
              <a:ext uri="{FF2B5EF4-FFF2-40B4-BE49-F238E27FC236}">
                <a16:creationId xmlns:a16="http://schemas.microsoft.com/office/drawing/2014/main" id="{E90F9BCE-D056-874B-9543-6F49325A6996}"/>
              </a:ext>
            </a:extLst>
          </p:cNvPr>
          <p:cNvCxnSpPr>
            <a:cxnSpLocks/>
          </p:cNvCxnSpPr>
          <p:nvPr/>
        </p:nvCxnSpPr>
        <p:spPr>
          <a:xfrm>
            <a:off x="1862580" y="0"/>
            <a:ext cx="0" cy="1371600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214D2E68-5329-9748-BC71-514EF535D693}"/>
              </a:ext>
            </a:extLst>
          </p:cNvPr>
          <p:cNvSpPr/>
          <p:nvPr/>
        </p:nvSpPr>
        <p:spPr>
          <a:xfrm>
            <a:off x="498634" y="446645"/>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1" name="TextBox 30">
            <a:extLst>
              <a:ext uri="{FF2B5EF4-FFF2-40B4-BE49-F238E27FC236}">
                <a16:creationId xmlns:a16="http://schemas.microsoft.com/office/drawing/2014/main" id="{9F7AEB4B-966A-4A4D-B047-322DD540DFDE}"/>
              </a:ext>
            </a:extLst>
          </p:cNvPr>
          <p:cNvSpPr txBox="1"/>
          <p:nvPr/>
        </p:nvSpPr>
        <p:spPr>
          <a:xfrm rot="16200000">
            <a:off x="-25085" y="2292058"/>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32" name="TextBox 31">
            <a:extLst>
              <a:ext uri="{FF2B5EF4-FFF2-40B4-BE49-F238E27FC236}">
                <a16:creationId xmlns:a16="http://schemas.microsoft.com/office/drawing/2014/main" id="{4CA6C68A-82AD-A740-83EF-29C97DEC019E}"/>
              </a:ext>
            </a:extLst>
          </p:cNvPr>
          <p:cNvSpPr txBox="1"/>
          <p:nvPr/>
        </p:nvSpPr>
        <p:spPr>
          <a:xfrm rot="16200000">
            <a:off x="-380952" y="11451981"/>
            <a:ext cx="2616422"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MASDIKASTUDIO</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1" name="Graphic 33">
            <a:extLst>
              <a:ext uri="{FF2B5EF4-FFF2-40B4-BE49-F238E27FC236}">
                <a16:creationId xmlns:a16="http://schemas.microsoft.com/office/drawing/2014/main" id="{BC0132AB-4E7C-1D4F-955D-2A358CECAE6D}"/>
              </a:ext>
            </a:extLst>
          </p:cNvPr>
          <p:cNvSpPr/>
          <p:nvPr/>
        </p:nvSpPr>
        <p:spPr>
          <a:xfrm>
            <a:off x="20620159" y="9093886"/>
            <a:ext cx="521361" cy="625634"/>
          </a:xfrm>
          <a:custGeom>
            <a:avLst/>
            <a:gdLst>
              <a:gd name="connsiteX0" fmla="*/ 52136 w 521361"/>
              <a:gd name="connsiteY0" fmla="*/ 625634 h 625634"/>
              <a:gd name="connsiteX1" fmla="*/ 469226 w 521361"/>
              <a:gd name="connsiteY1" fmla="*/ 625634 h 625634"/>
              <a:gd name="connsiteX2" fmla="*/ 521362 w 521361"/>
              <a:gd name="connsiteY2" fmla="*/ 573498 h 625634"/>
              <a:gd name="connsiteX3" fmla="*/ 521362 w 521361"/>
              <a:gd name="connsiteY3" fmla="*/ 164985 h 625634"/>
              <a:gd name="connsiteX4" fmla="*/ 506086 w 521361"/>
              <a:gd name="connsiteY4" fmla="*/ 128099 h 625634"/>
              <a:gd name="connsiteX5" fmla="*/ 393263 w 521361"/>
              <a:gd name="connsiteY5" fmla="*/ 15276 h 625634"/>
              <a:gd name="connsiteX6" fmla="*/ 356403 w 521361"/>
              <a:gd name="connsiteY6" fmla="*/ 0 h 625634"/>
              <a:gd name="connsiteX7" fmla="*/ 52136 w 521361"/>
              <a:gd name="connsiteY7" fmla="*/ 0 h 625634"/>
              <a:gd name="connsiteX8" fmla="*/ 0 w 521361"/>
              <a:gd name="connsiteY8" fmla="*/ 52136 h 625634"/>
              <a:gd name="connsiteX9" fmla="*/ 0 w 521361"/>
              <a:gd name="connsiteY9" fmla="*/ 573498 h 625634"/>
              <a:gd name="connsiteX10" fmla="*/ 52136 w 521361"/>
              <a:gd name="connsiteY10" fmla="*/ 625634 h 625634"/>
              <a:gd name="connsiteX11" fmla="*/ 312817 w 521361"/>
              <a:gd name="connsiteY11" fmla="*/ 312817 h 625634"/>
              <a:gd name="connsiteX12" fmla="*/ 325851 w 521361"/>
              <a:gd name="connsiteY12" fmla="*/ 299783 h 625634"/>
              <a:gd name="connsiteX13" fmla="*/ 351919 w 521361"/>
              <a:gd name="connsiteY13" fmla="*/ 299783 h 625634"/>
              <a:gd name="connsiteX14" fmla="*/ 364953 w 521361"/>
              <a:gd name="connsiteY14" fmla="*/ 312817 h 625634"/>
              <a:gd name="connsiteX15" fmla="*/ 364953 w 521361"/>
              <a:gd name="connsiteY15" fmla="*/ 443157 h 625634"/>
              <a:gd name="connsiteX16" fmla="*/ 351919 w 521361"/>
              <a:gd name="connsiteY16" fmla="*/ 456191 h 625634"/>
              <a:gd name="connsiteX17" fmla="*/ 325851 w 521361"/>
              <a:gd name="connsiteY17" fmla="*/ 456191 h 625634"/>
              <a:gd name="connsiteX18" fmla="*/ 312817 w 521361"/>
              <a:gd name="connsiteY18" fmla="*/ 443157 h 625634"/>
              <a:gd name="connsiteX19" fmla="*/ 221579 w 521361"/>
              <a:gd name="connsiteY19" fmla="*/ 260681 h 625634"/>
              <a:gd name="connsiteX20" fmla="*/ 234613 w 521361"/>
              <a:gd name="connsiteY20" fmla="*/ 247647 h 625634"/>
              <a:gd name="connsiteX21" fmla="*/ 260681 w 521361"/>
              <a:gd name="connsiteY21" fmla="*/ 247647 h 625634"/>
              <a:gd name="connsiteX22" fmla="*/ 273715 w 521361"/>
              <a:gd name="connsiteY22" fmla="*/ 260681 h 625634"/>
              <a:gd name="connsiteX23" fmla="*/ 273715 w 521361"/>
              <a:gd name="connsiteY23" fmla="*/ 443157 h 625634"/>
              <a:gd name="connsiteX24" fmla="*/ 260681 w 521361"/>
              <a:gd name="connsiteY24" fmla="*/ 456191 h 625634"/>
              <a:gd name="connsiteX25" fmla="*/ 234613 w 521361"/>
              <a:gd name="connsiteY25" fmla="*/ 456191 h 625634"/>
              <a:gd name="connsiteX26" fmla="*/ 221579 w 521361"/>
              <a:gd name="connsiteY26" fmla="*/ 443157 h 625634"/>
              <a:gd name="connsiteX27" fmla="*/ 130340 w 521361"/>
              <a:gd name="connsiteY27" fmla="*/ 377987 h 625634"/>
              <a:gd name="connsiteX28" fmla="*/ 143374 w 521361"/>
              <a:gd name="connsiteY28" fmla="*/ 364953 h 625634"/>
              <a:gd name="connsiteX29" fmla="*/ 169443 w 521361"/>
              <a:gd name="connsiteY29" fmla="*/ 364953 h 625634"/>
              <a:gd name="connsiteX30" fmla="*/ 182477 w 521361"/>
              <a:gd name="connsiteY30" fmla="*/ 377987 h 625634"/>
              <a:gd name="connsiteX31" fmla="*/ 182477 w 521361"/>
              <a:gd name="connsiteY31" fmla="*/ 443157 h 625634"/>
              <a:gd name="connsiteX32" fmla="*/ 169443 w 521361"/>
              <a:gd name="connsiteY32" fmla="*/ 456191 h 625634"/>
              <a:gd name="connsiteX33" fmla="*/ 143374 w 521361"/>
              <a:gd name="connsiteY33" fmla="*/ 456191 h 625634"/>
              <a:gd name="connsiteX34" fmla="*/ 130340 w 521361"/>
              <a:gd name="connsiteY34" fmla="*/ 443157 h 625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361" h="625634">
                <a:moveTo>
                  <a:pt x="52136" y="625634"/>
                </a:moveTo>
                <a:lnTo>
                  <a:pt x="469226" y="625634"/>
                </a:lnTo>
                <a:cubicBezTo>
                  <a:pt x="498020" y="625634"/>
                  <a:pt x="521362" y="602293"/>
                  <a:pt x="521362" y="573498"/>
                </a:cubicBezTo>
                <a:lnTo>
                  <a:pt x="521362" y="164985"/>
                </a:lnTo>
                <a:cubicBezTo>
                  <a:pt x="521367" y="151150"/>
                  <a:pt x="515869" y="137880"/>
                  <a:pt x="506086" y="128099"/>
                </a:cubicBezTo>
                <a:lnTo>
                  <a:pt x="393263" y="15276"/>
                </a:lnTo>
                <a:cubicBezTo>
                  <a:pt x="383488" y="5498"/>
                  <a:pt x="370229" y="3"/>
                  <a:pt x="356403" y="0"/>
                </a:cubicBezTo>
                <a:lnTo>
                  <a:pt x="52136" y="0"/>
                </a:lnTo>
                <a:cubicBezTo>
                  <a:pt x="23342" y="0"/>
                  <a:pt x="0" y="23342"/>
                  <a:pt x="0" y="52136"/>
                </a:cubicBezTo>
                <a:lnTo>
                  <a:pt x="0" y="573498"/>
                </a:lnTo>
                <a:cubicBezTo>
                  <a:pt x="0" y="602293"/>
                  <a:pt x="23342" y="625634"/>
                  <a:pt x="52136" y="625634"/>
                </a:cubicBezTo>
                <a:close/>
                <a:moveTo>
                  <a:pt x="312817" y="312817"/>
                </a:moveTo>
                <a:cubicBezTo>
                  <a:pt x="312817" y="305620"/>
                  <a:pt x="318654" y="299783"/>
                  <a:pt x="325851" y="299783"/>
                </a:cubicBezTo>
                <a:lnTo>
                  <a:pt x="351919" y="299783"/>
                </a:lnTo>
                <a:cubicBezTo>
                  <a:pt x="359117" y="299783"/>
                  <a:pt x="364953" y="305620"/>
                  <a:pt x="364953" y="312817"/>
                </a:cubicBezTo>
                <a:lnTo>
                  <a:pt x="364953" y="443157"/>
                </a:lnTo>
                <a:cubicBezTo>
                  <a:pt x="364953" y="450355"/>
                  <a:pt x="359117" y="456191"/>
                  <a:pt x="351919" y="456191"/>
                </a:cubicBezTo>
                <a:lnTo>
                  <a:pt x="325851" y="456191"/>
                </a:lnTo>
                <a:cubicBezTo>
                  <a:pt x="318654" y="456191"/>
                  <a:pt x="312817" y="450355"/>
                  <a:pt x="312817" y="443157"/>
                </a:cubicBezTo>
                <a:close/>
                <a:moveTo>
                  <a:pt x="221579" y="260681"/>
                </a:moveTo>
                <a:cubicBezTo>
                  <a:pt x="221579" y="253482"/>
                  <a:pt x="227415" y="247647"/>
                  <a:pt x="234613" y="247647"/>
                </a:cubicBezTo>
                <a:lnTo>
                  <a:pt x="260681" y="247647"/>
                </a:lnTo>
                <a:cubicBezTo>
                  <a:pt x="267878" y="247647"/>
                  <a:pt x="273715" y="253482"/>
                  <a:pt x="273715" y="260681"/>
                </a:cubicBezTo>
                <a:lnTo>
                  <a:pt x="273715" y="443157"/>
                </a:lnTo>
                <a:cubicBezTo>
                  <a:pt x="273715" y="450355"/>
                  <a:pt x="267878" y="456191"/>
                  <a:pt x="260681" y="456191"/>
                </a:cubicBezTo>
                <a:lnTo>
                  <a:pt x="234613" y="456191"/>
                </a:lnTo>
                <a:cubicBezTo>
                  <a:pt x="227415" y="456191"/>
                  <a:pt x="221579" y="450355"/>
                  <a:pt x="221579" y="443157"/>
                </a:cubicBezTo>
                <a:close/>
                <a:moveTo>
                  <a:pt x="130340" y="377987"/>
                </a:moveTo>
                <a:cubicBezTo>
                  <a:pt x="130340" y="370790"/>
                  <a:pt x="136176" y="364953"/>
                  <a:pt x="143374" y="364953"/>
                </a:cubicBezTo>
                <a:lnTo>
                  <a:pt x="169443" y="364953"/>
                </a:lnTo>
                <a:cubicBezTo>
                  <a:pt x="176641" y="364953"/>
                  <a:pt x="182477" y="370790"/>
                  <a:pt x="182477" y="377987"/>
                </a:cubicBezTo>
                <a:lnTo>
                  <a:pt x="182477" y="443157"/>
                </a:lnTo>
                <a:cubicBezTo>
                  <a:pt x="182477" y="450355"/>
                  <a:pt x="176641" y="456191"/>
                  <a:pt x="169443" y="456191"/>
                </a:cubicBezTo>
                <a:lnTo>
                  <a:pt x="143374" y="456191"/>
                </a:lnTo>
                <a:cubicBezTo>
                  <a:pt x="136176" y="456191"/>
                  <a:pt x="130340" y="450355"/>
                  <a:pt x="130340" y="443157"/>
                </a:cubicBezTo>
                <a:close/>
              </a:path>
            </a:pathLst>
          </a:custGeom>
          <a:solidFill>
            <a:schemeClr val="bg1"/>
          </a:solidFill>
          <a:ln w="25797" cap="flat">
            <a:noFill/>
            <a:prstDash val="solid"/>
            <a:miter/>
          </a:ln>
        </p:spPr>
        <p:txBody>
          <a:bodyPr rtlCol="0" anchor="ctr"/>
          <a:lstStyle/>
          <a:p>
            <a:endParaRPr/>
          </a:p>
        </p:txBody>
      </p:sp>
      <p:sp>
        <p:nvSpPr>
          <p:cNvPr id="42" name="Graphic 35">
            <a:extLst>
              <a:ext uri="{FF2B5EF4-FFF2-40B4-BE49-F238E27FC236}">
                <a16:creationId xmlns:a16="http://schemas.microsoft.com/office/drawing/2014/main" id="{2986BE99-1ED8-844B-B546-D90156DBC0F0}"/>
              </a:ext>
            </a:extLst>
          </p:cNvPr>
          <p:cNvSpPr/>
          <p:nvPr/>
        </p:nvSpPr>
        <p:spPr>
          <a:xfrm>
            <a:off x="17883049" y="6794186"/>
            <a:ext cx="625634" cy="625634"/>
          </a:xfrm>
          <a:custGeom>
            <a:avLst/>
            <a:gdLst>
              <a:gd name="connsiteX0" fmla="*/ 560464 w 625634"/>
              <a:gd name="connsiteY0" fmla="*/ 0 h 625634"/>
              <a:gd name="connsiteX1" fmla="*/ 65170 w 625634"/>
              <a:gd name="connsiteY1" fmla="*/ 0 h 625634"/>
              <a:gd name="connsiteX2" fmla="*/ 0 w 625634"/>
              <a:gd name="connsiteY2" fmla="*/ 65170 h 625634"/>
              <a:gd name="connsiteX3" fmla="*/ 0 w 625634"/>
              <a:gd name="connsiteY3" fmla="*/ 560464 h 625634"/>
              <a:gd name="connsiteX4" fmla="*/ 65170 w 625634"/>
              <a:gd name="connsiteY4" fmla="*/ 625634 h 625634"/>
              <a:gd name="connsiteX5" fmla="*/ 560464 w 625634"/>
              <a:gd name="connsiteY5" fmla="*/ 625634 h 625634"/>
              <a:gd name="connsiteX6" fmla="*/ 625634 w 625634"/>
              <a:gd name="connsiteY6" fmla="*/ 560464 h 625634"/>
              <a:gd name="connsiteX7" fmla="*/ 625634 w 625634"/>
              <a:gd name="connsiteY7" fmla="*/ 65170 h 625634"/>
              <a:gd name="connsiteX8" fmla="*/ 560464 w 625634"/>
              <a:gd name="connsiteY8" fmla="*/ 0 h 625634"/>
              <a:gd name="connsiteX9" fmla="*/ 482260 w 625634"/>
              <a:gd name="connsiteY9" fmla="*/ 247647 h 625634"/>
              <a:gd name="connsiteX10" fmla="*/ 364953 w 625634"/>
              <a:gd name="connsiteY10" fmla="*/ 247647 h 625634"/>
              <a:gd name="connsiteX11" fmla="*/ 338885 w 625634"/>
              <a:gd name="connsiteY11" fmla="*/ 221579 h 625634"/>
              <a:gd name="connsiteX12" fmla="*/ 364953 w 625634"/>
              <a:gd name="connsiteY12" fmla="*/ 195511 h 625634"/>
              <a:gd name="connsiteX13" fmla="*/ 482260 w 625634"/>
              <a:gd name="connsiteY13" fmla="*/ 195511 h 625634"/>
              <a:gd name="connsiteX14" fmla="*/ 508328 w 625634"/>
              <a:gd name="connsiteY14" fmla="*/ 221579 h 625634"/>
              <a:gd name="connsiteX15" fmla="*/ 482260 w 625634"/>
              <a:gd name="connsiteY15" fmla="*/ 247647 h 625634"/>
              <a:gd name="connsiteX16" fmla="*/ 508328 w 625634"/>
              <a:gd name="connsiteY16" fmla="*/ 456191 h 625634"/>
              <a:gd name="connsiteX17" fmla="*/ 482260 w 625634"/>
              <a:gd name="connsiteY17" fmla="*/ 482260 h 625634"/>
              <a:gd name="connsiteX18" fmla="*/ 364953 w 625634"/>
              <a:gd name="connsiteY18" fmla="*/ 482260 h 625634"/>
              <a:gd name="connsiteX19" fmla="*/ 338885 w 625634"/>
              <a:gd name="connsiteY19" fmla="*/ 456191 h 625634"/>
              <a:gd name="connsiteX20" fmla="*/ 364953 w 625634"/>
              <a:gd name="connsiteY20" fmla="*/ 430123 h 625634"/>
              <a:gd name="connsiteX21" fmla="*/ 482260 w 625634"/>
              <a:gd name="connsiteY21" fmla="*/ 430123 h 625634"/>
              <a:gd name="connsiteX22" fmla="*/ 508328 w 625634"/>
              <a:gd name="connsiteY22" fmla="*/ 456191 h 625634"/>
              <a:gd name="connsiteX23" fmla="*/ 294569 w 625634"/>
              <a:gd name="connsiteY23" fmla="*/ 145981 h 625634"/>
              <a:gd name="connsiteX24" fmla="*/ 216365 w 625634"/>
              <a:gd name="connsiteY24" fmla="*/ 250254 h 625634"/>
              <a:gd name="connsiteX25" fmla="*/ 197361 w 625634"/>
              <a:gd name="connsiteY25" fmla="*/ 260681 h 625634"/>
              <a:gd name="connsiteX26" fmla="*/ 195511 w 625634"/>
              <a:gd name="connsiteY26" fmla="*/ 260681 h 625634"/>
              <a:gd name="connsiteX27" fmla="*/ 177081 w 625634"/>
              <a:gd name="connsiteY27" fmla="*/ 253043 h 625634"/>
              <a:gd name="connsiteX28" fmla="*/ 137978 w 625634"/>
              <a:gd name="connsiteY28" fmla="*/ 213941 h 625634"/>
              <a:gd name="connsiteX29" fmla="*/ 137965 w 625634"/>
              <a:gd name="connsiteY29" fmla="*/ 177067 h 625634"/>
              <a:gd name="connsiteX30" fmla="*/ 174839 w 625634"/>
              <a:gd name="connsiteY30" fmla="*/ 177054 h 625634"/>
              <a:gd name="connsiteX31" fmla="*/ 192695 w 625634"/>
              <a:gd name="connsiteY31" fmla="*/ 194911 h 625634"/>
              <a:gd name="connsiteX32" fmla="*/ 252860 w 625634"/>
              <a:gd name="connsiteY32" fmla="*/ 114700 h 625634"/>
              <a:gd name="connsiteX33" fmla="*/ 289356 w 625634"/>
              <a:gd name="connsiteY33" fmla="*/ 109486 h 625634"/>
              <a:gd name="connsiteX34" fmla="*/ 294569 w 625634"/>
              <a:gd name="connsiteY34" fmla="*/ 145981 h 625634"/>
              <a:gd name="connsiteX35" fmla="*/ 294569 w 625634"/>
              <a:gd name="connsiteY35" fmla="*/ 406662 h 625634"/>
              <a:gd name="connsiteX36" fmla="*/ 216365 w 625634"/>
              <a:gd name="connsiteY36" fmla="*/ 510934 h 625634"/>
              <a:gd name="connsiteX37" fmla="*/ 179113 w 625634"/>
              <a:gd name="connsiteY37" fmla="*/ 515486 h 625634"/>
              <a:gd name="connsiteX38" fmla="*/ 177081 w 625634"/>
              <a:gd name="connsiteY38" fmla="*/ 513724 h 625634"/>
              <a:gd name="connsiteX39" fmla="*/ 137978 w 625634"/>
              <a:gd name="connsiteY39" fmla="*/ 474622 h 625634"/>
              <a:gd name="connsiteX40" fmla="*/ 138619 w 625634"/>
              <a:gd name="connsiteY40" fmla="*/ 437761 h 625634"/>
              <a:gd name="connsiteX41" fmla="*/ 174839 w 625634"/>
              <a:gd name="connsiteY41" fmla="*/ 437761 h 625634"/>
              <a:gd name="connsiteX42" fmla="*/ 192695 w 625634"/>
              <a:gd name="connsiteY42" fmla="*/ 455618 h 625634"/>
              <a:gd name="connsiteX43" fmla="*/ 252860 w 625634"/>
              <a:gd name="connsiteY43" fmla="*/ 375380 h 625634"/>
              <a:gd name="connsiteX44" fmla="*/ 289356 w 625634"/>
              <a:gd name="connsiteY44" fmla="*/ 370167 h 625634"/>
              <a:gd name="connsiteX45" fmla="*/ 294569 w 625634"/>
              <a:gd name="connsiteY45" fmla="*/ 406662 h 625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25634" h="625634">
                <a:moveTo>
                  <a:pt x="560464" y="0"/>
                </a:moveTo>
                <a:lnTo>
                  <a:pt x="65170" y="0"/>
                </a:lnTo>
                <a:cubicBezTo>
                  <a:pt x="29178" y="0"/>
                  <a:pt x="0" y="29178"/>
                  <a:pt x="0" y="65170"/>
                </a:cubicBezTo>
                <a:lnTo>
                  <a:pt x="0" y="560464"/>
                </a:lnTo>
                <a:cubicBezTo>
                  <a:pt x="0" y="596456"/>
                  <a:pt x="29178" y="625634"/>
                  <a:pt x="65170" y="625634"/>
                </a:cubicBezTo>
                <a:lnTo>
                  <a:pt x="560464" y="625634"/>
                </a:lnTo>
                <a:cubicBezTo>
                  <a:pt x="596456" y="625634"/>
                  <a:pt x="625634" y="596456"/>
                  <a:pt x="625634" y="560464"/>
                </a:cubicBezTo>
                <a:lnTo>
                  <a:pt x="625634" y="65170"/>
                </a:lnTo>
                <a:cubicBezTo>
                  <a:pt x="625634" y="29178"/>
                  <a:pt x="596456" y="0"/>
                  <a:pt x="560464" y="0"/>
                </a:cubicBezTo>
                <a:close/>
                <a:moveTo>
                  <a:pt x="482260" y="247647"/>
                </a:moveTo>
                <a:lnTo>
                  <a:pt x="364953" y="247647"/>
                </a:lnTo>
                <a:cubicBezTo>
                  <a:pt x="350556" y="247647"/>
                  <a:pt x="338885" y="235976"/>
                  <a:pt x="338885" y="221579"/>
                </a:cubicBezTo>
                <a:cubicBezTo>
                  <a:pt x="338885" y="207182"/>
                  <a:pt x="350556" y="195511"/>
                  <a:pt x="364953" y="195511"/>
                </a:cubicBezTo>
                <a:lnTo>
                  <a:pt x="482260" y="195511"/>
                </a:lnTo>
                <a:cubicBezTo>
                  <a:pt x="496657" y="195511"/>
                  <a:pt x="508328" y="207182"/>
                  <a:pt x="508328" y="221579"/>
                </a:cubicBezTo>
                <a:cubicBezTo>
                  <a:pt x="508328" y="235976"/>
                  <a:pt x="496657" y="247647"/>
                  <a:pt x="482260" y="247647"/>
                </a:cubicBezTo>
                <a:close/>
                <a:moveTo>
                  <a:pt x="508328" y="456191"/>
                </a:moveTo>
                <a:cubicBezTo>
                  <a:pt x="508328" y="470589"/>
                  <a:pt x="496657" y="482260"/>
                  <a:pt x="482260" y="482260"/>
                </a:cubicBezTo>
                <a:lnTo>
                  <a:pt x="364953" y="482260"/>
                </a:lnTo>
                <a:cubicBezTo>
                  <a:pt x="350556" y="482260"/>
                  <a:pt x="338885" y="470589"/>
                  <a:pt x="338885" y="456191"/>
                </a:cubicBezTo>
                <a:cubicBezTo>
                  <a:pt x="338885" y="441794"/>
                  <a:pt x="350556" y="430123"/>
                  <a:pt x="364953" y="430123"/>
                </a:cubicBezTo>
                <a:lnTo>
                  <a:pt x="482260" y="430123"/>
                </a:lnTo>
                <a:cubicBezTo>
                  <a:pt x="496657" y="430123"/>
                  <a:pt x="508328" y="441794"/>
                  <a:pt x="508328" y="456191"/>
                </a:cubicBezTo>
                <a:close/>
                <a:moveTo>
                  <a:pt x="294569" y="145981"/>
                </a:moveTo>
                <a:lnTo>
                  <a:pt x="216365" y="250254"/>
                </a:lnTo>
                <a:cubicBezTo>
                  <a:pt x="211844" y="256323"/>
                  <a:pt x="204909" y="260128"/>
                  <a:pt x="197361" y="260681"/>
                </a:cubicBezTo>
                <a:lnTo>
                  <a:pt x="195511" y="260681"/>
                </a:lnTo>
                <a:cubicBezTo>
                  <a:pt x="188598" y="260679"/>
                  <a:pt x="181968" y="257932"/>
                  <a:pt x="177081" y="253043"/>
                </a:cubicBezTo>
                <a:lnTo>
                  <a:pt x="137978" y="213941"/>
                </a:lnTo>
                <a:cubicBezTo>
                  <a:pt x="127793" y="203762"/>
                  <a:pt x="127787" y="187253"/>
                  <a:pt x="137965" y="177067"/>
                </a:cubicBezTo>
                <a:cubicBezTo>
                  <a:pt x="148144" y="166882"/>
                  <a:pt x="164653" y="166876"/>
                  <a:pt x="174839" y="177054"/>
                </a:cubicBezTo>
                <a:lnTo>
                  <a:pt x="192695" y="194911"/>
                </a:lnTo>
                <a:lnTo>
                  <a:pt x="252860" y="114700"/>
                </a:lnTo>
                <a:cubicBezTo>
                  <a:pt x="261499" y="103182"/>
                  <a:pt x="277839" y="100848"/>
                  <a:pt x="289356" y="109486"/>
                </a:cubicBezTo>
                <a:cubicBezTo>
                  <a:pt x="300873" y="118124"/>
                  <a:pt x="303208" y="134464"/>
                  <a:pt x="294569" y="145981"/>
                </a:cubicBezTo>
                <a:close/>
                <a:moveTo>
                  <a:pt x="294569" y="406662"/>
                </a:moveTo>
                <a:lnTo>
                  <a:pt x="216365" y="510934"/>
                </a:lnTo>
                <a:cubicBezTo>
                  <a:pt x="207335" y="522477"/>
                  <a:pt x="190657" y="524516"/>
                  <a:pt x="179113" y="515486"/>
                </a:cubicBezTo>
                <a:cubicBezTo>
                  <a:pt x="178406" y="514933"/>
                  <a:pt x="177728" y="514344"/>
                  <a:pt x="177081" y="513724"/>
                </a:cubicBezTo>
                <a:lnTo>
                  <a:pt x="137978" y="474622"/>
                </a:lnTo>
                <a:cubicBezTo>
                  <a:pt x="127977" y="464265"/>
                  <a:pt x="128263" y="447764"/>
                  <a:pt x="138619" y="437761"/>
                </a:cubicBezTo>
                <a:cubicBezTo>
                  <a:pt x="148721" y="428004"/>
                  <a:pt x="164737" y="428004"/>
                  <a:pt x="174839" y="437761"/>
                </a:cubicBezTo>
                <a:lnTo>
                  <a:pt x="192695" y="455618"/>
                </a:lnTo>
                <a:lnTo>
                  <a:pt x="252860" y="375380"/>
                </a:lnTo>
                <a:cubicBezTo>
                  <a:pt x="261499" y="363864"/>
                  <a:pt x="277839" y="361528"/>
                  <a:pt x="289356" y="370167"/>
                </a:cubicBezTo>
                <a:cubicBezTo>
                  <a:pt x="300873" y="378806"/>
                  <a:pt x="303208" y="395145"/>
                  <a:pt x="294569" y="406662"/>
                </a:cubicBezTo>
                <a:close/>
              </a:path>
            </a:pathLst>
          </a:custGeom>
          <a:solidFill>
            <a:schemeClr val="bg1"/>
          </a:solidFill>
          <a:ln w="25797" cap="flat">
            <a:noFill/>
            <a:prstDash val="solid"/>
            <a:miter/>
          </a:ln>
        </p:spPr>
        <p:txBody>
          <a:bodyPr rtlCol="0" anchor="ctr"/>
          <a:lstStyle/>
          <a:p>
            <a:endParaRPr/>
          </a:p>
        </p:txBody>
      </p:sp>
      <p:grpSp>
        <p:nvGrpSpPr>
          <p:cNvPr id="43" name="Graphic 37">
            <a:extLst>
              <a:ext uri="{FF2B5EF4-FFF2-40B4-BE49-F238E27FC236}">
                <a16:creationId xmlns:a16="http://schemas.microsoft.com/office/drawing/2014/main" id="{538E0C7C-5BF8-844E-97A2-CC434D993983}"/>
              </a:ext>
            </a:extLst>
          </p:cNvPr>
          <p:cNvGrpSpPr/>
          <p:nvPr/>
        </p:nvGrpSpPr>
        <p:grpSpPr>
          <a:xfrm>
            <a:off x="20568022" y="6794186"/>
            <a:ext cx="625634" cy="625634"/>
            <a:chOff x="12075319" y="6743700"/>
            <a:chExt cx="625634" cy="625634"/>
          </a:xfrm>
          <a:solidFill>
            <a:schemeClr val="bg1"/>
          </a:solidFill>
        </p:grpSpPr>
        <p:sp>
          <p:nvSpPr>
            <p:cNvPr id="44" name="Freeform 43">
              <a:extLst>
                <a:ext uri="{FF2B5EF4-FFF2-40B4-BE49-F238E27FC236}">
                  <a16:creationId xmlns:a16="http://schemas.microsoft.com/office/drawing/2014/main" id="{2F43AE32-5845-7D48-AF83-69E17D82BC4E}"/>
                </a:ext>
              </a:extLst>
            </p:cNvPr>
            <p:cNvSpPr/>
            <p:nvPr/>
          </p:nvSpPr>
          <p:spPr>
            <a:xfrm>
              <a:off x="12075319" y="6769768"/>
              <a:ext cx="625634" cy="338886"/>
            </a:xfrm>
            <a:custGeom>
              <a:avLst/>
              <a:gdLst>
                <a:gd name="connsiteX0" fmla="*/ 560464 w 625634"/>
                <a:gd name="connsiteY0" fmla="*/ 117306 h 338886"/>
                <a:gd name="connsiteX1" fmla="*/ 462708 w 625634"/>
                <a:gd name="connsiteY1" fmla="*/ 117306 h 338886"/>
                <a:gd name="connsiteX2" fmla="*/ 456191 w 625634"/>
                <a:gd name="connsiteY2" fmla="*/ 110789 h 338886"/>
                <a:gd name="connsiteX3" fmla="*/ 456191 w 625634"/>
                <a:gd name="connsiteY3" fmla="*/ 104272 h 338886"/>
                <a:gd name="connsiteX4" fmla="*/ 351919 w 625634"/>
                <a:gd name="connsiteY4" fmla="*/ 0 h 338886"/>
                <a:gd name="connsiteX5" fmla="*/ 273715 w 625634"/>
                <a:gd name="connsiteY5" fmla="*/ 0 h 338886"/>
                <a:gd name="connsiteX6" fmla="*/ 169443 w 625634"/>
                <a:gd name="connsiteY6" fmla="*/ 104272 h 338886"/>
                <a:gd name="connsiteX7" fmla="*/ 169443 w 625634"/>
                <a:gd name="connsiteY7" fmla="*/ 110789 h 338886"/>
                <a:gd name="connsiteX8" fmla="*/ 162926 w 625634"/>
                <a:gd name="connsiteY8" fmla="*/ 117306 h 338886"/>
                <a:gd name="connsiteX9" fmla="*/ 65170 w 625634"/>
                <a:gd name="connsiteY9" fmla="*/ 117306 h 338886"/>
                <a:gd name="connsiteX10" fmla="*/ 0 w 625634"/>
                <a:gd name="connsiteY10" fmla="*/ 182477 h 338886"/>
                <a:gd name="connsiteX11" fmla="*/ 0 w 625634"/>
                <a:gd name="connsiteY11" fmla="*/ 299783 h 338886"/>
                <a:gd name="connsiteX12" fmla="*/ 39102 w 625634"/>
                <a:gd name="connsiteY12" fmla="*/ 338885 h 338886"/>
                <a:gd name="connsiteX13" fmla="*/ 252860 w 625634"/>
                <a:gd name="connsiteY13" fmla="*/ 338885 h 338886"/>
                <a:gd name="connsiteX14" fmla="*/ 258074 w 625634"/>
                <a:gd name="connsiteY14" fmla="*/ 336278 h 338886"/>
                <a:gd name="connsiteX15" fmla="*/ 347589 w 625634"/>
                <a:gd name="connsiteY15" fmla="*/ 316620 h 338886"/>
                <a:gd name="connsiteX16" fmla="*/ 367247 w 625634"/>
                <a:gd name="connsiteY16" fmla="*/ 336278 h 338886"/>
                <a:gd name="connsiteX17" fmla="*/ 372461 w 625634"/>
                <a:gd name="connsiteY17" fmla="*/ 338885 h 338886"/>
                <a:gd name="connsiteX18" fmla="*/ 586219 w 625634"/>
                <a:gd name="connsiteY18" fmla="*/ 338885 h 338886"/>
                <a:gd name="connsiteX19" fmla="*/ 625634 w 625634"/>
                <a:gd name="connsiteY19" fmla="*/ 300096 h 338886"/>
                <a:gd name="connsiteX20" fmla="*/ 625634 w 625634"/>
                <a:gd name="connsiteY20" fmla="*/ 299783 h 338886"/>
                <a:gd name="connsiteX21" fmla="*/ 625634 w 625634"/>
                <a:gd name="connsiteY21" fmla="*/ 182477 h 338886"/>
                <a:gd name="connsiteX22" fmla="*/ 560464 w 625634"/>
                <a:gd name="connsiteY22" fmla="*/ 117306 h 338886"/>
                <a:gd name="connsiteX23" fmla="*/ 273715 w 625634"/>
                <a:gd name="connsiteY23" fmla="*/ 52136 h 338886"/>
                <a:gd name="connsiteX24" fmla="*/ 351919 w 625634"/>
                <a:gd name="connsiteY24" fmla="*/ 52136 h 338886"/>
                <a:gd name="connsiteX25" fmla="*/ 403534 w 625634"/>
                <a:gd name="connsiteY25" fmla="*/ 96817 h 338886"/>
                <a:gd name="connsiteX26" fmla="*/ 398023 w 625634"/>
                <a:gd name="connsiteY26" fmla="*/ 104205 h 338886"/>
                <a:gd name="connsiteX27" fmla="*/ 397069 w 625634"/>
                <a:gd name="connsiteY27" fmla="*/ 104272 h 338886"/>
                <a:gd name="connsiteX28" fmla="*/ 228565 w 625634"/>
                <a:gd name="connsiteY28" fmla="*/ 104272 h 338886"/>
                <a:gd name="connsiteX29" fmla="*/ 222032 w 625634"/>
                <a:gd name="connsiteY29" fmla="*/ 97771 h 338886"/>
                <a:gd name="connsiteX30" fmla="*/ 222100 w 625634"/>
                <a:gd name="connsiteY30" fmla="*/ 96817 h 338886"/>
                <a:gd name="connsiteX31" fmla="*/ 273715 w 625634"/>
                <a:gd name="connsiteY31" fmla="*/ 52136 h 33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25634" h="338886">
                  <a:moveTo>
                    <a:pt x="560464" y="117306"/>
                  </a:moveTo>
                  <a:lnTo>
                    <a:pt x="462708" y="117306"/>
                  </a:lnTo>
                  <a:cubicBezTo>
                    <a:pt x="459109" y="117306"/>
                    <a:pt x="456191" y="114389"/>
                    <a:pt x="456191" y="110789"/>
                  </a:cubicBezTo>
                  <a:lnTo>
                    <a:pt x="456191" y="104272"/>
                  </a:lnTo>
                  <a:cubicBezTo>
                    <a:pt x="456191" y="46684"/>
                    <a:pt x="409506" y="0"/>
                    <a:pt x="351919" y="0"/>
                  </a:cubicBezTo>
                  <a:lnTo>
                    <a:pt x="273715" y="0"/>
                  </a:lnTo>
                  <a:cubicBezTo>
                    <a:pt x="216127" y="0"/>
                    <a:pt x="169443" y="46684"/>
                    <a:pt x="169443" y="104272"/>
                  </a:cubicBezTo>
                  <a:lnTo>
                    <a:pt x="169443" y="110789"/>
                  </a:lnTo>
                  <a:cubicBezTo>
                    <a:pt x="169443" y="114389"/>
                    <a:pt x="166525" y="117306"/>
                    <a:pt x="162926" y="117306"/>
                  </a:cubicBezTo>
                  <a:lnTo>
                    <a:pt x="65170" y="117306"/>
                  </a:lnTo>
                  <a:cubicBezTo>
                    <a:pt x="29178" y="117306"/>
                    <a:pt x="0" y="146484"/>
                    <a:pt x="0" y="182477"/>
                  </a:cubicBezTo>
                  <a:lnTo>
                    <a:pt x="0" y="299783"/>
                  </a:lnTo>
                  <a:cubicBezTo>
                    <a:pt x="0" y="321378"/>
                    <a:pt x="17507" y="338885"/>
                    <a:pt x="39102" y="338885"/>
                  </a:cubicBezTo>
                  <a:lnTo>
                    <a:pt x="252860" y="338885"/>
                  </a:lnTo>
                  <a:cubicBezTo>
                    <a:pt x="254910" y="338877"/>
                    <a:pt x="256838" y="337913"/>
                    <a:pt x="258074" y="336278"/>
                  </a:cubicBezTo>
                  <a:cubicBezTo>
                    <a:pt x="277364" y="306131"/>
                    <a:pt x="317441" y="297330"/>
                    <a:pt x="347589" y="316620"/>
                  </a:cubicBezTo>
                  <a:cubicBezTo>
                    <a:pt x="355488" y="321675"/>
                    <a:pt x="362193" y="328380"/>
                    <a:pt x="367247" y="336278"/>
                  </a:cubicBezTo>
                  <a:cubicBezTo>
                    <a:pt x="368483" y="337913"/>
                    <a:pt x="370412" y="338877"/>
                    <a:pt x="372461" y="338885"/>
                  </a:cubicBezTo>
                  <a:lnTo>
                    <a:pt x="586219" y="338885"/>
                  </a:lnTo>
                  <a:cubicBezTo>
                    <a:pt x="607814" y="339057"/>
                    <a:pt x="625459" y="321691"/>
                    <a:pt x="625634" y="300096"/>
                  </a:cubicBezTo>
                  <a:cubicBezTo>
                    <a:pt x="625634" y="299992"/>
                    <a:pt x="625634" y="299887"/>
                    <a:pt x="625634" y="299783"/>
                  </a:cubicBezTo>
                  <a:lnTo>
                    <a:pt x="625634" y="182477"/>
                  </a:lnTo>
                  <a:cubicBezTo>
                    <a:pt x="625634" y="146484"/>
                    <a:pt x="596456" y="117306"/>
                    <a:pt x="560464" y="117306"/>
                  </a:cubicBezTo>
                  <a:close/>
                  <a:moveTo>
                    <a:pt x="273715" y="52136"/>
                  </a:moveTo>
                  <a:lnTo>
                    <a:pt x="351919" y="52136"/>
                  </a:lnTo>
                  <a:cubicBezTo>
                    <a:pt x="377839" y="52129"/>
                    <a:pt x="399827" y="71164"/>
                    <a:pt x="403534" y="96817"/>
                  </a:cubicBezTo>
                  <a:cubicBezTo>
                    <a:pt x="404053" y="100379"/>
                    <a:pt x="401584" y="103686"/>
                    <a:pt x="398023" y="104205"/>
                  </a:cubicBezTo>
                  <a:cubicBezTo>
                    <a:pt x="397708" y="104250"/>
                    <a:pt x="397387" y="104273"/>
                    <a:pt x="397069" y="104272"/>
                  </a:cubicBezTo>
                  <a:lnTo>
                    <a:pt x="228565" y="104272"/>
                  </a:lnTo>
                  <a:cubicBezTo>
                    <a:pt x="224966" y="104281"/>
                    <a:pt x="222041" y="101370"/>
                    <a:pt x="222032" y="97771"/>
                  </a:cubicBezTo>
                  <a:cubicBezTo>
                    <a:pt x="222032" y="97452"/>
                    <a:pt x="222054" y="97133"/>
                    <a:pt x="222100" y="96817"/>
                  </a:cubicBezTo>
                  <a:cubicBezTo>
                    <a:pt x="225806" y="71164"/>
                    <a:pt x="247795" y="52129"/>
                    <a:pt x="273715" y="52136"/>
                  </a:cubicBezTo>
                  <a:close/>
                </a:path>
              </a:pathLst>
            </a:custGeom>
            <a:grpFill/>
            <a:ln w="25797" cap="flat">
              <a:noFill/>
              <a:prstDash val="solid"/>
              <a:miter/>
            </a:ln>
          </p:spPr>
          <p:txBody>
            <a:bodyPr rtlCol="0" anchor="ctr"/>
            <a:lstStyle/>
            <a:p>
              <a:endParaRPr/>
            </a:p>
          </p:txBody>
        </p:sp>
        <p:sp>
          <p:nvSpPr>
            <p:cNvPr id="45" name="Freeform 44">
              <a:extLst>
                <a:ext uri="{FF2B5EF4-FFF2-40B4-BE49-F238E27FC236}">
                  <a16:creationId xmlns:a16="http://schemas.microsoft.com/office/drawing/2014/main" id="{E136B366-0791-064E-962E-9236F485F416}"/>
                </a:ext>
              </a:extLst>
            </p:cNvPr>
            <p:cNvSpPr/>
            <p:nvPr/>
          </p:nvSpPr>
          <p:spPr>
            <a:xfrm>
              <a:off x="12099910" y="7147754"/>
              <a:ext cx="576331" cy="195695"/>
            </a:xfrm>
            <a:custGeom>
              <a:avLst/>
              <a:gdLst>
                <a:gd name="connsiteX0" fmla="*/ 288226 w 576331"/>
                <a:gd name="connsiteY0" fmla="*/ 97756 h 195695"/>
                <a:gd name="connsiteX1" fmla="*/ 216539 w 576331"/>
                <a:gd name="connsiteY1" fmla="*/ 13035 h 195695"/>
                <a:gd name="connsiteX2" fmla="*/ 216721 w 576331"/>
                <a:gd name="connsiteY2" fmla="*/ 6909 h 195695"/>
                <a:gd name="connsiteX3" fmla="*/ 210607 w 576331"/>
                <a:gd name="connsiteY3" fmla="*/ 14 h 195695"/>
                <a:gd name="connsiteX4" fmla="*/ 210204 w 576331"/>
                <a:gd name="connsiteY4" fmla="*/ 1 h 195695"/>
                <a:gd name="connsiteX5" fmla="*/ 27545 w 576331"/>
                <a:gd name="connsiteY5" fmla="*/ 1 h 195695"/>
                <a:gd name="connsiteX6" fmla="*/ 14511 w 576331"/>
                <a:gd name="connsiteY6" fmla="*/ 11184 h 195695"/>
                <a:gd name="connsiteX7" fmla="*/ 9089 w 576331"/>
                <a:gd name="connsiteY7" fmla="*/ 44760 h 195695"/>
                <a:gd name="connsiteX8" fmla="*/ 15606 w 576331"/>
                <a:gd name="connsiteY8" fmla="*/ 175100 h 195695"/>
                <a:gd name="connsiteX9" fmla="*/ 67716 w 576331"/>
                <a:gd name="connsiteY9" fmla="*/ 195511 h 195695"/>
                <a:gd name="connsiteX10" fmla="*/ 508736 w 576331"/>
                <a:gd name="connsiteY10" fmla="*/ 195511 h 195695"/>
                <a:gd name="connsiteX11" fmla="*/ 560715 w 576331"/>
                <a:gd name="connsiteY11" fmla="*/ 175152 h 195695"/>
                <a:gd name="connsiteX12" fmla="*/ 567232 w 576331"/>
                <a:gd name="connsiteY12" fmla="*/ 44812 h 195695"/>
                <a:gd name="connsiteX13" fmla="*/ 561810 w 576331"/>
                <a:gd name="connsiteY13" fmla="*/ 11236 h 195695"/>
                <a:gd name="connsiteX14" fmla="*/ 548907 w 576331"/>
                <a:gd name="connsiteY14" fmla="*/ 1 h 195695"/>
                <a:gd name="connsiteX15" fmla="*/ 366248 w 576331"/>
                <a:gd name="connsiteY15" fmla="*/ 1 h 195695"/>
                <a:gd name="connsiteX16" fmla="*/ 359720 w 576331"/>
                <a:gd name="connsiteY16" fmla="*/ 6559 h 195695"/>
                <a:gd name="connsiteX17" fmla="*/ 359731 w 576331"/>
                <a:gd name="connsiteY17" fmla="*/ 6909 h 195695"/>
                <a:gd name="connsiteX18" fmla="*/ 359913 w 576331"/>
                <a:gd name="connsiteY18" fmla="*/ 13035 h 195695"/>
                <a:gd name="connsiteX19" fmla="*/ 288226 w 576331"/>
                <a:gd name="connsiteY19" fmla="*/ 97756 h 195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76331" h="195695">
                  <a:moveTo>
                    <a:pt x="288226" y="97756"/>
                  </a:moveTo>
                  <a:cubicBezTo>
                    <a:pt x="245208" y="93822"/>
                    <a:pt x="213299" y="56110"/>
                    <a:pt x="216539" y="13035"/>
                  </a:cubicBezTo>
                  <a:cubicBezTo>
                    <a:pt x="216539" y="10975"/>
                    <a:pt x="216539" y="8942"/>
                    <a:pt x="216721" y="6909"/>
                  </a:cubicBezTo>
                  <a:cubicBezTo>
                    <a:pt x="216937" y="3317"/>
                    <a:pt x="214199" y="227"/>
                    <a:pt x="210607" y="14"/>
                  </a:cubicBezTo>
                  <a:cubicBezTo>
                    <a:pt x="210473" y="3"/>
                    <a:pt x="210338" y="1"/>
                    <a:pt x="210204" y="1"/>
                  </a:cubicBezTo>
                  <a:lnTo>
                    <a:pt x="27545" y="1"/>
                  </a:lnTo>
                  <a:cubicBezTo>
                    <a:pt x="21011" y="-65"/>
                    <a:pt x="15438" y="4716"/>
                    <a:pt x="14511" y="11184"/>
                  </a:cubicBezTo>
                  <a:cubicBezTo>
                    <a:pt x="12921" y="22263"/>
                    <a:pt x="10992" y="33524"/>
                    <a:pt x="9089" y="44760"/>
                  </a:cubicBezTo>
                  <a:cubicBezTo>
                    <a:pt x="121" y="97209"/>
                    <a:pt x="-8325" y="146764"/>
                    <a:pt x="15606" y="175100"/>
                  </a:cubicBezTo>
                  <a:cubicBezTo>
                    <a:pt x="28963" y="189482"/>
                    <a:pt x="48144" y="196995"/>
                    <a:pt x="67716" y="195511"/>
                  </a:cubicBezTo>
                  <a:lnTo>
                    <a:pt x="508736" y="195511"/>
                  </a:lnTo>
                  <a:cubicBezTo>
                    <a:pt x="528255" y="196969"/>
                    <a:pt x="547379" y="189477"/>
                    <a:pt x="560715" y="175152"/>
                  </a:cubicBezTo>
                  <a:cubicBezTo>
                    <a:pt x="584672" y="146764"/>
                    <a:pt x="576200" y="97209"/>
                    <a:pt x="567232" y="44812"/>
                  </a:cubicBezTo>
                  <a:cubicBezTo>
                    <a:pt x="565329" y="33576"/>
                    <a:pt x="563400" y="22315"/>
                    <a:pt x="561810" y="11236"/>
                  </a:cubicBezTo>
                  <a:cubicBezTo>
                    <a:pt x="560914" y="4797"/>
                    <a:pt x="555408" y="3"/>
                    <a:pt x="548907" y="1"/>
                  </a:cubicBezTo>
                  <a:lnTo>
                    <a:pt x="366248" y="1"/>
                  </a:lnTo>
                  <a:cubicBezTo>
                    <a:pt x="362634" y="8"/>
                    <a:pt x="359712" y="2946"/>
                    <a:pt x="359720" y="6559"/>
                  </a:cubicBezTo>
                  <a:cubicBezTo>
                    <a:pt x="359720" y="6677"/>
                    <a:pt x="359725" y="6791"/>
                    <a:pt x="359731" y="6909"/>
                  </a:cubicBezTo>
                  <a:cubicBezTo>
                    <a:pt x="359731" y="8942"/>
                    <a:pt x="359913" y="10975"/>
                    <a:pt x="359913" y="13035"/>
                  </a:cubicBezTo>
                  <a:cubicBezTo>
                    <a:pt x="363153" y="56110"/>
                    <a:pt x="331243" y="93822"/>
                    <a:pt x="288226" y="97756"/>
                  </a:cubicBezTo>
                  <a:close/>
                </a:path>
              </a:pathLst>
            </a:custGeom>
            <a:grpFill/>
            <a:ln w="25797" cap="flat">
              <a:noFill/>
              <a:prstDash val="solid"/>
              <a:miter/>
            </a:ln>
          </p:spPr>
          <p:txBody>
            <a:bodyPr rtlCol="0" anchor="ctr"/>
            <a:lstStyle/>
            <a:p>
              <a:endParaRPr/>
            </a:p>
          </p:txBody>
        </p:sp>
        <p:sp>
          <p:nvSpPr>
            <p:cNvPr id="46" name="Freeform 45">
              <a:extLst>
                <a:ext uri="{FF2B5EF4-FFF2-40B4-BE49-F238E27FC236}">
                  <a16:creationId xmlns:a16="http://schemas.microsoft.com/office/drawing/2014/main" id="{C6D826BF-DDFF-564B-B309-C98908D40291}"/>
                </a:ext>
              </a:extLst>
            </p:cNvPr>
            <p:cNvSpPr/>
            <p:nvPr/>
          </p:nvSpPr>
          <p:spPr>
            <a:xfrm>
              <a:off x="12355550" y="7115170"/>
              <a:ext cx="65170" cy="91238"/>
            </a:xfrm>
            <a:custGeom>
              <a:avLst/>
              <a:gdLst>
                <a:gd name="connsiteX0" fmla="*/ 65170 w 65170"/>
                <a:gd name="connsiteY0" fmla="*/ 45619 h 91238"/>
                <a:gd name="connsiteX1" fmla="*/ 32585 w 65170"/>
                <a:gd name="connsiteY1" fmla="*/ 91238 h 91238"/>
                <a:gd name="connsiteX2" fmla="*/ 0 w 65170"/>
                <a:gd name="connsiteY2" fmla="*/ 45619 h 91238"/>
                <a:gd name="connsiteX3" fmla="*/ 32585 w 65170"/>
                <a:gd name="connsiteY3" fmla="*/ 0 h 91238"/>
                <a:gd name="connsiteX4" fmla="*/ 65170 w 65170"/>
                <a:gd name="connsiteY4" fmla="*/ 45619 h 91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70" h="91238">
                  <a:moveTo>
                    <a:pt x="65170" y="45619"/>
                  </a:moveTo>
                  <a:cubicBezTo>
                    <a:pt x="65170" y="70814"/>
                    <a:pt x="50581" y="91238"/>
                    <a:pt x="32585" y="91238"/>
                  </a:cubicBezTo>
                  <a:cubicBezTo>
                    <a:pt x="14589" y="91238"/>
                    <a:pt x="0" y="70814"/>
                    <a:pt x="0" y="45619"/>
                  </a:cubicBezTo>
                  <a:cubicBezTo>
                    <a:pt x="0" y="20424"/>
                    <a:pt x="14589" y="0"/>
                    <a:pt x="32585" y="0"/>
                  </a:cubicBezTo>
                  <a:cubicBezTo>
                    <a:pt x="50581" y="0"/>
                    <a:pt x="65170" y="20424"/>
                    <a:pt x="65170" y="45619"/>
                  </a:cubicBezTo>
                  <a:close/>
                </a:path>
              </a:pathLst>
            </a:custGeom>
            <a:grpFill/>
            <a:ln w="25797" cap="flat">
              <a:noFill/>
              <a:prstDash val="solid"/>
              <a:miter/>
            </a:ln>
          </p:spPr>
          <p:txBody>
            <a:bodyPr rtlCol="0" anchor="ctr"/>
            <a:lstStyle/>
            <a:p>
              <a:endParaRPr/>
            </a:p>
          </p:txBody>
        </p:sp>
      </p:grpSp>
      <p:grpSp>
        <p:nvGrpSpPr>
          <p:cNvPr id="47" name="Graphic 39">
            <a:extLst>
              <a:ext uri="{FF2B5EF4-FFF2-40B4-BE49-F238E27FC236}">
                <a16:creationId xmlns:a16="http://schemas.microsoft.com/office/drawing/2014/main" id="{FB666821-EB8C-6A4F-9850-85EF8CDFB7E7}"/>
              </a:ext>
            </a:extLst>
          </p:cNvPr>
          <p:cNvGrpSpPr/>
          <p:nvPr/>
        </p:nvGrpSpPr>
        <p:grpSpPr>
          <a:xfrm>
            <a:off x="17883049" y="9093886"/>
            <a:ext cx="625634" cy="625634"/>
            <a:chOff x="12075319" y="6743700"/>
            <a:chExt cx="625634" cy="625634"/>
          </a:xfrm>
          <a:solidFill>
            <a:schemeClr val="bg1"/>
          </a:solidFill>
        </p:grpSpPr>
        <p:sp>
          <p:nvSpPr>
            <p:cNvPr id="48" name="Freeform 47">
              <a:extLst>
                <a:ext uri="{FF2B5EF4-FFF2-40B4-BE49-F238E27FC236}">
                  <a16:creationId xmlns:a16="http://schemas.microsoft.com/office/drawing/2014/main" id="{7CED9585-44AB-CF40-AA8D-D048C9CE9AEF}"/>
                </a:ext>
              </a:extLst>
            </p:cNvPr>
            <p:cNvSpPr/>
            <p:nvPr/>
          </p:nvSpPr>
          <p:spPr>
            <a:xfrm>
              <a:off x="12088353" y="6756551"/>
              <a:ext cx="260680" cy="339276"/>
            </a:xfrm>
            <a:custGeom>
              <a:avLst/>
              <a:gdLst>
                <a:gd name="connsiteX0" fmla="*/ 7638 w 260680"/>
                <a:gd name="connsiteY0" fmla="*/ 7638 h 339276"/>
                <a:gd name="connsiteX1" fmla="*/ 0 w 260680"/>
                <a:gd name="connsiteY1" fmla="*/ 26068 h 339276"/>
                <a:gd name="connsiteX2" fmla="*/ 0 w 260680"/>
                <a:gd name="connsiteY2" fmla="*/ 313208 h 339276"/>
                <a:gd name="connsiteX3" fmla="*/ 26068 w 260680"/>
                <a:gd name="connsiteY3" fmla="*/ 339276 h 339276"/>
                <a:gd name="connsiteX4" fmla="*/ 234613 w 260680"/>
                <a:gd name="connsiteY4" fmla="*/ 339276 h 339276"/>
                <a:gd name="connsiteX5" fmla="*/ 260681 w 260680"/>
                <a:gd name="connsiteY5" fmla="*/ 313208 h 339276"/>
                <a:gd name="connsiteX6" fmla="*/ 260681 w 260680"/>
                <a:gd name="connsiteY6" fmla="*/ 26459 h 339276"/>
                <a:gd name="connsiteX7" fmla="*/ 234613 w 260680"/>
                <a:gd name="connsiteY7" fmla="*/ 391 h 339276"/>
                <a:gd name="connsiteX8" fmla="*/ 26068 w 260680"/>
                <a:gd name="connsiteY8" fmla="*/ 0 h 339276"/>
                <a:gd name="connsiteX9" fmla="*/ 7638 w 260680"/>
                <a:gd name="connsiteY9" fmla="*/ 7638 h 339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680" h="339276">
                  <a:moveTo>
                    <a:pt x="7638" y="7638"/>
                  </a:moveTo>
                  <a:cubicBezTo>
                    <a:pt x="2749" y="12526"/>
                    <a:pt x="1" y="19155"/>
                    <a:pt x="0" y="26068"/>
                  </a:cubicBezTo>
                  <a:lnTo>
                    <a:pt x="0" y="313208"/>
                  </a:lnTo>
                  <a:cubicBezTo>
                    <a:pt x="0" y="327605"/>
                    <a:pt x="11671" y="339276"/>
                    <a:pt x="26068" y="339276"/>
                  </a:cubicBezTo>
                  <a:lnTo>
                    <a:pt x="234613" y="339276"/>
                  </a:lnTo>
                  <a:cubicBezTo>
                    <a:pt x="249010" y="339276"/>
                    <a:pt x="260681" y="327605"/>
                    <a:pt x="260681" y="313208"/>
                  </a:cubicBezTo>
                  <a:lnTo>
                    <a:pt x="260681" y="26459"/>
                  </a:lnTo>
                  <a:cubicBezTo>
                    <a:pt x="260681" y="12062"/>
                    <a:pt x="249010" y="391"/>
                    <a:pt x="234613" y="391"/>
                  </a:cubicBezTo>
                  <a:lnTo>
                    <a:pt x="26068" y="0"/>
                  </a:lnTo>
                  <a:cubicBezTo>
                    <a:pt x="19155" y="1"/>
                    <a:pt x="12526" y="2749"/>
                    <a:pt x="7638" y="7638"/>
                  </a:cubicBezTo>
                  <a:close/>
                </a:path>
              </a:pathLst>
            </a:custGeom>
            <a:grpFill/>
            <a:ln w="25797" cap="flat">
              <a:noFill/>
              <a:prstDash val="solid"/>
              <a:miter/>
            </a:ln>
          </p:spPr>
          <p:txBody>
            <a:bodyPr rtlCol="0" anchor="ctr"/>
            <a:lstStyle/>
            <a:p>
              <a:endParaRPr/>
            </a:p>
          </p:txBody>
        </p:sp>
        <p:sp>
          <p:nvSpPr>
            <p:cNvPr id="49" name="Freeform 48">
              <a:extLst>
                <a:ext uri="{FF2B5EF4-FFF2-40B4-BE49-F238E27FC236}">
                  <a16:creationId xmlns:a16="http://schemas.microsoft.com/office/drawing/2014/main" id="{A962454F-6800-5344-A1E3-FC87FB899DCF}"/>
                </a:ext>
              </a:extLst>
            </p:cNvPr>
            <p:cNvSpPr/>
            <p:nvPr/>
          </p:nvSpPr>
          <p:spPr>
            <a:xfrm>
              <a:off x="12427238" y="6756551"/>
              <a:ext cx="260680" cy="182841"/>
            </a:xfrm>
            <a:custGeom>
              <a:avLst/>
              <a:gdLst>
                <a:gd name="connsiteX0" fmla="*/ 234613 w 260680"/>
                <a:gd name="connsiteY0" fmla="*/ 0 h 182841"/>
                <a:gd name="connsiteX1" fmla="*/ 26068 w 260680"/>
                <a:gd name="connsiteY1" fmla="*/ 365 h 182841"/>
                <a:gd name="connsiteX2" fmla="*/ 0 w 260680"/>
                <a:gd name="connsiteY2" fmla="*/ 26433 h 182841"/>
                <a:gd name="connsiteX3" fmla="*/ 0 w 260680"/>
                <a:gd name="connsiteY3" fmla="*/ 156773 h 182841"/>
                <a:gd name="connsiteX4" fmla="*/ 26068 w 260680"/>
                <a:gd name="connsiteY4" fmla="*/ 182842 h 182841"/>
                <a:gd name="connsiteX5" fmla="*/ 234613 w 260680"/>
                <a:gd name="connsiteY5" fmla="*/ 182842 h 182841"/>
                <a:gd name="connsiteX6" fmla="*/ 260681 w 260680"/>
                <a:gd name="connsiteY6" fmla="*/ 156773 h 182841"/>
                <a:gd name="connsiteX7" fmla="*/ 260681 w 260680"/>
                <a:gd name="connsiteY7" fmla="*/ 26068 h 182841"/>
                <a:gd name="connsiteX8" fmla="*/ 234613 w 260680"/>
                <a:gd name="connsiteY8" fmla="*/ 0 h 182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680" h="182841">
                  <a:moveTo>
                    <a:pt x="234613" y="0"/>
                  </a:moveTo>
                  <a:lnTo>
                    <a:pt x="26068" y="365"/>
                  </a:lnTo>
                  <a:cubicBezTo>
                    <a:pt x="11671" y="365"/>
                    <a:pt x="0" y="12036"/>
                    <a:pt x="0" y="26433"/>
                  </a:cubicBezTo>
                  <a:lnTo>
                    <a:pt x="0" y="156773"/>
                  </a:lnTo>
                  <a:cubicBezTo>
                    <a:pt x="0" y="171170"/>
                    <a:pt x="11671" y="182842"/>
                    <a:pt x="26068" y="182842"/>
                  </a:cubicBezTo>
                  <a:lnTo>
                    <a:pt x="234613" y="182842"/>
                  </a:lnTo>
                  <a:cubicBezTo>
                    <a:pt x="249010" y="182842"/>
                    <a:pt x="260681" y="171170"/>
                    <a:pt x="260681" y="156773"/>
                  </a:cubicBezTo>
                  <a:lnTo>
                    <a:pt x="260681" y="26068"/>
                  </a:lnTo>
                  <a:cubicBezTo>
                    <a:pt x="260681" y="11671"/>
                    <a:pt x="249010" y="0"/>
                    <a:pt x="234613" y="0"/>
                  </a:cubicBezTo>
                  <a:close/>
                </a:path>
              </a:pathLst>
            </a:custGeom>
            <a:grpFill/>
            <a:ln w="25797" cap="flat">
              <a:noFill/>
              <a:prstDash val="solid"/>
              <a:miter/>
            </a:ln>
          </p:spPr>
          <p:txBody>
            <a:bodyPr rtlCol="0" anchor="ctr"/>
            <a:lstStyle/>
            <a:p>
              <a:endParaRPr/>
            </a:p>
          </p:txBody>
        </p:sp>
        <p:sp>
          <p:nvSpPr>
            <p:cNvPr id="50" name="Freeform 49">
              <a:extLst>
                <a:ext uri="{FF2B5EF4-FFF2-40B4-BE49-F238E27FC236}">
                  <a16:creationId xmlns:a16="http://schemas.microsoft.com/office/drawing/2014/main" id="{F8F92193-97B7-814E-9BE8-5F254CAD6731}"/>
                </a:ext>
              </a:extLst>
            </p:cNvPr>
            <p:cNvSpPr/>
            <p:nvPr/>
          </p:nvSpPr>
          <p:spPr>
            <a:xfrm>
              <a:off x="12088353" y="7174005"/>
              <a:ext cx="260680" cy="182450"/>
            </a:xfrm>
            <a:custGeom>
              <a:avLst/>
              <a:gdLst>
                <a:gd name="connsiteX0" fmla="*/ 253043 w 260680"/>
                <a:gd name="connsiteY0" fmla="*/ 174839 h 182450"/>
                <a:gd name="connsiteX1" fmla="*/ 260681 w 260680"/>
                <a:gd name="connsiteY1" fmla="*/ 156409 h 182450"/>
                <a:gd name="connsiteX2" fmla="*/ 260681 w 260680"/>
                <a:gd name="connsiteY2" fmla="*/ 26068 h 182450"/>
                <a:gd name="connsiteX3" fmla="*/ 234613 w 260680"/>
                <a:gd name="connsiteY3" fmla="*/ 0 h 182450"/>
                <a:gd name="connsiteX4" fmla="*/ 26068 w 260680"/>
                <a:gd name="connsiteY4" fmla="*/ 0 h 182450"/>
                <a:gd name="connsiteX5" fmla="*/ 0 w 260680"/>
                <a:gd name="connsiteY5" fmla="*/ 26068 h 182450"/>
                <a:gd name="connsiteX6" fmla="*/ 0 w 260680"/>
                <a:gd name="connsiteY6" fmla="*/ 156018 h 182450"/>
                <a:gd name="connsiteX7" fmla="*/ 26068 w 260680"/>
                <a:gd name="connsiteY7" fmla="*/ 182086 h 182450"/>
                <a:gd name="connsiteX8" fmla="*/ 234613 w 260680"/>
                <a:gd name="connsiteY8" fmla="*/ 182451 h 182450"/>
                <a:gd name="connsiteX9" fmla="*/ 253043 w 260680"/>
                <a:gd name="connsiteY9" fmla="*/ 174839 h 18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680" h="182450">
                  <a:moveTo>
                    <a:pt x="253043" y="174839"/>
                  </a:moveTo>
                  <a:cubicBezTo>
                    <a:pt x="257931" y="169951"/>
                    <a:pt x="260678" y="163322"/>
                    <a:pt x="260681" y="156409"/>
                  </a:cubicBezTo>
                  <a:lnTo>
                    <a:pt x="260681" y="26068"/>
                  </a:lnTo>
                  <a:cubicBezTo>
                    <a:pt x="260681" y="11671"/>
                    <a:pt x="249010" y="0"/>
                    <a:pt x="234613" y="0"/>
                  </a:cubicBezTo>
                  <a:lnTo>
                    <a:pt x="26068" y="0"/>
                  </a:lnTo>
                  <a:cubicBezTo>
                    <a:pt x="11671" y="0"/>
                    <a:pt x="0" y="11671"/>
                    <a:pt x="0" y="26068"/>
                  </a:cubicBezTo>
                  <a:lnTo>
                    <a:pt x="0" y="156018"/>
                  </a:lnTo>
                  <a:cubicBezTo>
                    <a:pt x="0" y="170415"/>
                    <a:pt x="11671" y="182086"/>
                    <a:pt x="26068" y="182086"/>
                  </a:cubicBezTo>
                  <a:lnTo>
                    <a:pt x="234613" y="182451"/>
                  </a:lnTo>
                  <a:cubicBezTo>
                    <a:pt x="241522" y="182456"/>
                    <a:pt x="248150" y="179719"/>
                    <a:pt x="253043" y="174839"/>
                  </a:cubicBezTo>
                  <a:close/>
                </a:path>
              </a:pathLst>
            </a:custGeom>
            <a:grpFill/>
            <a:ln w="25797" cap="flat">
              <a:noFill/>
              <a:prstDash val="solid"/>
              <a:miter/>
            </a:ln>
          </p:spPr>
          <p:txBody>
            <a:bodyPr rtlCol="0" anchor="ctr"/>
            <a:lstStyle/>
            <a:p>
              <a:endParaRPr/>
            </a:p>
          </p:txBody>
        </p:sp>
        <p:sp>
          <p:nvSpPr>
            <p:cNvPr id="51" name="Freeform 50">
              <a:extLst>
                <a:ext uri="{FF2B5EF4-FFF2-40B4-BE49-F238E27FC236}">
                  <a16:creationId xmlns:a16="http://schemas.microsoft.com/office/drawing/2014/main" id="{53F4C7CE-AC79-1F49-B5C5-C0F0E272C92D}"/>
                </a:ext>
              </a:extLst>
            </p:cNvPr>
            <p:cNvSpPr/>
            <p:nvPr/>
          </p:nvSpPr>
          <p:spPr>
            <a:xfrm>
              <a:off x="12427238" y="7017623"/>
              <a:ext cx="260680" cy="338885"/>
            </a:xfrm>
            <a:custGeom>
              <a:avLst/>
              <a:gdLst>
                <a:gd name="connsiteX0" fmla="*/ 234613 w 260680"/>
                <a:gd name="connsiteY0" fmla="*/ 0 h 338885"/>
                <a:gd name="connsiteX1" fmla="*/ 26068 w 260680"/>
                <a:gd name="connsiteY1" fmla="*/ 0 h 338885"/>
                <a:gd name="connsiteX2" fmla="*/ 0 w 260680"/>
                <a:gd name="connsiteY2" fmla="*/ 26068 h 338885"/>
                <a:gd name="connsiteX3" fmla="*/ 0 w 260680"/>
                <a:gd name="connsiteY3" fmla="*/ 312817 h 338885"/>
                <a:gd name="connsiteX4" fmla="*/ 26068 w 260680"/>
                <a:gd name="connsiteY4" fmla="*/ 338885 h 338885"/>
                <a:gd name="connsiteX5" fmla="*/ 234613 w 260680"/>
                <a:gd name="connsiteY5" fmla="*/ 338520 h 338885"/>
                <a:gd name="connsiteX6" fmla="*/ 260681 w 260680"/>
                <a:gd name="connsiteY6" fmla="*/ 312452 h 338885"/>
                <a:gd name="connsiteX7" fmla="*/ 260681 w 260680"/>
                <a:gd name="connsiteY7" fmla="*/ 26068 h 338885"/>
                <a:gd name="connsiteX8" fmla="*/ 234613 w 260680"/>
                <a:gd name="connsiteY8" fmla="*/ 0 h 338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680" h="338885">
                  <a:moveTo>
                    <a:pt x="234613" y="0"/>
                  </a:moveTo>
                  <a:lnTo>
                    <a:pt x="26068" y="0"/>
                  </a:lnTo>
                  <a:cubicBezTo>
                    <a:pt x="11671" y="0"/>
                    <a:pt x="0" y="11671"/>
                    <a:pt x="0" y="26068"/>
                  </a:cubicBezTo>
                  <a:lnTo>
                    <a:pt x="0" y="312817"/>
                  </a:lnTo>
                  <a:cubicBezTo>
                    <a:pt x="0" y="327214"/>
                    <a:pt x="11671" y="338885"/>
                    <a:pt x="26068" y="338885"/>
                  </a:cubicBezTo>
                  <a:lnTo>
                    <a:pt x="234613" y="338520"/>
                  </a:lnTo>
                  <a:cubicBezTo>
                    <a:pt x="249010" y="338520"/>
                    <a:pt x="260681" y="326849"/>
                    <a:pt x="260681" y="312452"/>
                  </a:cubicBezTo>
                  <a:lnTo>
                    <a:pt x="260681" y="26068"/>
                  </a:lnTo>
                  <a:cubicBezTo>
                    <a:pt x="260681" y="11671"/>
                    <a:pt x="249010" y="0"/>
                    <a:pt x="234613" y="0"/>
                  </a:cubicBezTo>
                  <a:close/>
                </a:path>
              </a:pathLst>
            </a:custGeom>
            <a:grpFill/>
            <a:ln w="25797" cap="flat">
              <a:noFill/>
              <a:prstDash val="solid"/>
              <a:miter/>
            </a:ln>
          </p:spPr>
          <p:txBody>
            <a:bodyPr rtlCol="0" anchor="ctr"/>
            <a:lstStyle/>
            <a:p>
              <a:endParaRPr/>
            </a:p>
          </p:txBody>
        </p:sp>
      </p:grpSp>
      <p:sp>
        <p:nvSpPr>
          <p:cNvPr id="52" name="TextBox 51">
            <a:extLst>
              <a:ext uri="{FF2B5EF4-FFF2-40B4-BE49-F238E27FC236}">
                <a16:creationId xmlns:a16="http://schemas.microsoft.com/office/drawing/2014/main" id="{F25B5194-E7D6-124B-B140-048A0BED210F}"/>
              </a:ext>
            </a:extLst>
          </p:cNvPr>
          <p:cNvSpPr txBox="1"/>
          <p:nvPr/>
        </p:nvSpPr>
        <p:spPr>
          <a:xfrm>
            <a:off x="17383222" y="7573376"/>
            <a:ext cx="1617751" cy="338554"/>
          </a:xfrm>
          <a:prstGeom prst="rect">
            <a:avLst/>
          </a:prstGeom>
          <a:noFill/>
        </p:spPr>
        <p:txBody>
          <a:bodyPr wrap="none" rtlCol="0">
            <a:spAutoFit/>
          </a:bodyPr>
          <a:lstStyle/>
          <a:p>
            <a:pPr algn="ctr"/>
            <a:r>
              <a:rPr lang="en-US" sz="1600" b="1" spc="300">
                <a:solidFill>
                  <a:schemeClr val="bg1"/>
                </a:solidFill>
                <a:latin typeface="Open Sans" panose="020B0606030504020204" pitchFamily="34" charset="0"/>
                <a:ea typeface="Open Sans" panose="020B0606030504020204" pitchFamily="34" charset="0"/>
                <a:cs typeface="Open Sans" panose="020B0606030504020204" pitchFamily="34" charset="0"/>
              </a:rPr>
              <a:t>CHECKLIST</a:t>
            </a:r>
            <a:endParaRPr sz="1600"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3" name="TextBox 52">
            <a:extLst>
              <a:ext uri="{FF2B5EF4-FFF2-40B4-BE49-F238E27FC236}">
                <a16:creationId xmlns:a16="http://schemas.microsoft.com/office/drawing/2014/main" id="{50E1E833-264C-6C42-BA5D-7702F6686962}"/>
              </a:ext>
            </a:extLst>
          </p:cNvPr>
          <p:cNvSpPr txBox="1"/>
          <p:nvPr/>
        </p:nvSpPr>
        <p:spPr>
          <a:xfrm>
            <a:off x="20256031" y="7573376"/>
            <a:ext cx="1314784" cy="338554"/>
          </a:xfrm>
          <a:prstGeom prst="rect">
            <a:avLst/>
          </a:prstGeom>
          <a:noFill/>
        </p:spPr>
        <p:txBody>
          <a:bodyPr wrap="none" rtlCol="0">
            <a:spAutoFit/>
          </a:bodyPr>
          <a:lstStyle/>
          <a:p>
            <a:pPr algn="ctr"/>
            <a:r>
              <a:rPr lang="en-US" sz="1600" b="1" spc="300">
                <a:solidFill>
                  <a:schemeClr val="bg1"/>
                </a:solidFill>
                <a:latin typeface="Open Sans" panose="020B0606030504020204" pitchFamily="34" charset="0"/>
                <a:ea typeface="Open Sans" panose="020B0606030504020204" pitchFamily="34" charset="0"/>
                <a:cs typeface="Open Sans" panose="020B0606030504020204" pitchFamily="34" charset="0"/>
              </a:rPr>
              <a:t>PROJECT</a:t>
            </a:r>
            <a:endParaRPr sz="1600"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4" name="TextBox 53">
            <a:extLst>
              <a:ext uri="{FF2B5EF4-FFF2-40B4-BE49-F238E27FC236}">
                <a16:creationId xmlns:a16="http://schemas.microsoft.com/office/drawing/2014/main" id="{5E1FA9DB-3C32-4E4E-BDB2-741BFBA8B465}"/>
              </a:ext>
            </a:extLst>
          </p:cNvPr>
          <p:cNvSpPr txBox="1"/>
          <p:nvPr/>
        </p:nvSpPr>
        <p:spPr>
          <a:xfrm>
            <a:off x="17224528" y="9848465"/>
            <a:ext cx="1935145" cy="338554"/>
          </a:xfrm>
          <a:prstGeom prst="rect">
            <a:avLst/>
          </a:prstGeom>
          <a:noFill/>
        </p:spPr>
        <p:txBody>
          <a:bodyPr wrap="none" rtlCol="0">
            <a:spAutoFit/>
          </a:bodyPr>
          <a:lstStyle/>
          <a:p>
            <a:pPr algn="ctr"/>
            <a:r>
              <a:rPr lang="en-US" sz="1600" b="1" spc="300">
                <a:solidFill>
                  <a:schemeClr val="bg1"/>
                </a:solidFill>
                <a:latin typeface="Open Sans" panose="020B0606030504020204" pitchFamily="34" charset="0"/>
                <a:ea typeface="Open Sans" panose="020B0606030504020204" pitchFamily="34" charset="0"/>
                <a:cs typeface="Open Sans" panose="020B0606030504020204" pitchFamily="34" charset="0"/>
              </a:rPr>
              <a:t>MOODBOARD</a:t>
            </a:r>
            <a:endParaRPr sz="1600"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5" name="TextBox 54">
            <a:extLst>
              <a:ext uri="{FF2B5EF4-FFF2-40B4-BE49-F238E27FC236}">
                <a16:creationId xmlns:a16="http://schemas.microsoft.com/office/drawing/2014/main" id="{B7EF1C8D-F1C6-6740-9299-5B62FDEC1DC3}"/>
              </a:ext>
            </a:extLst>
          </p:cNvPr>
          <p:cNvSpPr txBox="1"/>
          <p:nvPr/>
        </p:nvSpPr>
        <p:spPr>
          <a:xfrm>
            <a:off x="20086115" y="9848465"/>
            <a:ext cx="1654620" cy="338554"/>
          </a:xfrm>
          <a:prstGeom prst="rect">
            <a:avLst/>
          </a:prstGeom>
          <a:noFill/>
        </p:spPr>
        <p:txBody>
          <a:bodyPr wrap="none" rtlCol="0">
            <a:spAutoFit/>
          </a:bodyPr>
          <a:lstStyle/>
          <a:p>
            <a:pPr algn="ctr"/>
            <a:r>
              <a:rPr lang="en-US" sz="1600" b="1" spc="300">
                <a:solidFill>
                  <a:schemeClr val="bg1"/>
                </a:solidFill>
                <a:latin typeface="Open Sans" panose="020B0606030504020204" pitchFamily="34" charset="0"/>
                <a:ea typeface="Open Sans" panose="020B0606030504020204" pitchFamily="34" charset="0"/>
                <a:cs typeface="Open Sans" panose="020B0606030504020204" pitchFamily="34" charset="0"/>
              </a:rPr>
              <a:t>ANALYTICS</a:t>
            </a:r>
            <a:endParaRPr sz="1600"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6" name="TextBox 55">
            <a:extLst>
              <a:ext uri="{FF2B5EF4-FFF2-40B4-BE49-F238E27FC236}">
                <a16:creationId xmlns:a16="http://schemas.microsoft.com/office/drawing/2014/main" id="{5B8513D6-E0ED-DB4A-B287-A71571A1AF3D}"/>
              </a:ext>
            </a:extLst>
          </p:cNvPr>
          <p:cNvSpPr txBox="1"/>
          <p:nvPr/>
        </p:nvSpPr>
        <p:spPr>
          <a:xfrm>
            <a:off x="3031762" y="2314163"/>
            <a:ext cx="2457724" cy="369332"/>
          </a:xfrm>
          <a:prstGeom prst="rect">
            <a:avLst/>
          </a:prstGeom>
          <a:noFill/>
        </p:spPr>
        <p:txBody>
          <a:bodyPr wrap="none" rtlCol="0">
            <a:spAutoFit/>
          </a:bodyPr>
          <a:lstStyle/>
          <a:p>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SPECIAL SLIDES</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279381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C040C08-0C3F-C940-B238-B5D40033CE64}"/>
              </a:ext>
            </a:extLst>
          </p:cNvPr>
          <p:cNvSpPr>
            <a:spLocks noGrp="1"/>
          </p:cNvSpPr>
          <p:nvPr>
            <p:ph type="pic" sz="quarter" idx="10"/>
          </p:nvPr>
        </p:nvSpPr>
        <p:spPr/>
      </p:sp>
      <p:cxnSp>
        <p:nvCxnSpPr>
          <p:cNvPr id="4" name="Straight Connector 3">
            <a:extLst>
              <a:ext uri="{FF2B5EF4-FFF2-40B4-BE49-F238E27FC236}">
                <a16:creationId xmlns:a16="http://schemas.microsoft.com/office/drawing/2014/main" id="{43A00BD9-E1C7-FD4C-B28D-FD3ECF274FFD}"/>
              </a:ext>
            </a:extLst>
          </p:cNvPr>
          <p:cNvCxnSpPr>
            <a:cxnSpLocks/>
          </p:cNvCxnSpPr>
          <p:nvPr/>
        </p:nvCxnSpPr>
        <p:spPr>
          <a:xfrm>
            <a:off x="22282741" y="0"/>
            <a:ext cx="0" cy="1371600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5FC662AB-D4C1-A545-8DCA-3DDCC7B6290A}"/>
              </a:ext>
            </a:extLst>
          </p:cNvPr>
          <p:cNvSpPr/>
          <p:nvPr/>
        </p:nvSpPr>
        <p:spPr>
          <a:xfrm>
            <a:off x="22851152" y="598208"/>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2A43CABA-5941-604C-8D4C-37F7687085CA}"/>
              </a:ext>
            </a:extLst>
          </p:cNvPr>
          <p:cNvSpPr txBox="1"/>
          <p:nvPr/>
        </p:nvSpPr>
        <p:spPr>
          <a:xfrm rot="5400000">
            <a:off x="22327433" y="2425394"/>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7" name="TextBox 6">
            <a:extLst>
              <a:ext uri="{FF2B5EF4-FFF2-40B4-BE49-F238E27FC236}">
                <a16:creationId xmlns:a16="http://schemas.microsoft.com/office/drawing/2014/main" id="{4E1A89CA-624E-C642-B38F-09DFE9F2401D}"/>
              </a:ext>
            </a:extLst>
          </p:cNvPr>
          <p:cNvSpPr txBox="1"/>
          <p:nvPr/>
        </p:nvSpPr>
        <p:spPr>
          <a:xfrm rot="5400000">
            <a:off x="21971566" y="11469386"/>
            <a:ext cx="2616422"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MASDIKASTUDIO</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 name="TextBox 7">
            <a:extLst>
              <a:ext uri="{FF2B5EF4-FFF2-40B4-BE49-F238E27FC236}">
                <a16:creationId xmlns:a16="http://schemas.microsoft.com/office/drawing/2014/main" id="{F9777CC0-B425-8D4A-A16A-4249F8A8AFC7}"/>
              </a:ext>
            </a:extLst>
          </p:cNvPr>
          <p:cNvSpPr txBox="1"/>
          <p:nvPr/>
        </p:nvSpPr>
        <p:spPr>
          <a:xfrm>
            <a:off x="5291517" y="1962031"/>
            <a:ext cx="13796204" cy="1200329"/>
          </a:xfrm>
          <a:prstGeom prst="rect">
            <a:avLst/>
          </a:prstGeom>
          <a:noFill/>
        </p:spPr>
        <p:txBody>
          <a:bodyPr wrap="square" rtlCol="0">
            <a:spAutoFit/>
          </a:bodyPr>
          <a:lstStyle/>
          <a:p>
            <a:pPr algn="ctr"/>
            <a:r>
              <a:rPr lang="en-ID" sz="7200" b="1">
                <a:solidFill>
                  <a:schemeClr val="tx2"/>
                </a:solidFill>
                <a:latin typeface="Poppins" pitchFamily="2" charset="77"/>
                <a:ea typeface="Open Sans" panose="020B0606030504020204" pitchFamily="34" charset="0"/>
                <a:cs typeface="Poppins" pitchFamily="2" charset="77"/>
              </a:rPr>
              <a:t>Watch Amazing Features</a:t>
            </a:r>
            <a:endParaRPr sz="7200" b="1">
              <a:solidFill>
                <a:schemeClr val="tx2"/>
              </a:solidFill>
              <a:latin typeface="Poppins" pitchFamily="2" charset="77"/>
              <a:ea typeface="Open Sans" panose="020B0606030504020204" pitchFamily="34" charset="0"/>
              <a:cs typeface="Poppins" pitchFamily="2" charset="77"/>
            </a:endParaRPr>
          </a:p>
        </p:txBody>
      </p:sp>
      <p:sp>
        <p:nvSpPr>
          <p:cNvPr id="9" name="TextBox 8">
            <a:extLst>
              <a:ext uri="{FF2B5EF4-FFF2-40B4-BE49-F238E27FC236}">
                <a16:creationId xmlns:a16="http://schemas.microsoft.com/office/drawing/2014/main" id="{6287DA0F-0B31-864A-B394-BDDE84DF0EFB}"/>
              </a:ext>
            </a:extLst>
          </p:cNvPr>
          <p:cNvSpPr txBox="1"/>
          <p:nvPr/>
        </p:nvSpPr>
        <p:spPr>
          <a:xfrm>
            <a:off x="10960757" y="1455458"/>
            <a:ext cx="2457724" cy="369332"/>
          </a:xfrm>
          <a:prstGeom prst="rect">
            <a:avLst/>
          </a:prstGeom>
          <a:noFill/>
        </p:spPr>
        <p:txBody>
          <a:bodyPr wrap="none" rtlCol="0">
            <a:spAutoFit/>
          </a:bodyPr>
          <a:lstStyle/>
          <a:p>
            <a:pPr algn="ctr"/>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SPECIAL SLIDES</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extBox 13">
            <a:extLst>
              <a:ext uri="{FF2B5EF4-FFF2-40B4-BE49-F238E27FC236}">
                <a16:creationId xmlns:a16="http://schemas.microsoft.com/office/drawing/2014/main" id="{5F834839-1689-CA4E-81DD-453507D69627}"/>
              </a:ext>
            </a:extLst>
          </p:cNvPr>
          <p:cNvSpPr txBox="1"/>
          <p:nvPr/>
        </p:nvSpPr>
        <p:spPr>
          <a:xfrm rot="5400000">
            <a:off x="770163" y="7191039"/>
            <a:ext cx="6152375" cy="954107"/>
          </a:xfrm>
          <a:prstGeom prst="rect">
            <a:avLst/>
          </a:prstGeom>
          <a:noFill/>
        </p:spPr>
        <p:txBody>
          <a:bodyPr wrap="square" rtlCol="0">
            <a:spAutoFit/>
          </a:bodyPr>
          <a:lstStyle/>
          <a:p>
            <a:pPr algn="ctr"/>
            <a:r>
              <a:rPr lang="en-ID" sz="2800" i="1">
                <a:solidFill>
                  <a:schemeClr val="tx2"/>
                </a:solidFill>
                <a:latin typeface="Lora Italic" panose="02000503000000020004" pitchFamily="2" charset="77"/>
                <a:ea typeface="Open Sans" panose="020B0606030504020204" pitchFamily="34" charset="0"/>
                <a:cs typeface="Poppins Light" pitchFamily="2" charset="77"/>
              </a:rPr>
              <a:t>I feel that luck is preparation meeting opportunity</a:t>
            </a:r>
          </a:p>
        </p:txBody>
      </p:sp>
      <p:sp>
        <p:nvSpPr>
          <p:cNvPr id="16" name="Oval 15">
            <a:extLst>
              <a:ext uri="{FF2B5EF4-FFF2-40B4-BE49-F238E27FC236}">
                <a16:creationId xmlns:a16="http://schemas.microsoft.com/office/drawing/2014/main" id="{10EC9FEC-56CB-2648-A718-133B054C617B}"/>
              </a:ext>
            </a:extLst>
          </p:cNvPr>
          <p:cNvSpPr/>
          <p:nvPr/>
        </p:nvSpPr>
        <p:spPr>
          <a:xfrm>
            <a:off x="11289619" y="6768092"/>
            <a:ext cx="1800000" cy="1800000"/>
          </a:xfrm>
          <a:prstGeom prst="ellipse">
            <a:avLst/>
          </a:prstGeom>
          <a:solidFill>
            <a:schemeClr val="bg1">
              <a:alpha val="9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9" name="Freeform 38">
            <a:extLst>
              <a:ext uri="{FF2B5EF4-FFF2-40B4-BE49-F238E27FC236}">
                <a16:creationId xmlns:a16="http://schemas.microsoft.com/office/drawing/2014/main" id="{B8C8951E-34AF-5944-A916-FBAC34F74656}"/>
              </a:ext>
            </a:extLst>
          </p:cNvPr>
          <p:cNvSpPr/>
          <p:nvPr/>
        </p:nvSpPr>
        <p:spPr>
          <a:xfrm>
            <a:off x="12016040" y="7304300"/>
            <a:ext cx="480970" cy="727585"/>
          </a:xfrm>
          <a:custGeom>
            <a:avLst/>
            <a:gdLst>
              <a:gd name="connsiteX0" fmla="*/ 33167 w 480970"/>
              <a:gd name="connsiteY0" fmla="*/ 89 h 727585"/>
              <a:gd name="connsiteX1" fmla="*/ 45150 w 480970"/>
              <a:gd name="connsiteY1" fmla="*/ 4952 h 727585"/>
              <a:gd name="connsiteX2" fmla="*/ 463721 w 480970"/>
              <a:gd name="connsiteY2" fmla="*/ 321587 h 727585"/>
              <a:gd name="connsiteX3" fmla="*/ 477667 w 480970"/>
              <a:gd name="connsiteY3" fmla="*/ 342686 h 727585"/>
              <a:gd name="connsiteX4" fmla="*/ 463721 w 480970"/>
              <a:gd name="connsiteY4" fmla="*/ 406020 h 727585"/>
              <a:gd name="connsiteX5" fmla="*/ 45150 w 480970"/>
              <a:gd name="connsiteY5" fmla="*/ 722625 h 727585"/>
              <a:gd name="connsiteX6" fmla="*/ 31270 w 480970"/>
              <a:gd name="connsiteY6" fmla="*/ 727585 h 727585"/>
              <a:gd name="connsiteX7" fmla="*/ 0 w 480970"/>
              <a:gd name="connsiteY7" fmla="*/ 680423 h 727585"/>
              <a:gd name="connsiteX8" fmla="*/ 0 w 480970"/>
              <a:gd name="connsiteY8" fmla="*/ 47184 h 727585"/>
              <a:gd name="connsiteX9" fmla="*/ 3266 w 480970"/>
              <a:gd name="connsiteY9" fmla="*/ 26235 h 727585"/>
              <a:gd name="connsiteX10" fmla="*/ 33167 w 480970"/>
              <a:gd name="connsiteY10" fmla="*/ 89 h 727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970" h="727585">
                <a:moveTo>
                  <a:pt x="33167" y="89"/>
                </a:moveTo>
                <a:cubicBezTo>
                  <a:pt x="37218" y="464"/>
                  <a:pt x="41287" y="2047"/>
                  <a:pt x="45150" y="4952"/>
                </a:cubicBezTo>
                <a:lnTo>
                  <a:pt x="463721" y="321587"/>
                </a:lnTo>
                <a:cubicBezTo>
                  <a:pt x="469755" y="326153"/>
                  <a:pt x="474649" y="333556"/>
                  <a:pt x="477667" y="342686"/>
                </a:cubicBezTo>
                <a:cubicBezTo>
                  <a:pt x="485377" y="366001"/>
                  <a:pt x="479133" y="394357"/>
                  <a:pt x="463721" y="406020"/>
                </a:cubicBezTo>
                <a:lnTo>
                  <a:pt x="45150" y="722625"/>
                </a:lnTo>
                <a:cubicBezTo>
                  <a:pt x="40838" y="725876"/>
                  <a:pt x="36088" y="727574"/>
                  <a:pt x="31270" y="727585"/>
                </a:cubicBezTo>
                <a:cubicBezTo>
                  <a:pt x="14027" y="727625"/>
                  <a:pt x="27" y="706510"/>
                  <a:pt x="0" y="680423"/>
                </a:cubicBezTo>
                <a:lnTo>
                  <a:pt x="0" y="47184"/>
                </a:lnTo>
                <a:cubicBezTo>
                  <a:pt x="9" y="39914"/>
                  <a:pt x="1127" y="32745"/>
                  <a:pt x="3266" y="26235"/>
                </a:cubicBezTo>
                <a:cubicBezTo>
                  <a:pt x="9027" y="8704"/>
                  <a:pt x="21015" y="-1038"/>
                  <a:pt x="33167" y="89"/>
                </a:cubicBezTo>
                <a:close/>
              </a:path>
            </a:pathLst>
          </a:custGeom>
          <a:gradFill flip="none" rotWithShape="1">
            <a:gsLst>
              <a:gs pos="0">
                <a:schemeClr val="accent1"/>
              </a:gs>
              <a:gs pos="100000">
                <a:schemeClr val="accent5"/>
              </a:gs>
            </a:gsLst>
            <a:lin ang="13500000" scaled="1"/>
            <a:tileRect/>
          </a:gradFill>
          <a:ln>
            <a:noFill/>
          </a:ln>
          <a:effectLst>
            <a:outerShdw blurRad="457200" dist="38100" dir="8100000" sx="115000" sy="115000" algn="tr" rotWithShape="0">
              <a:schemeClr val="accent5">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p>
        </p:txBody>
      </p:sp>
    </p:spTree>
    <p:extLst>
      <p:ext uri="{BB962C8B-B14F-4D97-AF65-F5344CB8AC3E}">
        <p14:creationId xmlns:p14="http://schemas.microsoft.com/office/powerpoint/2010/main" val="36999390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47BC6BAB-74BE-3A43-A844-2A0CC9ED6964}"/>
              </a:ext>
            </a:extLst>
          </p:cNvPr>
          <p:cNvCxnSpPr>
            <a:cxnSpLocks/>
          </p:cNvCxnSpPr>
          <p:nvPr/>
        </p:nvCxnSpPr>
        <p:spPr>
          <a:xfrm>
            <a:off x="2952750" y="1459476"/>
            <a:ext cx="0" cy="10797049"/>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id="{200DE80A-1589-1C49-BCA4-57D2DA116D74}"/>
              </a:ext>
            </a:extLst>
          </p:cNvPr>
          <p:cNvSpPr/>
          <p:nvPr/>
        </p:nvSpPr>
        <p:spPr>
          <a:xfrm>
            <a:off x="1819953" y="10949567"/>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046CE529-637C-EA44-9E5C-B9A9F7CABBE4}"/>
              </a:ext>
            </a:extLst>
          </p:cNvPr>
          <p:cNvSpPr txBox="1"/>
          <p:nvPr/>
        </p:nvSpPr>
        <p:spPr>
          <a:xfrm rot="16200000">
            <a:off x="1296234" y="2538362"/>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5" name="Rounded Rectangle 4">
            <a:extLst>
              <a:ext uri="{FF2B5EF4-FFF2-40B4-BE49-F238E27FC236}">
                <a16:creationId xmlns:a16="http://schemas.microsoft.com/office/drawing/2014/main" id="{FB3458D2-E1B4-6249-8048-1C3D8C5A1EC1}"/>
              </a:ext>
            </a:extLst>
          </p:cNvPr>
          <p:cNvSpPr/>
          <p:nvPr/>
        </p:nvSpPr>
        <p:spPr>
          <a:xfrm>
            <a:off x="15036716" y="3394390"/>
            <a:ext cx="8492352" cy="6236497"/>
          </a:xfrm>
          <a:prstGeom prst="roundRect">
            <a:avLst>
              <a:gd name="adj" fmla="val 10917"/>
            </a:avLst>
          </a:prstGeom>
          <a:gradFill>
            <a:gsLst>
              <a:gs pos="0">
                <a:schemeClr val="accent1"/>
              </a:gs>
              <a:gs pos="100000">
                <a:schemeClr val="accent5"/>
              </a:gs>
            </a:gsLst>
            <a:lin ang="13500000" scaled="1"/>
          </a:gradFill>
          <a:ln>
            <a:noFill/>
          </a:ln>
          <a:effectLst>
            <a:outerShdw blurRad="812800" dist="38100" dir="8100000" sx="112000" sy="112000" algn="tr" rotWithShape="0">
              <a:schemeClr val="accent5">
                <a:lumMod val="7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2000"/>
          </a:p>
        </p:txBody>
      </p:sp>
      <p:sp>
        <p:nvSpPr>
          <p:cNvPr id="7" name="TextBox 6">
            <a:extLst>
              <a:ext uri="{FF2B5EF4-FFF2-40B4-BE49-F238E27FC236}">
                <a16:creationId xmlns:a16="http://schemas.microsoft.com/office/drawing/2014/main" id="{61B00481-6698-F24B-B5E9-368E05834FCF}"/>
              </a:ext>
            </a:extLst>
          </p:cNvPr>
          <p:cNvSpPr txBox="1"/>
          <p:nvPr/>
        </p:nvSpPr>
        <p:spPr>
          <a:xfrm>
            <a:off x="3944597" y="3394391"/>
            <a:ext cx="8492352" cy="3785652"/>
          </a:xfrm>
          <a:prstGeom prst="rect">
            <a:avLst/>
          </a:prstGeom>
          <a:noFill/>
        </p:spPr>
        <p:txBody>
          <a:bodyPr wrap="square" rtlCol="0">
            <a:spAutoFit/>
          </a:bodyPr>
          <a:lstStyle/>
          <a:p>
            <a:r>
              <a:rPr lang="en-US" sz="8000" b="1">
                <a:solidFill>
                  <a:schemeClr val="tx2"/>
                </a:solidFill>
                <a:latin typeface="Poppins" pitchFamily="2" charset="77"/>
                <a:ea typeface="Open Sans" panose="020B0606030504020204" pitchFamily="34" charset="0"/>
                <a:cs typeface="Poppins" pitchFamily="2" charset="77"/>
              </a:rPr>
              <a:t>Clean Interface &amp; Easy Navigation</a:t>
            </a:r>
            <a:endParaRPr sz="8000" b="1">
              <a:solidFill>
                <a:schemeClr val="tx2"/>
              </a:solidFill>
              <a:latin typeface="Poppins" pitchFamily="2" charset="77"/>
              <a:ea typeface="Open Sans" panose="020B0606030504020204" pitchFamily="34" charset="0"/>
              <a:cs typeface="Poppins" pitchFamily="2" charset="77"/>
            </a:endParaRPr>
          </a:p>
        </p:txBody>
      </p:sp>
      <p:sp>
        <p:nvSpPr>
          <p:cNvPr id="8" name="TextBox 7">
            <a:extLst>
              <a:ext uri="{FF2B5EF4-FFF2-40B4-BE49-F238E27FC236}">
                <a16:creationId xmlns:a16="http://schemas.microsoft.com/office/drawing/2014/main" id="{50649763-08AF-E049-A96D-D1E933EB5097}"/>
              </a:ext>
            </a:extLst>
          </p:cNvPr>
          <p:cNvSpPr txBox="1"/>
          <p:nvPr/>
        </p:nvSpPr>
        <p:spPr>
          <a:xfrm>
            <a:off x="3944597" y="8723843"/>
            <a:ext cx="4652959" cy="1695272"/>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Donec viverra</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Rounded Rectangle 8">
            <a:extLst>
              <a:ext uri="{FF2B5EF4-FFF2-40B4-BE49-F238E27FC236}">
                <a16:creationId xmlns:a16="http://schemas.microsoft.com/office/drawing/2014/main" id="{47E80B38-B4CD-E449-AB84-1703E2C0B4D1}"/>
              </a:ext>
            </a:extLst>
          </p:cNvPr>
          <p:cNvSpPr/>
          <p:nvPr/>
        </p:nvSpPr>
        <p:spPr>
          <a:xfrm rot="5400000">
            <a:off x="11116285" y="11470910"/>
            <a:ext cx="2146669" cy="1103983"/>
          </a:xfrm>
          <a:prstGeom prst="roundRect">
            <a:avLst>
              <a:gd name="adj" fmla="val 50000"/>
            </a:avLst>
          </a:prstGeom>
          <a:noFill/>
          <a:ln>
            <a:gradFill>
              <a:gsLst>
                <a:gs pos="0">
                  <a:schemeClr val="accent5"/>
                </a:gs>
                <a:gs pos="100000">
                  <a:schemeClr val="accent1"/>
                </a:gs>
              </a:gsLst>
              <a:lin ang="5400000" scaled="1"/>
            </a:gradFill>
          </a:ln>
          <a:effectLst>
            <a:outerShdw blurRad="457200" dist="38100" dir="8100000" sx="115000" sy="115000" algn="tr" rotWithShape="0">
              <a:schemeClr val="accent5">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A1F793A3-086B-274C-B04F-BF5F276B6955}"/>
              </a:ext>
            </a:extLst>
          </p:cNvPr>
          <p:cNvSpPr txBox="1"/>
          <p:nvPr/>
        </p:nvSpPr>
        <p:spPr>
          <a:xfrm>
            <a:off x="3944597" y="2957384"/>
            <a:ext cx="2457724" cy="369332"/>
          </a:xfrm>
          <a:prstGeom prst="rect">
            <a:avLst/>
          </a:prstGeom>
          <a:noFill/>
        </p:spPr>
        <p:txBody>
          <a:bodyPr wrap="none" rtlCol="0">
            <a:spAutoFit/>
          </a:bodyPr>
          <a:lstStyle/>
          <a:p>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SPECIAL SLIDES</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12" name="Group 11">
            <a:extLst>
              <a:ext uri="{FF2B5EF4-FFF2-40B4-BE49-F238E27FC236}">
                <a16:creationId xmlns:a16="http://schemas.microsoft.com/office/drawing/2014/main" id="{B3136E63-72C6-1243-9E79-2B98AAD5E274}"/>
              </a:ext>
            </a:extLst>
          </p:cNvPr>
          <p:cNvGrpSpPr/>
          <p:nvPr/>
        </p:nvGrpSpPr>
        <p:grpSpPr>
          <a:xfrm>
            <a:off x="11978759" y="11708532"/>
            <a:ext cx="421720" cy="842355"/>
            <a:chOff x="4920049" y="10671277"/>
            <a:chExt cx="421720" cy="842355"/>
          </a:xfrm>
        </p:grpSpPr>
        <p:sp>
          <p:nvSpPr>
            <p:cNvPr id="13" name="Graphic 47">
              <a:extLst>
                <a:ext uri="{FF2B5EF4-FFF2-40B4-BE49-F238E27FC236}">
                  <a16:creationId xmlns:a16="http://schemas.microsoft.com/office/drawing/2014/main" id="{3F8879D5-A378-8840-9281-529EF26418C3}"/>
                </a:ext>
              </a:extLst>
            </p:cNvPr>
            <p:cNvSpPr/>
            <p:nvPr/>
          </p:nvSpPr>
          <p:spPr>
            <a:xfrm>
              <a:off x="4920049" y="11302772"/>
              <a:ext cx="421720" cy="210860"/>
            </a:xfrm>
            <a:custGeom>
              <a:avLst/>
              <a:gdLst>
                <a:gd name="connsiteX0" fmla="*/ 0 w 421719"/>
                <a:gd name="connsiteY0" fmla="*/ 0 h 210859"/>
                <a:gd name="connsiteX1" fmla="*/ 210860 w 421719"/>
                <a:gd name="connsiteY1" fmla="*/ 210860 h 210859"/>
                <a:gd name="connsiteX2" fmla="*/ 421720 w 421719"/>
                <a:gd name="connsiteY2" fmla="*/ 0 h 210859"/>
              </a:gdLst>
              <a:ahLst/>
              <a:cxnLst>
                <a:cxn ang="0">
                  <a:pos x="connsiteX0" y="connsiteY0"/>
                </a:cxn>
                <a:cxn ang="0">
                  <a:pos x="connsiteX1" y="connsiteY1"/>
                </a:cxn>
                <a:cxn ang="0">
                  <a:pos x="connsiteX2" y="connsiteY2"/>
                </a:cxn>
              </a:cxnLst>
              <a:rect l="l" t="t" r="r" b="b"/>
              <a:pathLst>
                <a:path w="421719" h="210859">
                  <a:moveTo>
                    <a:pt x="0" y="0"/>
                  </a:moveTo>
                  <a:lnTo>
                    <a:pt x="210860" y="210860"/>
                  </a:lnTo>
                  <a:lnTo>
                    <a:pt x="421720" y="0"/>
                  </a:lnTo>
                </a:path>
              </a:pathLst>
            </a:custGeom>
            <a:noFill/>
            <a:ln w="38100" cap="rnd">
              <a:gradFill>
                <a:gsLst>
                  <a:gs pos="0">
                    <a:schemeClr val="accent5"/>
                  </a:gs>
                  <a:gs pos="100000">
                    <a:schemeClr val="accent2"/>
                  </a:gs>
                </a:gsLst>
                <a:lin ang="5400000" scaled="1"/>
              </a:gradFill>
              <a:prstDash val="solid"/>
              <a:round/>
            </a:ln>
          </p:spPr>
          <p:txBody>
            <a:bodyPr rtlCol="0" anchor="ctr"/>
            <a:lstStyle/>
            <a:p>
              <a:endParaRPr/>
            </a:p>
          </p:txBody>
        </p:sp>
        <p:cxnSp>
          <p:nvCxnSpPr>
            <p:cNvPr id="14" name="Straight Connector 13">
              <a:extLst>
                <a:ext uri="{FF2B5EF4-FFF2-40B4-BE49-F238E27FC236}">
                  <a16:creationId xmlns:a16="http://schemas.microsoft.com/office/drawing/2014/main" id="{1C52485C-B023-C348-94CE-05E50AAF2C9F}"/>
                </a:ext>
              </a:extLst>
            </p:cNvPr>
            <p:cNvCxnSpPr>
              <a:cxnSpLocks/>
            </p:cNvCxnSpPr>
            <p:nvPr/>
          </p:nvCxnSpPr>
          <p:spPr>
            <a:xfrm>
              <a:off x="5130909" y="10671277"/>
              <a:ext cx="0" cy="842355"/>
            </a:xfrm>
            <a:prstGeom prst="line">
              <a:avLst/>
            </a:prstGeom>
            <a:ln w="38100">
              <a:gradFill>
                <a:gsLst>
                  <a:gs pos="0">
                    <a:schemeClr val="accent5"/>
                  </a:gs>
                  <a:gs pos="100000">
                    <a:schemeClr val="accent2"/>
                  </a:gs>
                </a:gsLst>
                <a:lin ang="5400000" scaled="1"/>
              </a:gradFill>
            </a:ln>
          </p:spPr>
          <p:style>
            <a:lnRef idx="1">
              <a:schemeClr val="accent1"/>
            </a:lnRef>
            <a:fillRef idx="0">
              <a:schemeClr val="accent1"/>
            </a:fillRef>
            <a:effectRef idx="0">
              <a:schemeClr val="accent1"/>
            </a:effectRef>
            <a:fontRef idx="minor">
              <a:schemeClr val="tx1"/>
            </a:fontRef>
          </p:style>
        </p:cxnSp>
      </p:grpSp>
      <p:sp>
        <p:nvSpPr>
          <p:cNvPr id="16" name="Rounded Rectangle 15">
            <a:extLst>
              <a:ext uri="{FF2B5EF4-FFF2-40B4-BE49-F238E27FC236}">
                <a16:creationId xmlns:a16="http://schemas.microsoft.com/office/drawing/2014/main" id="{BE70612C-CDD8-8646-B6C5-4DFC63349900}"/>
              </a:ext>
            </a:extLst>
          </p:cNvPr>
          <p:cNvSpPr/>
          <p:nvPr/>
        </p:nvSpPr>
        <p:spPr>
          <a:xfrm>
            <a:off x="16806747" y="3992291"/>
            <a:ext cx="5196468" cy="936547"/>
          </a:xfrm>
          <a:prstGeom prst="roundRect">
            <a:avLst>
              <a:gd name="adj" fmla="val 18353"/>
            </a:avLst>
          </a:prstGeom>
          <a:solidFill>
            <a:schemeClr val="bg1">
              <a:alpha val="95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4F72B2D7-CC9E-354B-A305-47EB619FB8D5}"/>
              </a:ext>
            </a:extLst>
          </p:cNvPr>
          <p:cNvSpPr txBox="1"/>
          <p:nvPr/>
        </p:nvSpPr>
        <p:spPr>
          <a:xfrm>
            <a:off x="17838901" y="4275898"/>
            <a:ext cx="1306768" cy="369332"/>
          </a:xfrm>
          <a:prstGeom prst="rect">
            <a:avLst/>
          </a:prstGeom>
          <a:noFill/>
        </p:spPr>
        <p:txBody>
          <a:bodyPr wrap="none" rtlCol="0">
            <a:spAutoFit/>
          </a:bodyPr>
          <a:lstStyle/>
          <a:p>
            <a:r>
              <a:rPr lang="en-US" b="1" spc="300">
                <a:solidFill>
                  <a:schemeClr val="bg1">
                    <a:lumMod val="85000"/>
                  </a:schemeClr>
                </a:solidFill>
                <a:latin typeface="Open Sans" panose="020B0606030504020204" pitchFamily="34" charset="0"/>
                <a:ea typeface="Open Sans" panose="020B0606030504020204" pitchFamily="34" charset="0"/>
                <a:cs typeface="Open Sans" panose="020B0606030504020204" pitchFamily="34" charset="0"/>
              </a:rPr>
              <a:t>SEARCH</a:t>
            </a:r>
            <a:endParaRPr b="1" spc="300">
              <a:solidFill>
                <a:schemeClr val="bg1">
                  <a:lumMod val="8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Graphic 18">
            <a:extLst>
              <a:ext uri="{FF2B5EF4-FFF2-40B4-BE49-F238E27FC236}">
                <a16:creationId xmlns:a16="http://schemas.microsoft.com/office/drawing/2014/main" id="{2AAA189A-52A4-2342-8D7D-431A503E9FF3}"/>
              </a:ext>
            </a:extLst>
          </p:cNvPr>
          <p:cNvSpPr/>
          <p:nvPr/>
        </p:nvSpPr>
        <p:spPr>
          <a:xfrm>
            <a:off x="17296881" y="4272380"/>
            <a:ext cx="376465" cy="376368"/>
          </a:xfrm>
          <a:custGeom>
            <a:avLst/>
            <a:gdLst>
              <a:gd name="connsiteX0" fmla="*/ 221004 w 224488"/>
              <a:gd name="connsiteY0" fmla="*/ 204163 h 224430"/>
              <a:gd name="connsiteX1" fmla="*/ 158815 w 224488"/>
              <a:gd name="connsiteY1" fmla="*/ 141975 h 224430"/>
              <a:gd name="connsiteX2" fmla="*/ 141975 w 224488"/>
              <a:gd name="connsiteY2" fmla="*/ 18055 h 224430"/>
              <a:gd name="connsiteX3" fmla="*/ 18055 w 224488"/>
              <a:gd name="connsiteY3" fmla="*/ 34895 h 224430"/>
              <a:gd name="connsiteX4" fmla="*/ 34895 w 224488"/>
              <a:gd name="connsiteY4" fmla="*/ 158815 h 224430"/>
              <a:gd name="connsiteX5" fmla="*/ 141975 w 224488"/>
              <a:gd name="connsiteY5" fmla="*/ 158815 h 224430"/>
              <a:gd name="connsiteX6" fmla="*/ 204163 w 224488"/>
              <a:gd name="connsiteY6" fmla="*/ 221004 h 224430"/>
              <a:gd name="connsiteX7" fmla="*/ 221004 w 224488"/>
              <a:gd name="connsiteY7" fmla="*/ 221004 h 224430"/>
              <a:gd name="connsiteX8" fmla="*/ 221004 w 224488"/>
              <a:gd name="connsiteY8" fmla="*/ 204163 h 224430"/>
              <a:gd name="connsiteX9" fmla="*/ 24465 w 224488"/>
              <a:gd name="connsiteY9" fmla="*/ 88730 h 224430"/>
              <a:gd name="connsiteX10" fmla="*/ 88759 w 224488"/>
              <a:gd name="connsiteY10" fmla="*/ 24436 h 224430"/>
              <a:gd name="connsiteX11" fmla="*/ 153052 w 224488"/>
              <a:gd name="connsiteY11" fmla="*/ 88730 h 224430"/>
              <a:gd name="connsiteX12" fmla="*/ 88759 w 224488"/>
              <a:gd name="connsiteY12" fmla="*/ 153024 h 224430"/>
              <a:gd name="connsiteX13" fmla="*/ 24465 w 224488"/>
              <a:gd name="connsiteY13" fmla="*/ 88730 h 224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488" h="224430">
                <a:moveTo>
                  <a:pt x="221004" y="204163"/>
                </a:moveTo>
                <a:lnTo>
                  <a:pt x="158815" y="141975"/>
                </a:lnTo>
                <a:cubicBezTo>
                  <a:pt x="188384" y="103105"/>
                  <a:pt x="180845" y="47624"/>
                  <a:pt x="141975" y="18055"/>
                </a:cubicBezTo>
                <a:cubicBezTo>
                  <a:pt x="103105" y="-11515"/>
                  <a:pt x="47624" y="-3975"/>
                  <a:pt x="18055" y="34895"/>
                </a:cubicBezTo>
                <a:cubicBezTo>
                  <a:pt x="-11515" y="73765"/>
                  <a:pt x="-3975" y="129246"/>
                  <a:pt x="34895" y="158815"/>
                </a:cubicBezTo>
                <a:cubicBezTo>
                  <a:pt x="66531" y="182882"/>
                  <a:pt x="110338" y="182882"/>
                  <a:pt x="141975" y="158815"/>
                </a:cubicBezTo>
                <a:lnTo>
                  <a:pt x="204163" y="221004"/>
                </a:lnTo>
                <a:cubicBezTo>
                  <a:pt x="208847" y="225572"/>
                  <a:pt x="216320" y="225572"/>
                  <a:pt x="221004" y="221004"/>
                </a:cubicBezTo>
                <a:cubicBezTo>
                  <a:pt x="225650" y="216352"/>
                  <a:pt x="225650" y="208816"/>
                  <a:pt x="221004" y="204163"/>
                </a:cubicBezTo>
                <a:close/>
                <a:moveTo>
                  <a:pt x="24465" y="88730"/>
                </a:moveTo>
                <a:cubicBezTo>
                  <a:pt x="24465" y="53222"/>
                  <a:pt x="53250" y="24436"/>
                  <a:pt x="88759" y="24436"/>
                </a:cubicBezTo>
                <a:cubicBezTo>
                  <a:pt x="124267" y="24436"/>
                  <a:pt x="153052" y="53222"/>
                  <a:pt x="153052" y="88730"/>
                </a:cubicBezTo>
                <a:cubicBezTo>
                  <a:pt x="153052" y="124238"/>
                  <a:pt x="124267" y="153024"/>
                  <a:pt x="88759" y="153024"/>
                </a:cubicBezTo>
                <a:cubicBezTo>
                  <a:pt x="53268" y="152982"/>
                  <a:pt x="24507" y="124221"/>
                  <a:pt x="24465" y="88730"/>
                </a:cubicBezTo>
                <a:close/>
              </a:path>
            </a:pathLst>
          </a:custGeom>
          <a:solidFill>
            <a:schemeClr val="bg2">
              <a:lumMod val="75000"/>
            </a:schemeClr>
          </a:solidFill>
          <a:ln w="9525" cap="flat">
            <a:noFill/>
            <a:prstDash val="solid"/>
            <a:miter/>
          </a:ln>
        </p:spPr>
        <p:txBody>
          <a:bodyPr rtlCol="0" anchor="ctr"/>
          <a:lstStyle/>
          <a:p>
            <a:endParaRPr/>
          </a:p>
        </p:txBody>
      </p:sp>
      <p:sp>
        <p:nvSpPr>
          <p:cNvPr id="25" name="Freeform 24">
            <a:extLst>
              <a:ext uri="{FF2B5EF4-FFF2-40B4-BE49-F238E27FC236}">
                <a16:creationId xmlns:a16="http://schemas.microsoft.com/office/drawing/2014/main" id="{61267B55-8053-0941-968E-7F63D3EA96C0}"/>
              </a:ext>
            </a:extLst>
          </p:cNvPr>
          <p:cNvSpPr/>
          <p:nvPr/>
        </p:nvSpPr>
        <p:spPr>
          <a:xfrm>
            <a:off x="22354238" y="4157665"/>
            <a:ext cx="666575" cy="605798"/>
          </a:xfrm>
          <a:custGeom>
            <a:avLst/>
            <a:gdLst>
              <a:gd name="connsiteX0" fmla="*/ 356076 w 712173"/>
              <a:gd name="connsiteY0" fmla="*/ 647239 h 647238"/>
              <a:gd name="connsiteX1" fmla="*/ 52588 w 712173"/>
              <a:gd name="connsiteY1" fmla="*/ 318256 h 647238"/>
              <a:gd name="connsiteX2" fmla="*/ 18951 w 712173"/>
              <a:gd name="connsiteY2" fmla="*/ 103086 h 647238"/>
              <a:gd name="connsiteX3" fmla="*/ 18951 w 712173"/>
              <a:gd name="connsiteY3" fmla="*/ 103086 h 647238"/>
              <a:gd name="connsiteX4" fmla="*/ 252099 w 712173"/>
              <a:gd name="connsiteY4" fmla="*/ 15882 h 647238"/>
              <a:gd name="connsiteX5" fmla="*/ 306511 w 712173"/>
              <a:gd name="connsiteY5" fmla="*/ 54589 h 647238"/>
              <a:gd name="connsiteX6" fmla="*/ 356076 w 712173"/>
              <a:gd name="connsiteY6" fmla="*/ 106067 h 647238"/>
              <a:gd name="connsiteX7" fmla="*/ 405642 w 712173"/>
              <a:gd name="connsiteY7" fmla="*/ 54589 h 647238"/>
              <a:gd name="connsiteX8" fmla="*/ 654496 w 712173"/>
              <a:gd name="connsiteY8" fmla="*/ 48737 h 647238"/>
              <a:gd name="connsiteX9" fmla="*/ 693157 w 712173"/>
              <a:gd name="connsiteY9" fmla="*/ 103086 h 647238"/>
              <a:gd name="connsiteX10" fmla="*/ 693157 w 712173"/>
              <a:gd name="connsiteY10" fmla="*/ 103086 h 647238"/>
              <a:gd name="connsiteX11" fmla="*/ 659520 w 712173"/>
              <a:gd name="connsiteY11" fmla="*/ 318434 h 64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2173" h="647238">
                <a:moveTo>
                  <a:pt x="356076" y="647239"/>
                </a:moveTo>
                <a:lnTo>
                  <a:pt x="52588" y="318256"/>
                </a:lnTo>
                <a:cubicBezTo>
                  <a:pt x="-2155" y="260445"/>
                  <a:pt x="-15536" y="174846"/>
                  <a:pt x="18951" y="103086"/>
                </a:cubicBezTo>
                <a:lnTo>
                  <a:pt x="18951" y="103086"/>
                </a:lnTo>
                <a:cubicBezTo>
                  <a:pt x="59252" y="14623"/>
                  <a:pt x="163636" y="-24419"/>
                  <a:pt x="252099" y="15882"/>
                </a:cubicBezTo>
                <a:cubicBezTo>
                  <a:pt x="272540" y="25194"/>
                  <a:pt x="291009" y="38333"/>
                  <a:pt x="306511" y="54589"/>
                </a:cubicBezTo>
                <a:lnTo>
                  <a:pt x="356076" y="106067"/>
                </a:lnTo>
                <a:lnTo>
                  <a:pt x="405642" y="54589"/>
                </a:lnTo>
                <a:cubicBezTo>
                  <a:pt x="472745" y="-15747"/>
                  <a:pt x="584161" y="-18367"/>
                  <a:pt x="654496" y="48737"/>
                </a:cubicBezTo>
                <a:cubicBezTo>
                  <a:pt x="670729" y="64224"/>
                  <a:pt x="683852" y="82671"/>
                  <a:pt x="693157" y="103086"/>
                </a:cubicBezTo>
                <a:lnTo>
                  <a:pt x="693157" y="103086"/>
                </a:lnTo>
                <a:cubicBezTo>
                  <a:pt x="727740" y="174891"/>
                  <a:pt x="714353" y="260596"/>
                  <a:pt x="659520" y="318434"/>
                </a:cubicBezTo>
                <a:close/>
              </a:path>
            </a:pathLst>
          </a:custGeom>
          <a:noFill/>
          <a:ln w="38100" cap="rnd">
            <a:solidFill>
              <a:schemeClr val="bg1"/>
            </a:solidFill>
            <a:prstDash val="solid"/>
            <a:round/>
          </a:ln>
        </p:spPr>
        <p:txBody>
          <a:bodyPr rtlCol="0" anchor="ctr"/>
          <a:lstStyle/>
          <a:p>
            <a:endParaRPr/>
          </a:p>
        </p:txBody>
      </p:sp>
      <p:sp>
        <p:nvSpPr>
          <p:cNvPr id="28" name="TextBox 27">
            <a:extLst>
              <a:ext uri="{FF2B5EF4-FFF2-40B4-BE49-F238E27FC236}">
                <a16:creationId xmlns:a16="http://schemas.microsoft.com/office/drawing/2014/main" id="{36C339C9-AA69-B04E-AC5F-0F5A36AA016F}"/>
              </a:ext>
            </a:extLst>
          </p:cNvPr>
          <p:cNvSpPr txBox="1"/>
          <p:nvPr/>
        </p:nvSpPr>
        <p:spPr>
          <a:xfrm>
            <a:off x="17278598" y="5929879"/>
            <a:ext cx="5718928" cy="1569660"/>
          </a:xfrm>
          <a:prstGeom prst="rect">
            <a:avLst/>
          </a:prstGeom>
          <a:noFill/>
        </p:spPr>
        <p:txBody>
          <a:bodyPr wrap="square" rtlCol="0">
            <a:spAutoFit/>
          </a:bodyPr>
          <a:lstStyle/>
          <a:p>
            <a:pPr algn="r"/>
            <a:r>
              <a:rPr lang="en-US" sz="9600" b="1">
                <a:solidFill>
                  <a:schemeClr val="bg1"/>
                </a:solidFill>
                <a:latin typeface="Poppins" pitchFamily="2" charset="77"/>
                <a:ea typeface="Open Sans" panose="020B0606030504020204" pitchFamily="34" charset="0"/>
                <a:cs typeface="Poppins" pitchFamily="2" charset="77"/>
              </a:rPr>
              <a:t>$23.000</a:t>
            </a:r>
            <a:endParaRPr sz="9600" b="1">
              <a:solidFill>
                <a:schemeClr val="bg1"/>
              </a:solidFill>
              <a:latin typeface="Poppins" pitchFamily="2" charset="77"/>
              <a:ea typeface="Open Sans" panose="020B0606030504020204" pitchFamily="34" charset="0"/>
              <a:cs typeface="Poppins" pitchFamily="2" charset="77"/>
            </a:endParaRPr>
          </a:p>
        </p:txBody>
      </p:sp>
      <p:sp>
        <p:nvSpPr>
          <p:cNvPr id="29" name="TextBox 28">
            <a:extLst>
              <a:ext uri="{FF2B5EF4-FFF2-40B4-BE49-F238E27FC236}">
                <a16:creationId xmlns:a16="http://schemas.microsoft.com/office/drawing/2014/main" id="{ACE040A3-33A7-054E-93F2-DB7B4371ED30}"/>
              </a:ext>
            </a:extLst>
          </p:cNvPr>
          <p:cNvSpPr txBox="1"/>
          <p:nvPr/>
        </p:nvSpPr>
        <p:spPr>
          <a:xfrm>
            <a:off x="20568655" y="5560547"/>
            <a:ext cx="2428870" cy="369332"/>
          </a:xfrm>
          <a:prstGeom prst="rect">
            <a:avLst/>
          </a:prstGeom>
          <a:noFill/>
        </p:spPr>
        <p:txBody>
          <a:bodyPr wrap="none" rtlCol="0">
            <a:spAutoFit/>
          </a:bodyPr>
          <a:lstStyle/>
          <a:p>
            <a:pPr algn="r"/>
            <a:r>
              <a:rPr lang="en-US" b="1" spc="300">
                <a:solidFill>
                  <a:schemeClr val="accent1">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YOUR BALANCE</a:t>
            </a:r>
            <a:endParaRPr b="1" spc="300">
              <a:solidFill>
                <a:schemeClr val="accent1">
                  <a:lumMod val="20000"/>
                  <a:lumOff val="8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6" name="TextBox 35">
            <a:extLst>
              <a:ext uri="{FF2B5EF4-FFF2-40B4-BE49-F238E27FC236}">
                <a16:creationId xmlns:a16="http://schemas.microsoft.com/office/drawing/2014/main" id="{23286C1C-14F3-FF41-848A-CD0CDDF43A73}"/>
              </a:ext>
            </a:extLst>
          </p:cNvPr>
          <p:cNvSpPr txBox="1"/>
          <p:nvPr/>
        </p:nvSpPr>
        <p:spPr>
          <a:xfrm>
            <a:off x="16013876" y="8750031"/>
            <a:ext cx="1359668" cy="369332"/>
          </a:xfrm>
          <a:prstGeom prst="rect">
            <a:avLst/>
          </a:prstGeom>
          <a:noFill/>
        </p:spPr>
        <p:txBody>
          <a:bodyPr wrap="none" rtlCol="0">
            <a:spAutoFit/>
          </a:bodyPr>
          <a:lstStyle/>
          <a:p>
            <a:pPr algn="ctr"/>
            <a:r>
              <a:rPr lang="en-US" b="1" spc="300">
                <a:solidFill>
                  <a:schemeClr val="accent1">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INCOME</a:t>
            </a:r>
            <a:endParaRPr b="1" spc="300">
              <a:solidFill>
                <a:schemeClr val="accent1">
                  <a:lumMod val="20000"/>
                  <a:lumOff val="8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7" name="TextBox 36">
            <a:extLst>
              <a:ext uri="{FF2B5EF4-FFF2-40B4-BE49-F238E27FC236}">
                <a16:creationId xmlns:a16="http://schemas.microsoft.com/office/drawing/2014/main" id="{82A0E7A3-2596-DF45-876D-D67E2A6C838C}"/>
              </a:ext>
            </a:extLst>
          </p:cNvPr>
          <p:cNvSpPr txBox="1"/>
          <p:nvPr/>
        </p:nvSpPr>
        <p:spPr>
          <a:xfrm>
            <a:off x="18467777" y="8750031"/>
            <a:ext cx="1620958" cy="369332"/>
          </a:xfrm>
          <a:prstGeom prst="rect">
            <a:avLst/>
          </a:prstGeom>
          <a:noFill/>
        </p:spPr>
        <p:txBody>
          <a:bodyPr wrap="none" rtlCol="0">
            <a:spAutoFit/>
          </a:bodyPr>
          <a:lstStyle/>
          <a:p>
            <a:pPr algn="ctr"/>
            <a:r>
              <a:rPr lang="en-US" b="1" spc="300">
                <a:solidFill>
                  <a:schemeClr val="accent1">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EXPENSES</a:t>
            </a:r>
            <a:endParaRPr b="1" spc="300">
              <a:solidFill>
                <a:schemeClr val="accent1">
                  <a:lumMod val="20000"/>
                  <a:lumOff val="8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8" name="TextBox 37">
            <a:extLst>
              <a:ext uri="{FF2B5EF4-FFF2-40B4-BE49-F238E27FC236}">
                <a16:creationId xmlns:a16="http://schemas.microsoft.com/office/drawing/2014/main" id="{C95E80A7-BF7A-454B-B2C7-8130C96AB6D3}"/>
              </a:ext>
            </a:extLst>
          </p:cNvPr>
          <p:cNvSpPr txBox="1"/>
          <p:nvPr/>
        </p:nvSpPr>
        <p:spPr>
          <a:xfrm>
            <a:off x="21084985" y="8750031"/>
            <a:ext cx="1447832" cy="369332"/>
          </a:xfrm>
          <a:prstGeom prst="rect">
            <a:avLst/>
          </a:prstGeom>
          <a:noFill/>
        </p:spPr>
        <p:txBody>
          <a:bodyPr wrap="none" rtlCol="0">
            <a:spAutoFit/>
          </a:bodyPr>
          <a:lstStyle/>
          <a:p>
            <a:pPr algn="ctr"/>
            <a:r>
              <a:rPr lang="en-US" b="1" spc="300">
                <a:solidFill>
                  <a:schemeClr val="accent1">
                    <a:lumMod val="20000"/>
                    <a:lumOff val="80000"/>
                  </a:schemeClr>
                </a:solidFill>
                <a:latin typeface="Open Sans" panose="020B0606030504020204" pitchFamily="34" charset="0"/>
                <a:ea typeface="Open Sans" panose="020B0606030504020204" pitchFamily="34" charset="0"/>
                <a:cs typeface="Open Sans" panose="020B0606030504020204" pitchFamily="34" charset="0"/>
              </a:rPr>
              <a:t>HISTORY</a:t>
            </a:r>
            <a:endParaRPr b="1" spc="300">
              <a:solidFill>
                <a:schemeClr val="accent1">
                  <a:lumMod val="20000"/>
                  <a:lumOff val="8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Rounded Rectangle 5">
            <a:extLst>
              <a:ext uri="{FF2B5EF4-FFF2-40B4-BE49-F238E27FC236}">
                <a16:creationId xmlns:a16="http://schemas.microsoft.com/office/drawing/2014/main" id="{277F4B5E-F22A-304C-849B-2ECA0EF794D4}"/>
              </a:ext>
            </a:extLst>
          </p:cNvPr>
          <p:cNvSpPr/>
          <p:nvPr/>
        </p:nvSpPr>
        <p:spPr>
          <a:xfrm>
            <a:off x="12576757" y="8466351"/>
            <a:ext cx="5573603" cy="2043440"/>
          </a:xfrm>
          <a:prstGeom prst="roundRect">
            <a:avLst>
              <a:gd name="adj" fmla="val 18353"/>
            </a:avLst>
          </a:prstGeom>
          <a:solidFill>
            <a:schemeClr val="bg1">
              <a:alpha val="95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41" name="Graphic 39">
            <a:extLst>
              <a:ext uri="{FF2B5EF4-FFF2-40B4-BE49-F238E27FC236}">
                <a16:creationId xmlns:a16="http://schemas.microsoft.com/office/drawing/2014/main" id="{0E5B188E-A7F0-5E4A-A120-1B61DA0216D1}"/>
              </a:ext>
            </a:extLst>
          </p:cNvPr>
          <p:cNvGrpSpPr/>
          <p:nvPr/>
        </p:nvGrpSpPr>
        <p:grpSpPr>
          <a:xfrm rot="16200000">
            <a:off x="16379626" y="8034484"/>
            <a:ext cx="628169" cy="628169"/>
            <a:chOff x="16436673" y="8040706"/>
            <a:chExt cx="504018" cy="504018"/>
          </a:xfrm>
        </p:grpSpPr>
        <p:sp>
          <p:nvSpPr>
            <p:cNvPr id="42" name="Freeform 41">
              <a:extLst>
                <a:ext uri="{FF2B5EF4-FFF2-40B4-BE49-F238E27FC236}">
                  <a16:creationId xmlns:a16="http://schemas.microsoft.com/office/drawing/2014/main" id="{6F65582A-921C-4346-88C1-2D6136E1C1FB}"/>
                </a:ext>
              </a:extLst>
            </p:cNvPr>
            <p:cNvSpPr/>
            <p:nvPr/>
          </p:nvSpPr>
          <p:spPr>
            <a:xfrm>
              <a:off x="16447174" y="8051144"/>
              <a:ext cx="463821" cy="483141"/>
            </a:xfrm>
            <a:custGeom>
              <a:avLst/>
              <a:gdLst>
                <a:gd name="connsiteX0" fmla="*/ 463822 w 463821"/>
                <a:gd name="connsiteY0" fmla="*/ 147068 h 483141"/>
                <a:gd name="connsiteX1" fmla="*/ 147068 w 463821"/>
                <a:gd name="connsiteY1" fmla="*/ 19320 h 483141"/>
                <a:gd name="connsiteX2" fmla="*/ 19320 w 463821"/>
                <a:gd name="connsiteY2" fmla="*/ 336074 h 483141"/>
                <a:gd name="connsiteX3" fmla="*/ 336074 w 463821"/>
                <a:gd name="connsiteY3" fmla="*/ 463822 h 483141"/>
                <a:gd name="connsiteX4" fmla="*/ 463822 w 463821"/>
                <a:gd name="connsiteY4" fmla="*/ 336074 h 483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3821" h="483141">
                  <a:moveTo>
                    <a:pt x="463822" y="147068"/>
                  </a:moveTo>
                  <a:cubicBezTo>
                    <a:pt x="411629" y="24322"/>
                    <a:pt x="269813" y="-32873"/>
                    <a:pt x="147068" y="19320"/>
                  </a:cubicBezTo>
                  <a:cubicBezTo>
                    <a:pt x="24322" y="71513"/>
                    <a:pt x="-32873" y="213328"/>
                    <a:pt x="19320" y="336074"/>
                  </a:cubicBezTo>
                  <a:cubicBezTo>
                    <a:pt x="71513" y="458820"/>
                    <a:pt x="213328" y="516015"/>
                    <a:pt x="336074" y="463822"/>
                  </a:cubicBezTo>
                  <a:cubicBezTo>
                    <a:pt x="393580" y="439370"/>
                    <a:pt x="439370" y="393580"/>
                    <a:pt x="463822" y="336074"/>
                  </a:cubicBezTo>
                </a:path>
              </a:pathLst>
            </a:custGeom>
            <a:noFill/>
            <a:ln w="38100" cap="rnd">
              <a:solidFill>
                <a:schemeClr val="bg2"/>
              </a:solidFill>
              <a:prstDash val="solid"/>
              <a:round/>
            </a:ln>
          </p:spPr>
          <p:txBody>
            <a:bodyPr rtlCol="0" anchor="ctr"/>
            <a:lstStyle/>
            <a:p>
              <a:endParaRPr/>
            </a:p>
          </p:txBody>
        </p:sp>
        <p:sp>
          <p:nvSpPr>
            <p:cNvPr id="43" name="Freeform 42">
              <a:extLst>
                <a:ext uri="{FF2B5EF4-FFF2-40B4-BE49-F238E27FC236}">
                  <a16:creationId xmlns:a16="http://schemas.microsoft.com/office/drawing/2014/main" id="{DCDE0001-C25B-3944-A415-AB4C992BB612}"/>
                </a:ext>
              </a:extLst>
            </p:cNvPr>
            <p:cNvSpPr/>
            <p:nvPr/>
          </p:nvSpPr>
          <p:spPr>
            <a:xfrm>
              <a:off x="16594178" y="8208712"/>
              <a:ext cx="84003" cy="168006"/>
            </a:xfrm>
            <a:custGeom>
              <a:avLst/>
              <a:gdLst>
                <a:gd name="connsiteX0" fmla="*/ 84003 w 84003"/>
                <a:gd name="connsiteY0" fmla="*/ 0 h 168006"/>
                <a:gd name="connsiteX1" fmla="*/ 0 w 84003"/>
                <a:gd name="connsiteY1" fmla="*/ 84003 h 168006"/>
                <a:gd name="connsiteX2" fmla="*/ 84003 w 84003"/>
                <a:gd name="connsiteY2" fmla="*/ 168006 h 168006"/>
              </a:gdLst>
              <a:ahLst/>
              <a:cxnLst>
                <a:cxn ang="0">
                  <a:pos x="connsiteX0" y="connsiteY0"/>
                </a:cxn>
                <a:cxn ang="0">
                  <a:pos x="connsiteX1" y="connsiteY1"/>
                </a:cxn>
                <a:cxn ang="0">
                  <a:pos x="connsiteX2" y="connsiteY2"/>
                </a:cxn>
              </a:cxnLst>
              <a:rect l="l" t="t" r="r" b="b"/>
              <a:pathLst>
                <a:path w="84003" h="168006">
                  <a:moveTo>
                    <a:pt x="84003" y="0"/>
                  </a:moveTo>
                  <a:lnTo>
                    <a:pt x="0" y="84003"/>
                  </a:lnTo>
                  <a:lnTo>
                    <a:pt x="84003" y="168006"/>
                  </a:lnTo>
                </a:path>
              </a:pathLst>
            </a:custGeom>
            <a:noFill/>
            <a:ln w="38100" cap="rnd">
              <a:solidFill>
                <a:schemeClr val="bg2"/>
              </a:solidFill>
              <a:prstDash val="solid"/>
              <a:round/>
            </a:ln>
          </p:spPr>
          <p:txBody>
            <a:bodyPr rtlCol="0" anchor="ctr"/>
            <a:lstStyle/>
            <a:p>
              <a:endParaRPr/>
            </a:p>
          </p:txBody>
        </p:sp>
        <p:sp>
          <p:nvSpPr>
            <p:cNvPr id="44" name="Freeform 43">
              <a:extLst>
                <a:ext uri="{FF2B5EF4-FFF2-40B4-BE49-F238E27FC236}">
                  <a16:creationId xmlns:a16="http://schemas.microsoft.com/office/drawing/2014/main" id="{B3555028-1F38-9C48-BCB8-807E40DA336E}"/>
                </a:ext>
              </a:extLst>
            </p:cNvPr>
            <p:cNvSpPr/>
            <p:nvPr/>
          </p:nvSpPr>
          <p:spPr>
            <a:xfrm>
              <a:off x="16594178" y="8292715"/>
              <a:ext cx="336012" cy="21000"/>
            </a:xfrm>
            <a:custGeom>
              <a:avLst/>
              <a:gdLst>
                <a:gd name="connsiteX0" fmla="*/ 0 w 336012"/>
                <a:gd name="connsiteY0" fmla="*/ 0 h 21000"/>
                <a:gd name="connsiteX1" fmla="*/ 336012 w 336012"/>
                <a:gd name="connsiteY1" fmla="*/ 0 h 21000"/>
              </a:gdLst>
              <a:ahLst/>
              <a:cxnLst>
                <a:cxn ang="0">
                  <a:pos x="connsiteX0" y="connsiteY0"/>
                </a:cxn>
                <a:cxn ang="0">
                  <a:pos x="connsiteX1" y="connsiteY1"/>
                </a:cxn>
              </a:cxnLst>
              <a:rect l="l" t="t" r="r" b="b"/>
              <a:pathLst>
                <a:path w="336012" h="21000">
                  <a:moveTo>
                    <a:pt x="0" y="0"/>
                  </a:moveTo>
                  <a:lnTo>
                    <a:pt x="336012" y="0"/>
                  </a:lnTo>
                </a:path>
              </a:pathLst>
            </a:custGeom>
            <a:ln w="38100" cap="rnd">
              <a:solidFill>
                <a:schemeClr val="bg2"/>
              </a:solidFill>
              <a:prstDash val="solid"/>
              <a:round/>
            </a:ln>
          </p:spPr>
          <p:txBody>
            <a:bodyPr rtlCol="0" anchor="ctr"/>
            <a:lstStyle/>
            <a:p>
              <a:endParaRPr/>
            </a:p>
          </p:txBody>
        </p:sp>
      </p:grpSp>
      <p:grpSp>
        <p:nvGrpSpPr>
          <p:cNvPr id="45" name="Graphic 39">
            <a:extLst>
              <a:ext uri="{FF2B5EF4-FFF2-40B4-BE49-F238E27FC236}">
                <a16:creationId xmlns:a16="http://schemas.microsoft.com/office/drawing/2014/main" id="{AECB05B7-6DB7-0C46-BB2F-77D9CA6145AF}"/>
              </a:ext>
            </a:extLst>
          </p:cNvPr>
          <p:cNvGrpSpPr/>
          <p:nvPr/>
        </p:nvGrpSpPr>
        <p:grpSpPr>
          <a:xfrm rot="5400000" flipV="1">
            <a:off x="18964172" y="8034484"/>
            <a:ext cx="628169" cy="628169"/>
            <a:chOff x="16436673" y="8040706"/>
            <a:chExt cx="504018" cy="504018"/>
          </a:xfrm>
        </p:grpSpPr>
        <p:sp>
          <p:nvSpPr>
            <p:cNvPr id="46" name="Freeform 45">
              <a:extLst>
                <a:ext uri="{FF2B5EF4-FFF2-40B4-BE49-F238E27FC236}">
                  <a16:creationId xmlns:a16="http://schemas.microsoft.com/office/drawing/2014/main" id="{55D46287-93FF-2847-A7F8-AC71EC008685}"/>
                </a:ext>
              </a:extLst>
            </p:cNvPr>
            <p:cNvSpPr/>
            <p:nvPr/>
          </p:nvSpPr>
          <p:spPr>
            <a:xfrm>
              <a:off x="16447174" y="8051144"/>
              <a:ext cx="463821" cy="483141"/>
            </a:xfrm>
            <a:custGeom>
              <a:avLst/>
              <a:gdLst>
                <a:gd name="connsiteX0" fmla="*/ 463822 w 463821"/>
                <a:gd name="connsiteY0" fmla="*/ 147068 h 483141"/>
                <a:gd name="connsiteX1" fmla="*/ 147068 w 463821"/>
                <a:gd name="connsiteY1" fmla="*/ 19320 h 483141"/>
                <a:gd name="connsiteX2" fmla="*/ 19320 w 463821"/>
                <a:gd name="connsiteY2" fmla="*/ 336074 h 483141"/>
                <a:gd name="connsiteX3" fmla="*/ 336074 w 463821"/>
                <a:gd name="connsiteY3" fmla="*/ 463822 h 483141"/>
                <a:gd name="connsiteX4" fmla="*/ 463822 w 463821"/>
                <a:gd name="connsiteY4" fmla="*/ 336074 h 483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3821" h="483141">
                  <a:moveTo>
                    <a:pt x="463822" y="147068"/>
                  </a:moveTo>
                  <a:cubicBezTo>
                    <a:pt x="411629" y="24322"/>
                    <a:pt x="269813" y="-32873"/>
                    <a:pt x="147068" y="19320"/>
                  </a:cubicBezTo>
                  <a:cubicBezTo>
                    <a:pt x="24322" y="71513"/>
                    <a:pt x="-32873" y="213328"/>
                    <a:pt x="19320" y="336074"/>
                  </a:cubicBezTo>
                  <a:cubicBezTo>
                    <a:pt x="71513" y="458820"/>
                    <a:pt x="213328" y="516015"/>
                    <a:pt x="336074" y="463822"/>
                  </a:cubicBezTo>
                  <a:cubicBezTo>
                    <a:pt x="393580" y="439370"/>
                    <a:pt x="439370" y="393580"/>
                    <a:pt x="463822" y="336074"/>
                  </a:cubicBezTo>
                </a:path>
              </a:pathLst>
            </a:custGeom>
            <a:noFill/>
            <a:ln w="38100" cap="rnd">
              <a:solidFill>
                <a:schemeClr val="bg2"/>
              </a:solidFill>
              <a:prstDash val="solid"/>
              <a:round/>
            </a:ln>
          </p:spPr>
          <p:txBody>
            <a:bodyPr rtlCol="0" anchor="ctr"/>
            <a:lstStyle/>
            <a:p>
              <a:endParaRPr/>
            </a:p>
          </p:txBody>
        </p:sp>
        <p:sp>
          <p:nvSpPr>
            <p:cNvPr id="47" name="Freeform 46">
              <a:extLst>
                <a:ext uri="{FF2B5EF4-FFF2-40B4-BE49-F238E27FC236}">
                  <a16:creationId xmlns:a16="http://schemas.microsoft.com/office/drawing/2014/main" id="{BFD7CFC8-A477-3E4C-B7D7-1FBFEE5B983C}"/>
                </a:ext>
              </a:extLst>
            </p:cNvPr>
            <p:cNvSpPr/>
            <p:nvPr/>
          </p:nvSpPr>
          <p:spPr>
            <a:xfrm>
              <a:off x="16594178" y="8208712"/>
              <a:ext cx="84003" cy="168006"/>
            </a:xfrm>
            <a:custGeom>
              <a:avLst/>
              <a:gdLst>
                <a:gd name="connsiteX0" fmla="*/ 84003 w 84003"/>
                <a:gd name="connsiteY0" fmla="*/ 0 h 168006"/>
                <a:gd name="connsiteX1" fmla="*/ 0 w 84003"/>
                <a:gd name="connsiteY1" fmla="*/ 84003 h 168006"/>
                <a:gd name="connsiteX2" fmla="*/ 84003 w 84003"/>
                <a:gd name="connsiteY2" fmla="*/ 168006 h 168006"/>
              </a:gdLst>
              <a:ahLst/>
              <a:cxnLst>
                <a:cxn ang="0">
                  <a:pos x="connsiteX0" y="connsiteY0"/>
                </a:cxn>
                <a:cxn ang="0">
                  <a:pos x="connsiteX1" y="connsiteY1"/>
                </a:cxn>
                <a:cxn ang="0">
                  <a:pos x="connsiteX2" y="connsiteY2"/>
                </a:cxn>
              </a:cxnLst>
              <a:rect l="l" t="t" r="r" b="b"/>
              <a:pathLst>
                <a:path w="84003" h="168006">
                  <a:moveTo>
                    <a:pt x="84003" y="0"/>
                  </a:moveTo>
                  <a:lnTo>
                    <a:pt x="0" y="84003"/>
                  </a:lnTo>
                  <a:lnTo>
                    <a:pt x="84003" y="168006"/>
                  </a:lnTo>
                </a:path>
              </a:pathLst>
            </a:custGeom>
            <a:noFill/>
            <a:ln w="38100" cap="rnd">
              <a:solidFill>
                <a:schemeClr val="bg2"/>
              </a:solidFill>
              <a:prstDash val="solid"/>
              <a:round/>
            </a:ln>
          </p:spPr>
          <p:txBody>
            <a:bodyPr rtlCol="0" anchor="ctr"/>
            <a:lstStyle/>
            <a:p>
              <a:endParaRPr/>
            </a:p>
          </p:txBody>
        </p:sp>
        <p:sp>
          <p:nvSpPr>
            <p:cNvPr id="48" name="Freeform 47">
              <a:extLst>
                <a:ext uri="{FF2B5EF4-FFF2-40B4-BE49-F238E27FC236}">
                  <a16:creationId xmlns:a16="http://schemas.microsoft.com/office/drawing/2014/main" id="{8D803C8D-976C-7C47-8A52-6652D574B1ED}"/>
                </a:ext>
              </a:extLst>
            </p:cNvPr>
            <p:cNvSpPr/>
            <p:nvPr/>
          </p:nvSpPr>
          <p:spPr>
            <a:xfrm>
              <a:off x="16594178" y="8292715"/>
              <a:ext cx="336012" cy="21000"/>
            </a:xfrm>
            <a:custGeom>
              <a:avLst/>
              <a:gdLst>
                <a:gd name="connsiteX0" fmla="*/ 0 w 336012"/>
                <a:gd name="connsiteY0" fmla="*/ 0 h 21000"/>
                <a:gd name="connsiteX1" fmla="*/ 336012 w 336012"/>
                <a:gd name="connsiteY1" fmla="*/ 0 h 21000"/>
              </a:gdLst>
              <a:ahLst/>
              <a:cxnLst>
                <a:cxn ang="0">
                  <a:pos x="connsiteX0" y="connsiteY0"/>
                </a:cxn>
                <a:cxn ang="0">
                  <a:pos x="connsiteX1" y="connsiteY1"/>
                </a:cxn>
              </a:cxnLst>
              <a:rect l="l" t="t" r="r" b="b"/>
              <a:pathLst>
                <a:path w="336012" h="21000">
                  <a:moveTo>
                    <a:pt x="0" y="0"/>
                  </a:moveTo>
                  <a:lnTo>
                    <a:pt x="336012" y="0"/>
                  </a:lnTo>
                </a:path>
              </a:pathLst>
            </a:custGeom>
            <a:ln w="38100" cap="rnd">
              <a:solidFill>
                <a:schemeClr val="bg2"/>
              </a:solidFill>
              <a:prstDash val="solid"/>
              <a:round/>
            </a:ln>
          </p:spPr>
          <p:txBody>
            <a:bodyPr rtlCol="0" anchor="ctr"/>
            <a:lstStyle/>
            <a:p>
              <a:endParaRPr/>
            </a:p>
          </p:txBody>
        </p:sp>
      </p:grpSp>
      <p:grpSp>
        <p:nvGrpSpPr>
          <p:cNvPr id="51" name="Graphic 49">
            <a:extLst>
              <a:ext uri="{FF2B5EF4-FFF2-40B4-BE49-F238E27FC236}">
                <a16:creationId xmlns:a16="http://schemas.microsoft.com/office/drawing/2014/main" id="{3D6664C1-AB00-0F46-AEC3-E53FD2401AFF}"/>
              </a:ext>
            </a:extLst>
          </p:cNvPr>
          <p:cNvGrpSpPr/>
          <p:nvPr/>
        </p:nvGrpSpPr>
        <p:grpSpPr>
          <a:xfrm>
            <a:off x="21457824" y="7997491"/>
            <a:ext cx="702155" cy="702155"/>
            <a:chOff x="21423663" y="8011817"/>
            <a:chExt cx="702155" cy="702155"/>
          </a:xfrm>
        </p:grpSpPr>
        <p:sp>
          <p:nvSpPr>
            <p:cNvPr id="52" name="Freeform 51">
              <a:extLst>
                <a:ext uri="{FF2B5EF4-FFF2-40B4-BE49-F238E27FC236}">
                  <a16:creationId xmlns:a16="http://schemas.microsoft.com/office/drawing/2014/main" id="{727D0A24-D2E2-DE48-84B3-7774B2473B80}"/>
                </a:ext>
              </a:extLst>
            </p:cNvPr>
            <p:cNvSpPr/>
            <p:nvPr/>
          </p:nvSpPr>
          <p:spPr>
            <a:xfrm>
              <a:off x="21803996" y="8216553"/>
              <a:ext cx="146282" cy="160910"/>
            </a:xfrm>
            <a:custGeom>
              <a:avLst/>
              <a:gdLst>
                <a:gd name="connsiteX0" fmla="*/ 0 w 146282"/>
                <a:gd name="connsiteY0" fmla="*/ 0 h 160910"/>
                <a:gd name="connsiteX1" fmla="*/ 0 w 146282"/>
                <a:gd name="connsiteY1" fmla="*/ 160911 h 160910"/>
                <a:gd name="connsiteX2" fmla="*/ 146282 w 146282"/>
                <a:gd name="connsiteY2" fmla="*/ 160911 h 160910"/>
              </a:gdLst>
              <a:ahLst/>
              <a:cxnLst>
                <a:cxn ang="0">
                  <a:pos x="connsiteX0" y="connsiteY0"/>
                </a:cxn>
                <a:cxn ang="0">
                  <a:pos x="connsiteX1" y="connsiteY1"/>
                </a:cxn>
                <a:cxn ang="0">
                  <a:pos x="connsiteX2" y="connsiteY2"/>
                </a:cxn>
              </a:cxnLst>
              <a:rect l="l" t="t" r="r" b="b"/>
              <a:pathLst>
                <a:path w="146282" h="160910">
                  <a:moveTo>
                    <a:pt x="0" y="0"/>
                  </a:moveTo>
                  <a:lnTo>
                    <a:pt x="0" y="160911"/>
                  </a:lnTo>
                  <a:lnTo>
                    <a:pt x="146282" y="160911"/>
                  </a:lnTo>
                </a:path>
              </a:pathLst>
            </a:custGeom>
            <a:noFill/>
            <a:ln w="38100" cap="rnd">
              <a:solidFill>
                <a:schemeClr val="bg2"/>
              </a:solidFill>
              <a:prstDash val="solid"/>
              <a:round/>
            </a:ln>
          </p:spPr>
          <p:txBody>
            <a:bodyPr rtlCol="0" anchor="ctr"/>
            <a:lstStyle/>
            <a:p>
              <a:endParaRPr/>
            </a:p>
          </p:txBody>
        </p:sp>
        <p:sp>
          <p:nvSpPr>
            <p:cNvPr id="53" name="Freeform 52">
              <a:extLst>
                <a:ext uri="{FF2B5EF4-FFF2-40B4-BE49-F238E27FC236}">
                  <a16:creationId xmlns:a16="http://schemas.microsoft.com/office/drawing/2014/main" id="{BC941F6E-3B24-FE42-A0C6-38E111ECE3FB}"/>
                </a:ext>
              </a:extLst>
            </p:cNvPr>
            <p:cNvSpPr/>
            <p:nvPr/>
          </p:nvSpPr>
          <p:spPr>
            <a:xfrm>
              <a:off x="21438291" y="8274891"/>
              <a:ext cx="190166" cy="131654"/>
            </a:xfrm>
            <a:custGeom>
              <a:avLst/>
              <a:gdLst>
                <a:gd name="connsiteX0" fmla="*/ 0 w 190166"/>
                <a:gd name="connsiteY0" fmla="*/ 0 h 131654"/>
                <a:gd name="connsiteX1" fmla="*/ 87769 w 190166"/>
                <a:gd name="connsiteY1" fmla="*/ 131654 h 131654"/>
                <a:gd name="connsiteX2" fmla="*/ 190167 w 190166"/>
                <a:gd name="connsiteY2" fmla="*/ 14628 h 131654"/>
              </a:gdLst>
              <a:ahLst/>
              <a:cxnLst>
                <a:cxn ang="0">
                  <a:pos x="connsiteX0" y="connsiteY0"/>
                </a:cxn>
                <a:cxn ang="0">
                  <a:pos x="connsiteX1" y="connsiteY1"/>
                </a:cxn>
                <a:cxn ang="0">
                  <a:pos x="connsiteX2" y="connsiteY2"/>
                </a:cxn>
              </a:cxnLst>
              <a:rect l="l" t="t" r="r" b="b"/>
              <a:pathLst>
                <a:path w="190166" h="131654">
                  <a:moveTo>
                    <a:pt x="0" y="0"/>
                  </a:moveTo>
                  <a:lnTo>
                    <a:pt x="87769" y="131654"/>
                  </a:lnTo>
                  <a:lnTo>
                    <a:pt x="190167" y="14628"/>
                  </a:lnTo>
                </a:path>
              </a:pathLst>
            </a:custGeom>
            <a:noFill/>
            <a:ln w="38100" cap="rnd">
              <a:solidFill>
                <a:schemeClr val="bg2"/>
              </a:solidFill>
              <a:prstDash val="solid"/>
              <a:round/>
            </a:ln>
          </p:spPr>
          <p:txBody>
            <a:bodyPr rtlCol="0" anchor="ctr"/>
            <a:lstStyle/>
            <a:p>
              <a:endParaRPr/>
            </a:p>
          </p:txBody>
        </p:sp>
        <p:sp>
          <p:nvSpPr>
            <p:cNvPr id="54" name="Freeform 53">
              <a:extLst>
                <a:ext uri="{FF2B5EF4-FFF2-40B4-BE49-F238E27FC236}">
                  <a16:creationId xmlns:a16="http://schemas.microsoft.com/office/drawing/2014/main" id="{8D11926D-5A15-5443-9D1C-AE77FB7723E4}"/>
                </a:ext>
              </a:extLst>
            </p:cNvPr>
            <p:cNvSpPr/>
            <p:nvPr/>
          </p:nvSpPr>
          <p:spPr>
            <a:xfrm>
              <a:off x="21526060" y="8084958"/>
              <a:ext cx="555872" cy="555872"/>
            </a:xfrm>
            <a:custGeom>
              <a:avLst/>
              <a:gdLst>
                <a:gd name="connsiteX0" fmla="*/ 277936 w 555872"/>
                <a:gd name="connsiteY0" fmla="*/ 555873 h 555872"/>
                <a:gd name="connsiteX1" fmla="*/ 555873 w 555872"/>
                <a:gd name="connsiteY1" fmla="*/ 277936 h 555872"/>
                <a:gd name="connsiteX2" fmla="*/ 277936 w 555872"/>
                <a:gd name="connsiteY2" fmla="*/ 0 h 555872"/>
                <a:gd name="connsiteX3" fmla="*/ 0 w 555872"/>
                <a:gd name="connsiteY3" fmla="*/ 277936 h 555872"/>
                <a:gd name="connsiteX4" fmla="*/ 0 w 555872"/>
                <a:gd name="connsiteY4" fmla="*/ 321646 h 5558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872" h="555872">
                  <a:moveTo>
                    <a:pt x="277936" y="555873"/>
                  </a:moveTo>
                  <a:cubicBezTo>
                    <a:pt x="431436" y="555873"/>
                    <a:pt x="555873" y="431436"/>
                    <a:pt x="555873" y="277936"/>
                  </a:cubicBezTo>
                  <a:cubicBezTo>
                    <a:pt x="555873" y="124436"/>
                    <a:pt x="431436" y="0"/>
                    <a:pt x="277936" y="0"/>
                  </a:cubicBezTo>
                  <a:cubicBezTo>
                    <a:pt x="124436" y="0"/>
                    <a:pt x="0" y="124436"/>
                    <a:pt x="0" y="277936"/>
                  </a:cubicBezTo>
                  <a:lnTo>
                    <a:pt x="0" y="321646"/>
                  </a:lnTo>
                </a:path>
              </a:pathLst>
            </a:custGeom>
            <a:noFill/>
            <a:ln w="38100" cap="rnd">
              <a:solidFill>
                <a:schemeClr val="bg2"/>
              </a:solidFill>
              <a:prstDash val="solid"/>
              <a:round/>
            </a:ln>
          </p:spPr>
          <p:txBody>
            <a:bodyPr rtlCol="0" anchor="ctr"/>
            <a:lstStyle/>
            <a:p>
              <a:endParaRPr/>
            </a:p>
          </p:txBody>
        </p:sp>
      </p:grpSp>
      <p:sp>
        <p:nvSpPr>
          <p:cNvPr id="56" name="Freeform 55">
            <a:extLst>
              <a:ext uri="{FF2B5EF4-FFF2-40B4-BE49-F238E27FC236}">
                <a16:creationId xmlns:a16="http://schemas.microsoft.com/office/drawing/2014/main" id="{044C5B1B-AC79-674B-A6BC-00D32836F313}"/>
              </a:ext>
            </a:extLst>
          </p:cNvPr>
          <p:cNvSpPr/>
          <p:nvPr/>
        </p:nvSpPr>
        <p:spPr>
          <a:xfrm>
            <a:off x="15540700" y="4003052"/>
            <a:ext cx="915024" cy="915024"/>
          </a:xfrm>
          <a:custGeom>
            <a:avLst/>
            <a:gdLst>
              <a:gd name="connsiteX0" fmla="*/ 457512 w 915024"/>
              <a:gd name="connsiteY0" fmla="*/ 0 h 915024"/>
              <a:gd name="connsiteX1" fmla="*/ 915024 w 915024"/>
              <a:gd name="connsiteY1" fmla="*/ 457512 h 915024"/>
              <a:gd name="connsiteX2" fmla="*/ 457512 w 915024"/>
              <a:gd name="connsiteY2" fmla="*/ 915024 h 915024"/>
              <a:gd name="connsiteX3" fmla="*/ 0 w 915024"/>
              <a:gd name="connsiteY3" fmla="*/ 457512 h 915024"/>
              <a:gd name="connsiteX4" fmla="*/ 457512 w 915024"/>
              <a:gd name="connsiteY4" fmla="*/ 0 h 9150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024" h="915024">
                <a:moveTo>
                  <a:pt x="457512" y="0"/>
                </a:moveTo>
                <a:cubicBezTo>
                  <a:pt x="710189" y="0"/>
                  <a:pt x="915024" y="204835"/>
                  <a:pt x="915024" y="457512"/>
                </a:cubicBezTo>
                <a:cubicBezTo>
                  <a:pt x="915024" y="710189"/>
                  <a:pt x="710189" y="915024"/>
                  <a:pt x="457512" y="915024"/>
                </a:cubicBezTo>
                <a:cubicBezTo>
                  <a:pt x="204835" y="915024"/>
                  <a:pt x="0" y="710189"/>
                  <a:pt x="0" y="457512"/>
                </a:cubicBezTo>
                <a:cubicBezTo>
                  <a:pt x="0" y="204835"/>
                  <a:pt x="204835" y="0"/>
                  <a:pt x="457512" y="0"/>
                </a:cubicBezTo>
                <a:close/>
              </a:path>
            </a:pathLst>
          </a:custGeom>
          <a:gradFill flip="none" rotWithShape="1">
            <a:gsLst>
              <a:gs pos="0">
                <a:srgbClr val="FFD76B"/>
              </a:gs>
              <a:gs pos="100000">
                <a:srgbClr val="FFF7C2"/>
              </a:gs>
            </a:gsLst>
            <a:lin ang="13500000" scaled="1"/>
            <a:tileRect/>
          </a:gradFill>
          <a:ln>
            <a:noFill/>
          </a:ln>
          <a:effectLst>
            <a:outerShdw blurRad="457200" dist="38100" dir="8100000" sx="115000" sy="115000" algn="tr" rotWithShape="0">
              <a:srgbClr val="FFC000">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p>
        </p:txBody>
      </p:sp>
      <p:sp>
        <p:nvSpPr>
          <p:cNvPr id="58" name="TextBox 57">
            <a:extLst>
              <a:ext uri="{FF2B5EF4-FFF2-40B4-BE49-F238E27FC236}">
                <a16:creationId xmlns:a16="http://schemas.microsoft.com/office/drawing/2014/main" id="{718702F6-B53C-594A-9861-B062D23A2F72}"/>
              </a:ext>
            </a:extLst>
          </p:cNvPr>
          <p:cNvSpPr txBox="1"/>
          <p:nvPr/>
        </p:nvSpPr>
        <p:spPr>
          <a:xfrm>
            <a:off x="15609823" y="4168177"/>
            <a:ext cx="776779" cy="584775"/>
          </a:xfrm>
          <a:prstGeom prst="rect">
            <a:avLst/>
          </a:prstGeom>
          <a:noFill/>
        </p:spPr>
        <p:txBody>
          <a:bodyPr wrap="square" rtlCol="0">
            <a:spAutoFit/>
          </a:bodyPr>
          <a:lstStyle/>
          <a:p>
            <a:pPr algn="ctr"/>
            <a:r>
              <a:rPr lang="en-US" sz="3200" b="1">
                <a:solidFill>
                  <a:srgbClr val="7F6B36"/>
                </a:solidFill>
                <a:latin typeface="Poppins" pitchFamily="2" charset="77"/>
                <a:ea typeface="Open Sans" panose="020B0606030504020204" pitchFamily="34" charset="0"/>
                <a:cs typeface="Poppins" pitchFamily="2" charset="77"/>
              </a:rPr>
              <a:t>KL</a:t>
            </a:r>
            <a:endParaRPr sz="3200" b="1">
              <a:solidFill>
                <a:srgbClr val="7F6B36"/>
              </a:solidFill>
              <a:latin typeface="Poppins" pitchFamily="2" charset="77"/>
              <a:ea typeface="Open Sans" panose="020B0606030504020204" pitchFamily="34" charset="0"/>
              <a:cs typeface="Poppins" pitchFamily="2" charset="77"/>
            </a:endParaRPr>
          </a:p>
        </p:txBody>
      </p:sp>
      <p:sp>
        <p:nvSpPr>
          <p:cNvPr id="59" name="TextBox 58">
            <a:extLst>
              <a:ext uri="{FF2B5EF4-FFF2-40B4-BE49-F238E27FC236}">
                <a16:creationId xmlns:a16="http://schemas.microsoft.com/office/drawing/2014/main" id="{2AA0EFD7-3347-6B4E-97A6-D6DF2D35B290}"/>
              </a:ext>
            </a:extLst>
          </p:cNvPr>
          <p:cNvSpPr txBox="1"/>
          <p:nvPr/>
        </p:nvSpPr>
        <p:spPr>
          <a:xfrm>
            <a:off x="14263109" y="8919308"/>
            <a:ext cx="2114681" cy="400110"/>
          </a:xfrm>
          <a:prstGeom prst="rect">
            <a:avLst/>
          </a:prstGeom>
          <a:noFill/>
        </p:spPr>
        <p:txBody>
          <a:bodyPr wrap="none" rtlCol="0">
            <a:spAutoFit/>
          </a:bodyPr>
          <a:lstStyle/>
          <a:p>
            <a:r>
              <a:rPr lang="en-US" sz="2000" b="1" spc="300">
                <a:solidFill>
                  <a:schemeClr val="tx2"/>
                </a:solidFill>
                <a:latin typeface="Open Sans" panose="020B0606030504020204" pitchFamily="34" charset="0"/>
                <a:ea typeface="Open Sans" panose="020B0606030504020204" pitchFamily="34" charset="0"/>
                <a:cs typeface="Open Sans" panose="020B0606030504020204" pitchFamily="34" charset="0"/>
              </a:rPr>
              <a:t>CONGRATS!!</a:t>
            </a:r>
            <a:endParaRPr sz="2000"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0" name="TextBox 59">
            <a:extLst>
              <a:ext uri="{FF2B5EF4-FFF2-40B4-BE49-F238E27FC236}">
                <a16:creationId xmlns:a16="http://schemas.microsoft.com/office/drawing/2014/main" id="{74E3F063-3581-BE4B-BAEC-E8301CD00966}"/>
              </a:ext>
            </a:extLst>
          </p:cNvPr>
          <p:cNvSpPr txBox="1"/>
          <p:nvPr/>
        </p:nvSpPr>
        <p:spPr>
          <a:xfrm>
            <a:off x="14263109" y="9282346"/>
            <a:ext cx="3110435" cy="830997"/>
          </a:xfrm>
          <a:prstGeom prst="rect">
            <a:avLst/>
          </a:prstGeom>
          <a:noFill/>
        </p:spPr>
        <p:txBody>
          <a:bodyPr wrap="square" rtlCol="0">
            <a:spAutoFit/>
          </a:bodyPr>
          <a:lstStyle/>
          <a:p>
            <a:r>
              <a:rPr lang="en-US" sz="24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You got new sales! </a:t>
            </a:r>
            <a:r>
              <a:rPr lang="en-US" sz="2400" b="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$23.00</a:t>
            </a:r>
            <a:endParaRPr sz="2400" b="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3" name="Freeform 62">
            <a:extLst>
              <a:ext uri="{FF2B5EF4-FFF2-40B4-BE49-F238E27FC236}">
                <a16:creationId xmlns:a16="http://schemas.microsoft.com/office/drawing/2014/main" id="{537ED437-4C55-4444-BB93-2C2B9D0EA33B}"/>
              </a:ext>
            </a:extLst>
          </p:cNvPr>
          <p:cNvSpPr/>
          <p:nvPr/>
        </p:nvSpPr>
        <p:spPr>
          <a:xfrm>
            <a:off x="13102300" y="8994152"/>
            <a:ext cx="915024" cy="915024"/>
          </a:xfrm>
          <a:custGeom>
            <a:avLst/>
            <a:gdLst>
              <a:gd name="connsiteX0" fmla="*/ 457512 w 915024"/>
              <a:gd name="connsiteY0" fmla="*/ 0 h 915024"/>
              <a:gd name="connsiteX1" fmla="*/ 915024 w 915024"/>
              <a:gd name="connsiteY1" fmla="*/ 457512 h 915024"/>
              <a:gd name="connsiteX2" fmla="*/ 457512 w 915024"/>
              <a:gd name="connsiteY2" fmla="*/ 915024 h 915024"/>
              <a:gd name="connsiteX3" fmla="*/ 0 w 915024"/>
              <a:gd name="connsiteY3" fmla="*/ 457512 h 915024"/>
              <a:gd name="connsiteX4" fmla="*/ 457512 w 915024"/>
              <a:gd name="connsiteY4" fmla="*/ 0 h 9150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024" h="915024">
                <a:moveTo>
                  <a:pt x="457512" y="0"/>
                </a:moveTo>
                <a:cubicBezTo>
                  <a:pt x="710189" y="0"/>
                  <a:pt x="915024" y="204835"/>
                  <a:pt x="915024" y="457512"/>
                </a:cubicBezTo>
                <a:cubicBezTo>
                  <a:pt x="915024" y="710189"/>
                  <a:pt x="710189" y="915024"/>
                  <a:pt x="457512" y="915024"/>
                </a:cubicBezTo>
                <a:cubicBezTo>
                  <a:pt x="204835" y="915024"/>
                  <a:pt x="0" y="710189"/>
                  <a:pt x="0" y="457512"/>
                </a:cubicBezTo>
                <a:cubicBezTo>
                  <a:pt x="0" y="204835"/>
                  <a:pt x="204835" y="0"/>
                  <a:pt x="457512" y="0"/>
                </a:cubicBezTo>
                <a:close/>
              </a:path>
            </a:pathLst>
          </a:custGeom>
          <a:gradFill flip="none" rotWithShape="1">
            <a:gsLst>
              <a:gs pos="0">
                <a:srgbClr val="00B050">
                  <a:alpha val="24000"/>
                </a:srgbClr>
              </a:gs>
              <a:gs pos="100000">
                <a:srgbClr val="92D050"/>
              </a:gs>
            </a:gsLst>
            <a:lin ang="13500000" scaled="1"/>
            <a:tileRect/>
          </a:gradFill>
          <a:ln>
            <a:noFill/>
          </a:ln>
          <a:effectLst>
            <a:outerShdw blurRad="457200" dist="38100" dir="8100000" sx="115000" sy="115000" algn="tr" rotWithShape="0">
              <a:srgbClr val="FFEA9F">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p>
        </p:txBody>
      </p:sp>
      <p:grpSp>
        <p:nvGrpSpPr>
          <p:cNvPr id="66" name="Graphic 64">
            <a:extLst>
              <a:ext uri="{FF2B5EF4-FFF2-40B4-BE49-F238E27FC236}">
                <a16:creationId xmlns:a16="http://schemas.microsoft.com/office/drawing/2014/main" id="{4D0F7E64-960A-2B48-B17D-1F6A0B394A4D}"/>
              </a:ext>
            </a:extLst>
          </p:cNvPr>
          <p:cNvGrpSpPr/>
          <p:nvPr/>
        </p:nvGrpSpPr>
        <p:grpSpPr>
          <a:xfrm>
            <a:off x="13328393" y="9214921"/>
            <a:ext cx="462837" cy="462837"/>
            <a:chOff x="13121752" y="8994151"/>
            <a:chExt cx="876119" cy="876119"/>
          </a:xfrm>
        </p:grpSpPr>
        <p:sp>
          <p:nvSpPr>
            <p:cNvPr id="67" name="Freeform 66">
              <a:extLst>
                <a:ext uri="{FF2B5EF4-FFF2-40B4-BE49-F238E27FC236}">
                  <a16:creationId xmlns:a16="http://schemas.microsoft.com/office/drawing/2014/main" id="{47DFBD51-8F8C-1046-999B-02EA396ED515}"/>
                </a:ext>
              </a:extLst>
            </p:cNvPr>
            <p:cNvSpPr/>
            <p:nvPr/>
          </p:nvSpPr>
          <p:spPr>
            <a:xfrm>
              <a:off x="13413729" y="9123123"/>
              <a:ext cx="292163" cy="620584"/>
            </a:xfrm>
            <a:custGeom>
              <a:avLst/>
              <a:gdLst>
                <a:gd name="connsiteX0" fmla="*/ 292101 w 292163"/>
                <a:gd name="connsiteY0" fmla="*/ 0 h 620584"/>
                <a:gd name="connsiteX1" fmla="*/ 135568 w 292163"/>
                <a:gd name="connsiteY1" fmla="*/ 0 h 620584"/>
                <a:gd name="connsiteX2" fmla="*/ 62 w 292163"/>
                <a:gd name="connsiteY2" fmla="*/ 143830 h 620584"/>
                <a:gd name="connsiteX3" fmla="*/ 75043 w 292163"/>
                <a:gd name="connsiteY3" fmla="*/ 272583 h 620584"/>
                <a:gd name="connsiteX4" fmla="*/ 217412 w 292163"/>
                <a:gd name="connsiteY4" fmla="*/ 348221 h 620584"/>
                <a:gd name="connsiteX5" fmla="*/ 292101 w 292163"/>
                <a:gd name="connsiteY5" fmla="*/ 476755 h 620584"/>
                <a:gd name="connsiteX6" fmla="*/ 156741 w 292163"/>
                <a:gd name="connsiteY6" fmla="*/ 620584 h 620584"/>
                <a:gd name="connsiteX7" fmla="*/ 62 w 292163"/>
                <a:gd name="connsiteY7" fmla="*/ 620584 h 620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2163" h="620584">
                  <a:moveTo>
                    <a:pt x="292101" y="0"/>
                  </a:moveTo>
                  <a:lnTo>
                    <a:pt x="135568" y="0"/>
                  </a:lnTo>
                  <a:cubicBezTo>
                    <a:pt x="58443" y="2324"/>
                    <a:pt x="-2210" y="66703"/>
                    <a:pt x="62" y="143830"/>
                  </a:cubicBezTo>
                  <a:cubicBezTo>
                    <a:pt x="-609" y="197293"/>
                    <a:pt x="28212" y="246782"/>
                    <a:pt x="75043" y="272583"/>
                  </a:cubicBezTo>
                  <a:lnTo>
                    <a:pt x="217412" y="348221"/>
                  </a:lnTo>
                  <a:cubicBezTo>
                    <a:pt x="264037" y="374085"/>
                    <a:pt x="292717" y="423440"/>
                    <a:pt x="292101" y="476755"/>
                  </a:cubicBezTo>
                  <a:cubicBezTo>
                    <a:pt x="294374" y="553826"/>
                    <a:pt x="233808" y="618181"/>
                    <a:pt x="156741" y="620584"/>
                  </a:cubicBezTo>
                  <a:lnTo>
                    <a:pt x="62" y="620584"/>
                  </a:lnTo>
                </a:path>
              </a:pathLst>
            </a:custGeom>
            <a:noFill/>
            <a:ln w="76200" cap="rnd">
              <a:solidFill>
                <a:schemeClr val="bg1"/>
              </a:solidFill>
              <a:prstDash val="solid"/>
              <a:round/>
            </a:ln>
          </p:spPr>
          <p:txBody>
            <a:bodyPr rtlCol="0" anchor="ctr"/>
            <a:lstStyle/>
            <a:p>
              <a:endParaRPr/>
            </a:p>
          </p:txBody>
        </p:sp>
        <p:sp>
          <p:nvSpPr>
            <p:cNvPr id="68" name="Freeform 67">
              <a:extLst>
                <a:ext uri="{FF2B5EF4-FFF2-40B4-BE49-F238E27FC236}">
                  <a16:creationId xmlns:a16="http://schemas.microsoft.com/office/drawing/2014/main" id="{177A3C6D-24E8-3F45-90BF-FA3A55C8DFD8}"/>
                </a:ext>
              </a:extLst>
            </p:cNvPr>
            <p:cNvSpPr/>
            <p:nvPr/>
          </p:nvSpPr>
          <p:spPr>
            <a:xfrm>
              <a:off x="13541705" y="9743707"/>
              <a:ext cx="36504" cy="109514"/>
            </a:xfrm>
            <a:custGeom>
              <a:avLst/>
              <a:gdLst>
                <a:gd name="connsiteX0" fmla="*/ 0 w 36504"/>
                <a:gd name="connsiteY0" fmla="*/ 0 h 109514"/>
                <a:gd name="connsiteX1" fmla="*/ 0 w 36504"/>
                <a:gd name="connsiteY1" fmla="*/ 109515 h 109514"/>
              </a:gdLst>
              <a:ahLst/>
              <a:cxnLst>
                <a:cxn ang="0">
                  <a:pos x="connsiteX0" y="connsiteY0"/>
                </a:cxn>
                <a:cxn ang="0">
                  <a:pos x="connsiteX1" y="connsiteY1"/>
                </a:cxn>
              </a:cxnLst>
              <a:rect l="l" t="t" r="r" b="b"/>
              <a:pathLst>
                <a:path w="36504" h="109514">
                  <a:moveTo>
                    <a:pt x="0" y="0"/>
                  </a:moveTo>
                  <a:lnTo>
                    <a:pt x="0" y="109515"/>
                  </a:lnTo>
                </a:path>
              </a:pathLst>
            </a:custGeom>
            <a:ln w="76200" cap="rnd">
              <a:solidFill>
                <a:schemeClr val="bg1"/>
              </a:solidFill>
              <a:prstDash val="solid"/>
              <a:round/>
            </a:ln>
          </p:spPr>
          <p:txBody>
            <a:bodyPr rtlCol="0" anchor="ctr"/>
            <a:lstStyle/>
            <a:p>
              <a:endParaRPr/>
            </a:p>
          </p:txBody>
        </p:sp>
        <p:sp>
          <p:nvSpPr>
            <p:cNvPr id="69" name="Freeform 68">
              <a:extLst>
                <a:ext uri="{FF2B5EF4-FFF2-40B4-BE49-F238E27FC236}">
                  <a16:creationId xmlns:a16="http://schemas.microsoft.com/office/drawing/2014/main" id="{628CE938-1986-0444-AEE6-FD35084D1592}"/>
                </a:ext>
              </a:extLst>
            </p:cNvPr>
            <p:cNvSpPr/>
            <p:nvPr/>
          </p:nvSpPr>
          <p:spPr>
            <a:xfrm>
              <a:off x="13614714" y="9011198"/>
              <a:ext cx="36504" cy="111924"/>
            </a:xfrm>
            <a:custGeom>
              <a:avLst/>
              <a:gdLst>
                <a:gd name="connsiteX0" fmla="*/ 0 w 36504"/>
                <a:gd name="connsiteY0" fmla="*/ 0 h 111924"/>
                <a:gd name="connsiteX1" fmla="*/ 0 w 36504"/>
                <a:gd name="connsiteY1" fmla="*/ 111924 h 111924"/>
              </a:gdLst>
              <a:ahLst/>
              <a:cxnLst>
                <a:cxn ang="0">
                  <a:pos x="connsiteX0" y="connsiteY0"/>
                </a:cxn>
                <a:cxn ang="0">
                  <a:pos x="connsiteX1" y="connsiteY1"/>
                </a:cxn>
              </a:cxnLst>
              <a:rect l="l" t="t" r="r" b="b"/>
              <a:pathLst>
                <a:path w="36504" h="111924">
                  <a:moveTo>
                    <a:pt x="0" y="0"/>
                  </a:moveTo>
                  <a:lnTo>
                    <a:pt x="0" y="111924"/>
                  </a:lnTo>
                </a:path>
              </a:pathLst>
            </a:custGeom>
            <a:ln w="76200" cap="rnd">
              <a:solidFill>
                <a:schemeClr val="bg1"/>
              </a:solidFill>
              <a:prstDash val="solid"/>
              <a:round/>
            </a:ln>
          </p:spPr>
          <p:txBody>
            <a:bodyPr rtlCol="0" anchor="ctr"/>
            <a:lstStyle/>
            <a:p>
              <a:endParaRPr/>
            </a:p>
          </p:txBody>
        </p:sp>
      </p:grpSp>
    </p:spTree>
    <p:extLst>
      <p:ext uri="{BB962C8B-B14F-4D97-AF65-F5344CB8AC3E}">
        <p14:creationId xmlns:p14="http://schemas.microsoft.com/office/powerpoint/2010/main" val="32595261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03305C94-ABD0-2147-8A03-97A3FC054DDF}"/>
              </a:ext>
            </a:extLst>
          </p:cNvPr>
          <p:cNvSpPr/>
          <p:nvPr/>
        </p:nvSpPr>
        <p:spPr>
          <a:xfrm>
            <a:off x="6047799" y="3384888"/>
            <a:ext cx="1440000" cy="1440000"/>
          </a:xfrm>
          <a:custGeom>
            <a:avLst/>
            <a:gdLst>
              <a:gd name="connsiteX0" fmla="*/ 225648 w 1440000"/>
              <a:gd name="connsiteY0" fmla="*/ 0 h 1440000"/>
              <a:gd name="connsiteX1" fmla="*/ 1214352 w 1440000"/>
              <a:gd name="connsiteY1" fmla="*/ 0 h 1440000"/>
              <a:gd name="connsiteX2" fmla="*/ 1440000 w 1440000"/>
              <a:gd name="connsiteY2" fmla="*/ 225648 h 1440000"/>
              <a:gd name="connsiteX3" fmla="*/ 1440000 w 1440000"/>
              <a:gd name="connsiteY3" fmla="*/ 1214352 h 1440000"/>
              <a:gd name="connsiteX4" fmla="*/ 1214352 w 1440000"/>
              <a:gd name="connsiteY4" fmla="*/ 1440000 h 1440000"/>
              <a:gd name="connsiteX5" fmla="*/ 225648 w 1440000"/>
              <a:gd name="connsiteY5" fmla="*/ 1440000 h 1440000"/>
              <a:gd name="connsiteX6" fmla="*/ 0 w 1440000"/>
              <a:gd name="connsiteY6" fmla="*/ 1214352 h 1440000"/>
              <a:gd name="connsiteX7" fmla="*/ 0 w 1440000"/>
              <a:gd name="connsiteY7" fmla="*/ 225648 h 1440000"/>
              <a:gd name="connsiteX8" fmla="*/ 225648 w 1440000"/>
              <a:gd name="connsiteY8" fmla="*/ 0 h 14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0000" h="1440000">
                <a:moveTo>
                  <a:pt x="225648" y="0"/>
                </a:moveTo>
                <a:lnTo>
                  <a:pt x="1214352" y="0"/>
                </a:lnTo>
                <a:cubicBezTo>
                  <a:pt x="1338974" y="0"/>
                  <a:pt x="1440000" y="101026"/>
                  <a:pt x="1440000" y="225648"/>
                </a:cubicBezTo>
                <a:lnTo>
                  <a:pt x="1440000" y="1214352"/>
                </a:lnTo>
                <a:cubicBezTo>
                  <a:pt x="1440000" y="1338974"/>
                  <a:pt x="1338974" y="1440000"/>
                  <a:pt x="1214352" y="1440000"/>
                </a:cubicBezTo>
                <a:lnTo>
                  <a:pt x="225648" y="1440000"/>
                </a:lnTo>
                <a:cubicBezTo>
                  <a:pt x="101026" y="1440000"/>
                  <a:pt x="0" y="1338974"/>
                  <a:pt x="0" y="1214352"/>
                </a:cubicBezTo>
                <a:lnTo>
                  <a:pt x="0" y="225648"/>
                </a:lnTo>
                <a:cubicBezTo>
                  <a:pt x="0" y="101026"/>
                  <a:pt x="101026" y="0"/>
                  <a:pt x="225648" y="0"/>
                </a:cubicBezTo>
                <a:close/>
              </a:path>
            </a:pathLst>
          </a:custGeom>
          <a:gradFill flip="none" rotWithShape="1">
            <a:gsLst>
              <a:gs pos="0">
                <a:srgbClr val="FF0000">
                  <a:alpha val="57000"/>
                </a:srgbClr>
              </a:gs>
              <a:gs pos="100000">
                <a:srgbClr val="FFC000">
                  <a:alpha val="41000"/>
                </a:srgbClr>
              </a:gs>
            </a:gsLst>
            <a:lin ang="13500000" scaled="1"/>
            <a:tileRect/>
          </a:gradFill>
          <a:ln>
            <a:noFill/>
          </a:ln>
          <a:effectLst>
            <a:outerShdw blurRad="457200" dist="38100" dir="8100000" sx="115000" sy="115000" algn="tr" rotWithShape="0">
              <a:srgbClr val="FFC000">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p>
        </p:txBody>
      </p:sp>
      <p:sp>
        <p:nvSpPr>
          <p:cNvPr id="32" name="Rounded Rectangle 31">
            <a:extLst>
              <a:ext uri="{FF2B5EF4-FFF2-40B4-BE49-F238E27FC236}">
                <a16:creationId xmlns:a16="http://schemas.microsoft.com/office/drawing/2014/main" id="{DF3EA94A-2197-5A46-8C3C-2803A59EAD90}"/>
              </a:ext>
            </a:extLst>
          </p:cNvPr>
          <p:cNvSpPr/>
          <p:nvPr/>
        </p:nvSpPr>
        <p:spPr>
          <a:xfrm>
            <a:off x="940976" y="8983538"/>
            <a:ext cx="1440000" cy="1440000"/>
          </a:xfrm>
          <a:prstGeom prst="roundRect">
            <a:avLst>
              <a:gd name="adj" fmla="val 15670"/>
            </a:avLst>
          </a:prstGeom>
          <a:gradFill flip="none" rotWithShape="1">
            <a:gsLst>
              <a:gs pos="0">
                <a:schemeClr val="accent2">
                  <a:lumMod val="60000"/>
                  <a:lumOff val="40000"/>
                </a:schemeClr>
              </a:gs>
              <a:gs pos="100000">
                <a:schemeClr val="accent1">
                  <a:lumMod val="40000"/>
                  <a:lumOff val="60000"/>
                </a:schemeClr>
              </a:gs>
            </a:gsLst>
            <a:lin ang="13500000" scaled="1"/>
            <a:tileRect/>
          </a:gradFill>
          <a:ln>
            <a:noFill/>
          </a:ln>
          <a:effectLst>
            <a:outerShdw blurRad="457200" dist="38100" dir="8100000" sx="115000" sy="115000" algn="tr" rotWithShape="0">
              <a:schemeClr val="accent3">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2314684F-692B-4240-98D2-0659976AE38F}"/>
              </a:ext>
            </a:extLst>
          </p:cNvPr>
          <p:cNvSpPr txBox="1"/>
          <p:nvPr/>
        </p:nvSpPr>
        <p:spPr>
          <a:xfrm>
            <a:off x="16617243" y="4037458"/>
            <a:ext cx="5089748" cy="3785652"/>
          </a:xfrm>
          <a:prstGeom prst="rect">
            <a:avLst/>
          </a:prstGeom>
          <a:noFill/>
        </p:spPr>
        <p:txBody>
          <a:bodyPr wrap="square" rtlCol="0">
            <a:spAutoFit/>
          </a:bodyPr>
          <a:lstStyle/>
          <a:p>
            <a:r>
              <a:rPr lang="en-US" sz="8000" b="1">
                <a:solidFill>
                  <a:schemeClr val="tx2"/>
                </a:solidFill>
                <a:latin typeface="Poppins" pitchFamily="2" charset="77"/>
                <a:ea typeface="Open Sans" panose="020B0606030504020204" pitchFamily="34" charset="0"/>
                <a:cs typeface="Poppins" pitchFamily="2" charset="77"/>
              </a:rPr>
              <a:t>Our Best Portfolio 2020</a:t>
            </a:r>
            <a:endParaRPr sz="8000" b="1">
              <a:solidFill>
                <a:schemeClr val="tx2"/>
              </a:solidFill>
              <a:latin typeface="Poppins" pitchFamily="2" charset="77"/>
              <a:ea typeface="Open Sans" panose="020B0606030504020204" pitchFamily="34" charset="0"/>
              <a:cs typeface="Poppins" pitchFamily="2" charset="77"/>
            </a:endParaRPr>
          </a:p>
        </p:txBody>
      </p:sp>
      <p:sp>
        <p:nvSpPr>
          <p:cNvPr id="11" name="TextBox 10">
            <a:extLst>
              <a:ext uri="{FF2B5EF4-FFF2-40B4-BE49-F238E27FC236}">
                <a16:creationId xmlns:a16="http://schemas.microsoft.com/office/drawing/2014/main" id="{2713DAF6-12A6-FE43-965D-4979B5A689BF}"/>
              </a:ext>
            </a:extLst>
          </p:cNvPr>
          <p:cNvSpPr txBox="1"/>
          <p:nvPr/>
        </p:nvSpPr>
        <p:spPr>
          <a:xfrm>
            <a:off x="16617243" y="9151945"/>
            <a:ext cx="4697885" cy="3357266"/>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Aslvitae ullamcorper metuso Sed sollicitudin  Donec viverra eleifend lacus, vitae ullamcor ullamcorper metus. </a:t>
            </a:r>
          </a:p>
        </p:txBody>
      </p:sp>
      <p:sp>
        <p:nvSpPr>
          <p:cNvPr id="12" name="TextBox 11">
            <a:extLst>
              <a:ext uri="{FF2B5EF4-FFF2-40B4-BE49-F238E27FC236}">
                <a16:creationId xmlns:a16="http://schemas.microsoft.com/office/drawing/2014/main" id="{7D1B363A-D2AF-DB47-BD69-D45E94A8F621}"/>
              </a:ext>
            </a:extLst>
          </p:cNvPr>
          <p:cNvSpPr txBox="1"/>
          <p:nvPr/>
        </p:nvSpPr>
        <p:spPr>
          <a:xfrm>
            <a:off x="16617243" y="3600451"/>
            <a:ext cx="1846980" cy="369332"/>
          </a:xfrm>
          <a:prstGeom prst="rect">
            <a:avLst/>
          </a:prstGeom>
          <a:noFill/>
        </p:spPr>
        <p:txBody>
          <a:bodyPr wrap="none" rtlCol="0">
            <a:spAutoFit/>
          </a:bodyPr>
          <a:lstStyle/>
          <a:p>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PORTFOLIO</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TextBox 18">
            <a:extLst>
              <a:ext uri="{FF2B5EF4-FFF2-40B4-BE49-F238E27FC236}">
                <a16:creationId xmlns:a16="http://schemas.microsoft.com/office/drawing/2014/main" id="{F6E212C7-6BC2-2C4D-B498-25EDF46DAC7C}"/>
              </a:ext>
            </a:extLst>
          </p:cNvPr>
          <p:cNvSpPr txBox="1"/>
          <p:nvPr/>
        </p:nvSpPr>
        <p:spPr>
          <a:xfrm>
            <a:off x="11281402" y="11292243"/>
            <a:ext cx="3605212" cy="1695272"/>
          </a:xfrm>
          <a:prstGeom prst="rect">
            <a:avLst/>
          </a:prstGeom>
          <a:noFill/>
        </p:spPr>
        <p:txBody>
          <a:bodyPr wrap="square" rtlCol="0">
            <a:spAutoFit/>
          </a:bodyPr>
          <a:lstStyle/>
          <a:p>
            <a:pPr>
              <a:lnSpc>
                <a:spcPct val="150000"/>
              </a:lnSpc>
            </a:pPr>
            <a:r>
              <a:rPr lang="en-US" sz="2400">
                <a:solidFill>
                  <a:schemeClr val="tx2">
                    <a:lumMod val="10000"/>
                    <a:lumOff val="90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a:t>
            </a:r>
            <a:endParaRPr sz="2400">
              <a:solidFill>
                <a:schemeClr val="tx2">
                  <a:lumMod val="10000"/>
                  <a:lumOff val="9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TextBox 19">
            <a:extLst>
              <a:ext uri="{FF2B5EF4-FFF2-40B4-BE49-F238E27FC236}">
                <a16:creationId xmlns:a16="http://schemas.microsoft.com/office/drawing/2014/main" id="{65FAFBD1-FBDC-FA4F-AA1A-9609E425327B}"/>
              </a:ext>
            </a:extLst>
          </p:cNvPr>
          <p:cNvSpPr txBox="1"/>
          <p:nvPr/>
        </p:nvSpPr>
        <p:spPr>
          <a:xfrm>
            <a:off x="11281402" y="10830578"/>
            <a:ext cx="2531462" cy="461665"/>
          </a:xfrm>
          <a:prstGeom prst="rect">
            <a:avLst/>
          </a:prstGeom>
          <a:noFill/>
        </p:spPr>
        <p:txBody>
          <a:bodyPr wrap="none" rtlCol="0">
            <a:spAutoFit/>
          </a:bodyPr>
          <a:lstStyle/>
          <a:p>
            <a:r>
              <a:rPr lang="en-US" sz="2400" b="1" spc="300">
                <a:solidFill>
                  <a:schemeClr val="bg1"/>
                </a:solidFill>
                <a:latin typeface="Open Sans" panose="020B0606030504020204" pitchFamily="34" charset="0"/>
                <a:ea typeface="Open Sans" panose="020B0606030504020204" pitchFamily="34" charset="0"/>
                <a:cs typeface="Open Sans" panose="020B0606030504020204" pitchFamily="34" charset="0"/>
              </a:rPr>
              <a:t>PROJECT #46</a:t>
            </a:r>
            <a:endParaRPr sz="2400"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5" name="TextBox 24">
            <a:extLst>
              <a:ext uri="{FF2B5EF4-FFF2-40B4-BE49-F238E27FC236}">
                <a16:creationId xmlns:a16="http://schemas.microsoft.com/office/drawing/2014/main" id="{D3FC236D-E93D-B94C-AFAC-27F78AF1927F}"/>
              </a:ext>
            </a:extLst>
          </p:cNvPr>
          <p:cNvSpPr txBox="1"/>
          <p:nvPr/>
        </p:nvSpPr>
        <p:spPr>
          <a:xfrm>
            <a:off x="940976" y="11292243"/>
            <a:ext cx="3605212" cy="1695272"/>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TextBox 25">
            <a:extLst>
              <a:ext uri="{FF2B5EF4-FFF2-40B4-BE49-F238E27FC236}">
                <a16:creationId xmlns:a16="http://schemas.microsoft.com/office/drawing/2014/main" id="{7A015124-0F03-C647-886D-36C65AE12FEA}"/>
              </a:ext>
            </a:extLst>
          </p:cNvPr>
          <p:cNvSpPr txBox="1"/>
          <p:nvPr/>
        </p:nvSpPr>
        <p:spPr>
          <a:xfrm>
            <a:off x="940976" y="10830578"/>
            <a:ext cx="2531462" cy="461665"/>
          </a:xfrm>
          <a:prstGeom prst="rect">
            <a:avLst/>
          </a:prstGeom>
          <a:noFill/>
        </p:spPr>
        <p:txBody>
          <a:bodyPr wrap="none" rtlCol="0">
            <a:spAutoFit/>
          </a:bodyPr>
          <a:lstStyle/>
          <a:p>
            <a:r>
              <a:rPr lang="en-US" sz="2400" b="1" spc="300">
                <a:solidFill>
                  <a:schemeClr val="tx2"/>
                </a:solidFill>
                <a:latin typeface="Open Sans" panose="020B0606030504020204" pitchFamily="34" charset="0"/>
                <a:ea typeface="Open Sans" panose="020B0606030504020204" pitchFamily="34" charset="0"/>
                <a:cs typeface="Open Sans" panose="020B0606030504020204" pitchFamily="34" charset="0"/>
              </a:rPr>
              <a:t>PROJECT #59</a:t>
            </a:r>
            <a:endParaRPr sz="2400"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27" name="Graphic 37">
            <a:extLst>
              <a:ext uri="{FF2B5EF4-FFF2-40B4-BE49-F238E27FC236}">
                <a16:creationId xmlns:a16="http://schemas.microsoft.com/office/drawing/2014/main" id="{5F24C6CC-4741-7F42-8F2A-FC7E9A9BC5A8}"/>
              </a:ext>
            </a:extLst>
          </p:cNvPr>
          <p:cNvGrpSpPr/>
          <p:nvPr/>
        </p:nvGrpSpPr>
        <p:grpSpPr>
          <a:xfrm>
            <a:off x="1348159" y="9385272"/>
            <a:ext cx="625634" cy="625634"/>
            <a:chOff x="12075319" y="6743700"/>
            <a:chExt cx="625634" cy="625634"/>
          </a:xfrm>
          <a:solidFill>
            <a:schemeClr val="bg1"/>
          </a:solidFill>
        </p:grpSpPr>
        <p:sp>
          <p:nvSpPr>
            <p:cNvPr id="28" name="Freeform 27">
              <a:extLst>
                <a:ext uri="{FF2B5EF4-FFF2-40B4-BE49-F238E27FC236}">
                  <a16:creationId xmlns:a16="http://schemas.microsoft.com/office/drawing/2014/main" id="{421FA57C-8ADA-E540-930A-FA5B996A11EC}"/>
                </a:ext>
              </a:extLst>
            </p:cNvPr>
            <p:cNvSpPr/>
            <p:nvPr/>
          </p:nvSpPr>
          <p:spPr>
            <a:xfrm>
              <a:off x="12075319" y="6769768"/>
              <a:ext cx="625634" cy="338886"/>
            </a:xfrm>
            <a:custGeom>
              <a:avLst/>
              <a:gdLst>
                <a:gd name="connsiteX0" fmla="*/ 560464 w 625634"/>
                <a:gd name="connsiteY0" fmla="*/ 117306 h 338886"/>
                <a:gd name="connsiteX1" fmla="*/ 462708 w 625634"/>
                <a:gd name="connsiteY1" fmla="*/ 117306 h 338886"/>
                <a:gd name="connsiteX2" fmla="*/ 456191 w 625634"/>
                <a:gd name="connsiteY2" fmla="*/ 110789 h 338886"/>
                <a:gd name="connsiteX3" fmla="*/ 456191 w 625634"/>
                <a:gd name="connsiteY3" fmla="*/ 104272 h 338886"/>
                <a:gd name="connsiteX4" fmla="*/ 351919 w 625634"/>
                <a:gd name="connsiteY4" fmla="*/ 0 h 338886"/>
                <a:gd name="connsiteX5" fmla="*/ 273715 w 625634"/>
                <a:gd name="connsiteY5" fmla="*/ 0 h 338886"/>
                <a:gd name="connsiteX6" fmla="*/ 169443 w 625634"/>
                <a:gd name="connsiteY6" fmla="*/ 104272 h 338886"/>
                <a:gd name="connsiteX7" fmla="*/ 169443 w 625634"/>
                <a:gd name="connsiteY7" fmla="*/ 110789 h 338886"/>
                <a:gd name="connsiteX8" fmla="*/ 162926 w 625634"/>
                <a:gd name="connsiteY8" fmla="*/ 117306 h 338886"/>
                <a:gd name="connsiteX9" fmla="*/ 65170 w 625634"/>
                <a:gd name="connsiteY9" fmla="*/ 117306 h 338886"/>
                <a:gd name="connsiteX10" fmla="*/ 0 w 625634"/>
                <a:gd name="connsiteY10" fmla="*/ 182477 h 338886"/>
                <a:gd name="connsiteX11" fmla="*/ 0 w 625634"/>
                <a:gd name="connsiteY11" fmla="*/ 299783 h 338886"/>
                <a:gd name="connsiteX12" fmla="*/ 39102 w 625634"/>
                <a:gd name="connsiteY12" fmla="*/ 338885 h 338886"/>
                <a:gd name="connsiteX13" fmla="*/ 252860 w 625634"/>
                <a:gd name="connsiteY13" fmla="*/ 338885 h 338886"/>
                <a:gd name="connsiteX14" fmla="*/ 258074 w 625634"/>
                <a:gd name="connsiteY14" fmla="*/ 336278 h 338886"/>
                <a:gd name="connsiteX15" fmla="*/ 347589 w 625634"/>
                <a:gd name="connsiteY15" fmla="*/ 316620 h 338886"/>
                <a:gd name="connsiteX16" fmla="*/ 367247 w 625634"/>
                <a:gd name="connsiteY16" fmla="*/ 336278 h 338886"/>
                <a:gd name="connsiteX17" fmla="*/ 372461 w 625634"/>
                <a:gd name="connsiteY17" fmla="*/ 338885 h 338886"/>
                <a:gd name="connsiteX18" fmla="*/ 586219 w 625634"/>
                <a:gd name="connsiteY18" fmla="*/ 338885 h 338886"/>
                <a:gd name="connsiteX19" fmla="*/ 625634 w 625634"/>
                <a:gd name="connsiteY19" fmla="*/ 300096 h 338886"/>
                <a:gd name="connsiteX20" fmla="*/ 625634 w 625634"/>
                <a:gd name="connsiteY20" fmla="*/ 299783 h 338886"/>
                <a:gd name="connsiteX21" fmla="*/ 625634 w 625634"/>
                <a:gd name="connsiteY21" fmla="*/ 182477 h 338886"/>
                <a:gd name="connsiteX22" fmla="*/ 560464 w 625634"/>
                <a:gd name="connsiteY22" fmla="*/ 117306 h 338886"/>
                <a:gd name="connsiteX23" fmla="*/ 273715 w 625634"/>
                <a:gd name="connsiteY23" fmla="*/ 52136 h 338886"/>
                <a:gd name="connsiteX24" fmla="*/ 351919 w 625634"/>
                <a:gd name="connsiteY24" fmla="*/ 52136 h 338886"/>
                <a:gd name="connsiteX25" fmla="*/ 403534 w 625634"/>
                <a:gd name="connsiteY25" fmla="*/ 96817 h 338886"/>
                <a:gd name="connsiteX26" fmla="*/ 398023 w 625634"/>
                <a:gd name="connsiteY26" fmla="*/ 104205 h 338886"/>
                <a:gd name="connsiteX27" fmla="*/ 397069 w 625634"/>
                <a:gd name="connsiteY27" fmla="*/ 104272 h 338886"/>
                <a:gd name="connsiteX28" fmla="*/ 228565 w 625634"/>
                <a:gd name="connsiteY28" fmla="*/ 104272 h 338886"/>
                <a:gd name="connsiteX29" fmla="*/ 222032 w 625634"/>
                <a:gd name="connsiteY29" fmla="*/ 97771 h 338886"/>
                <a:gd name="connsiteX30" fmla="*/ 222100 w 625634"/>
                <a:gd name="connsiteY30" fmla="*/ 96817 h 338886"/>
                <a:gd name="connsiteX31" fmla="*/ 273715 w 625634"/>
                <a:gd name="connsiteY31" fmla="*/ 52136 h 33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25634" h="338886">
                  <a:moveTo>
                    <a:pt x="560464" y="117306"/>
                  </a:moveTo>
                  <a:lnTo>
                    <a:pt x="462708" y="117306"/>
                  </a:lnTo>
                  <a:cubicBezTo>
                    <a:pt x="459109" y="117306"/>
                    <a:pt x="456191" y="114389"/>
                    <a:pt x="456191" y="110789"/>
                  </a:cubicBezTo>
                  <a:lnTo>
                    <a:pt x="456191" y="104272"/>
                  </a:lnTo>
                  <a:cubicBezTo>
                    <a:pt x="456191" y="46684"/>
                    <a:pt x="409506" y="0"/>
                    <a:pt x="351919" y="0"/>
                  </a:cubicBezTo>
                  <a:lnTo>
                    <a:pt x="273715" y="0"/>
                  </a:lnTo>
                  <a:cubicBezTo>
                    <a:pt x="216127" y="0"/>
                    <a:pt x="169443" y="46684"/>
                    <a:pt x="169443" y="104272"/>
                  </a:cubicBezTo>
                  <a:lnTo>
                    <a:pt x="169443" y="110789"/>
                  </a:lnTo>
                  <a:cubicBezTo>
                    <a:pt x="169443" y="114389"/>
                    <a:pt x="166525" y="117306"/>
                    <a:pt x="162926" y="117306"/>
                  </a:cubicBezTo>
                  <a:lnTo>
                    <a:pt x="65170" y="117306"/>
                  </a:lnTo>
                  <a:cubicBezTo>
                    <a:pt x="29178" y="117306"/>
                    <a:pt x="0" y="146484"/>
                    <a:pt x="0" y="182477"/>
                  </a:cubicBezTo>
                  <a:lnTo>
                    <a:pt x="0" y="299783"/>
                  </a:lnTo>
                  <a:cubicBezTo>
                    <a:pt x="0" y="321378"/>
                    <a:pt x="17507" y="338885"/>
                    <a:pt x="39102" y="338885"/>
                  </a:cubicBezTo>
                  <a:lnTo>
                    <a:pt x="252860" y="338885"/>
                  </a:lnTo>
                  <a:cubicBezTo>
                    <a:pt x="254910" y="338877"/>
                    <a:pt x="256838" y="337913"/>
                    <a:pt x="258074" y="336278"/>
                  </a:cubicBezTo>
                  <a:cubicBezTo>
                    <a:pt x="277364" y="306131"/>
                    <a:pt x="317441" y="297330"/>
                    <a:pt x="347589" y="316620"/>
                  </a:cubicBezTo>
                  <a:cubicBezTo>
                    <a:pt x="355488" y="321675"/>
                    <a:pt x="362193" y="328380"/>
                    <a:pt x="367247" y="336278"/>
                  </a:cubicBezTo>
                  <a:cubicBezTo>
                    <a:pt x="368483" y="337913"/>
                    <a:pt x="370412" y="338877"/>
                    <a:pt x="372461" y="338885"/>
                  </a:cubicBezTo>
                  <a:lnTo>
                    <a:pt x="586219" y="338885"/>
                  </a:lnTo>
                  <a:cubicBezTo>
                    <a:pt x="607814" y="339057"/>
                    <a:pt x="625459" y="321691"/>
                    <a:pt x="625634" y="300096"/>
                  </a:cubicBezTo>
                  <a:cubicBezTo>
                    <a:pt x="625634" y="299992"/>
                    <a:pt x="625634" y="299887"/>
                    <a:pt x="625634" y="299783"/>
                  </a:cubicBezTo>
                  <a:lnTo>
                    <a:pt x="625634" y="182477"/>
                  </a:lnTo>
                  <a:cubicBezTo>
                    <a:pt x="625634" y="146484"/>
                    <a:pt x="596456" y="117306"/>
                    <a:pt x="560464" y="117306"/>
                  </a:cubicBezTo>
                  <a:close/>
                  <a:moveTo>
                    <a:pt x="273715" y="52136"/>
                  </a:moveTo>
                  <a:lnTo>
                    <a:pt x="351919" y="52136"/>
                  </a:lnTo>
                  <a:cubicBezTo>
                    <a:pt x="377839" y="52129"/>
                    <a:pt x="399827" y="71164"/>
                    <a:pt x="403534" y="96817"/>
                  </a:cubicBezTo>
                  <a:cubicBezTo>
                    <a:pt x="404053" y="100379"/>
                    <a:pt x="401584" y="103686"/>
                    <a:pt x="398023" y="104205"/>
                  </a:cubicBezTo>
                  <a:cubicBezTo>
                    <a:pt x="397708" y="104250"/>
                    <a:pt x="397387" y="104273"/>
                    <a:pt x="397069" y="104272"/>
                  </a:cubicBezTo>
                  <a:lnTo>
                    <a:pt x="228565" y="104272"/>
                  </a:lnTo>
                  <a:cubicBezTo>
                    <a:pt x="224966" y="104281"/>
                    <a:pt x="222041" y="101370"/>
                    <a:pt x="222032" y="97771"/>
                  </a:cubicBezTo>
                  <a:cubicBezTo>
                    <a:pt x="222032" y="97452"/>
                    <a:pt x="222054" y="97133"/>
                    <a:pt x="222100" y="96817"/>
                  </a:cubicBezTo>
                  <a:cubicBezTo>
                    <a:pt x="225806" y="71164"/>
                    <a:pt x="247795" y="52129"/>
                    <a:pt x="273715" y="52136"/>
                  </a:cubicBezTo>
                  <a:close/>
                </a:path>
              </a:pathLst>
            </a:custGeom>
            <a:grpFill/>
            <a:ln w="25797" cap="flat">
              <a:noFill/>
              <a:prstDash val="solid"/>
              <a:miter/>
            </a:ln>
          </p:spPr>
          <p:txBody>
            <a:bodyPr rtlCol="0" anchor="ctr"/>
            <a:lstStyle/>
            <a:p>
              <a:endParaRPr/>
            </a:p>
          </p:txBody>
        </p:sp>
        <p:sp>
          <p:nvSpPr>
            <p:cNvPr id="29" name="Freeform 28">
              <a:extLst>
                <a:ext uri="{FF2B5EF4-FFF2-40B4-BE49-F238E27FC236}">
                  <a16:creationId xmlns:a16="http://schemas.microsoft.com/office/drawing/2014/main" id="{545D912C-08A3-2942-8809-1CFA8CFA9F06}"/>
                </a:ext>
              </a:extLst>
            </p:cNvPr>
            <p:cNvSpPr/>
            <p:nvPr/>
          </p:nvSpPr>
          <p:spPr>
            <a:xfrm>
              <a:off x="12099910" y="7147754"/>
              <a:ext cx="576331" cy="195695"/>
            </a:xfrm>
            <a:custGeom>
              <a:avLst/>
              <a:gdLst>
                <a:gd name="connsiteX0" fmla="*/ 288226 w 576331"/>
                <a:gd name="connsiteY0" fmla="*/ 97756 h 195695"/>
                <a:gd name="connsiteX1" fmla="*/ 216539 w 576331"/>
                <a:gd name="connsiteY1" fmla="*/ 13035 h 195695"/>
                <a:gd name="connsiteX2" fmla="*/ 216721 w 576331"/>
                <a:gd name="connsiteY2" fmla="*/ 6909 h 195695"/>
                <a:gd name="connsiteX3" fmla="*/ 210607 w 576331"/>
                <a:gd name="connsiteY3" fmla="*/ 14 h 195695"/>
                <a:gd name="connsiteX4" fmla="*/ 210204 w 576331"/>
                <a:gd name="connsiteY4" fmla="*/ 1 h 195695"/>
                <a:gd name="connsiteX5" fmla="*/ 27545 w 576331"/>
                <a:gd name="connsiteY5" fmla="*/ 1 h 195695"/>
                <a:gd name="connsiteX6" fmla="*/ 14511 w 576331"/>
                <a:gd name="connsiteY6" fmla="*/ 11184 h 195695"/>
                <a:gd name="connsiteX7" fmla="*/ 9089 w 576331"/>
                <a:gd name="connsiteY7" fmla="*/ 44760 h 195695"/>
                <a:gd name="connsiteX8" fmla="*/ 15606 w 576331"/>
                <a:gd name="connsiteY8" fmla="*/ 175100 h 195695"/>
                <a:gd name="connsiteX9" fmla="*/ 67716 w 576331"/>
                <a:gd name="connsiteY9" fmla="*/ 195511 h 195695"/>
                <a:gd name="connsiteX10" fmla="*/ 508736 w 576331"/>
                <a:gd name="connsiteY10" fmla="*/ 195511 h 195695"/>
                <a:gd name="connsiteX11" fmla="*/ 560715 w 576331"/>
                <a:gd name="connsiteY11" fmla="*/ 175152 h 195695"/>
                <a:gd name="connsiteX12" fmla="*/ 567232 w 576331"/>
                <a:gd name="connsiteY12" fmla="*/ 44812 h 195695"/>
                <a:gd name="connsiteX13" fmla="*/ 561810 w 576331"/>
                <a:gd name="connsiteY13" fmla="*/ 11236 h 195695"/>
                <a:gd name="connsiteX14" fmla="*/ 548907 w 576331"/>
                <a:gd name="connsiteY14" fmla="*/ 1 h 195695"/>
                <a:gd name="connsiteX15" fmla="*/ 366248 w 576331"/>
                <a:gd name="connsiteY15" fmla="*/ 1 h 195695"/>
                <a:gd name="connsiteX16" fmla="*/ 359720 w 576331"/>
                <a:gd name="connsiteY16" fmla="*/ 6559 h 195695"/>
                <a:gd name="connsiteX17" fmla="*/ 359731 w 576331"/>
                <a:gd name="connsiteY17" fmla="*/ 6909 h 195695"/>
                <a:gd name="connsiteX18" fmla="*/ 359913 w 576331"/>
                <a:gd name="connsiteY18" fmla="*/ 13035 h 195695"/>
                <a:gd name="connsiteX19" fmla="*/ 288226 w 576331"/>
                <a:gd name="connsiteY19" fmla="*/ 97756 h 195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76331" h="195695">
                  <a:moveTo>
                    <a:pt x="288226" y="97756"/>
                  </a:moveTo>
                  <a:cubicBezTo>
                    <a:pt x="245208" y="93822"/>
                    <a:pt x="213299" y="56110"/>
                    <a:pt x="216539" y="13035"/>
                  </a:cubicBezTo>
                  <a:cubicBezTo>
                    <a:pt x="216539" y="10975"/>
                    <a:pt x="216539" y="8942"/>
                    <a:pt x="216721" y="6909"/>
                  </a:cubicBezTo>
                  <a:cubicBezTo>
                    <a:pt x="216937" y="3317"/>
                    <a:pt x="214199" y="227"/>
                    <a:pt x="210607" y="14"/>
                  </a:cubicBezTo>
                  <a:cubicBezTo>
                    <a:pt x="210473" y="3"/>
                    <a:pt x="210338" y="1"/>
                    <a:pt x="210204" y="1"/>
                  </a:cubicBezTo>
                  <a:lnTo>
                    <a:pt x="27545" y="1"/>
                  </a:lnTo>
                  <a:cubicBezTo>
                    <a:pt x="21011" y="-65"/>
                    <a:pt x="15438" y="4716"/>
                    <a:pt x="14511" y="11184"/>
                  </a:cubicBezTo>
                  <a:cubicBezTo>
                    <a:pt x="12921" y="22263"/>
                    <a:pt x="10992" y="33524"/>
                    <a:pt x="9089" y="44760"/>
                  </a:cubicBezTo>
                  <a:cubicBezTo>
                    <a:pt x="121" y="97209"/>
                    <a:pt x="-8325" y="146764"/>
                    <a:pt x="15606" y="175100"/>
                  </a:cubicBezTo>
                  <a:cubicBezTo>
                    <a:pt x="28963" y="189482"/>
                    <a:pt x="48144" y="196995"/>
                    <a:pt x="67716" y="195511"/>
                  </a:cubicBezTo>
                  <a:lnTo>
                    <a:pt x="508736" y="195511"/>
                  </a:lnTo>
                  <a:cubicBezTo>
                    <a:pt x="528255" y="196969"/>
                    <a:pt x="547379" y="189477"/>
                    <a:pt x="560715" y="175152"/>
                  </a:cubicBezTo>
                  <a:cubicBezTo>
                    <a:pt x="584672" y="146764"/>
                    <a:pt x="576200" y="97209"/>
                    <a:pt x="567232" y="44812"/>
                  </a:cubicBezTo>
                  <a:cubicBezTo>
                    <a:pt x="565329" y="33576"/>
                    <a:pt x="563400" y="22315"/>
                    <a:pt x="561810" y="11236"/>
                  </a:cubicBezTo>
                  <a:cubicBezTo>
                    <a:pt x="560914" y="4797"/>
                    <a:pt x="555408" y="3"/>
                    <a:pt x="548907" y="1"/>
                  </a:cubicBezTo>
                  <a:lnTo>
                    <a:pt x="366248" y="1"/>
                  </a:lnTo>
                  <a:cubicBezTo>
                    <a:pt x="362634" y="8"/>
                    <a:pt x="359712" y="2946"/>
                    <a:pt x="359720" y="6559"/>
                  </a:cubicBezTo>
                  <a:cubicBezTo>
                    <a:pt x="359720" y="6677"/>
                    <a:pt x="359725" y="6791"/>
                    <a:pt x="359731" y="6909"/>
                  </a:cubicBezTo>
                  <a:cubicBezTo>
                    <a:pt x="359731" y="8942"/>
                    <a:pt x="359913" y="10975"/>
                    <a:pt x="359913" y="13035"/>
                  </a:cubicBezTo>
                  <a:cubicBezTo>
                    <a:pt x="363153" y="56110"/>
                    <a:pt x="331243" y="93822"/>
                    <a:pt x="288226" y="97756"/>
                  </a:cubicBezTo>
                  <a:close/>
                </a:path>
              </a:pathLst>
            </a:custGeom>
            <a:grpFill/>
            <a:ln w="25797" cap="flat">
              <a:noFill/>
              <a:prstDash val="solid"/>
              <a:miter/>
            </a:ln>
          </p:spPr>
          <p:txBody>
            <a:bodyPr rtlCol="0" anchor="ctr"/>
            <a:lstStyle/>
            <a:p>
              <a:endParaRPr/>
            </a:p>
          </p:txBody>
        </p:sp>
        <p:sp>
          <p:nvSpPr>
            <p:cNvPr id="30" name="Freeform 29">
              <a:extLst>
                <a:ext uri="{FF2B5EF4-FFF2-40B4-BE49-F238E27FC236}">
                  <a16:creationId xmlns:a16="http://schemas.microsoft.com/office/drawing/2014/main" id="{AF38FEB3-CE8D-E546-84D4-49150ED230CA}"/>
                </a:ext>
              </a:extLst>
            </p:cNvPr>
            <p:cNvSpPr/>
            <p:nvPr/>
          </p:nvSpPr>
          <p:spPr>
            <a:xfrm>
              <a:off x="12355550" y="7115170"/>
              <a:ext cx="65170" cy="91238"/>
            </a:xfrm>
            <a:custGeom>
              <a:avLst/>
              <a:gdLst>
                <a:gd name="connsiteX0" fmla="*/ 65170 w 65170"/>
                <a:gd name="connsiteY0" fmla="*/ 45619 h 91238"/>
                <a:gd name="connsiteX1" fmla="*/ 32585 w 65170"/>
                <a:gd name="connsiteY1" fmla="*/ 91238 h 91238"/>
                <a:gd name="connsiteX2" fmla="*/ 0 w 65170"/>
                <a:gd name="connsiteY2" fmla="*/ 45619 h 91238"/>
                <a:gd name="connsiteX3" fmla="*/ 32585 w 65170"/>
                <a:gd name="connsiteY3" fmla="*/ 0 h 91238"/>
                <a:gd name="connsiteX4" fmla="*/ 65170 w 65170"/>
                <a:gd name="connsiteY4" fmla="*/ 45619 h 91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70" h="91238">
                  <a:moveTo>
                    <a:pt x="65170" y="45619"/>
                  </a:moveTo>
                  <a:cubicBezTo>
                    <a:pt x="65170" y="70814"/>
                    <a:pt x="50581" y="91238"/>
                    <a:pt x="32585" y="91238"/>
                  </a:cubicBezTo>
                  <a:cubicBezTo>
                    <a:pt x="14589" y="91238"/>
                    <a:pt x="0" y="70814"/>
                    <a:pt x="0" y="45619"/>
                  </a:cubicBezTo>
                  <a:cubicBezTo>
                    <a:pt x="0" y="20424"/>
                    <a:pt x="14589" y="0"/>
                    <a:pt x="32585" y="0"/>
                  </a:cubicBezTo>
                  <a:cubicBezTo>
                    <a:pt x="50581" y="0"/>
                    <a:pt x="65170" y="20424"/>
                    <a:pt x="65170" y="45619"/>
                  </a:cubicBezTo>
                  <a:close/>
                </a:path>
              </a:pathLst>
            </a:custGeom>
            <a:grpFill/>
            <a:ln w="25797" cap="flat">
              <a:noFill/>
              <a:prstDash val="solid"/>
              <a:miter/>
            </a:ln>
          </p:spPr>
          <p:txBody>
            <a:bodyPr rtlCol="0" anchor="ctr"/>
            <a:lstStyle/>
            <a:p>
              <a:endParaRPr/>
            </a:p>
          </p:txBody>
        </p:sp>
      </p:grpSp>
      <p:sp>
        <p:nvSpPr>
          <p:cNvPr id="33" name="Rounded Rectangle 32">
            <a:extLst>
              <a:ext uri="{FF2B5EF4-FFF2-40B4-BE49-F238E27FC236}">
                <a16:creationId xmlns:a16="http://schemas.microsoft.com/office/drawing/2014/main" id="{78DD696D-9EBF-7742-9DE5-8DE726A071EE}"/>
              </a:ext>
            </a:extLst>
          </p:cNvPr>
          <p:cNvSpPr/>
          <p:nvPr/>
        </p:nvSpPr>
        <p:spPr>
          <a:xfrm>
            <a:off x="11281402" y="8983538"/>
            <a:ext cx="1440000" cy="1440000"/>
          </a:xfrm>
          <a:prstGeom prst="roundRect">
            <a:avLst>
              <a:gd name="adj" fmla="val 15670"/>
            </a:avLst>
          </a:prstGeom>
          <a:solidFill>
            <a:schemeClr val="bg2"/>
          </a:solidFill>
          <a:ln>
            <a:noFill/>
          </a:ln>
          <a:effectLst>
            <a:outerShdw blurRad="457200" dist="38100" dir="8100000" sx="115000" sy="115000" algn="tr" rotWithShape="0">
              <a:schemeClr val="accent3">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34" name="Graphic 37">
            <a:extLst>
              <a:ext uri="{FF2B5EF4-FFF2-40B4-BE49-F238E27FC236}">
                <a16:creationId xmlns:a16="http://schemas.microsoft.com/office/drawing/2014/main" id="{F1F20856-89CB-E343-B6DA-FDF690B9811E}"/>
              </a:ext>
            </a:extLst>
          </p:cNvPr>
          <p:cNvGrpSpPr/>
          <p:nvPr/>
        </p:nvGrpSpPr>
        <p:grpSpPr>
          <a:xfrm>
            <a:off x="11688585" y="9385272"/>
            <a:ext cx="625634" cy="625634"/>
            <a:chOff x="12075319" y="6743700"/>
            <a:chExt cx="625634" cy="625634"/>
          </a:xfrm>
          <a:solidFill>
            <a:schemeClr val="accent4"/>
          </a:solidFill>
        </p:grpSpPr>
        <p:sp>
          <p:nvSpPr>
            <p:cNvPr id="35" name="Freeform 34">
              <a:extLst>
                <a:ext uri="{FF2B5EF4-FFF2-40B4-BE49-F238E27FC236}">
                  <a16:creationId xmlns:a16="http://schemas.microsoft.com/office/drawing/2014/main" id="{B513E07C-4DF8-6041-B590-F6998CE257CC}"/>
                </a:ext>
              </a:extLst>
            </p:cNvPr>
            <p:cNvSpPr/>
            <p:nvPr/>
          </p:nvSpPr>
          <p:spPr>
            <a:xfrm>
              <a:off x="12075319" y="6769768"/>
              <a:ext cx="625634" cy="338886"/>
            </a:xfrm>
            <a:custGeom>
              <a:avLst/>
              <a:gdLst>
                <a:gd name="connsiteX0" fmla="*/ 560464 w 625634"/>
                <a:gd name="connsiteY0" fmla="*/ 117306 h 338886"/>
                <a:gd name="connsiteX1" fmla="*/ 462708 w 625634"/>
                <a:gd name="connsiteY1" fmla="*/ 117306 h 338886"/>
                <a:gd name="connsiteX2" fmla="*/ 456191 w 625634"/>
                <a:gd name="connsiteY2" fmla="*/ 110789 h 338886"/>
                <a:gd name="connsiteX3" fmla="*/ 456191 w 625634"/>
                <a:gd name="connsiteY3" fmla="*/ 104272 h 338886"/>
                <a:gd name="connsiteX4" fmla="*/ 351919 w 625634"/>
                <a:gd name="connsiteY4" fmla="*/ 0 h 338886"/>
                <a:gd name="connsiteX5" fmla="*/ 273715 w 625634"/>
                <a:gd name="connsiteY5" fmla="*/ 0 h 338886"/>
                <a:gd name="connsiteX6" fmla="*/ 169443 w 625634"/>
                <a:gd name="connsiteY6" fmla="*/ 104272 h 338886"/>
                <a:gd name="connsiteX7" fmla="*/ 169443 w 625634"/>
                <a:gd name="connsiteY7" fmla="*/ 110789 h 338886"/>
                <a:gd name="connsiteX8" fmla="*/ 162926 w 625634"/>
                <a:gd name="connsiteY8" fmla="*/ 117306 h 338886"/>
                <a:gd name="connsiteX9" fmla="*/ 65170 w 625634"/>
                <a:gd name="connsiteY9" fmla="*/ 117306 h 338886"/>
                <a:gd name="connsiteX10" fmla="*/ 0 w 625634"/>
                <a:gd name="connsiteY10" fmla="*/ 182477 h 338886"/>
                <a:gd name="connsiteX11" fmla="*/ 0 w 625634"/>
                <a:gd name="connsiteY11" fmla="*/ 299783 h 338886"/>
                <a:gd name="connsiteX12" fmla="*/ 39102 w 625634"/>
                <a:gd name="connsiteY12" fmla="*/ 338885 h 338886"/>
                <a:gd name="connsiteX13" fmla="*/ 252860 w 625634"/>
                <a:gd name="connsiteY13" fmla="*/ 338885 h 338886"/>
                <a:gd name="connsiteX14" fmla="*/ 258074 w 625634"/>
                <a:gd name="connsiteY14" fmla="*/ 336278 h 338886"/>
                <a:gd name="connsiteX15" fmla="*/ 347589 w 625634"/>
                <a:gd name="connsiteY15" fmla="*/ 316620 h 338886"/>
                <a:gd name="connsiteX16" fmla="*/ 367247 w 625634"/>
                <a:gd name="connsiteY16" fmla="*/ 336278 h 338886"/>
                <a:gd name="connsiteX17" fmla="*/ 372461 w 625634"/>
                <a:gd name="connsiteY17" fmla="*/ 338885 h 338886"/>
                <a:gd name="connsiteX18" fmla="*/ 586219 w 625634"/>
                <a:gd name="connsiteY18" fmla="*/ 338885 h 338886"/>
                <a:gd name="connsiteX19" fmla="*/ 625634 w 625634"/>
                <a:gd name="connsiteY19" fmla="*/ 300096 h 338886"/>
                <a:gd name="connsiteX20" fmla="*/ 625634 w 625634"/>
                <a:gd name="connsiteY20" fmla="*/ 299783 h 338886"/>
                <a:gd name="connsiteX21" fmla="*/ 625634 w 625634"/>
                <a:gd name="connsiteY21" fmla="*/ 182477 h 338886"/>
                <a:gd name="connsiteX22" fmla="*/ 560464 w 625634"/>
                <a:gd name="connsiteY22" fmla="*/ 117306 h 338886"/>
                <a:gd name="connsiteX23" fmla="*/ 273715 w 625634"/>
                <a:gd name="connsiteY23" fmla="*/ 52136 h 338886"/>
                <a:gd name="connsiteX24" fmla="*/ 351919 w 625634"/>
                <a:gd name="connsiteY24" fmla="*/ 52136 h 338886"/>
                <a:gd name="connsiteX25" fmla="*/ 403534 w 625634"/>
                <a:gd name="connsiteY25" fmla="*/ 96817 h 338886"/>
                <a:gd name="connsiteX26" fmla="*/ 398023 w 625634"/>
                <a:gd name="connsiteY26" fmla="*/ 104205 h 338886"/>
                <a:gd name="connsiteX27" fmla="*/ 397069 w 625634"/>
                <a:gd name="connsiteY27" fmla="*/ 104272 h 338886"/>
                <a:gd name="connsiteX28" fmla="*/ 228565 w 625634"/>
                <a:gd name="connsiteY28" fmla="*/ 104272 h 338886"/>
                <a:gd name="connsiteX29" fmla="*/ 222032 w 625634"/>
                <a:gd name="connsiteY29" fmla="*/ 97771 h 338886"/>
                <a:gd name="connsiteX30" fmla="*/ 222100 w 625634"/>
                <a:gd name="connsiteY30" fmla="*/ 96817 h 338886"/>
                <a:gd name="connsiteX31" fmla="*/ 273715 w 625634"/>
                <a:gd name="connsiteY31" fmla="*/ 52136 h 33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25634" h="338886">
                  <a:moveTo>
                    <a:pt x="560464" y="117306"/>
                  </a:moveTo>
                  <a:lnTo>
                    <a:pt x="462708" y="117306"/>
                  </a:lnTo>
                  <a:cubicBezTo>
                    <a:pt x="459109" y="117306"/>
                    <a:pt x="456191" y="114389"/>
                    <a:pt x="456191" y="110789"/>
                  </a:cubicBezTo>
                  <a:lnTo>
                    <a:pt x="456191" y="104272"/>
                  </a:lnTo>
                  <a:cubicBezTo>
                    <a:pt x="456191" y="46684"/>
                    <a:pt x="409506" y="0"/>
                    <a:pt x="351919" y="0"/>
                  </a:cubicBezTo>
                  <a:lnTo>
                    <a:pt x="273715" y="0"/>
                  </a:lnTo>
                  <a:cubicBezTo>
                    <a:pt x="216127" y="0"/>
                    <a:pt x="169443" y="46684"/>
                    <a:pt x="169443" y="104272"/>
                  </a:cubicBezTo>
                  <a:lnTo>
                    <a:pt x="169443" y="110789"/>
                  </a:lnTo>
                  <a:cubicBezTo>
                    <a:pt x="169443" y="114389"/>
                    <a:pt x="166525" y="117306"/>
                    <a:pt x="162926" y="117306"/>
                  </a:cubicBezTo>
                  <a:lnTo>
                    <a:pt x="65170" y="117306"/>
                  </a:lnTo>
                  <a:cubicBezTo>
                    <a:pt x="29178" y="117306"/>
                    <a:pt x="0" y="146484"/>
                    <a:pt x="0" y="182477"/>
                  </a:cubicBezTo>
                  <a:lnTo>
                    <a:pt x="0" y="299783"/>
                  </a:lnTo>
                  <a:cubicBezTo>
                    <a:pt x="0" y="321378"/>
                    <a:pt x="17507" y="338885"/>
                    <a:pt x="39102" y="338885"/>
                  </a:cubicBezTo>
                  <a:lnTo>
                    <a:pt x="252860" y="338885"/>
                  </a:lnTo>
                  <a:cubicBezTo>
                    <a:pt x="254910" y="338877"/>
                    <a:pt x="256838" y="337913"/>
                    <a:pt x="258074" y="336278"/>
                  </a:cubicBezTo>
                  <a:cubicBezTo>
                    <a:pt x="277364" y="306131"/>
                    <a:pt x="317441" y="297330"/>
                    <a:pt x="347589" y="316620"/>
                  </a:cubicBezTo>
                  <a:cubicBezTo>
                    <a:pt x="355488" y="321675"/>
                    <a:pt x="362193" y="328380"/>
                    <a:pt x="367247" y="336278"/>
                  </a:cubicBezTo>
                  <a:cubicBezTo>
                    <a:pt x="368483" y="337913"/>
                    <a:pt x="370412" y="338877"/>
                    <a:pt x="372461" y="338885"/>
                  </a:cubicBezTo>
                  <a:lnTo>
                    <a:pt x="586219" y="338885"/>
                  </a:lnTo>
                  <a:cubicBezTo>
                    <a:pt x="607814" y="339057"/>
                    <a:pt x="625459" y="321691"/>
                    <a:pt x="625634" y="300096"/>
                  </a:cubicBezTo>
                  <a:cubicBezTo>
                    <a:pt x="625634" y="299992"/>
                    <a:pt x="625634" y="299887"/>
                    <a:pt x="625634" y="299783"/>
                  </a:cubicBezTo>
                  <a:lnTo>
                    <a:pt x="625634" y="182477"/>
                  </a:lnTo>
                  <a:cubicBezTo>
                    <a:pt x="625634" y="146484"/>
                    <a:pt x="596456" y="117306"/>
                    <a:pt x="560464" y="117306"/>
                  </a:cubicBezTo>
                  <a:close/>
                  <a:moveTo>
                    <a:pt x="273715" y="52136"/>
                  </a:moveTo>
                  <a:lnTo>
                    <a:pt x="351919" y="52136"/>
                  </a:lnTo>
                  <a:cubicBezTo>
                    <a:pt x="377839" y="52129"/>
                    <a:pt x="399827" y="71164"/>
                    <a:pt x="403534" y="96817"/>
                  </a:cubicBezTo>
                  <a:cubicBezTo>
                    <a:pt x="404053" y="100379"/>
                    <a:pt x="401584" y="103686"/>
                    <a:pt x="398023" y="104205"/>
                  </a:cubicBezTo>
                  <a:cubicBezTo>
                    <a:pt x="397708" y="104250"/>
                    <a:pt x="397387" y="104273"/>
                    <a:pt x="397069" y="104272"/>
                  </a:cubicBezTo>
                  <a:lnTo>
                    <a:pt x="228565" y="104272"/>
                  </a:lnTo>
                  <a:cubicBezTo>
                    <a:pt x="224966" y="104281"/>
                    <a:pt x="222041" y="101370"/>
                    <a:pt x="222032" y="97771"/>
                  </a:cubicBezTo>
                  <a:cubicBezTo>
                    <a:pt x="222032" y="97452"/>
                    <a:pt x="222054" y="97133"/>
                    <a:pt x="222100" y="96817"/>
                  </a:cubicBezTo>
                  <a:cubicBezTo>
                    <a:pt x="225806" y="71164"/>
                    <a:pt x="247795" y="52129"/>
                    <a:pt x="273715" y="52136"/>
                  </a:cubicBezTo>
                  <a:close/>
                </a:path>
              </a:pathLst>
            </a:custGeom>
            <a:grpFill/>
            <a:ln w="25797" cap="flat">
              <a:noFill/>
              <a:prstDash val="solid"/>
              <a:miter/>
            </a:ln>
          </p:spPr>
          <p:txBody>
            <a:bodyPr rtlCol="0" anchor="ctr"/>
            <a:lstStyle/>
            <a:p>
              <a:endParaRPr/>
            </a:p>
          </p:txBody>
        </p:sp>
        <p:sp>
          <p:nvSpPr>
            <p:cNvPr id="36" name="Freeform 35">
              <a:extLst>
                <a:ext uri="{FF2B5EF4-FFF2-40B4-BE49-F238E27FC236}">
                  <a16:creationId xmlns:a16="http://schemas.microsoft.com/office/drawing/2014/main" id="{0129DCD8-1AE6-9B4C-9FE5-9ABD2CD32AA6}"/>
                </a:ext>
              </a:extLst>
            </p:cNvPr>
            <p:cNvSpPr/>
            <p:nvPr/>
          </p:nvSpPr>
          <p:spPr>
            <a:xfrm>
              <a:off x="12099910" y="7147754"/>
              <a:ext cx="576331" cy="195695"/>
            </a:xfrm>
            <a:custGeom>
              <a:avLst/>
              <a:gdLst>
                <a:gd name="connsiteX0" fmla="*/ 288226 w 576331"/>
                <a:gd name="connsiteY0" fmla="*/ 97756 h 195695"/>
                <a:gd name="connsiteX1" fmla="*/ 216539 w 576331"/>
                <a:gd name="connsiteY1" fmla="*/ 13035 h 195695"/>
                <a:gd name="connsiteX2" fmla="*/ 216721 w 576331"/>
                <a:gd name="connsiteY2" fmla="*/ 6909 h 195695"/>
                <a:gd name="connsiteX3" fmla="*/ 210607 w 576331"/>
                <a:gd name="connsiteY3" fmla="*/ 14 h 195695"/>
                <a:gd name="connsiteX4" fmla="*/ 210204 w 576331"/>
                <a:gd name="connsiteY4" fmla="*/ 1 h 195695"/>
                <a:gd name="connsiteX5" fmla="*/ 27545 w 576331"/>
                <a:gd name="connsiteY5" fmla="*/ 1 h 195695"/>
                <a:gd name="connsiteX6" fmla="*/ 14511 w 576331"/>
                <a:gd name="connsiteY6" fmla="*/ 11184 h 195695"/>
                <a:gd name="connsiteX7" fmla="*/ 9089 w 576331"/>
                <a:gd name="connsiteY7" fmla="*/ 44760 h 195695"/>
                <a:gd name="connsiteX8" fmla="*/ 15606 w 576331"/>
                <a:gd name="connsiteY8" fmla="*/ 175100 h 195695"/>
                <a:gd name="connsiteX9" fmla="*/ 67716 w 576331"/>
                <a:gd name="connsiteY9" fmla="*/ 195511 h 195695"/>
                <a:gd name="connsiteX10" fmla="*/ 508736 w 576331"/>
                <a:gd name="connsiteY10" fmla="*/ 195511 h 195695"/>
                <a:gd name="connsiteX11" fmla="*/ 560715 w 576331"/>
                <a:gd name="connsiteY11" fmla="*/ 175152 h 195695"/>
                <a:gd name="connsiteX12" fmla="*/ 567232 w 576331"/>
                <a:gd name="connsiteY12" fmla="*/ 44812 h 195695"/>
                <a:gd name="connsiteX13" fmla="*/ 561810 w 576331"/>
                <a:gd name="connsiteY13" fmla="*/ 11236 h 195695"/>
                <a:gd name="connsiteX14" fmla="*/ 548907 w 576331"/>
                <a:gd name="connsiteY14" fmla="*/ 1 h 195695"/>
                <a:gd name="connsiteX15" fmla="*/ 366248 w 576331"/>
                <a:gd name="connsiteY15" fmla="*/ 1 h 195695"/>
                <a:gd name="connsiteX16" fmla="*/ 359720 w 576331"/>
                <a:gd name="connsiteY16" fmla="*/ 6559 h 195695"/>
                <a:gd name="connsiteX17" fmla="*/ 359731 w 576331"/>
                <a:gd name="connsiteY17" fmla="*/ 6909 h 195695"/>
                <a:gd name="connsiteX18" fmla="*/ 359913 w 576331"/>
                <a:gd name="connsiteY18" fmla="*/ 13035 h 195695"/>
                <a:gd name="connsiteX19" fmla="*/ 288226 w 576331"/>
                <a:gd name="connsiteY19" fmla="*/ 97756 h 195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76331" h="195695">
                  <a:moveTo>
                    <a:pt x="288226" y="97756"/>
                  </a:moveTo>
                  <a:cubicBezTo>
                    <a:pt x="245208" y="93822"/>
                    <a:pt x="213299" y="56110"/>
                    <a:pt x="216539" y="13035"/>
                  </a:cubicBezTo>
                  <a:cubicBezTo>
                    <a:pt x="216539" y="10975"/>
                    <a:pt x="216539" y="8942"/>
                    <a:pt x="216721" y="6909"/>
                  </a:cubicBezTo>
                  <a:cubicBezTo>
                    <a:pt x="216937" y="3317"/>
                    <a:pt x="214199" y="227"/>
                    <a:pt x="210607" y="14"/>
                  </a:cubicBezTo>
                  <a:cubicBezTo>
                    <a:pt x="210473" y="3"/>
                    <a:pt x="210338" y="1"/>
                    <a:pt x="210204" y="1"/>
                  </a:cubicBezTo>
                  <a:lnTo>
                    <a:pt x="27545" y="1"/>
                  </a:lnTo>
                  <a:cubicBezTo>
                    <a:pt x="21011" y="-65"/>
                    <a:pt x="15438" y="4716"/>
                    <a:pt x="14511" y="11184"/>
                  </a:cubicBezTo>
                  <a:cubicBezTo>
                    <a:pt x="12921" y="22263"/>
                    <a:pt x="10992" y="33524"/>
                    <a:pt x="9089" y="44760"/>
                  </a:cubicBezTo>
                  <a:cubicBezTo>
                    <a:pt x="121" y="97209"/>
                    <a:pt x="-8325" y="146764"/>
                    <a:pt x="15606" y="175100"/>
                  </a:cubicBezTo>
                  <a:cubicBezTo>
                    <a:pt x="28963" y="189482"/>
                    <a:pt x="48144" y="196995"/>
                    <a:pt x="67716" y="195511"/>
                  </a:cubicBezTo>
                  <a:lnTo>
                    <a:pt x="508736" y="195511"/>
                  </a:lnTo>
                  <a:cubicBezTo>
                    <a:pt x="528255" y="196969"/>
                    <a:pt x="547379" y="189477"/>
                    <a:pt x="560715" y="175152"/>
                  </a:cubicBezTo>
                  <a:cubicBezTo>
                    <a:pt x="584672" y="146764"/>
                    <a:pt x="576200" y="97209"/>
                    <a:pt x="567232" y="44812"/>
                  </a:cubicBezTo>
                  <a:cubicBezTo>
                    <a:pt x="565329" y="33576"/>
                    <a:pt x="563400" y="22315"/>
                    <a:pt x="561810" y="11236"/>
                  </a:cubicBezTo>
                  <a:cubicBezTo>
                    <a:pt x="560914" y="4797"/>
                    <a:pt x="555408" y="3"/>
                    <a:pt x="548907" y="1"/>
                  </a:cubicBezTo>
                  <a:lnTo>
                    <a:pt x="366248" y="1"/>
                  </a:lnTo>
                  <a:cubicBezTo>
                    <a:pt x="362634" y="8"/>
                    <a:pt x="359712" y="2946"/>
                    <a:pt x="359720" y="6559"/>
                  </a:cubicBezTo>
                  <a:cubicBezTo>
                    <a:pt x="359720" y="6677"/>
                    <a:pt x="359725" y="6791"/>
                    <a:pt x="359731" y="6909"/>
                  </a:cubicBezTo>
                  <a:cubicBezTo>
                    <a:pt x="359731" y="8942"/>
                    <a:pt x="359913" y="10975"/>
                    <a:pt x="359913" y="13035"/>
                  </a:cubicBezTo>
                  <a:cubicBezTo>
                    <a:pt x="363153" y="56110"/>
                    <a:pt x="331243" y="93822"/>
                    <a:pt x="288226" y="97756"/>
                  </a:cubicBezTo>
                  <a:close/>
                </a:path>
              </a:pathLst>
            </a:custGeom>
            <a:grpFill/>
            <a:ln w="25797" cap="flat">
              <a:noFill/>
              <a:prstDash val="solid"/>
              <a:miter/>
            </a:ln>
          </p:spPr>
          <p:txBody>
            <a:bodyPr rtlCol="0" anchor="ctr"/>
            <a:lstStyle/>
            <a:p>
              <a:endParaRPr/>
            </a:p>
          </p:txBody>
        </p:sp>
        <p:sp>
          <p:nvSpPr>
            <p:cNvPr id="37" name="Freeform 36">
              <a:extLst>
                <a:ext uri="{FF2B5EF4-FFF2-40B4-BE49-F238E27FC236}">
                  <a16:creationId xmlns:a16="http://schemas.microsoft.com/office/drawing/2014/main" id="{AF5A8790-4EA9-D247-995C-5C7FF332CC31}"/>
                </a:ext>
              </a:extLst>
            </p:cNvPr>
            <p:cNvSpPr/>
            <p:nvPr/>
          </p:nvSpPr>
          <p:spPr>
            <a:xfrm>
              <a:off x="12355550" y="7115170"/>
              <a:ext cx="65170" cy="91238"/>
            </a:xfrm>
            <a:custGeom>
              <a:avLst/>
              <a:gdLst>
                <a:gd name="connsiteX0" fmla="*/ 65170 w 65170"/>
                <a:gd name="connsiteY0" fmla="*/ 45619 h 91238"/>
                <a:gd name="connsiteX1" fmla="*/ 32585 w 65170"/>
                <a:gd name="connsiteY1" fmla="*/ 91238 h 91238"/>
                <a:gd name="connsiteX2" fmla="*/ 0 w 65170"/>
                <a:gd name="connsiteY2" fmla="*/ 45619 h 91238"/>
                <a:gd name="connsiteX3" fmla="*/ 32585 w 65170"/>
                <a:gd name="connsiteY3" fmla="*/ 0 h 91238"/>
                <a:gd name="connsiteX4" fmla="*/ 65170 w 65170"/>
                <a:gd name="connsiteY4" fmla="*/ 45619 h 91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70" h="91238">
                  <a:moveTo>
                    <a:pt x="65170" y="45619"/>
                  </a:moveTo>
                  <a:cubicBezTo>
                    <a:pt x="65170" y="70814"/>
                    <a:pt x="50581" y="91238"/>
                    <a:pt x="32585" y="91238"/>
                  </a:cubicBezTo>
                  <a:cubicBezTo>
                    <a:pt x="14589" y="91238"/>
                    <a:pt x="0" y="70814"/>
                    <a:pt x="0" y="45619"/>
                  </a:cubicBezTo>
                  <a:cubicBezTo>
                    <a:pt x="0" y="20424"/>
                    <a:pt x="14589" y="0"/>
                    <a:pt x="32585" y="0"/>
                  </a:cubicBezTo>
                  <a:cubicBezTo>
                    <a:pt x="50581" y="0"/>
                    <a:pt x="65170" y="20424"/>
                    <a:pt x="65170" y="45619"/>
                  </a:cubicBezTo>
                  <a:close/>
                </a:path>
              </a:pathLst>
            </a:custGeom>
            <a:grpFill/>
            <a:ln w="25797" cap="flat">
              <a:noFill/>
              <a:prstDash val="solid"/>
              <a:miter/>
            </a:ln>
          </p:spPr>
          <p:txBody>
            <a:bodyPr rtlCol="0" anchor="ctr"/>
            <a:lstStyle/>
            <a:p>
              <a:endParaRPr/>
            </a:p>
          </p:txBody>
        </p:sp>
      </p:grpSp>
      <p:sp>
        <p:nvSpPr>
          <p:cNvPr id="39" name="TextBox 38">
            <a:extLst>
              <a:ext uri="{FF2B5EF4-FFF2-40B4-BE49-F238E27FC236}">
                <a16:creationId xmlns:a16="http://schemas.microsoft.com/office/drawing/2014/main" id="{E8759F70-1CC5-854F-B74F-1F60E9120BBD}"/>
              </a:ext>
            </a:extLst>
          </p:cNvPr>
          <p:cNvSpPr txBox="1"/>
          <p:nvPr/>
        </p:nvSpPr>
        <p:spPr>
          <a:xfrm>
            <a:off x="6047799" y="5693593"/>
            <a:ext cx="3605212" cy="1695272"/>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0" name="TextBox 39">
            <a:extLst>
              <a:ext uri="{FF2B5EF4-FFF2-40B4-BE49-F238E27FC236}">
                <a16:creationId xmlns:a16="http://schemas.microsoft.com/office/drawing/2014/main" id="{64ED242F-C5A9-9446-8D5A-7A6CFDE6B2F5}"/>
              </a:ext>
            </a:extLst>
          </p:cNvPr>
          <p:cNvSpPr txBox="1"/>
          <p:nvPr/>
        </p:nvSpPr>
        <p:spPr>
          <a:xfrm>
            <a:off x="6047799" y="5231928"/>
            <a:ext cx="2531462" cy="461665"/>
          </a:xfrm>
          <a:prstGeom prst="rect">
            <a:avLst/>
          </a:prstGeom>
          <a:noFill/>
        </p:spPr>
        <p:txBody>
          <a:bodyPr wrap="none" rtlCol="0">
            <a:spAutoFit/>
          </a:bodyPr>
          <a:lstStyle/>
          <a:p>
            <a:r>
              <a:rPr lang="en-US" sz="2400" b="1" spc="300">
                <a:solidFill>
                  <a:schemeClr val="tx2"/>
                </a:solidFill>
                <a:latin typeface="Open Sans" panose="020B0606030504020204" pitchFamily="34" charset="0"/>
                <a:ea typeface="Open Sans" panose="020B0606030504020204" pitchFamily="34" charset="0"/>
                <a:cs typeface="Open Sans" panose="020B0606030504020204" pitchFamily="34" charset="0"/>
              </a:rPr>
              <a:t>PROJECT #90</a:t>
            </a:r>
            <a:endParaRPr sz="2400"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41" name="Graphic 37">
            <a:extLst>
              <a:ext uri="{FF2B5EF4-FFF2-40B4-BE49-F238E27FC236}">
                <a16:creationId xmlns:a16="http://schemas.microsoft.com/office/drawing/2014/main" id="{EC48FA06-8D6A-AD4C-BA45-B5635AEE8FC2}"/>
              </a:ext>
            </a:extLst>
          </p:cNvPr>
          <p:cNvGrpSpPr/>
          <p:nvPr/>
        </p:nvGrpSpPr>
        <p:grpSpPr>
          <a:xfrm>
            <a:off x="6454982" y="3786622"/>
            <a:ext cx="625634" cy="625634"/>
            <a:chOff x="12075319" y="6743700"/>
            <a:chExt cx="625634" cy="625634"/>
          </a:xfrm>
          <a:solidFill>
            <a:schemeClr val="bg1"/>
          </a:solidFill>
        </p:grpSpPr>
        <p:sp>
          <p:nvSpPr>
            <p:cNvPr id="42" name="Freeform 41">
              <a:extLst>
                <a:ext uri="{FF2B5EF4-FFF2-40B4-BE49-F238E27FC236}">
                  <a16:creationId xmlns:a16="http://schemas.microsoft.com/office/drawing/2014/main" id="{9ACCF13C-8937-084B-96C5-CE13F03DB9E6}"/>
                </a:ext>
              </a:extLst>
            </p:cNvPr>
            <p:cNvSpPr/>
            <p:nvPr/>
          </p:nvSpPr>
          <p:spPr>
            <a:xfrm>
              <a:off x="12075319" y="6769768"/>
              <a:ext cx="625634" cy="338886"/>
            </a:xfrm>
            <a:custGeom>
              <a:avLst/>
              <a:gdLst>
                <a:gd name="connsiteX0" fmla="*/ 560464 w 625634"/>
                <a:gd name="connsiteY0" fmla="*/ 117306 h 338886"/>
                <a:gd name="connsiteX1" fmla="*/ 462708 w 625634"/>
                <a:gd name="connsiteY1" fmla="*/ 117306 h 338886"/>
                <a:gd name="connsiteX2" fmla="*/ 456191 w 625634"/>
                <a:gd name="connsiteY2" fmla="*/ 110789 h 338886"/>
                <a:gd name="connsiteX3" fmla="*/ 456191 w 625634"/>
                <a:gd name="connsiteY3" fmla="*/ 104272 h 338886"/>
                <a:gd name="connsiteX4" fmla="*/ 351919 w 625634"/>
                <a:gd name="connsiteY4" fmla="*/ 0 h 338886"/>
                <a:gd name="connsiteX5" fmla="*/ 273715 w 625634"/>
                <a:gd name="connsiteY5" fmla="*/ 0 h 338886"/>
                <a:gd name="connsiteX6" fmla="*/ 169443 w 625634"/>
                <a:gd name="connsiteY6" fmla="*/ 104272 h 338886"/>
                <a:gd name="connsiteX7" fmla="*/ 169443 w 625634"/>
                <a:gd name="connsiteY7" fmla="*/ 110789 h 338886"/>
                <a:gd name="connsiteX8" fmla="*/ 162926 w 625634"/>
                <a:gd name="connsiteY8" fmla="*/ 117306 h 338886"/>
                <a:gd name="connsiteX9" fmla="*/ 65170 w 625634"/>
                <a:gd name="connsiteY9" fmla="*/ 117306 h 338886"/>
                <a:gd name="connsiteX10" fmla="*/ 0 w 625634"/>
                <a:gd name="connsiteY10" fmla="*/ 182477 h 338886"/>
                <a:gd name="connsiteX11" fmla="*/ 0 w 625634"/>
                <a:gd name="connsiteY11" fmla="*/ 299783 h 338886"/>
                <a:gd name="connsiteX12" fmla="*/ 39102 w 625634"/>
                <a:gd name="connsiteY12" fmla="*/ 338885 h 338886"/>
                <a:gd name="connsiteX13" fmla="*/ 252860 w 625634"/>
                <a:gd name="connsiteY13" fmla="*/ 338885 h 338886"/>
                <a:gd name="connsiteX14" fmla="*/ 258074 w 625634"/>
                <a:gd name="connsiteY14" fmla="*/ 336278 h 338886"/>
                <a:gd name="connsiteX15" fmla="*/ 347589 w 625634"/>
                <a:gd name="connsiteY15" fmla="*/ 316620 h 338886"/>
                <a:gd name="connsiteX16" fmla="*/ 367247 w 625634"/>
                <a:gd name="connsiteY16" fmla="*/ 336278 h 338886"/>
                <a:gd name="connsiteX17" fmla="*/ 372461 w 625634"/>
                <a:gd name="connsiteY17" fmla="*/ 338885 h 338886"/>
                <a:gd name="connsiteX18" fmla="*/ 586219 w 625634"/>
                <a:gd name="connsiteY18" fmla="*/ 338885 h 338886"/>
                <a:gd name="connsiteX19" fmla="*/ 625634 w 625634"/>
                <a:gd name="connsiteY19" fmla="*/ 300096 h 338886"/>
                <a:gd name="connsiteX20" fmla="*/ 625634 w 625634"/>
                <a:gd name="connsiteY20" fmla="*/ 299783 h 338886"/>
                <a:gd name="connsiteX21" fmla="*/ 625634 w 625634"/>
                <a:gd name="connsiteY21" fmla="*/ 182477 h 338886"/>
                <a:gd name="connsiteX22" fmla="*/ 560464 w 625634"/>
                <a:gd name="connsiteY22" fmla="*/ 117306 h 338886"/>
                <a:gd name="connsiteX23" fmla="*/ 273715 w 625634"/>
                <a:gd name="connsiteY23" fmla="*/ 52136 h 338886"/>
                <a:gd name="connsiteX24" fmla="*/ 351919 w 625634"/>
                <a:gd name="connsiteY24" fmla="*/ 52136 h 338886"/>
                <a:gd name="connsiteX25" fmla="*/ 403534 w 625634"/>
                <a:gd name="connsiteY25" fmla="*/ 96817 h 338886"/>
                <a:gd name="connsiteX26" fmla="*/ 398023 w 625634"/>
                <a:gd name="connsiteY26" fmla="*/ 104205 h 338886"/>
                <a:gd name="connsiteX27" fmla="*/ 397069 w 625634"/>
                <a:gd name="connsiteY27" fmla="*/ 104272 h 338886"/>
                <a:gd name="connsiteX28" fmla="*/ 228565 w 625634"/>
                <a:gd name="connsiteY28" fmla="*/ 104272 h 338886"/>
                <a:gd name="connsiteX29" fmla="*/ 222032 w 625634"/>
                <a:gd name="connsiteY29" fmla="*/ 97771 h 338886"/>
                <a:gd name="connsiteX30" fmla="*/ 222100 w 625634"/>
                <a:gd name="connsiteY30" fmla="*/ 96817 h 338886"/>
                <a:gd name="connsiteX31" fmla="*/ 273715 w 625634"/>
                <a:gd name="connsiteY31" fmla="*/ 52136 h 33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25634" h="338886">
                  <a:moveTo>
                    <a:pt x="560464" y="117306"/>
                  </a:moveTo>
                  <a:lnTo>
                    <a:pt x="462708" y="117306"/>
                  </a:lnTo>
                  <a:cubicBezTo>
                    <a:pt x="459109" y="117306"/>
                    <a:pt x="456191" y="114389"/>
                    <a:pt x="456191" y="110789"/>
                  </a:cubicBezTo>
                  <a:lnTo>
                    <a:pt x="456191" y="104272"/>
                  </a:lnTo>
                  <a:cubicBezTo>
                    <a:pt x="456191" y="46684"/>
                    <a:pt x="409506" y="0"/>
                    <a:pt x="351919" y="0"/>
                  </a:cubicBezTo>
                  <a:lnTo>
                    <a:pt x="273715" y="0"/>
                  </a:lnTo>
                  <a:cubicBezTo>
                    <a:pt x="216127" y="0"/>
                    <a:pt x="169443" y="46684"/>
                    <a:pt x="169443" y="104272"/>
                  </a:cubicBezTo>
                  <a:lnTo>
                    <a:pt x="169443" y="110789"/>
                  </a:lnTo>
                  <a:cubicBezTo>
                    <a:pt x="169443" y="114389"/>
                    <a:pt x="166525" y="117306"/>
                    <a:pt x="162926" y="117306"/>
                  </a:cubicBezTo>
                  <a:lnTo>
                    <a:pt x="65170" y="117306"/>
                  </a:lnTo>
                  <a:cubicBezTo>
                    <a:pt x="29178" y="117306"/>
                    <a:pt x="0" y="146484"/>
                    <a:pt x="0" y="182477"/>
                  </a:cubicBezTo>
                  <a:lnTo>
                    <a:pt x="0" y="299783"/>
                  </a:lnTo>
                  <a:cubicBezTo>
                    <a:pt x="0" y="321378"/>
                    <a:pt x="17507" y="338885"/>
                    <a:pt x="39102" y="338885"/>
                  </a:cubicBezTo>
                  <a:lnTo>
                    <a:pt x="252860" y="338885"/>
                  </a:lnTo>
                  <a:cubicBezTo>
                    <a:pt x="254910" y="338877"/>
                    <a:pt x="256838" y="337913"/>
                    <a:pt x="258074" y="336278"/>
                  </a:cubicBezTo>
                  <a:cubicBezTo>
                    <a:pt x="277364" y="306131"/>
                    <a:pt x="317441" y="297330"/>
                    <a:pt x="347589" y="316620"/>
                  </a:cubicBezTo>
                  <a:cubicBezTo>
                    <a:pt x="355488" y="321675"/>
                    <a:pt x="362193" y="328380"/>
                    <a:pt x="367247" y="336278"/>
                  </a:cubicBezTo>
                  <a:cubicBezTo>
                    <a:pt x="368483" y="337913"/>
                    <a:pt x="370412" y="338877"/>
                    <a:pt x="372461" y="338885"/>
                  </a:cubicBezTo>
                  <a:lnTo>
                    <a:pt x="586219" y="338885"/>
                  </a:lnTo>
                  <a:cubicBezTo>
                    <a:pt x="607814" y="339057"/>
                    <a:pt x="625459" y="321691"/>
                    <a:pt x="625634" y="300096"/>
                  </a:cubicBezTo>
                  <a:cubicBezTo>
                    <a:pt x="625634" y="299992"/>
                    <a:pt x="625634" y="299887"/>
                    <a:pt x="625634" y="299783"/>
                  </a:cubicBezTo>
                  <a:lnTo>
                    <a:pt x="625634" y="182477"/>
                  </a:lnTo>
                  <a:cubicBezTo>
                    <a:pt x="625634" y="146484"/>
                    <a:pt x="596456" y="117306"/>
                    <a:pt x="560464" y="117306"/>
                  </a:cubicBezTo>
                  <a:close/>
                  <a:moveTo>
                    <a:pt x="273715" y="52136"/>
                  </a:moveTo>
                  <a:lnTo>
                    <a:pt x="351919" y="52136"/>
                  </a:lnTo>
                  <a:cubicBezTo>
                    <a:pt x="377839" y="52129"/>
                    <a:pt x="399827" y="71164"/>
                    <a:pt x="403534" y="96817"/>
                  </a:cubicBezTo>
                  <a:cubicBezTo>
                    <a:pt x="404053" y="100379"/>
                    <a:pt x="401584" y="103686"/>
                    <a:pt x="398023" y="104205"/>
                  </a:cubicBezTo>
                  <a:cubicBezTo>
                    <a:pt x="397708" y="104250"/>
                    <a:pt x="397387" y="104273"/>
                    <a:pt x="397069" y="104272"/>
                  </a:cubicBezTo>
                  <a:lnTo>
                    <a:pt x="228565" y="104272"/>
                  </a:lnTo>
                  <a:cubicBezTo>
                    <a:pt x="224966" y="104281"/>
                    <a:pt x="222041" y="101370"/>
                    <a:pt x="222032" y="97771"/>
                  </a:cubicBezTo>
                  <a:cubicBezTo>
                    <a:pt x="222032" y="97452"/>
                    <a:pt x="222054" y="97133"/>
                    <a:pt x="222100" y="96817"/>
                  </a:cubicBezTo>
                  <a:cubicBezTo>
                    <a:pt x="225806" y="71164"/>
                    <a:pt x="247795" y="52129"/>
                    <a:pt x="273715" y="52136"/>
                  </a:cubicBezTo>
                  <a:close/>
                </a:path>
              </a:pathLst>
            </a:custGeom>
            <a:grpFill/>
            <a:ln w="25797" cap="flat">
              <a:noFill/>
              <a:prstDash val="solid"/>
              <a:miter/>
            </a:ln>
          </p:spPr>
          <p:txBody>
            <a:bodyPr rtlCol="0" anchor="ctr"/>
            <a:lstStyle/>
            <a:p>
              <a:endParaRPr/>
            </a:p>
          </p:txBody>
        </p:sp>
        <p:sp>
          <p:nvSpPr>
            <p:cNvPr id="43" name="Freeform 42">
              <a:extLst>
                <a:ext uri="{FF2B5EF4-FFF2-40B4-BE49-F238E27FC236}">
                  <a16:creationId xmlns:a16="http://schemas.microsoft.com/office/drawing/2014/main" id="{391F329D-5C0A-4048-AF51-651283FFFFB8}"/>
                </a:ext>
              </a:extLst>
            </p:cNvPr>
            <p:cNvSpPr/>
            <p:nvPr/>
          </p:nvSpPr>
          <p:spPr>
            <a:xfrm>
              <a:off x="12099910" y="7147754"/>
              <a:ext cx="576331" cy="195695"/>
            </a:xfrm>
            <a:custGeom>
              <a:avLst/>
              <a:gdLst>
                <a:gd name="connsiteX0" fmla="*/ 288226 w 576331"/>
                <a:gd name="connsiteY0" fmla="*/ 97756 h 195695"/>
                <a:gd name="connsiteX1" fmla="*/ 216539 w 576331"/>
                <a:gd name="connsiteY1" fmla="*/ 13035 h 195695"/>
                <a:gd name="connsiteX2" fmla="*/ 216721 w 576331"/>
                <a:gd name="connsiteY2" fmla="*/ 6909 h 195695"/>
                <a:gd name="connsiteX3" fmla="*/ 210607 w 576331"/>
                <a:gd name="connsiteY3" fmla="*/ 14 h 195695"/>
                <a:gd name="connsiteX4" fmla="*/ 210204 w 576331"/>
                <a:gd name="connsiteY4" fmla="*/ 1 h 195695"/>
                <a:gd name="connsiteX5" fmla="*/ 27545 w 576331"/>
                <a:gd name="connsiteY5" fmla="*/ 1 h 195695"/>
                <a:gd name="connsiteX6" fmla="*/ 14511 w 576331"/>
                <a:gd name="connsiteY6" fmla="*/ 11184 h 195695"/>
                <a:gd name="connsiteX7" fmla="*/ 9089 w 576331"/>
                <a:gd name="connsiteY7" fmla="*/ 44760 h 195695"/>
                <a:gd name="connsiteX8" fmla="*/ 15606 w 576331"/>
                <a:gd name="connsiteY8" fmla="*/ 175100 h 195695"/>
                <a:gd name="connsiteX9" fmla="*/ 67716 w 576331"/>
                <a:gd name="connsiteY9" fmla="*/ 195511 h 195695"/>
                <a:gd name="connsiteX10" fmla="*/ 508736 w 576331"/>
                <a:gd name="connsiteY10" fmla="*/ 195511 h 195695"/>
                <a:gd name="connsiteX11" fmla="*/ 560715 w 576331"/>
                <a:gd name="connsiteY11" fmla="*/ 175152 h 195695"/>
                <a:gd name="connsiteX12" fmla="*/ 567232 w 576331"/>
                <a:gd name="connsiteY12" fmla="*/ 44812 h 195695"/>
                <a:gd name="connsiteX13" fmla="*/ 561810 w 576331"/>
                <a:gd name="connsiteY13" fmla="*/ 11236 h 195695"/>
                <a:gd name="connsiteX14" fmla="*/ 548907 w 576331"/>
                <a:gd name="connsiteY14" fmla="*/ 1 h 195695"/>
                <a:gd name="connsiteX15" fmla="*/ 366248 w 576331"/>
                <a:gd name="connsiteY15" fmla="*/ 1 h 195695"/>
                <a:gd name="connsiteX16" fmla="*/ 359720 w 576331"/>
                <a:gd name="connsiteY16" fmla="*/ 6559 h 195695"/>
                <a:gd name="connsiteX17" fmla="*/ 359731 w 576331"/>
                <a:gd name="connsiteY17" fmla="*/ 6909 h 195695"/>
                <a:gd name="connsiteX18" fmla="*/ 359913 w 576331"/>
                <a:gd name="connsiteY18" fmla="*/ 13035 h 195695"/>
                <a:gd name="connsiteX19" fmla="*/ 288226 w 576331"/>
                <a:gd name="connsiteY19" fmla="*/ 97756 h 195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76331" h="195695">
                  <a:moveTo>
                    <a:pt x="288226" y="97756"/>
                  </a:moveTo>
                  <a:cubicBezTo>
                    <a:pt x="245208" y="93822"/>
                    <a:pt x="213299" y="56110"/>
                    <a:pt x="216539" y="13035"/>
                  </a:cubicBezTo>
                  <a:cubicBezTo>
                    <a:pt x="216539" y="10975"/>
                    <a:pt x="216539" y="8942"/>
                    <a:pt x="216721" y="6909"/>
                  </a:cubicBezTo>
                  <a:cubicBezTo>
                    <a:pt x="216937" y="3317"/>
                    <a:pt x="214199" y="227"/>
                    <a:pt x="210607" y="14"/>
                  </a:cubicBezTo>
                  <a:cubicBezTo>
                    <a:pt x="210473" y="3"/>
                    <a:pt x="210338" y="1"/>
                    <a:pt x="210204" y="1"/>
                  </a:cubicBezTo>
                  <a:lnTo>
                    <a:pt x="27545" y="1"/>
                  </a:lnTo>
                  <a:cubicBezTo>
                    <a:pt x="21011" y="-65"/>
                    <a:pt x="15438" y="4716"/>
                    <a:pt x="14511" y="11184"/>
                  </a:cubicBezTo>
                  <a:cubicBezTo>
                    <a:pt x="12921" y="22263"/>
                    <a:pt x="10992" y="33524"/>
                    <a:pt x="9089" y="44760"/>
                  </a:cubicBezTo>
                  <a:cubicBezTo>
                    <a:pt x="121" y="97209"/>
                    <a:pt x="-8325" y="146764"/>
                    <a:pt x="15606" y="175100"/>
                  </a:cubicBezTo>
                  <a:cubicBezTo>
                    <a:pt x="28963" y="189482"/>
                    <a:pt x="48144" y="196995"/>
                    <a:pt x="67716" y="195511"/>
                  </a:cubicBezTo>
                  <a:lnTo>
                    <a:pt x="508736" y="195511"/>
                  </a:lnTo>
                  <a:cubicBezTo>
                    <a:pt x="528255" y="196969"/>
                    <a:pt x="547379" y="189477"/>
                    <a:pt x="560715" y="175152"/>
                  </a:cubicBezTo>
                  <a:cubicBezTo>
                    <a:pt x="584672" y="146764"/>
                    <a:pt x="576200" y="97209"/>
                    <a:pt x="567232" y="44812"/>
                  </a:cubicBezTo>
                  <a:cubicBezTo>
                    <a:pt x="565329" y="33576"/>
                    <a:pt x="563400" y="22315"/>
                    <a:pt x="561810" y="11236"/>
                  </a:cubicBezTo>
                  <a:cubicBezTo>
                    <a:pt x="560914" y="4797"/>
                    <a:pt x="555408" y="3"/>
                    <a:pt x="548907" y="1"/>
                  </a:cubicBezTo>
                  <a:lnTo>
                    <a:pt x="366248" y="1"/>
                  </a:lnTo>
                  <a:cubicBezTo>
                    <a:pt x="362634" y="8"/>
                    <a:pt x="359712" y="2946"/>
                    <a:pt x="359720" y="6559"/>
                  </a:cubicBezTo>
                  <a:cubicBezTo>
                    <a:pt x="359720" y="6677"/>
                    <a:pt x="359725" y="6791"/>
                    <a:pt x="359731" y="6909"/>
                  </a:cubicBezTo>
                  <a:cubicBezTo>
                    <a:pt x="359731" y="8942"/>
                    <a:pt x="359913" y="10975"/>
                    <a:pt x="359913" y="13035"/>
                  </a:cubicBezTo>
                  <a:cubicBezTo>
                    <a:pt x="363153" y="56110"/>
                    <a:pt x="331243" y="93822"/>
                    <a:pt x="288226" y="97756"/>
                  </a:cubicBezTo>
                  <a:close/>
                </a:path>
              </a:pathLst>
            </a:custGeom>
            <a:grpFill/>
            <a:ln w="25797" cap="flat">
              <a:noFill/>
              <a:prstDash val="solid"/>
              <a:miter/>
            </a:ln>
          </p:spPr>
          <p:txBody>
            <a:bodyPr rtlCol="0" anchor="ctr"/>
            <a:lstStyle/>
            <a:p>
              <a:endParaRPr/>
            </a:p>
          </p:txBody>
        </p:sp>
        <p:sp>
          <p:nvSpPr>
            <p:cNvPr id="44" name="Freeform 43">
              <a:extLst>
                <a:ext uri="{FF2B5EF4-FFF2-40B4-BE49-F238E27FC236}">
                  <a16:creationId xmlns:a16="http://schemas.microsoft.com/office/drawing/2014/main" id="{31391266-D85E-264E-A0AD-B63E985D2C45}"/>
                </a:ext>
              </a:extLst>
            </p:cNvPr>
            <p:cNvSpPr/>
            <p:nvPr/>
          </p:nvSpPr>
          <p:spPr>
            <a:xfrm>
              <a:off x="12355550" y="7115170"/>
              <a:ext cx="65170" cy="91238"/>
            </a:xfrm>
            <a:custGeom>
              <a:avLst/>
              <a:gdLst>
                <a:gd name="connsiteX0" fmla="*/ 65170 w 65170"/>
                <a:gd name="connsiteY0" fmla="*/ 45619 h 91238"/>
                <a:gd name="connsiteX1" fmla="*/ 32585 w 65170"/>
                <a:gd name="connsiteY1" fmla="*/ 91238 h 91238"/>
                <a:gd name="connsiteX2" fmla="*/ 0 w 65170"/>
                <a:gd name="connsiteY2" fmla="*/ 45619 h 91238"/>
                <a:gd name="connsiteX3" fmla="*/ 32585 w 65170"/>
                <a:gd name="connsiteY3" fmla="*/ 0 h 91238"/>
                <a:gd name="connsiteX4" fmla="*/ 65170 w 65170"/>
                <a:gd name="connsiteY4" fmla="*/ 45619 h 91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70" h="91238">
                  <a:moveTo>
                    <a:pt x="65170" y="45619"/>
                  </a:moveTo>
                  <a:cubicBezTo>
                    <a:pt x="65170" y="70814"/>
                    <a:pt x="50581" y="91238"/>
                    <a:pt x="32585" y="91238"/>
                  </a:cubicBezTo>
                  <a:cubicBezTo>
                    <a:pt x="14589" y="91238"/>
                    <a:pt x="0" y="70814"/>
                    <a:pt x="0" y="45619"/>
                  </a:cubicBezTo>
                  <a:cubicBezTo>
                    <a:pt x="0" y="20424"/>
                    <a:pt x="14589" y="0"/>
                    <a:pt x="32585" y="0"/>
                  </a:cubicBezTo>
                  <a:cubicBezTo>
                    <a:pt x="50581" y="0"/>
                    <a:pt x="65170" y="20424"/>
                    <a:pt x="65170" y="45619"/>
                  </a:cubicBezTo>
                  <a:close/>
                </a:path>
              </a:pathLst>
            </a:custGeom>
            <a:grpFill/>
            <a:ln w="25797" cap="flat">
              <a:noFill/>
              <a:prstDash val="solid"/>
              <a:miter/>
            </a:ln>
          </p:spPr>
          <p:txBody>
            <a:bodyPr rtlCol="0" anchor="ctr"/>
            <a:lstStyle/>
            <a:p>
              <a:endParaRPr/>
            </a:p>
          </p:txBody>
        </p:sp>
      </p:grpSp>
      <p:cxnSp>
        <p:nvCxnSpPr>
          <p:cNvPr id="48" name="Straight Connector 47">
            <a:extLst>
              <a:ext uri="{FF2B5EF4-FFF2-40B4-BE49-F238E27FC236}">
                <a16:creationId xmlns:a16="http://schemas.microsoft.com/office/drawing/2014/main" id="{916223A8-B920-694F-9687-97E229127344}"/>
              </a:ext>
            </a:extLst>
          </p:cNvPr>
          <p:cNvCxnSpPr>
            <a:cxnSpLocks/>
          </p:cNvCxnSpPr>
          <p:nvPr/>
        </p:nvCxnSpPr>
        <p:spPr>
          <a:xfrm>
            <a:off x="22282741" y="0"/>
            <a:ext cx="0" cy="1371600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15974454-2A6E-1C44-824B-6F5B352BC0D5}"/>
              </a:ext>
            </a:extLst>
          </p:cNvPr>
          <p:cNvSpPr/>
          <p:nvPr/>
        </p:nvSpPr>
        <p:spPr>
          <a:xfrm>
            <a:off x="22851152" y="598208"/>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0" name="TextBox 49">
            <a:extLst>
              <a:ext uri="{FF2B5EF4-FFF2-40B4-BE49-F238E27FC236}">
                <a16:creationId xmlns:a16="http://schemas.microsoft.com/office/drawing/2014/main" id="{EE5393FB-F104-D245-AAD8-791F80149D5C}"/>
              </a:ext>
            </a:extLst>
          </p:cNvPr>
          <p:cNvSpPr txBox="1"/>
          <p:nvPr/>
        </p:nvSpPr>
        <p:spPr>
          <a:xfrm rot="5400000">
            <a:off x="22327433" y="2425394"/>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51" name="TextBox 50">
            <a:extLst>
              <a:ext uri="{FF2B5EF4-FFF2-40B4-BE49-F238E27FC236}">
                <a16:creationId xmlns:a16="http://schemas.microsoft.com/office/drawing/2014/main" id="{6095AFF4-54A6-6A41-988C-E1ADEE0168E8}"/>
              </a:ext>
            </a:extLst>
          </p:cNvPr>
          <p:cNvSpPr txBox="1"/>
          <p:nvPr/>
        </p:nvSpPr>
        <p:spPr>
          <a:xfrm rot="5400000">
            <a:off x="21971566" y="11469386"/>
            <a:ext cx="2616422"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MASDIKASTUDIO</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52" name="Straight Connector 51">
            <a:extLst>
              <a:ext uri="{FF2B5EF4-FFF2-40B4-BE49-F238E27FC236}">
                <a16:creationId xmlns:a16="http://schemas.microsoft.com/office/drawing/2014/main" id="{04278906-1889-674D-B38D-B876AE990C2D}"/>
              </a:ext>
            </a:extLst>
          </p:cNvPr>
          <p:cNvCxnSpPr>
            <a:cxnSpLocks/>
          </p:cNvCxnSpPr>
          <p:nvPr/>
        </p:nvCxnSpPr>
        <p:spPr>
          <a:xfrm flipH="1">
            <a:off x="0" y="1212112"/>
            <a:ext cx="22282742" cy="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BE4CC8A4-B1DE-274D-B2CE-DAC903C01FD2}"/>
              </a:ext>
            </a:extLst>
          </p:cNvPr>
          <p:cNvSpPr txBox="1"/>
          <p:nvPr/>
        </p:nvSpPr>
        <p:spPr>
          <a:xfrm>
            <a:off x="670836" y="413304"/>
            <a:ext cx="1846980"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PORTFOLIO</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Picture Placeholder 2">
            <a:extLst>
              <a:ext uri="{FF2B5EF4-FFF2-40B4-BE49-F238E27FC236}">
                <a16:creationId xmlns:a16="http://schemas.microsoft.com/office/drawing/2014/main" id="{96EE9149-BA89-E34C-B4F8-B78F6DD43E5B}"/>
              </a:ext>
            </a:extLst>
          </p:cNvPr>
          <p:cNvSpPr>
            <a:spLocks noGrp="1"/>
          </p:cNvSpPr>
          <p:nvPr>
            <p:ph type="pic" sz="quarter" idx="10"/>
          </p:nvPr>
        </p:nvSpPr>
        <p:spPr/>
      </p:sp>
      <p:sp>
        <p:nvSpPr>
          <p:cNvPr id="5" name="Picture Placeholder 4">
            <a:extLst>
              <a:ext uri="{FF2B5EF4-FFF2-40B4-BE49-F238E27FC236}">
                <a16:creationId xmlns:a16="http://schemas.microsoft.com/office/drawing/2014/main" id="{16E30C28-E639-BD48-8C9C-B7F8EAA54A25}"/>
              </a:ext>
            </a:extLst>
          </p:cNvPr>
          <p:cNvSpPr>
            <a:spLocks noGrp="1"/>
          </p:cNvSpPr>
          <p:nvPr>
            <p:ph type="pic" sz="quarter" idx="12"/>
          </p:nvPr>
        </p:nvSpPr>
        <p:spPr/>
      </p:sp>
      <p:sp>
        <p:nvSpPr>
          <p:cNvPr id="7" name="Picture Placeholder 6">
            <a:extLst>
              <a:ext uri="{FF2B5EF4-FFF2-40B4-BE49-F238E27FC236}">
                <a16:creationId xmlns:a16="http://schemas.microsoft.com/office/drawing/2014/main" id="{0A11F50A-56C1-0C4B-9144-813A59878AF4}"/>
              </a:ext>
            </a:extLst>
          </p:cNvPr>
          <p:cNvSpPr>
            <a:spLocks noGrp="1"/>
          </p:cNvSpPr>
          <p:nvPr>
            <p:ph type="pic" sz="quarter" idx="11"/>
          </p:nvPr>
        </p:nvSpPr>
        <p:spPr/>
      </p:sp>
    </p:spTree>
    <p:extLst>
      <p:ext uri="{BB962C8B-B14F-4D97-AF65-F5344CB8AC3E}">
        <p14:creationId xmlns:p14="http://schemas.microsoft.com/office/powerpoint/2010/main" val="35774991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B66555B-CF60-9C4C-BAAC-C3F2A9B11A19}"/>
              </a:ext>
            </a:extLst>
          </p:cNvPr>
          <p:cNvSpPr>
            <a:spLocks noGrp="1"/>
          </p:cNvSpPr>
          <p:nvPr>
            <p:ph type="pic" sz="quarter" idx="12"/>
          </p:nvPr>
        </p:nvSpPr>
        <p:spPr/>
      </p:sp>
      <p:sp>
        <p:nvSpPr>
          <p:cNvPr id="5" name="Picture Placeholder 4">
            <a:extLst>
              <a:ext uri="{FF2B5EF4-FFF2-40B4-BE49-F238E27FC236}">
                <a16:creationId xmlns:a16="http://schemas.microsoft.com/office/drawing/2014/main" id="{993FFA34-97DF-AD4F-A45A-2CE51B6F6A18}"/>
              </a:ext>
            </a:extLst>
          </p:cNvPr>
          <p:cNvSpPr>
            <a:spLocks noGrp="1"/>
          </p:cNvSpPr>
          <p:nvPr>
            <p:ph type="pic" sz="quarter" idx="11"/>
          </p:nvPr>
        </p:nvSpPr>
        <p:spPr/>
      </p:sp>
      <p:sp>
        <p:nvSpPr>
          <p:cNvPr id="11" name="Rectangle 10">
            <a:extLst>
              <a:ext uri="{FF2B5EF4-FFF2-40B4-BE49-F238E27FC236}">
                <a16:creationId xmlns:a16="http://schemas.microsoft.com/office/drawing/2014/main" id="{91F79EF0-065D-2A44-9A3A-E1C3781723BA}"/>
              </a:ext>
            </a:extLst>
          </p:cNvPr>
          <p:cNvSpPr/>
          <p:nvPr/>
        </p:nvSpPr>
        <p:spPr>
          <a:xfrm>
            <a:off x="1347193" y="1040115"/>
            <a:ext cx="12418287" cy="8486537"/>
          </a:xfrm>
          <a:prstGeom prst="rect">
            <a:avLst/>
          </a:prstGeom>
          <a:solidFill>
            <a:schemeClr val="bg1">
              <a:alpha val="95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A3D4103C-6917-C34B-AF23-753A50F6A69A}"/>
              </a:ext>
            </a:extLst>
          </p:cNvPr>
          <p:cNvSpPr txBox="1"/>
          <p:nvPr/>
        </p:nvSpPr>
        <p:spPr>
          <a:xfrm>
            <a:off x="4106066" y="2502517"/>
            <a:ext cx="8182219" cy="2554545"/>
          </a:xfrm>
          <a:prstGeom prst="rect">
            <a:avLst/>
          </a:prstGeom>
          <a:noFill/>
        </p:spPr>
        <p:txBody>
          <a:bodyPr wrap="square" rtlCol="0">
            <a:spAutoFit/>
          </a:bodyPr>
          <a:lstStyle/>
          <a:p>
            <a:r>
              <a:rPr lang="en-US" sz="8000" b="1">
                <a:solidFill>
                  <a:schemeClr val="tx2"/>
                </a:solidFill>
                <a:latin typeface="Poppins" pitchFamily="2" charset="77"/>
                <a:ea typeface="Open Sans" panose="020B0606030504020204" pitchFamily="34" charset="0"/>
                <a:cs typeface="Poppins" pitchFamily="2" charset="77"/>
              </a:rPr>
              <a:t>Our Best Portfolio 2020</a:t>
            </a:r>
            <a:endParaRPr sz="8000" b="1">
              <a:solidFill>
                <a:schemeClr val="tx2"/>
              </a:solidFill>
              <a:latin typeface="Poppins" pitchFamily="2" charset="77"/>
              <a:ea typeface="Open Sans" panose="020B0606030504020204" pitchFamily="34" charset="0"/>
              <a:cs typeface="Poppins" pitchFamily="2" charset="77"/>
            </a:endParaRPr>
          </a:p>
        </p:txBody>
      </p:sp>
      <p:sp>
        <p:nvSpPr>
          <p:cNvPr id="13" name="TextBox 12">
            <a:extLst>
              <a:ext uri="{FF2B5EF4-FFF2-40B4-BE49-F238E27FC236}">
                <a16:creationId xmlns:a16="http://schemas.microsoft.com/office/drawing/2014/main" id="{C9345BFB-6BCA-5348-A02B-9A521D5DC786}"/>
              </a:ext>
            </a:extLst>
          </p:cNvPr>
          <p:cNvSpPr txBox="1"/>
          <p:nvPr/>
        </p:nvSpPr>
        <p:spPr>
          <a:xfrm>
            <a:off x="4106067" y="5616285"/>
            <a:ext cx="8182218" cy="1695272"/>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Aslvitae ullamcorper metuso Sed sollicitudin  Donec viverra eleifend lacus</a:t>
            </a:r>
          </a:p>
        </p:txBody>
      </p:sp>
      <p:sp>
        <p:nvSpPr>
          <p:cNvPr id="14" name="TextBox 13">
            <a:extLst>
              <a:ext uri="{FF2B5EF4-FFF2-40B4-BE49-F238E27FC236}">
                <a16:creationId xmlns:a16="http://schemas.microsoft.com/office/drawing/2014/main" id="{804191A5-CE82-D14B-81F9-4FA4251F9419}"/>
              </a:ext>
            </a:extLst>
          </p:cNvPr>
          <p:cNvSpPr txBox="1"/>
          <p:nvPr/>
        </p:nvSpPr>
        <p:spPr>
          <a:xfrm>
            <a:off x="4106067" y="2065510"/>
            <a:ext cx="1846980" cy="369332"/>
          </a:xfrm>
          <a:prstGeom prst="rect">
            <a:avLst/>
          </a:prstGeom>
          <a:noFill/>
        </p:spPr>
        <p:txBody>
          <a:bodyPr wrap="none" rtlCol="0">
            <a:spAutoFit/>
          </a:bodyPr>
          <a:lstStyle/>
          <a:p>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PORTFOLIO</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Rounded Rectangle 14">
            <a:extLst>
              <a:ext uri="{FF2B5EF4-FFF2-40B4-BE49-F238E27FC236}">
                <a16:creationId xmlns:a16="http://schemas.microsoft.com/office/drawing/2014/main" id="{92871FE4-EA5B-7E41-A615-401E42F7D40E}"/>
              </a:ext>
            </a:extLst>
          </p:cNvPr>
          <p:cNvSpPr/>
          <p:nvPr/>
        </p:nvSpPr>
        <p:spPr>
          <a:xfrm>
            <a:off x="4106066" y="7812210"/>
            <a:ext cx="3062868" cy="857250"/>
          </a:xfrm>
          <a:prstGeom prst="roundRect">
            <a:avLst>
              <a:gd name="adj" fmla="val 50000"/>
            </a:avLst>
          </a:prstGeom>
          <a:gradFill flip="none" rotWithShape="1">
            <a:gsLst>
              <a:gs pos="0">
                <a:schemeClr val="accent1"/>
              </a:gs>
              <a:gs pos="100000">
                <a:schemeClr val="accent5"/>
              </a:gs>
            </a:gsLst>
            <a:lin ang="13500000" scaled="1"/>
            <a:tileRect/>
          </a:gradFill>
          <a:ln>
            <a:noFill/>
          </a:ln>
          <a:effectLst>
            <a:outerShdw blurRad="457200" dist="38100" dir="8100000" sx="115000" sy="115000" algn="tr" rotWithShape="0">
              <a:schemeClr val="accent5">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C80EADD3-B475-A340-A0EB-08473D58CA40}"/>
              </a:ext>
            </a:extLst>
          </p:cNvPr>
          <p:cNvSpPr txBox="1"/>
          <p:nvPr/>
        </p:nvSpPr>
        <p:spPr>
          <a:xfrm>
            <a:off x="4472279" y="8056169"/>
            <a:ext cx="2330443" cy="369332"/>
          </a:xfrm>
          <a:prstGeom prst="rect">
            <a:avLst/>
          </a:prstGeom>
          <a:noFill/>
        </p:spPr>
        <p:txBody>
          <a:bodyPr wrap="square" rtlCol="0">
            <a:spAutoFit/>
          </a:bodyPr>
          <a:lstStyle/>
          <a:p>
            <a:pPr algn="ctr"/>
            <a:r>
              <a:rPr lang="en-US" b="1" spc="300">
                <a:solidFill>
                  <a:schemeClr val="bg1"/>
                </a:solidFill>
                <a:latin typeface="Open Sans" panose="020B0606030504020204" pitchFamily="34" charset="0"/>
                <a:ea typeface="Open Sans" panose="020B0606030504020204" pitchFamily="34" charset="0"/>
                <a:cs typeface="Open Sans" panose="020B0606030504020204" pitchFamily="34" charset="0"/>
              </a:rPr>
              <a:t>CHECK MORE</a:t>
            </a:r>
            <a:endParaRPr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1" name="Rounded Rectangle 20">
            <a:extLst>
              <a:ext uri="{FF2B5EF4-FFF2-40B4-BE49-F238E27FC236}">
                <a16:creationId xmlns:a16="http://schemas.microsoft.com/office/drawing/2014/main" id="{6B74AEF9-E11F-3744-A943-B9142AEB962B}"/>
              </a:ext>
            </a:extLst>
          </p:cNvPr>
          <p:cNvSpPr/>
          <p:nvPr/>
        </p:nvSpPr>
        <p:spPr>
          <a:xfrm>
            <a:off x="7535147" y="7812211"/>
            <a:ext cx="2731212" cy="857250"/>
          </a:xfrm>
          <a:prstGeom prst="roundRect">
            <a:avLst>
              <a:gd name="adj" fmla="val 50000"/>
            </a:avLst>
          </a:prstGeom>
          <a:noFill/>
          <a:ln>
            <a:gradFill>
              <a:gsLst>
                <a:gs pos="0">
                  <a:schemeClr val="accent5"/>
                </a:gs>
                <a:gs pos="100000">
                  <a:schemeClr val="accent1"/>
                </a:gs>
              </a:gsLst>
              <a:lin ang="5400000" scaled="1"/>
            </a:gradFill>
          </a:ln>
          <a:effectLst>
            <a:outerShdw blurRad="457200" dist="38100" dir="8100000" sx="115000" sy="115000" algn="tr" rotWithShape="0">
              <a:schemeClr val="accent5">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CA4F7356-7DBA-2547-94CA-A98949C9B796}"/>
              </a:ext>
            </a:extLst>
          </p:cNvPr>
          <p:cNvSpPr txBox="1"/>
          <p:nvPr/>
        </p:nvSpPr>
        <p:spPr>
          <a:xfrm>
            <a:off x="7735532" y="8056170"/>
            <a:ext cx="2330443" cy="369332"/>
          </a:xfrm>
          <a:prstGeom prst="rect">
            <a:avLst/>
          </a:prstGeom>
          <a:noFill/>
        </p:spPr>
        <p:txBody>
          <a:bodyPr wrap="square" rtlCol="0">
            <a:spAutoFit/>
          </a:bodyPr>
          <a:lstStyle/>
          <a:p>
            <a:pPr algn="ctr"/>
            <a:r>
              <a:rPr lang="en-US" b="1" spc="300">
                <a:solidFill>
                  <a:schemeClr val="accent5"/>
                </a:solidFill>
                <a:latin typeface="Open Sans" panose="020B0606030504020204" pitchFamily="34" charset="0"/>
                <a:ea typeface="Open Sans" panose="020B0606030504020204" pitchFamily="34" charset="0"/>
                <a:cs typeface="Open Sans" panose="020B0606030504020204" pitchFamily="34" charset="0"/>
              </a:rPr>
              <a:t>GALLERY</a:t>
            </a:r>
            <a:endParaRPr b="1" spc="300">
              <a:solidFill>
                <a:schemeClr val="accent5"/>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5" name="TextBox 24">
            <a:extLst>
              <a:ext uri="{FF2B5EF4-FFF2-40B4-BE49-F238E27FC236}">
                <a16:creationId xmlns:a16="http://schemas.microsoft.com/office/drawing/2014/main" id="{F957CCAC-E8C4-724F-B23C-48F69803A820}"/>
              </a:ext>
            </a:extLst>
          </p:cNvPr>
          <p:cNvSpPr txBox="1"/>
          <p:nvPr/>
        </p:nvSpPr>
        <p:spPr>
          <a:xfrm>
            <a:off x="11525151" y="9902823"/>
            <a:ext cx="4126783" cy="1107996"/>
          </a:xfrm>
          <a:prstGeom prst="rect">
            <a:avLst/>
          </a:prstGeom>
          <a:noFill/>
        </p:spPr>
        <p:txBody>
          <a:bodyPr wrap="square" rtlCol="0">
            <a:spAutoFit/>
          </a:bodyPr>
          <a:lstStyle/>
          <a:p>
            <a:r>
              <a:rPr lang="en-ID" sz="6600" b="1">
                <a:solidFill>
                  <a:schemeClr val="bg1"/>
                </a:solidFill>
                <a:latin typeface="Poppins" pitchFamily="2" charset="77"/>
                <a:ea typeface="Open Sans" panose="020B0606030504020204" pitchFamily="34" charset="0"/>
                <a:cs typeface="Poppins" pitchFamily="2" charset="77"/>
              </a:rPr>
              <a:t>950K+</a:t>
            </a:r>
            <a:endParaRPr sz="6600" b="1">
              <a:solidFill>
                <a:schemeClr val="bg1"/>
              </a:solidFill>
              <a:latin typeface="Poppins" pitchFamily="2" charset="77"/>
              <a:ea typeface="Open Sans" panose="020B0606030504020204" pitchFamily="34" charset="0"/>
              <a:cs typeface="Poppins" pitchFamily="2" charset="77"/>
            </a:endParaRPr>
          </a:p>
        </p:txBody>
      </p:sp>
      <p:sp>
        <p:nvSpPr>
          <p:cNvPr id="26" name="TextBox 25">
            <a:extLst>
              <a:ext uri="{FF2B5EF4-FFF2-40B4-BE49-F238E27FC236}">
                <a16:creationId xmlns:a16="http://schemas.microsoft.com/office/drawing/2014/main" id="{5096B187-B8D1-084F-935B-CE7FD2DB29BD}"/>
              </a:ext>
            </a:extLst>
          </p:cNvPr>
          <p:cNvSpPr txBox="1"/>
          <p:nvPr/>
        </p:nvSpPr>
        <p:spPr>
          <a:xfrm>
            <a:off x="11525151" y="11001326"/>
            <a:ext cx="3018775" cy="461665"/>
          </a:xfrm>
          <a:prstGeom prst="rect">
            <a:avLst/>
          </a:prstGeom>
          <a:noFill/>
        </p:spPr>
        <p:txBody>
          <a:bodyPr wrap="none" rtlCol="0">
            <a:spAutoFit/>
          </a:bodyPr>
          <a:lstStyle/>
          <a:p>
            <a:r>
              <a:rPr lang="en-US" sz="2400" b="1" spc="300">
                <a:solidFill>
                  <a:schemeClr val="bg2"/>
                </a:solidFill>
                <a:latin typeface="Open Sans" panose="020B0606030504020204" pitchFamily="34" charset="0"/>
                <a:ea typeface="Open Sans" panose="020B0606030504020204" pitchFamily="34" charset="0"/>
                <a:cs typeface="Open Sans" panose="020B0606030504020204" pitchFamily="34" charset="0"/>
              </a:rPr>
              <a:t>PRODUCT SOLD</a:t>
            </a:r>
            <a:endParaRPr sz="2400" b="1" spc="30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extBox 28">
            <a:extLst>
              <a:ext uri="{FF2B5EF4-FFF2-40B4-BE49-F238E27FC236}">
                <a16:creationId xmlns:a16="http://schemas.microsoft.com/office/drawing/2014/main" id="{379A658A-5677-2D42-9440-4DE93C2EDE9F}"/>
              </a:ext>
            </a:extLst>
          </p:cNvPr>
          <p:cNvSpPr txBox="1"/>
          <p:nvPr/>
        </p:nvSpPr>
        <p:spPr>
          <a:xfrm>
            <a:off x="11525152" y="11497826"/>
            <a:ext cx="5017176" cy="1141274"/>
          </a:xfrm>
          <a:prstGeom prst="rect">
            <a:avLst/>
          </a:prstGeom>
          <a:noFill/>
        </p:spPr>
        <p:txBody>
          <a:bodyPr wrap="square" rtlCol="0">
            <a:spAutoFit/>
          </a:bodyPr>
          <a:lstStyle/>
          <a:p>
            <a:pPr>
              <a:lnSpc>
                <a:spcPct val="150000"/>
              </a:lnSpc>
            </a:pPr>
            <a:r>
              <a:rPr lang="en-US" sz="240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a:t>
            </a:r>
          </a:p>
        </p:txBody>
      </p:sp>
      <p:sp>
        <p:nvSpPr>
          <p:cNvPr id="32" name="TextBox 31">
            <a:extLst>
              <a:ext uri="{FF2B5EF4-FFF2-40B4-BE49-F238E27FC236}">
                <a16:creationId xmlns:a16="http://schemas.microsoft.com/office/drawing/2014/main" id="{B47C2FF2-25B7-F34B-B86B-5551896EA92B}"/>
              </a:ext>
            </a:extLst>
          </p:cNvPr>
          <p:cNvSpPr txBox="1"/>
          <p:nvPr/>
        </p:nvSpPr>
        <p:spPr>
          <a:xfrm>
            <a:off x="18507842" y="9902823"/>
            <a:ext cx="4126783" cy="1107996"/>
          </a:xfrm>
          <a:prstGeom prst="rect">
            <a:avLst/>
          </a:prstGeom>
          <a:noFill/>
        </p:spPr>
        <p:txBody>
          <a:bodyPr wrap="square" rtlCol="0">
            <a:spAutoFit/>
          </a:bodyPr>
          <a:lstStyle/>
          <a:p>
            <a:r>
              <a:rPr lang="en-ID" sz="6600" b="1">
                <a:solidFill>
                  <a:schemeClr val="bg1"/>
                </a:solidFill>
                <a:latin typeface="Poppins" pitchFamily="2" charset="77"/>
                <a:ea typeface="Open Sans" panose="020B0606030504020204" pitchFamily="34" charset="0"/>
                <a:cs typeface="Poppins" pitchFamily="2" charset="77"/>
              </a:rPr>
              <a:t>$30M+</a:t>
            </a:r>
            <a:endParaRPr sz="6600" b="1">
              <a:solidFill>
                <a:schemeClr val="bg1"/>
              </a:solidFill>
              <a:latin typeface="Poppins" pitchFamily="2" charset="77"/>
              <a:ea typeface="Open Sans" panose="020B0606030504020204" pitchFamily="34" charset="0"/>
              <a:cs typeface="Poppins" pitchFamily="2" charset="77"/>
            </a:endParaRPr>
          </a:p>
        </p:txBody>
      </p:sp>
      <p:sp>
        <p:nvSpPr>
          <p:cNvPr id="33" name="TextBox 32">
            <a:extLst>
              <a:ext uri="{FF2B5EF4-FFF2-40B4-BE49-F238E27FC236}">
                <a16:creationId xmlns:a16="http://schemas.microsoft.com/office/drawing/2014/main" id="{B128DB25-6009-DF46-833E-1240625F57E4}"/>
              </a:ext>
            </a:extLst>
          </p:cNvPr>
          <p:cNvSpPr txBox="1"/>
          <p:nvPr/>
        </p:nvSpPr>
        <p:spPr>
          <a:xfrm>
            <a:off x="18507842" y="11001326"/>
            <a:ext cx="3068469" cy="461665"/>
          </a:xfrm>
          <a:prstGeom prst="rect">
            <a:avLst/>
          </a:prstGeom>
          <a:noFill/>
        </p:spPr>
        <p:txBody>
          <a:bodyPr wrap="none" rtlCol="0">
            <a:spAutoFit/>
          </a:bodyPr>
          <a:lstStyle/>
          <a:p>
            <a:r>
              <a:rPr lang="en-US" sz="2400" b="1" spc="300">
                <a:solidFill>
                  <a:schemeClr val="bg2"/>
                </a:solidFill>
                <a:latin typeface="Open Sans" panose="020B0606030504020204" pitchFamily="34" charset="0"/>
                <a:ea typeface="Open Sans" panose="020B0606030504020204" pitchFamily="34" charset="0"/>
                <a:cs typeface="Open Sans" panose="020B0606030504020204" pitchFamily="34" charset="0"/>
              </a:rPr>
              <a:t>SALES REVENUE</a:t>
            </a:r>
            <a:endParaRPr sz="2400" b="1" spc="30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4" name="TextBox 33">
            <a:extLst>
              <a:ext uri="{FF2B5EF4-FFF2-40B4-BE49-F238E27FC236}">
                <a16:creationId xmlns:a16="http://schemas.microsoft.com/office/drawing/2014/main" id="{5C8010C7-50ED-4745-A0A2-E8C13177F86B}"/>
              </a:ext>
            </a:extLst>
          </p:cNvPr>
          <p:cNvSpPr txBox="1"/>
          <p:nvPr/>
        </p:nvSpPr>
        <p:spPr>
          <a:xfrm>
            <a:off x="18507843" y="11497826"/>
            <a:ext cx="5017176" cy="1141274"/>
          </a:xfrm>
          <a:prstGeom prst="rect">
            <a:avLst/>
          </a:prstGeom>
          <a:noFill/>
        </p:spPr>
        <p:txBody>
          <a:bodyPr wrap="square" rtlCol="0">
            <a:spAutoFit/>
          </a:bodyPr>
          <a:lstStyle/>
          <a:p>
            <a:pPr>
              <a:lnSpc>
                <a:spcPct val="150000"/>
              </a:lnSpc>
            </a:pPr>
            <a:r>
              <a:rPr lang="en-US" sz="240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a:t>
            </a:r>
          </a:p>
        </p:txBody>
      </p:sp>
      <p:cxnSp>
        <p:nvCxnSpPr>
          <p:cNvPr id="35" name="Straight Connector 34">
            <a:extLst>
              <a:ext uri="{FF2B5EF4-FFF2-40B4-BE49-F238E27FC236}">
                <a16:creationId xmlns:a16="http://schemas.microsoft.com/office/drawing/2014/main" id="{C44DC6D3-89CC-8C41-9DBF-73F80EE19E49}"/>
              </a:ext>
            </a:extLst>
          </p:cNvPr>
          <p:cNvCxnSpPr>
            <a:cxnSpLocks/>
          </p:cNvCxnSpPr>
          <p:nvPr/>
        </p:nvCxnSpPr>
        <p:spPr>
          <a:xfrm>
            <a:off x="2944237" y="1040115"/>
            <a:ext cx="0" cy="8486537"/>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6A8A2C5C-9E34-DC4D-826F-30FE0BB5E896}"/>
              </a:ext>
            </a:extLst>
          </p:cNvPr>
          <p:cNvSpPr/>
          <p:nvPr/>
        </p:nvSpPr>
        <p:spPr>
          <a:xfrm>
            <a:off x="1811440" y="8056169"/>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7" name="TextBox 36">
            <a:extLst>
              <a:ext uri="{FF2B5EF4-FFF2-40B4-BE49-F238E27FC236}">
                <a16:creationId xmlns:a16="http://schemas.microsoft.com/office/drawing/2014/main" id="{CF1873F6-BCF6-FE45-A934-894E43853A90}"/>
              </a:ext>
            </a:extLst>
          </p:cNvPr>
          <p:cNvSpPr txBox="1"/>
          <p:nvPr/>
        </p:nvSpPr>
        <p:spPr>
          <a:xfrm rot="16200000">
            <a:off x="1287721" y="2119001"/>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Tree>
    <p:extLst>
      <p:ext uri="{BB962C8B-B14F-4D97-AF65-F5344CB8AC3E}">
        <p14:creationId xmlns:p14="http://schemas.microsoft.com/office/powerpoint/2010/main" val="13858454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4C4289E-B54D-4C4E-8B46-2901764E7022}"/>
              </a:ext>
            </a:extLst>
          </p:cNvPr>
          <p:cNvSpPr>
            <a:spLocks noGrp="1"/>
          </p:cNvSpPr>
          <p:nvPr>
            <p:ph type="pic" sz="quarter" idx="13"/>
          </p:nvPr>
        </p:nvSpPr>
        <p:spPr/>
      </p:sp>
      <p:sp>
        <p:nvSpPr>
          <p:cNvPr id="22" name="TextBox 21">
            <a:extLst>
              <a:ext uri="{FF2B5EF4-FFF2-40B4-BE49-F238E27FC236}">
                <a16:creationId xmlns:a16="http://schemas.microsoft.com/office/drawing/2014/main" id="{0B374F82-2AE5-9543-9943-90BA2621D64C}"/>
              </a:ext>
            </a:extLst>
          </p:cNvPr>
          <p:cNvSpPr txBox="1"/>
          <p:nvPr/>
        </p:nvSpPr>
        <p:spPr>
          <a:xfrm>
            <a:off x="13621949" y="10345841"/>
            <a:ext cx="6188557" cy="2249270"/>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Aslvitae ullamcorper metuso Sed sollicitudin  Donec viverra eleifend lacus</a:t>
            </a:r>
          </a:p>
        </p:txBody>
      </p:sp>
      <p:sp>
        <p:nvSpPr>
          <p:cNvPr id="24" name="TextBox 23">
            <a:extLst>
              <a:ext uri="{FF2B5EF4-FFF2-40B4-BE49-F238E27FC236}">
                <a16:creationId xmlns:a16="http://schemas.microsoft.com/office/drawing/2014/main" id="{923AE12E-B370-CC4D-AB04-D47A3D62811A}"/>
              </a:ext>
            </a:extLst>
          </p:cNvPr>
          <p:cNvSpPr txBox="1"/>
          <p:nvPr/>
        </p:nvSpPr>
        <p:spPr>
          <a:xfrm>
            <a:off x="13621949" y="9884176"/>
            <a:ext cx="3690434" cy="461665"/>
          </a:xfrm>
          <a:prstGeom prst="rect">
            <a:avLst/>
          </a:prstGeom>
          <a:noFill/>
        </p:spPr>
        <p:txBody>
          <a:bodyPr wrap="none" rtlCol="0">
            <a:spAutoFit/>
          </a:bodyPr>
          <a:lstStyle/>
          <a:p>
            <a:r>
              <a:rPr lang="en-US" sz="2400" b="1" spc="300">
                <a:solidFill>
                  <a:schemeClr val="tx2"/>
                </a:solidFill>
                <a:latin typeface="Open Sans" panose="020B0606030504020204" pitchFamily="34" charset="0"/>
                <a:ea typeface="Open Sans" panose="020B0606030504020204" pitchFamily="34" charset="0"/>
                <a:cs typeface="Open Sans" panose="020B0606030504020204" pitchFamily="34" charset="0"/>
              </a:rPr>
              <a:t>BUILDING PROJECT</a:t>
            </a:r>
            <a:endParaRPr sz="2400"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25" name="Straight Connector 24">
            <a:extLst>
              <a:ext uri="{FF2B5EF4-FFF2-40B4-BE49-F238E27FC236}">
                <a16:creationId xmlns:a16="http://schemas.microsoft.com/office/drawing/2014/main" id="{9D9F5506-AC7B-C947-892F-531C3C2D9320}"/>
              </a:ext>
            </a:extLst>
          </p:cNvPr>
          <p:cNvCxnSpPr>
            <a:cxnSpLocks/>
          </p:cNvCxnSpPr>
          <p:nvPr/>
        </p:nvCxnSpPr>
        <p:spPr>
          <a:xfrm>
            <a:off x="22282741" y="0"/>
            <a:ext cx="0" cy="1371600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64D1260A-1CEA-F945-B6AE-CF6F43A468BC}"/>
              </a:ext>
            </a:extLst>
          </p:cNvPr>
          <p:cNvSpPr/>
          <p:nvPr/>
        </p:nvSpPr>
        <p:spPr>
          <a:xfrm>
            <a:off x="22851152" y="598208"/>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E863BDBC-C06C-6A4D-B1D3-439BBA3D03D4}"/>
              </a:ext>
            </a:extLst>
          </p:cNvPr>
          <p:cNvSpPr txBox="1"/>
          <p:nvPr/>
        </p:nvSpPr>
        <p:spPr>
          <a:xfrm rot="5400000">
            <a:off x="22327433" y="2425394"/>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28" name="TextBox 27">
            <a:extLst>
              <a:ext uri="{FF2B5EF4-FFF2-40B4-BE49-F238E27FC236}">
                <a16:creationId xmlns:a16="http://schemas.microsoft.com/office/drawing/2014/main" id="{F1695059-516A-B549-A96F-3FC6068599C6}"/>
              </a:ext>
            </a:extLst>
          </p:cNvPr>
          <p:cNvSpPr txBox="1"/>
          <p:nvPr/>
        </p:nvSpPr>
        <p:spPr>
          <a:xfrm rot="5400000">
            <a:off x="21971566" y="11469386"/>
            <a:ext cx="2616422"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MASDIKASTUDIO</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Rectangle 28">
            <a:extLst>
              <a:ext uri="{FF2B5EF4-FFF2-40B4-BE49-F238E27FC236}">
                <a16:creationId xmlns:a16="http://schemas.microsoft.com/office/drawing/2014/main" id="{DD698AAF-D39D-3A43-B801-751E2BFD5E51}"/>
              </a:ext>
            </a:extLst>
          </p:cNvPr>
          <p:cNvSpPr/>
          <p:nvPr/>
        </p:nvSpPr>
        <p:spPr>
          <a:xfrm>
            <a:off x="14048525" y="967575"/>
            <a:ext cx="6998097" cy="5890425"/>
          </a:xfrm>
          <a:prstGeom prst="rect">
            <a:avLst/>
          </a:prstGeom>
          <a:solidFill>
            <a:schemeClr val="bg1">
              <a:alpha val="95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83C3CFF8-E6A5-3642-9AF7-384A60547322}"/>
              </a:ext>
            </a:extLst>
          </p:cNvPr>
          <p:cNvSpPr txBox="1"/>
          <p:nvPr/>
        </p:nvSpPr>
        <p:spPr>
          <a:xfrm>
            <a:off x="14561797" y="2233222"/>
            <a:ext cx="5536262" cy="3785652"/>
          </a:xfrm>
          <a:prstGeom prst="rect">
            <a:avLst/>
          </a:prstGeom>
          <a:noFill/>
        </p:spPr>
        <p:txBody>
          <a:bodyPr wrap="square" rtlCol="0">
            <a:spAutoFit/>
          </a:bodyPr>
          <a:lstStyle/>
          <a:p>
            <a:pPr algn="r"/>
            <a:r>
              <a:rPr lang="en-US" sz="8000" b="1">
                <a:solidFill>
                  <a:schemeClr val="tx2"/>
                </a:solidFill>
                <a:latin typeface="Poppins" pitchFamily="2" charset="77"/>
                <a:ea typeface="Open Sans" panose="020B0606030504020204" pitchFamily="34" charset="0"/>
                <a:cs typeface="Poppins" pitchFamily="2" charset="77"/>
              </a:rPr>
              <a:t>Our Best Portfolio 2020</a:t>
            </a:r>
            <a:endParaRPr sz="8000" b="1">
              <a:solidFill>
                <a:schemeClr val="tx2"/>
              </a:solidFill>
              <a:latin typeface="Poppins" pitchFamily="2" charset="77"/>
              <a:ea typeface="Open Sans" panose="020B0606030504020204" pitchFamily="34" charset="0"/>
              <a:cs typeface="Poppins" pitchFamily="2" charset="77"/>
            </a:endParaRPr>
          </a:p>
        </p:txBody>
      </p:sp>
      <p:sp>
        <p:nvSpPr>
          <p:cNvPr id="23" name="TextBox 22">
            <a:extLst>
              <a:ext uri="{FF2B5EF4-FFF2-40B4-BE49-F238E27FC236}">
                <a16:creationId xmlns:a16="http://schemas.microsoft.com/office/drawing/2014/main" id="{6E3F4CDB-D4FF-FC4C-8475-A8BF19D3D60F}"/>
              </a:ext>
            </a:extLst>
          </p:cNvPr>
          <p:cNvSpPr txBox="1"/>
          <p:nvPr/>
        </p:nvSpPr>
        <p:spPr>
          <a:xfrm>
            <a:off x="18251079" y="1796215"/>
            <a:ext cx="1846980" cy="369332"/>
          </a:xfrm>
          <a:prstGeom prst="rect">
            <a:avLst/>
          </a:prstGeom>
          <a:noFill/>
        </p:spPr>
        <p:txBody>
          <a:bodyPr wrap="none" rtlCol="0">
            <a:spAutoFit/>
          </a:bodyPr>
          <a:lstStyle/>
          <a:p>
            <a:pPr algn="r"/>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PORTFOLIO</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 name="TextBox 29">
            <a:extLst>
              <a:ext uri="{FF2B5EF4-FFF2-40B4-BE49-F238E27FC236}">
                <a16:creationId xmlns:a16="http://schemas.microsoft.com/office/drawing/2014/main" id="{E44DB5FB-57CB-BA4D-8F8C-6CEB1D05DEB4}"/>
              </a:ext>
            </a:extLst>
          </p:cNvPr>
          <p:cNvSpPr txBox="1"/>
          <p:nvPr/>
        </p:nvSpPr>
        <p:spPr>
          <a:xfrm>
            <a:off x="914795" y="9548123"/>
            <a:ext cx="4598100" cy="3046988"/>
          </a:xfrm>
          <a:prstGeom prst="rect">
            <a:avLst/>
          </a:prstGeom>
          <a:noFill/>
        </p:spPr>
        <p:txBody>
          <a:bodyPr wrap="square" rtlCol="0">
            <a:spAutoFit/>
          </a:bodyPr>
          <a:lstStyle/>
          <a:p>
            <a:r>
              <a:rPr lang="en-ID" sz="4800" i="1">
                <a:solidFill>
                  <a:schemeClr val="tx2"/>
                </a:solidFill>
                <a:latin typeface="Lora Italic" panose="02000503000000020004" pitchFamily="2" charset="77"/>
                <a:ea typeface="Open Sans" panose="020B0606030504020204" pitchFamily="34" charset="0"/>
                <a:cs typeface="Poppins Light" pitchFamily="2" charset="77"/>
              </a:rPr>
              <a:t>I feel that luck is preparation meeting opportunity</a:t>
            </a:r>
          </a:p>
        </p:txBody>
      </p:sp>
      <p:sp>
        <p:nvSpPr>
          <p:cNvPr id="5" name="Picture Placeholder 4">
            <a:extLst>
              <a:ext uri="{FF2B5EF4-FFF2-40B4-BE49-F238E27FC236}">
                <a16:creationId xmlns:a16="http://schemas.microsoft.com/office/drawing/2014/main" id="{9BCCAF40-78D0-994D-8F11-781F4204F241}"/>
              </a:ext>
            </a:extLst>
          </p:cNvPr>
          <p:cNvSpPr>
            <a:spLocks noGrp="1"/>
          </p:cNvSpPr>
          <p:nvPr>
            <p:ph type="pic" sz="quarter" idx="11"/>
          </p:nvPr>
        </p:nvSpPr>
        <p:spPr/>
      </p:sp>
      <p:sp>
        <p:nvSpPr>
          <p:cNvPr id="7" name="Picture Placeholder 6">
            <a:extLst>
              <a:ext uri="{FF2B5EF4-FFF2-40B4-BE49-F238E27FC236}">
                <a16:creationId xmlns:a16="http://schemas.microsoft.com/office/drawing/2014/main" id="{9FB3E843-12D7-504D-B5E7-8F3B3F3AAB99}"/>
              </a:ext>
            </a:extLst>
          </p:cNvPr>
          <p:cNvSpPr>
            <a:spLocks noGrp="1"/>
          </p:cNvSpPr>
          <p:nvPr>
            <p:ph type="pic" sz="quarter" idx="12"/>
          </p:nvPr>
        </p:nvSpPr>
        <p:spPr/>
      </p:sp>
    </p:spTree>
    <p:extLst>
      <p:ext uri="{BB962C8B-B14F-4D97-AF65-F5344CB8AC3E}">
        <p14:creationId xmlns:p14="http://schemas.microsoft.com/office/powerpoint/2010/main" val="2941258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61622F3-C105-2E45-B260-19AC3503D234}"/>
              </a:ext>
            </a:extLst>
          </p:cNvPr>
          <p:cNvSpPr>
            <a:spLocks noGrp="1"/>
          </p:cNvSpPr>
          <p:nvPr>
            <p:ph type="pic" sz="quarter" idx="11"/>
          </p:nvPr>
        </p:nvSpPr>
        <p:spPr/>
      </p:sp>
      <p:sp>
        <p:nvSpPr>
          <p:cNvPr id="5" name="Rectangle 4">
            <a:extLst>
              <a:ext uri="{FF2B5EF4-FFF2-40B4-BE49-F238E27FC236}">
                <a16:creationId xmlns:a16="http://schemas.microsoft.com/office/drawing/2014/main" id="{3A36A65A-E7DA-8E40-B636-E3481776A899}"/>
              </a:ext>
            </a:extLst>
          </p:cNvPr>
          <p:cNvSpPr/>
          <p:nvPr/>
        </p:nvSpPr>
        <p:spPr>
          <a:xfrm>
            <a:off x="8475965" y="8478982"/>
            <a:ext cx="1654694" cy="3765026"/>
          </a:xfrm>
          <a:prstGeom prst="rect">
            <a:avLst/>
          </a:prstGeom>
          <a:gradFill>
            <a:gsLst>
              <a:gs pos="0">
                <a:schemeClr val="accent1"/>
              </a:gs>
              <a:gs pos="100000">
                <a:schemeClr val="accent5"/>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a:extLst>
              <a:ext uri="{FF2B5EF4-FFF2-40B4-BE49-F238E27FC236}">
                <a16:creationId xmlns:a16="http://schemas.microsoft.com/office/drawing/2014/main" id="{14853573-B57F-9843-996E-84BA04FEF693}"/>
              </a:ext>
            </a:extLst>
          </p:cNvPr>
          <p:cNvGrpSpPr/>
          <p:nvPr/>
        </p:nvGrpSpPr>
        <p:grpSpPr>
          <a:xfrm>
            <a:off x="9092452" y="9421090"/>
            <a:ext cx="421720" cy="1910596"/>
            <a:chOff x="4920049" y="9603036"/>
            <a:chExt cx="421720" cy="1910596"/>
          </a:xfrm>
        </p:grpSpPr>
        <p:sp>
          <p:nvSpPr>
            <p:cNvPr id="8" name="Graphic 47">
              <a:extLst>
                <a:ext uri="{FF2B5EF4-FFF2-40B4-BE49-F238E27FC236}">
                  <a16:creationId xmlns:a16="http://schemas.microsoft.com/office/drawing/2014/main" id="{91A9B66A-9FD5-B249-80CF-EBD0CAA66BCE}"/>
                </a:ext>
              </a:extLst>
            </p:cNvPr>
            <p:cNvSpPr/>
            <p:nvPr/>
          </p:nvSpPr>
          <p:spPr>
            <a:xfrm>
              <a:off x="4920049" y="11302772"/>
              <a:ext cx="421720" cy="210860"/>
            </a:xfrm>
            <a:custGeom>
              <a:avLst/>
              <a:gdLst>
                <a:gd name="connsiteX0" fmla="*/ 0 w 421719"/>
                <a:gd name="connsiteY0" fmla="*/ 0 h 210859"/>
                <a:gd name="connsiteX1" fmla="*/ 210860 w 421719"/>
                <a:gd name="connsiteY1" fmla="*/ 210860 h 210859"/>
                <a:gd name="connsiteX2" fmla="*/ 421720 w 421719"/>
                <a:gd name="connsiteY2" fmla="*/ 0 h 210859"/>
              </a:gdLst>
              <a:ahLst/>
              <a:cxnLst>
                <a:cxn ang="0">
                  <a:pos x="connsiteX0" y="connsiteY0"/>
                </a:cxn>
                <a:cxn ang="0">
                  <a:pos x="connsiteX1" y="connsiteY1"/>
                </a:cxn>
                <a:cxn ang="0">
                  <a:pos x="connsiteX2" y="connsiteY2"/>
                </a:cxn>
              </a:cxnLst>
              <a:rect l="l" t="t" r="r" b="b"/>
              <a:pathLst>
                <a:path w="421719" h="210859">
                  <a:moveTo>
                    <a:pt x="0" y="0"/>
                  </a:moveTo>
                  <a:lnTo>
                    <a:pt x="210860" y="210860"/>
                  </a:lnTo>
                  <a:lnTo>
                    <a:pt x="421720" y="0"/>
                  </a:lnTo>
                </a:path>
              </a:pathLst>
            </a:custGeom>
            <a:noFill/>
            <a:ln w="76200" cap="rnd">
              <a:solidFill>
                <a:schemeClr val="bg1"/>
              </a:solidFill>
              <a:prstDash val="solid"/>
              <a:round/>
            </a:ln>
          </p:spPr>
          <p:txBody>
            <a:bodyPr rtlCol="0" anchor="ctr"/>
            <a:lstStyle/>
            <a:p>
              <a:endParaRPr/>
            </a:p>
          </p:txBody>
        </p:sp>
        <p:cxnSp>
          <p:nvCxnSpPr>
            <p:cNvPr id="9" name="Straight Connector 8">
              <a:extLst>
                <a:ext uri="{FF2B5EF4-FFF2-40B4-BE49-F238E27FC236}">
                  <a16:creationId xmlns:a16="http://schemas.microsoft.com/office/drawing/2014/main" id="{DAE2CA30-2B76-4D40-9CEA-BE85F2D50438}"/>
                </a:ext>
              </a:extLst>
            </p:cNvPr>
            <p:cNvCxnSpPr>
              <a:cxnSpLocks/>
            </p:cNvCxnSpPr>
            <p:nvPr/>
          </p:nvCxnSpPr>
          <p:spPr>
            <a:xfrm>
              <a:off x="5130909" y="9603036"/>
              <a:ext cx="0" cy="1910596"/>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1" name="Rectangle 10">
            <a:extLst>
              <a:ext uri="{FF2B5EF4-FFF2-40B4-BE49-F238E27FC236}">
                <a16:creationId xmlns:a16="http://schemas.microsoft.com/office/drawing/2014/main" id="{E3B50527-6E85-9246-969B-D8CF21885A47}"/>
              </a:ext>
            </a:extLst>
          </p:cNvPr>
          <p:cNvSpPr/>
          <p:nvPr/>
        </p:nvSpPr>
        <p:spPr>
          <a:xfrm>
            <a:off x="11576879" y="7644007"/>
            <a:ext cx="6998097" cy="3554166"/>
          </a:xfrm>
          <a:prstGeom prst="rect">
            <a:avLst/>
          </a:prstGeom>
          <a:solidFill>
            <a:schemeClr val="bg1">
              <a:alpha val="95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C6615F3D-ECFB-A747-85B7-0EB4BBF87E30}"/>
              </a:ext>
            </a:extLst>
          </p:cNvPr>
          <p:cNvSpPr txBox="1"/>
          <p:nvPr/>
        </p:nvSpPr>
        <p:spPr>
          <a:xfrm>
            <a:off x="12284549" y="8140299"/>
            <a:ext cx="1220207" cy="369332"/>
          </a:xfrm>
          <a:prstGeom prst="rect">
            <a:avLst/>
          </a:prstGeom>
          <a:noFill/>
        </p:spPr>
        <p:txBody>
          <a:bodyPr wrap="none" rtlCol="0">
            <a:spAutoFit/>
          </a:bodyPr>
          <a:lstStyle/>
          <a:p>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CLIENT</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extBox 15">
            <a:extLst>
              <a:ext uri="{FF2B5EF4-FFF2-40B4-BE49-F238E27FC236}">
                <a16:creationId xmlns:a16="http://schemas.microsoft.com/office/drawing/2014/main" id="{D4319358-7B0C-5C41-9153-36E35F0BD169}"/>
              </a:ext>
            </a:extLst>
          </p:cNvPr>
          <p:cNvSpPr txBox="1"/>
          <p:nvPr/>
        </p:nvSpPr>
        <p:spPr>
          <a:xfrm>
            <a:off x="15284043" y="8140299"/>
            <a:ext cx="2579553" cy="369332"/>
          </a:xfrm>
          <a:prstGeom prst="rect">
            <a:avLst/>
          </a:prstGeom>
          <a:noFill/>
        </p:spPr>
        <p:txBody>
          <a:bodyPr wrap="none" rtlCol="0">
            <a:spAutoFit/>
          </a:bodyPr>
          <a:lstStyle/>
          <a:p>
            <a:pPr algn="r"/>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JOHAN ALFARIZI</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TextBox 17">
            <a:extLst>
              <a:ext uri="{FF2B5EF4-FFF2-40B4-BE49-F238E27FC236}">
                <a16:creationId xmlns:a16="http://schemas.microsoft.com/office/drawing/2014/main" id="{B0787A09-CA73-9D45-9927-2C900F529DBC}"/>
              </a:ext>
            </a:extLst>
          </p:cNvPr>
          <p:cNvSpPr txBox="1"/>
          <p:nvPr/>
        </p:nvSpPr>
        <p:spPr>
          <a:xfrm>
            <a:off x="12284549" y="9165534"/>
            <a:ext cx="1577676" cy="369332"/>
          </a:xfrm>
          <a:prstGeom prst="rect">
            <a:avLst/>
          </a:prstGeom>
          <a:noFill/>
        </p:spPr>
        <p:txBody>
          <a:bodyPr wrap="none" rtlCol="0">
            <a:spAutoFit/>
          </a:bodyPr>
          <a:lstStyle/>
          <a:p>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COUNTRY</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TextBox 19">
            <a:extLst>
              <a:ext uri="{FF2B5EF4-FFF2-40B4-BE49-F238E27FC236}">
                <a16:creationId xmlns:a16="http://schemas.microsoft.com/office/drawing/2014/main" id="{71030D5D-0058-2844-A22B-947D1EFD6C9A}"/>
              </a:ext>
            </a:extLst>
          </p:cNvPr>
          <p:cNvSpPr txBox="1"/>
          <p:nvPr/>
        </p:nvSpPr>
        <p:spPr>
          <a:xfrm>
            <a:off x="16032646" y="9165534"/>
            <a:ext cx="1830950" cy="369332"/>
          </a:xfrm>
          <a:prstGeom prst="rect">
            <a:avLst/>
          </a:prstGeom>
          <a:noFill/>
        </p:spPr>
        <p:txBody>
          <a:bodyPr wrap="none" rtlCol="0">
            <a:spAutoFit/>
          </a:bodyPr>
          <a:lstStyle/>
          <a:p>
            <a:pPr algn="r"/>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INDONESIA</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1" name="TextBox 20">
            <a:extLst>
              <a:ext uri="{FF2B5EF4-FFF2-40B4-BE49-F238E27FC236}">
                <a16:creationId xmlns:a16="http://schemas.microsoft.com/office/drawing/2014/main" id="{A96662B4-CD22-904E-B5E4-89844733CAF7}"/>
              </a:ext>
            </a:extLst>
          </p:cNvPr>
          <p:cNvSpPr txBox="1"/>
          <p:nvPr/>
        </p:nvSpPr>
        <p:spPr>
          <a:xfrm>
            <a:off x="12280840" y="10190770"/>
            <a:ext cx="1346844" cy="369332"/>
          </a:xfrm>
          <a:prstGeom prst="rect">
            <a:avLst/>
          </a:prstGeom>
          <a:noFill/>
        </p:spPr>
        <p:txBody>
          <a:bodyPr wrap="none" rtlCol="0">
            <a:spAutoFit/>
          </a:bodyPr>
          <a:lstStyle/>
          <a:p>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BUDGET</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13" name="Straight Connector 12">
            <a:extLst>
              <a:ext uri="{FF2B5EF4-FFF2-40B4-BE49-F238E27FC236}">
                <a16:creationId xmlns:a16="http://schemas.microsoft.com/office/drawing/2014/main" id="{25B22C66-0D3B-124C-BBB7-EBBA7DAB9C41}"/>
              </a:ext>
            </a:extLst>
          </p:cNvPr>
          <p:cNvCxnSpPr>
            <a:cxnSpLocks/>
          </p:cNvCxnSpPr>
          <p:nvPr/>
        </p:nvCxnSpPr>
        <p:spPr>
          <a:xfrm flipH="1">
            <a:off x="11581531" y="8797141"/>
            <a:ext cx="6993445"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FD285C1-3FCA-1E4D-8B91-712CB5233430}"/>
              </a:ext>
            </a:extLst>
          </p:cNvPr>
          <p:cNvCxnSpPr>
            <a:cxnSpLocks/>
          </p:cNvCxnSpPr>
          <p:nvPr/>
        </p:nvCxnSpPr>
        <p:spPr>
          <a:xfrm flipH="1">
            <a:off x="11581531" y="9822376"/>
            <a:ext cx="6993445"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0A5EC71-BFA3-9E4B-8D5C-B103EFEE3EE9}"/>
              </a:ext>
            </a:extLst>
          </p:cNvPr>
          <p:cNvCxnSpPr>
            <a:cxnSpLocks/>
          </p:cNvCxnSpPr>
          <p:nvPr/>
        </p:nvCxnSpPr>
        <p:spPr>
          <a:xfrm flipH="1">
            <a:off x="11576879" y="10847612"/>
            <a:ext cx="6993445"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B0E9A0D-C5A9-9C45-850B-5E0EC0CF0B77}"/>
              </a:ext>
            </a:extLst>
          </p:cNvPr>
          <p:cNvSpPr txBox="1"/>
          <p:nvPr/>
        </p:nvSpPr>
        <p:spPr>
          <a:xfrm>
            <a:off x="16379994" y="10190770"/>
            <a:ext cx="1479893" cy="369332"/>
          </a:xfrm>
          <a:prstGeom prst="rect">
            <a:avLst/>
          </a:prstGeom>
          <a:noFill/>
        </p:spPr>
        <p:txBody>
          <a:bodyPr wrap="none" rtlCol="0">
            <a:spAutoFit/>
          </a:bodyPr>
          <a:lstStyle/>
          <a:p>
            <a:pPr algn="r"/>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$3000,00</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25" name="Straight Connector 24">
            <a:extLst>
              <a:ext uri="{FF2B5EF4-FFF2-40B4-BE49-F238E27FC236}">
                <a16:creationId xmlns:a16="http://schemas.microsoft.com/office/drawing/2014/main" id="{8C68E5E9-E94F-3D45-9D05-2ACADA1E7504}"/>
              </a:ext>
            </a:extLst>
          </p:cNvPr>
          <p:cNvCxnSpPr>
            <a:cxnSpLocks/>
          </p:cNvCxnSpPr>
          <p:nvPr/>
        </p:nvCxnSpPr>
        <p:spPr>
          <a:xfrm>
            <a:off x="21101955" y="1459476"/>
            <a:ext cx="0" cy="10797049"/>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5D11CB8A-A234-904E-822C-33B7AD84E49E}"/>
              </a:ext>
            </a:extLst>
          </p:cNvPr>
          <p:cNvSpPr/>
          <p:nvPr/>
        </p:nvSpPr>
        <p:spPr>
          <a:xfrm>
            <a:off x="21603994" y="10949567"/>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BA0C0C8A-4D8E-CB44-90F7-555D68BE746D}"/>
              </a:ext>
            </a:extLst>
          </p:cNvPr>
          <p:cNvSpPr txBox="1"/>
          <p:nvPr/>
        </p:nvSpPr>
        <p:spPr>
          <a:xfrm rot="16200000">
            <a:off x="21080275" y="2538362"/>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28" name="TextBox 27">
            <a:extLst>
              <a:ext uri="{FF2B5EF4-FFF2-40B4-BE49-F238E27FC236}">
                <a16:creationId xmlns:a16="http://schemas.microsoft.com/office/drawing/2014/main" id="{112B1C16-C8D5-BE4D-BE8C-DD268664ABDE}"/>
              </a:ext>
            </a:extLst>
          </p:cNvPr>
          <p:cNvSpPr txBox="1"/>
          <p:nvPr/>
        </p:nvSpPr>
        <p:spPr>
          <a:xfrm>
            <a:off x="11576879" y="2933274"/>
            <a:ext cx="8182219" cy="2554545"/>
          </a:xfrm>
          <a:prstGeom prst="rect">
            <a:avLst/>
          </a:prstGeom>
          <a:noFill/>
        </p:spPr>
        <p:txBody>
          <a:bodyPr wrap="square" rtlCol="0">
            <a:spAutoFit/>
          </a:bodyPr>
          <a:lstStyle/>
          <a:p>
            <a:r>
              <a:rPr lang="en-US" sz="8000" b="1">
                <a:solidFill>
                  <a:schemeClr val="tx2"/>
                </a:solidFill>
                <a:latin typeface="Poppins" pitchFamily="2" charset="77"/>
                <a:ea typeface="Open Sans" panose="020B0606030504020204" pitchFamily="34" charset="0"/>
                <a:cs typeface="Poppins" pitchFamily="2" charset="77"/>
              </a:rPr>
              <a:t>3D Illustration Project</a:t>
            </a:r>
            <a:endParaRPr sz="8000" b="1">
              <a:solidFill>
                <a:schemeClr val="tx2"/>
              </a:solidFill>
              <a:latin typeface="Poppins" pitchFamily="2" charset="77"/>
              <a:ea typeface="Open Sans" panose="020B0606030504020204" pitchFamily="34" charset="0"/>
              <a:cs typeface="Poppins" pitchFamily="2" charset="77"/>
            </a:endParaRPr>
          </a:p>
        </p:txBody>
      </p:sp>
      <p:sp>
        <p:nvSpPr>
          <p:cNvPr id="29" name="TextBox 28">
            <a:extLst>
              <a:ext uri="{FF2B5EF4-FFF2-40B4-BE49-F238E27FC236}">
                <a16:creationId xmlns:a16="http://schemas.microsoft.com/office/drawing/2014/main" id="{04269EC4-60E2-A24A-87E8-808AB64D4EE0}"/>
              </a:ext>
            </a:extLst>
          </p:cNvPr>
          <p:cNvSpPr txBox="1"/>
          <p:nvPr/>
        </p:nvSpPr>
        <p:spPr>
          <a:xfrm>
            <a:off x="11576880" y="5718756"/>
            <a:ext cx="8182218" cy="1141274"/>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Aslvitae ullamcorper lorem dolor ipsum.</a:t>
            </a:r>
          </a:p>
        </p:txBody>
      </p:sp>
      <p:sp>
        <p:nvSpPr>
          <p:cNvPr id="30" name="TextBox 29">
            <a:extLst>
              <a:ext uri="{FF2B5EF4-FFF2-40B4-BE49-F238E27FC236}">
                <a16:creationId xmlns:a16="http://schemas.microsoft.com/office/drawing/2014/main" id="{C6280AE8-44F0-384C-8A5A-6D84EF473684}"/>
              </a:ext>
            </a:extLst>
          </p:cNvPr>
          <p:cNvSpPr txBox="1"/>
          <p:nvPr/>
        </p:nvSpPr>
        <p:spPr>
          <a:xfrm>
            <a:off x="11576880" y="2496267"/>
            <a:ext cx="3140603" cy="369332"/>
          </a:xfrm>
          <a:prstGeom prst="rect">
            <a:avLst/>
          </a:prstGeom>
          <a:noFill/>
        </p:spPr>
        <p:txBody>
          <a:bodyPr wrap="none" rtlCol="0">
            <a:spAutoFit/>
          </a:bodyPr>
          <a:lstStyle/>
          <a:p>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PORTFOLIO DETAILS</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0789797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1624704-278A-E640-B778-9F26A681E17C}"/>
              </a:ext>
            </a:extLst>
          </p:cNvPr>
          <p:cNvCxnSpPr>
            <a:cxnSpLocks/>
          </p:cNvCxnSpPr>
          <p:nvPr/>
        </p:nvCxnSpPr>
        <p:spPr>
          <a:xfrm>
            <a:off x="2952750" y="1459476"/>
            <a:ext cx="0" cy="10797049"/>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F0FA5245-60E4-6148-A529-1449100692AB}"/>
              </a:ext>
            </a:extLst>
          </p:cNvPr>
          <p:cNvSpPr/>
          <p:nvPr/>
        </p:nvSpPr>
        <p:spPr>
          <a:xfrm>
            <a:off x="1819953" y="10949567"/>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FDB4BB42-D3A3-D542-A338-84D4B01B7871}"/>
              </a:ext>
            </a:extLst>
          </p:cNvPr>
          <p:cNvSpPr txBox="1"/>
          <p:nvPr/>
        </p:nvSpPr>
        <p:spPr>
          <a:xfrm rot="16200000">
            <a:off x="1296234" y="2538362"/>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6" name="TextBox 5">
            <a:extLst>
              <a:ext uri="{FF2B5EF4-FFF2-40B4-BE49-F238E27FC236}">
                <a16:creationId xmlns:a16="http://schemas.microsoft.com/office/drawing/2014/main" id="{AF5D4BB5-B553-D145-80D8-1D50AAA17385}"/>
              </a:ext>
            </a:extLst>
          </p:cNvPr>
          <p:cNvSpPr txBox="1"/>
          <p:nvPr/>
        </p:nvSpPr>
        <p:spPr>
          <a:xfrm>
            <a:off x="12934136" y="3394391"/>
            <a:ext cx="8492352" cy="2554545"/>
          </a:xfrm>
          <a:prstGeom prst="rect">
            <a:avLst/>
          </a:prstGeom>
          <a:noFill/>
        </p:spPr>
        <p:txBody>
          <a:bodyPr wrap="square" rtlCol="0">
            <a:spAutoFit/>
          </a:bodyPr>
          <a:lstStyle/>
          <a:p>
            <a:pPr algn="r"/>
            <a:r>
              <a:rPr lang="en-US" sz="8000" b="1">
                <a:solidFill>
                  <a:schemeClr val="tx2"/>
                </a:solidFill>
                <a:latin typeface="Poppins" pitchFamily="2" charset="77"/>
                <a:ea typeface="Open Sans" panose="020B0606030504020204" pitchFamily="34" charset="0"/>
                <a:cs typeface="Poppins" pitchFamily="2" charset="77"/>
              </a:rPr>
              <a:t>Sales Analytics Chart</a:t>
            </a:r>
            <a:endParaRPr sz="8000" b="1">
              <a:solidFill>
                <a:schemeClr val="tx2"/>
              </a:solidFill>
              <a:latin typeface="Poppins" pitchFamily="2" charset="77"/>
              <a:ea typeface="Open Sans" panose="020B0606030504020204" pitchFamily="34" charset="0"/>
              <a:cs typeface="Poppins" pitchFamily="2" charset="77"/>
            </a:endParaRPr>
          </a:p>
        </p:txBody>
      </p:sp>
      <p:sp>
        <p:nvSpPr>
          <p:cNvPr id="7" name="TextBox 6">
            <a:extLst>
              <a:ext uri="{FF2B5EF4-FFF2-40B4-BE49-F238E27FC236}">
                <a16:creationId xmlns:a16="http://schemas.microsoft.com/office/drawing/2014/main" id="{E1A54ABB-C0F4-474B-9307-4D2E7B85ECBC}"/>
              </a:ext>
            </a:extLst>
          </p:cNvPr>
          <p:cNvSpPr txBox="1"/>
          <p:nvPr/>
        </p:nvSpPr>
        <p:spPr>
          <a:xfrm>
            <a:off x="15323161" y="8700297"/>
            <a:ext cx="6103328" cy="2249270"/>
          </a:xfrm>
          <a:prstGeom prst="rect">
            <a:avLst/>
          </a:prstGeom>
          <a:noFill/>
        </p:spPr>
        <p:txBody>
          <a:bodyPr wrap="square" rtlCol="0">
            <a:spAutoFit/>
          </a:bodyPr>
          <a:lstStyle/>
          <a:p>
            <a:pPr algn="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Donec viverra eleifend lacus, vitae ullamcorper metus. Sed sollicitudin</a:t>
            </a:r>
          </a:p>
        </p:txBody>
      </p:sp>
      <p:sp>
        <p:nvSpPr>
          <p:cNvPr id="8" name="TextBox 7">
            <a:extLst>
              <a:ext uri="{FF2B5EF4-FFF2-40B4-BE49-F238E27FC236}">
                <a16:creationId xmlns:a16="http://schemas.microsoft.com/office/drawing/2014/main" id="{D56F139E-3B03-374C-81D6-94C05FE8588D}"/>
              </a:ext>
            </a:extLst>
          </p:cNvPr>
          <p:cNvSpPr txBox="1"/>
          <p:nvPr/>
        </p:nvSpPr>
        <p:spPr>
          <a:xfrm>
            <a:off x="20281623" y="2957384"/>
            <a:ext cx="1144865" cy="369332"/>
          </a:xfrm>
          <a:prstGeom prst="rect">
            <a:avLst/>
          </a:prstGeom>
          <a:noFill/>
        </p:spPr>
        <p:txBody>
          <a:bodyPr wrap="none" rtlCol="0">
            <a:spAutoFit/>
          </a:bodyPr>
          <a:lstStyle/>
          <a:p>
            <a:pPr algn="r"/>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CHART</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9" name="Chart 8">
            <a:extLst>
              <a:ext uri="{FF2B5EF4-FFF2-40B4-BE49-F238E27FC236}">
                <a16:creationId xmlns:a16="http://schemas.microsoft.com/office/drawing/2014/main" id="{54FF5433-4CF8-8540-A1D9-40ABD64356E7}"/>
              </a:ext>
            </a:extLst>
          </p:cNvPr>
          <p:cNvGraphicFramePr/>
          <p:nvPr>
            <p:extLst>
              <p:ext uri="{D42A27DB-BD31-4B8C-83A1-F6EECF244321}">
                <p14:modId xmlns:p14="http://schemas.microsoft.com/office/powerpoint/2010/main" val="244960682"/>
              </p:ext>
            </p:extLst>
          </p:nvPr>
        </p:nvGraphicFramePr>
        <p:xfrm>
          <a:off x="3917057" y="2957384"/>
          <a:ext cx="8272557" cy="799218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766591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CAC466EA-16CD-F741-9101-890A1209754C}"/>
              </a:ext>
            </a:extLst>
          </p:cNvPr>
          <p:cNvGraphicFramePr>
            <a:graphicFrameLocks/>
          </p:cNvGraphicFramePr>
          <p:nvPr>
            <p:extLst>
              <p:ext uri="{D42A27DB-BD31-4B8C-83A1-F6EECF244321}">
                <p14:modId xmlns:p14="http://schemas.microsoft.com/office/powerpoint/2010/main" val="623357630"/>
              </p:ext>
            </p:extLst>
          </p:nvPr>
        </p:nvGraphicFramePr>
        <p:xfrm>
          <a:off x="12818250" y="1485204"/>
          <a:ext cx="8955834" cy="11719658"/>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5DC0CA76-1CD2-184A-BD4C-32853359F3A5}"/>
              </a:ext>
            </a:extLst>
          </p:cNvPr>
          <p:cNvSpPr txBox="1"/>
          <p:nvPr/>
        </p:nvSpPr>
        <p:spPr>
          <a:xfrm>
            <a:off x="3623870" y="2044114"/>
            <a:ext cx="7627055" cy="4524315"/>
          </a:xfrm>
          <a:prstGeom prst="rect">
            <a:avLst/>
          </a:prstGeom>
          <a:noFill/>
        </p:spPr>
        <p:txBody>
          <a:bodyPr wrap="square" rtlCol="0">
            <a:spAutoFit/>
          </a:bodyPr>
          <a:lstStyle/>
          <a:p>
            <a:r>
              <a:rPr lang="en-ID" sz="9600" b="1">
                <a:solidFill>
                  <a:schemeClr val="tx2"/>
                </a:solidFill>
                <a:latin typeface="Poppins" pitchFamily="2" charset="77"/>
                <a:ea typeface="Open Sans" panose="020B0606030504020204" pitchFamily="34" charset="0"/>
                <a:cs typeface="Poppins" pitchFamily="2" charset="77"/>
              </a:rPr>
              <a:t>Graphic Design Analytics</a:t>
            </a:r>
            <a:endParaRPr sz="9600" b="1">
              <a:solidFill>
                <a:schemeClr val="tx2"/>
              </a:solidFill>
              <a:latin typeface="Poppins" pitchFamily="2" charset="77"/>
              <a:ea typeface="Open Sans" panose="020B0606030504020204" pitchFamily="34" charset="0"/>
              <a:cs typeface="Poppins" pitchFamily="2" charset="77"/>
            </a:endParaRPr>
          </a:p>
        </p:txBody>
      </p:sp>
      <p:sp>
        <p:nvSpPr>
          <p:cNvPr id="4" name="TextBox 3">
            <a:extLst>
              <a:ext uri="{FF2B5EF4-FFF2-40B4-BE49-F238E27FC236}">
                <a16:creationId xmlns:a16="http://schemas.microsoft.com/office/drawing/2014/main" id="{E5F67A16-6541-CF4D-8EF5-B6D8D51E916B}"/>
              </a:ext>
            </a:extLst>
          </p:cNvPr>
          <p:cNvSpPr txBox="1"/>
          <p:nvPr/>
        </p:nvSpPr>
        <p:spPr>
          <a:xfrm>
            <a:off x="17750719" y="8747366"/>
            <a:ext cx="2797562" cy="400110"/>
          </a:xfrm>
          <a:prstGeom prst="rect">
            <a:avLst/>
          </a:prstGeom>
          <a:noFill/>
        </p:spPr>
        <p:txBody>
          <a:bodyPr wrap="none" rtlCol="0">
            <a:spAutoFit/>
          </a:bodyPr>
          <a:lstStyle/>
          <a:p>
            <a:pPr algn="ctr"/>
            <a:r>
              <a:rPr lang="en-US" sz="20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MOTION DESIGN</a:t>
            </a:r>
            <a:endParaRPr sz="20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TextBox 4">
            <a:extLst>
              <a:ext uri="{FF2B5EF4-FFF2-40B4-BE49-F238E27FC236}">
                <a16:creationId xmlns:a16="http://schemas.microsoft.com/office/drawing/2014/main" id="{43838162-E2EF-6645-89E3-2238FCE0762D}"/>
              </a:ext>
            </a:extLst>
          </p:cNvPr>
          <p:cNvSpPr txBox="1"/>
          <p:nvPr/>
        </p:nvSpPr>
        <p:spPr>
          <a:xfrm>
            <a:off x="3623871" y="9016357"/>
            <a:ext cx="5750838" cy="2803268"/>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Donec viverra eleifend lacus, vitae ullamcorper metus. Sed sollicitudin ipsum quis nunc sollicitudin ultrices. </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6" name="Straight Connector 5">
            <a:extLst>
              <a:ext uri="{FF2B5EF4-FFF2-40B4-BE49-F238E27FC236}">
                <a16:creationId xmlns:a16="http://schemas.microsoft.com/office/drawing/2014/main" id="{06B3A26A-E4E1-E84A-B4A7-FCAEF8B8ED16}"/>
              </a:ext>
            </a:extLst>
          </p:cNvPr>
          <p:cNvCxnSpPr>
            <a:cxnSpLocks/>
          </p:cNvCxnSpPr>
          <p:nvPr/>
        </p:nvCxnSpPr>
        <p:spPr>
          <a:xfrm>
            <a:off x="1862580" y="0"/>
            <a:ext cx="0" cy="1371600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2269A741-B2C7-7445-B22D-782704A109B8}"/>
              </a:ext>
            </a:extLst>
          </p:cNvPr>
          <p:cNvSpPr/>
          <p:nvPr/>
        </p:nvSpPr>
        <p:spPr>
          <a:xfrm>
            <a:off x="498634" y="446645"/>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E8C99F95-78C5-1449-86BA-91392D6298F0}"/>
              </a:ext>
            </a:extLst>
          </p:cNvPr>
          <p:cNvSpPr txBox="1"/>
          <p:nvPr/>
        </p:nvSpPr>
        <p:spPr>
          <a:xfrm rot="16200000">
            <a:off x="-25085" y="2292058"/>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9" name="TextBox 8">
            <a:extLst>
              <a:ext uri="{FF2B5EF4-FFF2-40B4-BE49-F238E27FC236}">
                <a16:creationId xmlns:a16="http://schemas.microsoft.com/office/drawing/2014/main" id="{73B77B33-16F8-854F-AD08-D580699189DE}"/>
              </a:ext>
            </a:extLst>
          </p:cNvPr>
          <p:cNvSpPr txBox="1"/>
          <p:nvPr/>
        </p:nvSpPr>
        <p:spPr>
          <a:xfrm rot="16200000">
            <a:off x="-380952" y="11451981"/>
            <a:ext cx="2616422"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MASDIKASTUDIO</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TextBox 9">
            <a:extLst>
              <a:ext uri="{FF2B5EF4-FFF2-40B4-BE49-F238E27FC236}">
                <a16:creationId xmlns:a16="http://schemas.microsoft.com/office/drawing/2014/main" id="{4666266A-F2FA-3940-9D4E-AFC798E6CC24}"/>
              </a:ext>
            </a:extLst>
          </p:cNvPr>
          <p:cNvSpPr txBox="1"/>
          <p:nvPr/>
        </p:nvSpPr>
        <p:spPr>
          <a:xfrm>
            <a:off x="13493234" y="7413025"/>
            <a:ext cx="2496196" cy="400110"/>
          </a:xfrm>
          <a:prstGeom prst="rect">
            <a:avLst/>
          </a:prstGeom>
          <a:noFill/>
        </p:spPr>
        <p:txBody>
          <a:bodyPr wrap="none" rtlCol="0">
            <a:spAutoFit/>
          </a:bodyPr>
          <a:lstStyle/>
          <a:p>
            <a:pPr algn="ctr"/>
            <a:r>
              <a:rPr lang="en-US" sz="2000" b="1" spc="300">
                <a:solidFill>
                  <a:schemeClr val="bg2"/>
                </a:solidFill>
                <a:latin typeface="Open Sans" panose="020B0606030504020204" pitchFamily="34" charset="0"/>
                <a:ea typeface="Open Sans" panose="020B0606030504020204" pitchFamily="34" charset="0"/>
                <a:cs typeface="Open Sans" panose="020B0606030504020204" pitchFamily="34" charset="0"/>
              </a:rPr>
              <a:t>ILLUSTRATION</a:t>
            </a:r>
            <a:endParaRPr sz="2000" b="1" spc="30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TextBox 10">
            <a:extLst>
              <a:ext uri="{FF2B5EF4-FFF2-40B4-BE49-F238E27FC236}">
                <a16:creationId xmlns:a16="http://schemas.microsoft.com/office/drawing/2014/main" id="{6ADA2403-E207-A348-85DB-363B35241583}"/>
              </a:ext>
            </a:extLst>
          </p:cNvPr>
          <p:cNvSpPr txBox="1"/>
          <p:nvPr/>
        </p:nvSpPr>
        <p:spPr>
          <a:xfrm>
            <a:off x="15594198" y="4004807"/>
            <a:ext cx="596638" cy="400110"/>
          </a:xfrm>
          <a:prstGeom prst="rect">
            <a:avLst/>
          </a:prstGeom>
          <a:noFill/>
        </p:spPr>
        <p:txBody>
          <a:bodyPr wrap="none" rtlCol="0">
            <a:spAutoFit/>
          </a:bodyPr>
          <a:lstStyle/>
          <a:p>
            <a:pPr algn="ctr"/>
            <a:r>
              <a:rPr lang="en-US" sz="2000" b="1" spc="300">
                <a:solidFill>
                  <a:schemeClr val="bg2"/>
                </a:solidFill>
                <a:latin typeface="Open Sans" panose="020B0606030504020204" pitchFamily="34" charset="0"/>
                <a:ea typeface="Open Sans" panose="020B0606030504020204" pitchFamily="34" charset="0"/>
                <a:cs typeface="Open Sans" panose="020B0606030504020204" pitchFamily="34" charset="0"/>
              </a:rPr>
              <a:t>3D</a:t>
            </a:r>
            <a:endParaRPr sz="2000" b="1" spc="30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extBox 11">
            <a:extLst>
              <a:ext uri="{FF2B5EF4-FFF2-40B4-BE49-F238E27FC236}">
                <a16:creationId xmlns:a16="http://schemas.microsoft.com/office/drawing/2014/main" id="{427DE8FE-B72C-1D43-B279-3F7E95016D8A}"/>
              </a:ext>
            </a:extLst>
          </p:cNvPr>
          <p:cNvSpPr txBox="1"/>
          <p:nvPr/>
        </p:nvSpPr>
        <p:spPr>
          <a:xfrm>
            <a:off x="3623870" y="1644004"/>
            <a:ext cx="1231427" cy="400110"/>
          </a:xfrm>
          <a:prstGeom prst="rect">
            <a:avLst/>
          </a:prstGeom>
          <a:noFill/>
        </p:spPr>
        <p:txBody>
          <a:bodyPr wrap="none" rtlCol="0">
            <a:spAutoFit/>
          </a:bodyPr>
          <a:lstStyle/>
          <a:p>
            <a:r>
              <a:rPr lang="en-US" sz="20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CHART</a:t>
            </a:r>
            <a:endParaRPr sz="20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extBox 12">
            <a:extLst>
              <a:ext uri="{FF2B5EF4-FFF2-40B4-BE49-F238E27FC236}">
                <a16:creationId xmlns:a16="http://schemas.microsoft.com/office/drawing/2014/main" id="{92CD224F-A193-CA43-B97D-4262B7D2DA41}"/>
              </a:ext>
            </a:extLst>
          </p:cNvPr>
          <p:cNvSpPr txBox="1"/>
          <p:nvPr/>
        </p:nvSpPr>
        <p:spPr>
          <a:xfrm>
            <a:off x="17750719" y="7547037"/>
            <a:ext cx="2797563" cy="1200329"/>
          </a:xfrm>
          <a:prstGeom prst="rect">
            <a:avLst/>
          </a:prstGeom>
          <a:noFill/>
        </p:spPr>
        <p:txBody>
          <a:bodyPr wrap="square" rtlCol="0">
            <a:spAutoFit/>
          </a:bodyPr>
          <a:lstStyle/>
          <a:p>
            <a:pPr algn="ctr"/>
            <a:r>
              <a:rPr lang="en-ID" sz="7200" b="1">
                <a:solidFill>
                  <a:schemeClr val="tx2"/>
                </a:solidFill>
                <a:latin typeface="Poppins" pitchFamily="2" charset="77"/>
                <a:ea typeface="Open Sans" panose="020B0606030504020204" pitchFamily="34" charset="0"/>
                <a:cs typeface="Poppins" pitchFamily="2" charset="77"/>
              </a:rPr>
              <a:t>64%</a:t>
            </a:r>
            <a:endParaRPr sz="7200" b="1">
              <a:solidFill>
                <a:schemeClr val="tx2"/>
              </a:solidFill>
              <a:latin typeface="Poppins" pitchFamily="2" charset="77"/>
              <a:ea typeface="Open Sans" panose="020B0606030504020204" pitchFamily="34" charset="0"/>
              <a:cs typeface="Poppins" pitchFamily="2" charset="77"/>
            </a:endParaRPr>
          </a:p>
        </p:txBody>
      </p:sp>
      <p:sp>
        <p:nvSpPr>
          <p:cNvPr id="14" name="TextBox 13">
            <a:extLst>
              <a:ext uri="{FF2B5EF4-FFF2-40B4-BE49-F238E27FC236}">
                <a16:creationId xmlns:a16="http://schemas.microsoft.com/office/drawing/2014/main" id="{6D7C5FB0-0D32-0B47-B82A-1597436C8621}"/>
              </a:ext>
            </a:extLst>
          </p:cNvPr>
          <p:cNvSpPr txBox="1"/>
          <p:nvPr/>
        </p:nvSpPr>
        <p:spPr>
          <a:xfrm>
            <a:off x="13317264" y="6223598"/>
            <a:ext cx="2797563" cy="1200329"/>
          </a:xfrm>
          <a:prstGeom prst="rect">
            <a:avLst/>
          </a:prstGeom>
          <a:noFill/>
        </p:spPr>
        <p:txBody>
          <a:bodyPr wrap="square" rtlCol="0">
            <a:spAutoFit/>
          </a:bodyPr>
          <a:lstStyle/>
          <a:p>
            <a:pPr algn="ctr"/>
            <a:r>
              <a:rPr lang="en-ID" sz="7200" b="1">
                <a:solidFill>
                  <a:schemeClr val="bg2"/>
                </a:solidFill>
                <a:latin typeface="Poppins" pitchFamily="2" charset="77"/>
                <a:ea typeface="Open Sans" panose="020B0606030504020204" pitchFamily="34" charset="0"/>
                <a:cs typeface="Poppins" pitchFamily="2" charset="77"/>
              </a:rPr>
              <a:t>25%</a:t>
            </a:r>
            <a:endParaRPr sz="7200" b="1">
              <a:solidFill>
                <a:schemeClr val="bg2"/>
              </a:solidFill>
              <a:latin typeface="Poppins" pitchFamily="2" charset="77"/>
              <a:ea typeface="Open Sans" panose="020B0606030504020204" pitchFamily="34" charset="0"/>
              <a:cs typeface="Poppins" pitchFamily="2" charset="77"/>
            </a:endParaRPr>
          </a:p>
        </p:txBody>
      </p:sp>
      <p:sp>
        <p:nvSpPr>
          <p:cNvPr id="15" name="TextBox 14">
            <a:extLst>
              <a:ext uri="{FF2B5EF4-FFF2-40B4-BE49-F238E27FC236}">
                <a16:creationId xmlns:a16="http://schemas.microsoft.com/office/drawing/2014/main" id="{288B31BD-2D57-BF49-9A0A-36C1D8F21433}"/>
              </a:ext>
            </a:extLst>
          </p:cNvPr>
          <p:cNvSpPr txBox="1"/>
          <p:nvPr/>
        </p:nvSpPr>
        <p:spPr>
          <a:xfrm>
            <a:off x="14498604" y="2802007"/>
            <a:ext cx="2797563" cy="1200329"/>
          </a:xfrm>
          <a:prstGeom prst="rect">
            <a:avLst/>
          </a:prstGeom>
          <a:noFill/>
        </p:spPr>
        <p:txBody>
          <a:bodyPr wrap="square" rtlCol="0">
            <a:spAutoFit/>
          </a:bodyPr>
          <a:lstStyle/>
          <a:p>
            <a:pPr algn="ctr"/>
            <a:r>
              <a:rPr lang="en-ID" sz="7200" b="1">
                <a:solidFill>
                  <a:schemeClr val="bg2"/>
                </a:solidFill>
                <a:latin typeface="Poppins" pitchFamily="2" charset="77"/>
                <a:ea typeface="Open Sans" panose="020B0606030504020204" pitchFamily="34" charset="0"/>
                <a:cs typeface="Poppins" pitchFamily="2" charset="77"/>
              </a:rPr>
              <a:t>11%</a:t>
            </a:r>
            <a:endParaRPr sz="7200" b="1">
              <a:solidFill>
                <a:schemeClr val="bg2"/>
              </a:solidFill>
              <a:latin typeface="Poppins" pitchFamily="2" charset="77"/>
              <a:ea typeface="Open Sans" panose="020B0606030504020204" pitchFamily="34" charset="0"/>
              <a:cs typeface="Poppins" pitchFamily="2" charset="77"/>
            </a:endParaRPr>
          </a:p>
        </p:txBody>
      </p:sp>
    </p:spTree>
    <p:extLst>
      <p:ext uri="{BB962C8B-B14F-4D97-AF65-F5344CB8AC3E}">
        <p14:creationId xmlns:p14="http://schemas.microsoft.com/office/powerpoint/2010/main" val="18249453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9FCF29A-1B24-244E-A37B-651D752DD91E}"/>
              </a:ext>
            </a:extLst>
          </p:cNvPr>
          <p:cNvSpPr/>
          <p:nvPr/>
        </p:nvSpPr>
        <p:spPr>
          <a:xfrm>
            <a:off x="2463913" y="4041649"/>
            <a:ext cx="19451413" cy="8284996"/>
          </a:xfrm>
          <a:prstGeom prst="rect">
            <a:avLst/>
          </a:prstGeom>
          <a:solidFill>
            <a:schemeClr val="bg1">
              <a:alpha val="95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C2266F6B-9ACA-354E-9F10-500E177F90DB}"/>
              </a:ext>
            </a:extLst>
          </p:cNvPr>
          <p:cNvSpPr txBox="1"/>
          <p:nvPr/>
        </p:nvSpPr>
        <p:spPr>
          <a:xfrm>
            <a:off x="5291517" y="1080065"/>
            <a:ext cx="13796204" cy="1200329"/>
          </a:xfrm>
          <a:prstGeom prst="rect">
            <a:avLst/>
          </a:prstGeom>
          <a:noFill/>
        </p:spPr>
        <p:txBody>
          <a:bodyPr wrap="square" rtlCol="0">
            <a:spAutoFit/>
          </a:bodyPr>
          <a:lstStyle/>
          <a:p>
            <a:pPr algn="ctr"/>
            <a:r>
              <a:rPr lang="en-ID" sz="7200" b="1">
                <a:solidFill>
                  <a:schemeClr val="tx2"/>
                </a:solidFill>
                <a:latin typeface="Poppins" pitchFamily="2" charset="77"/>
                <a:ea typeface="Open Sans" panose="020B0606030504020204" pitchFamily="34" charset="0"/>
                <a:cs typeface="Poppins" pitchFamily="2" charset="77"/>
              </a:rPr>
              <a:t>Progress Chart</a:t>
            </a:r>
            <a:endParaRPr sz="7200" b="1">
              <a:solidFill>
                <a:schemeClr val="tx2"/>
              </a:solidFill>
              <a:latin typeface="Poppins" pitchFamily="2" charset="77"/>
              <a:ea typeface="Open Sans" panose="020B0606030504020204" pitchFamily="34" charset="0"/>
              <a:cs typeface="Poppins" pitchFamily="2" charset="77"/>
            </a:endParaRPr>
          </a:p>
        </p:txBody>
      </p:sp>
      <p:sp>
        <p:nvSpPr>
          <p:cNvPr id="9" name="TextBox 8">
            <a:extLst>
              <a:ext uri="{FF2B5EF4-FFF2-40B4-BE49-F238E27FC236}">
                <a16:creationId xmlns:a16="http://schemas.microsoft.com/office/drawing/2014/main" id="{2A958C86-66BE-B545-BA01-CFFA4C69778F}"/>
              </a:ext>
            </a:extLst>
          </p:cNvPr>
          <p:cNvSpPr txBox="1"/>
          <p:nvPr/>
        </p:nvSpPr>
        <p:spPr>
          <a:xfrm>
            <a:off x="11617187" y="698545"/>
            <a:ext cx="1144865" cy="369332"/>
          </a:xfrm>
          <a:prstGeom prst="rect">
            <a:avLst/>
          </a:prstGeom>
          <a:noFill/>
        </p:spPr>
        <p:txBody>
          <a:bodyPr wrap="none" rtlCol="0">
            <a:spAutoFit/>
          </a:bodyPr>
          <a:lstStyle/>
          <a:p>
            <a:pPr algn="ctr"/>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CHART</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Rounded Rectangle 9">
            <a:extLst>
              <a:ext uri="{FF2B5EF4-FFF2-40B4-BE49-F238E27FC236}">
                <a16:creationId xmlns:a16="http://schemas.microsoft.com/office/drawing/2014/main" id="{7E592014-B39A-CE40-856A-3CC616DE7560}"/>
              </a:ext>
            </a:extLst>
          </p:cNvPr>
          <p:cNvSpPr/>
          <p:nvPr/>
        </p:nvSpPr>
        <p:spPr>
          <a:xfrm>
            <a:off x="8062159" y="4554402"/>
            <a:ext cx="7260970" cy="641020"/>
          </a:xfrm>
          <a:prstGeom prst="roundRect">
            <a:avLst>
              <a:gd name="adj" fmla="val 50000"/>
            </a:avLst>
          </a:prstGeom>
          <a:gradFill>
            <a:gsLst>
              <a:gs pos="0">
                <a:schemeClr val="accent1"/>
              </a:gs>
              <a:gs pos="100000">
                <a:schemeClr val="accent5"/>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Rounded Rectangle 19">
            <a:extLst>
              <a:ext uri="{FF2B5EF4-FFF2-40B4-BE49-F238E27FC236}">
                <a16:creationId xmlns:a16="http://schemas.microsoft.com/office/drawing/2014/main" id="{3B81828F-ED50-5248-9797-41F2D2C0E735}"/>
              </a:ext>
            </a:extLst>
          </p:cNvPr>
          <p:cNvSpPr/>
          <p:nvPr/>
        </p:nvSpPr>
        <p:spPr>
          <a:xfrm>
            <a:off x="11027040" y="6211298"/>
            <a:ext cx="8257230" cy="641020"/>
          </a:xfrm>
          <a:prstGeom prst="roundRect">
            <a:avLst>
              <a:gd name="adj" fmla="val 50000"/>
            </a:avLst>
          </a:prstGeom>
          <a:gradFill flip="none" rotWithShape="1">
            <a:gsLst>
              <a:gs pos="0">
                <a:srgbClr val="FF0000">
                  <a:alpha val="47000"/>
                </a:srgbClr>
              </a:gs>
              <a:gs pos="100000">
                <a:srgbClr val="FFD76B"/>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Rounded Rectangle 20">
            <a:extLst>
              <a:ext uri="{FF2B5EF4-FFF2-40B4-BE49-F238E27FC236}">
                <a16:creationId xmlns:a16="http://schemas.microsoft.com/office/drawing/2014/main" id="{33EF3B77-EAFE-C343-86E3-6251460078EE}"/>
              </a:ext>
            </a:extLst>
          </p:cNvPr>
          <p:cNvSpPr/>
          <p:nvPr/>
        </p:nvSpPr>
        <p:spPr>
          <a:xfrm>
            <a:off x="13770240" y="7864882"/>
            <a:ext cx="4296089" cy="641020"/>
          </a:xfrm>
          <a:prstGeom prst="roundRect">
            <a:avLst>
              <a:gd name="adj" fmla="val 50000"/>
            </a:avLst>
          </a:prstGeom>
          <a:gradFill>
            <a:gsLst>
              <a:gs pos="0">
                <a:schemeClr val="accent4">
                  <a:lumMod val="40000"/>
                  <a:lumOff val="60000"/>
                </a:schemeClr>
              </a:gs>
              <a:gs pos="100000">
                <a:schemeClr val="accent5"/>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2" name="Rounded Rectangle 21">
            <a:extLst>
              <a:ext uri="{FF2B5EF4-FFF2-40B4-BE49-F238E27FC236}">
                <a16:creationId xmlns:a16="http://schemas.microsoft.com/office/drawing/2014/main" id="{F0D6BA4E-CE48-354E-9561-AF4FD5151E15}"/>
              </a:ext>
            </a:extLst>
          </p:cNvPr>
          <p:cNvSpPr/>
          <p:nvPr/>
        </p:nvSpPr>
        <p:spPr>
          <a:xfrm>
            <a:off x="8062159" y="9520791"/>
            <a:ext cx="3169647" cy="641020"/>
          </a:xfrm>
          <a:prstGeom prst="roundRect">
            <a:avLst>
              <a:gd name="adj" fmla="val 50000"/>
            </a:avLst>
          </a:prstGeom>
          <a:gradFill>
            <a:gsLst>
              <a:gs pos="0">
                <a:schemeClr val="accent1"/>
              </a:gs>
              <a:gs pos="100000">
                <a:schemeClr val="accent3"/>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3" name="Freeform 52">
            <a:extLst>
              <a:ext uri="{FF2B5EF4-FFF2-40B4-BE49-F238E27FC236}">
                <a16:creationId xmlns:a16="http://schemas.microsoft.com/office/drawing/2014/main" id="{DD3FF2EE-FB02-0248-B214-22EC641A8A97}"/>
              </a:ext>
            </a:extLst>
          </p:cNvPr>
          <p:cNvSpPr/>
          <p:nvPr/>
        </p:nvSpPr>
        <p:spPr>
          <a:xfrm>
            <a:off x="17760340" y="9520791"/>
            <a:ext cx="4154986" cy="641020"/>
          </a:xfrm>
          <a:custGeom>
            <a:avLst/>
            <a:gdLst>
              <a:gd name="connsiteX0" fmla="*/ 320512 w 4154986"/>
              <a:gd name="connsiteY0" fmla="*/ 0 h 641020"/>
              <a:gd name="connsiteX1" fmla="*/ 4154986 w 4154986"/>
              <a:gd name="connsiteY1" fmla="*/ 0 h 641020"/>
              <a:gd name="connsiteX2" fmla="*/ 4154986 w 4154986"/>
              <a:gd name="connsiteY2" fmla="*/ 641020 h 641020"/>
              <a:gd name="connsiteX3" fmla="*/ 320512 w 4154986"/>
              <a:gd name="connsiteY3" fmla="*/ 641020 h 641020"/>
              <a:gd name="connsiteX4" fmla="*/ 0 w 4154986"/>
              <a:gd name="connsiteY4" fmla="*/ 320510 h 641020"/>
              <a:gd name="connsiteX5" fmla="*/ 320512 w 4154986"/>
              <a:gd name="connsiteY5" fmla="*/ 0 h 641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54986" h="641020">
                <a:moveTo>
                  <a:pt x="320512" y="0"/>
                </a:moveTo>
                <a:lnTo>
                  <a:pt x="4154986" y="0"/>
                </a:lnTo>
                <a:lnTo>
                  <a:pt x="4154986" y="641020"/>
                </a:lnTo>
                <a:lnTo>
                  <a:pt x="320512" y="641020"/>
                </a:lnTo>
                <a:cubicBezTo>
                  <a:pt x="143498" y="641020"/>
                  <a:pt x="0" y="497523"/>
                  <a:pt x="0" y="320510"/>
                </a:cubicBezTo>
                <a:cubicBezTo>
                  <a:pt x="0" y="143497"/>
                  <a:pt x="143498" y="0"/>
                  <a:pt x="320512" y="0"/>
                </a:cubicBezTo>
                <a:close/>
              </a:path>
            </a:pathLst>
          </a:custGeom>
          <a:gradFill>
            <a:gsLst>
              <a:gs pos="0">
                <a:srgbClr val="92D050">
                  <a:alpha val="73000"/>
                </a:srgbClr>
              </a:gs>
              <a:gs pos="100000">
                <a:srgbClr val="00B050">
                  <a:alpha val="67000"/>
                </a:srgb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p>
        </p:txBody>
      </p:sp>
      <p:sp>
        <p:nvSpPr>
          <p:cNvPr id="24" name="Rounded Rectangle 23">
            <a:extLst>
              <a:ext uri="{FF2B5EF4-FFF2-40B4-BE49-F238E27FC236}">
                <a16:creationId xmlns:a16="http://schemas.microsoft.com/office/drawing/2014/main" id="{CBCC1FBF-70D8-F74A-B5AD-B61DCE99F9D3}"/>
              </a:ext>
            </a:extLst>
          </p:cNvPr>
          <p:cNvSpPr/>
          <p:nvPr/>
        </p:nvSpPr>
        <p:spPr>
          <a:xfrm>
            <a:off x="19087721" y="4554402"/>
            <a:ext cx="1663732" cy="641020"/>
          </a:xfrm>
          <a:prstGeom prst="roundRect">
            <a:avLst>
              <a:gd name="adj" fmla="val 50000"/>
            </a:avLst>
          </a:prstGeom>
          <a:gradFill>
            <a:gsLst>
              <a:gs pos="0">
                <a:srgbClr val="FFD76B"/>
              </a:gs>
              <a:gs pos="100000">
                <a:srgbClr val="FFEA9F"/>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5" name="Rounded Rectangle 24">
            <a:extLst>
              <a:ext uri="{FF2B5EF4-FFF2-40B4-BE49-F238E27FC236}">
                <a16:creationId xmlns:a16="http://schemas.microsoft.com/office/drawing/2014/main" id="{E8737FA6-F1E2-324C-8FFC-60335D9F6978}"/>
              </a:ext>
            </a:extLst>
          </p:cNvPr>
          <p:cNvSpPr/>
          <p:nvPr/>
        </p:nvSpPr>
        <p:spPr>
          <a:xfrm>
            <a:off x="9469143" y="11177687"/>
            <a:ext cx="3637258" cy="641020"/>
          </a:xfrm>
          <a:prstGeom prst="roundRect">
            <a:avLst>
              <a:gd name="adj" fmla="val 50000"/>
            </a:avLst>
          </a:prstGeom>
          <a:gradFill>
            <a:gsLst>
              <a:gs pos="0">
                <a:schemeClr val="tx2">
                  <a:alpha val="23000"/>
                </a:schemeClr>
              </a:gs>
              <a:gs pos="100000">
                <a:schemeClr val="tx2"/>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D484B37D-AB15-DD4B-8F21-149E32442BC0}"/>
              </a:ext>
            </a:extLst>
          </p:cNvPr>
          <p:cNvSpPr txBox="1"/>
          <p:nvPr/>
        </p:nvSpPr>
        <p:spPr>
          <a:xfrm>
            <a:off x="8569418" y="4708878"/>
            <a:ext cx="1366080" cy="369332"/>
          </a:xfrm>
          <a:prstGeom prst="rect">
            <a:avLst/>
          </a:prstGeom>
          <a:noFill/>
        </p:spPr>
        <p:txBody>
          <a:bodyPr wrap="none" rtlCol="0">
            <a:spAutoFit/>
          </a:bodyPr>
          <a:lstStyle/>
          <a:p>
            <a:r>
              <a:rPr lang="en-US" b="1" spc="300">
                <a:solidFill>
                  <a:schemeClr val="bg1"/>
                </a:solidFill>
                <a:latin typeface="Open Sans" panose="020B0606030504020204" pitchFamily="34" charset="0"/>
                <a:ea typeface="Open Sans" panose="020B0606030504020204" pitchFamily="34" charset="0"/>
                <a:cs typeface="Open Sans" panose="020B0606030504020204" pitchFamily="34" charset="0"/>
              </a:rPr>
              <a:t>TASK #2</a:t>
            </a:r>
            <a:endParaRPr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7" name="TextBox 26">
            <a:extLst>
              <a:ext uri="{FF2B5EF4-FFF2-40B4-BE49-F238E27FC236}">
                <a16:creationId xmlns:a16="http://schemas.microsoft.com/office/drawing/2014/main" id="{A4284885-5E2A-6349-8C9D-8BF9AC021D06}"/>
              </a:ext>
            </a:extLst>
          </p:cNvPr>
          <p:cNvSpPr txBox="1"/>
          <p:nvPr/>
        </p:nvSpPr>
        <p:spPr>
          <a:xfrm>
            <a:off x="11395972" y="6345984"/>
            <a:ext cx="2217274" cy="369332"/>
          </a:xfrm>
          <a:prstGeom prst="rect">
            <a:avLst/>
          </a:prstGeom>
          <a:noFill/>
        </p:spPr>
        <p:txBody>
          <a:bodyPr wrap="none" rtlCol="0">
            <a:spAutoFit/>
          </a:bodyPr>
          <a:lstStyle/>
          <a:p>
            <a:r>
              <a:rPr lang="en-US" b="1" spc="300">
                <a:solidFill>
                  <a:schemeClr val="bg1"/>
                </a:solidFill>
                <a:latin typeface="Open Sans" panose="020B0606030504020204" pitchFamily="34" charset="0"/>
                <a:ea typeface="Open Sans" panose="020B0606030504020204" pitchFamily="34" charset="0"/>
                <a:cs typeface="Open Sans" panose="020B0606030504020204" pitchFamily="34" charset="0"/>
              </a:rPr>
              <a:t>PROJECT #390</a:t>
            </a:r>
            <a:endParaRPr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 name="TextBox 27">
            <a:extLst>
              <a:ext uri="{FF2B5EF4-FFF2-40B4-BE49-F238E27FC236}">
                <a16:creationId xmlns:a16="http://schemas.microsoft.com/office/drawing/2014/main" id="{02EC163C-2999-524D-90D8-46F0F4858CF2}"/>
              </a:ext>
            </a:extLst>
          </p:cNvPr>
          <p:cNvSpPr txBox="1"/>
          <p:nvPr/>
        </p:nvSpPr>
        <p:spPr>
          <a:xfrm>
            <a:off x="8569418" y="9656635"/>
            <a:ext cx="1366080" cy="369332"/>
          </a:xfrm>
          <a:prstGeom prst="rect">
            <a:avLst/>
          </a:prstGeom>
          <a:noFill/>
        </p:spPr>
        <p:txBody>
          <a:bodyPr wrap="none" rtlCol="0">
            <a:spAutoFit/>
          </a:bodyPr>
          <a:lstStyle/>
          <a:p>
            <a:r>
              <a:rPr lang="en-US" b="1" spc="300">
                <a:solidFill>
                  <a:schemeClr val="bg1"/>
                </a:solidFill>
                <a:latin typeface="Open Sans" panose="020B0606030504020204" pitchFamily="34" charset="0"/>
                <a:ea typeface="Open Sans" panose="020B0606030504020204" pitchFamily="34" charset="0"/>
                <a:cs typeface="Open Sans" panose="020B0606030504020204" pitchFamily="34" charset="0"/>
              </a:rPr>
              <a:t>TASK #4</a:t>
            </a:r>
            <a:endParaRPr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extBox 28">
            <a:extLst>
              <a:ext uri="{FF2B5EF4-FFF2-40B4-BE49-F238E27FC236}">
                <a16:creationId xmlns:a16="http://schemas.microsoft.com/office/drawing/2014/main" id="{023BF546-E0E6-E747-B8E7-32DAA1A2552F}"/>
              </a:ext>
            </a:extLst>
          </p:cNvPr>
          <p:cNvSpPr txBox="1"/>
          <p:nvPr/>
        </p:nvSpPr>
        <p:spPr>
          <a:xfrm>
            <a:off x="9919966" y="11313766"/>
            <a:ext cx="1535998" cy="369332"/>
          </a:xfrm>
          <a:prstGeom prst="rect">
            <a:avLst/>
          </a:prstGeom>
          <a:noFill/>
        </p:spPr>
        <p:txBody>
          <a:bodyPr wrap="none" rtlCol="0">
            <a:spAutoFit/>
          </a:bodyPr>
          <a:lstStyle/>
          <a:p>
            <a:r>
              <a:rPr lang="en-US" b="1" spc="300">
                <a:solidFill>
                  <a:schemeClr val="bg1"/>
                </a:solidFill>
                <a:latin typeface="Open Sans" panose="020B0606030504020204" pitchFamily="34" charset="0"/>
                <a:ea typeface="Open Sans" panose="020B0606030504020204" pitchFamily="34" charset="0"/>
                <a:cs typeface="Open Sans" panose="020B0606030504020204" pitchFamily="34" charset="0"/>
              </a:rPr>
              <a:t>TASK #12</a:t>
            </a:r>
            <a:endParaRPr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 name="TextBox 29">
            <a:extLst>
              <a:ext uri="{FF2B5EF4-FFF2-40B4-BE49-F238E27FC236}">
                <a16:creationId xmlns:a16="http://schemas.microsoft.com/office/drawing/2014/main" id="{009E115F-A3B4-D340-AF68-E6BCCFD63E9E}"/>
              </a:ext>
            </a:extLst>
          </p:cNvPr>
          <p:cNvSpPr txBox="1"/>
          <p:nvPr/>
        </p:nvSpPr>
        <p:spPr>
          <a:xfrm>
            <a:off x="14214492" y="8031369"/>
            <a:ext cx="2383986" cy="369332"/>
          </a:xfrm>
          <a:prstGeom prst="rect">
            <a:avLst/>
          </a:prstGeom>
          <a:noFill/>
        </p:spPr>
        <p:txBody>
          <a:bodyPr wrap="none" rtlCol="0">
            <a:spAutoFit/>
          </a:bodyPr>
          <a:lstStyle/>
          <a:p>
            <a:r>
              <a:rPr lang="en-US" b="1" spc="300">
                <a:solidFill>
                  <a:schemeClr val="bg1"/>
                </a:solidFill>
                <a:latin typeface="Open Sans" panose="020B0606030504020204" pitchFamily="34" charset="0"/>
                <a:ea typeface="Open Sans" panose="020B0606030504020204" pitchFamily="34" charset="0"/>
                <a:cs typeface="Open Sans" panose="020B0606030504020204" pitchFamily="34" charset="0"/>
              </a:rPr>
              <a:t>LANDING PAGE</a:t>
            </a:r>
            <a:endParaRPr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1" name="TextBox 30">
            <a:extLst>
              <a:ext uri="{FF2B5EF4-FFF2-40B4-BE49-F238E27FC236}">
                <a16:creationId xmlns:a16="http://schemas.microsoft.com/office/drawing/2014/main" id="{278E3ED2-45F3-2842-BD63-DB8EEAC4CBF9}"/>
              </a:ext>
            </a:extLst>
          </p:cNvPr>
          <p:cNvSpPr txBox="1"/>
          <p:nvPr/>
        </p:nvSpPr>
        <p:spPr>
          <a:xfrm>
            <a:off x="18057994" y="9656635"/>
            <a:ext cx="1366080" cy="369332"/>
          </a:xfrm>
          <a:prstGeom prst="rect">
            <a:avLst/>
          </a:prstGeom>
          <a:noFill/>
        </p:spPr>
        <p:txBody>
          <a:bodyPr wrap="none" rtlCol="0">
            <a:spAutoFit/>
          </a:bodyPr>
          <a:lstStyle/>
          <a:p>
            <a:r>
              <a:rPr lang="en-US" b="1" spc="300">
                <a:solidFill>
                  <a:schemeClr val="bg1"/>
                </a:solidFill>
                <a:latin typeface="Open Sans" panose="020B0606030504020204" pitchFamily="34" charset="0"/>
                <a:ea typeface="Open Sans" panose="020B0606030504020204" pitchFamily="34" charset="0"/>
                <a:cs typeface="Open Sans" panose="020B0606030504020204" pitchFamily="34" charset="0"/>
              </a:rPr>
              <a:t>TASK #5</a:t>
            </a:r>
            <a:endParaRPr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2" name="TextBox 31">
            <a:extLst>
              <a:ext uri="{FF2B5EF4-FFF2-40B4-BE49-F238E27FC236}">
                <a16:creationId xmlns:a16="http://schemas.microsoft.com/office/drawing/2014/main" id="{5FF911D0-06F0-C441-847C-B2E1365A13E6}"/>
              </a:ext>
            </a:extLst>
          </p:cNvPr>
          <p:cNvSpPr txBox="1"/>
          <p:nvPr/>
        </p:nvSpPr>
        <p:spPr>
          <a:xfrm>
            <a:off x="19284270" y="4690246"/>
            <a:ext cx="1366080" cy="369332"/>
          </a:xfrm>
          <a:prstGeom prst="rect">
            <a:avLst/>
          </a:prstGeom>
          <a:noFill/>
        </p:spPr>
        <p:txBody>
          <a:bodyPr wrap="none" rtlCol="0">
            <a:spAutoFit/>
          </a:bodyPr>
          <a:lstStyle/>
          <a:p>
            <a:r>
              <a:rPr lang="en-US" b="1" spc="300">
                <a:solidFill>
                  <a:schemeClr val="bg1"/>
                </a:solidFill>
                <a:latin typeface="Open Sans" panose="020B0606030504020204" pitchFamily="34" charset="0"/>
                <a:ea typeface="Open Sans" panose="020B0606030504020204" pitchFamily="34" charset="0"/>
                <a:cs typeface="Open Sans" panose="020B0606030504020204" pitchFamily="34" charset="0"/>
              </a:rPr>
              <a:t>TASK #3</a:t>
            </a:r>
            <a:endParaRPr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33" name="Straight Connector 32">
            <a:extLst>
              <a:ext uri="{FF2B5EF4-FFF2-40B4-BE49-F238E27FC236}">
                <a16:creationId xmlns:a16="http://schemas.microsoft.com/office/drawing/2014/main" id="{09A4C272-AD88-E34B-8C7E-41DE8E2DEBCD}"/>
              </a:ext>
            </a:extLst>
          </p:cNvPr>
          <p:cNvCxnSpPr>
            <a:cxnSpLocks/>
          </p:cNvCxnSpPr>
          <p:nvPr/>
        </p:nvCxnSpPr>
        <p:spPr>
          <a:xfrm>
            <a:off x="22703365" y="0"/>
            <a:ext cx="0" cy="1371600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96FB64A1-BAB6-5647-A99E-F2F846F7A6FD}"/>
              </a:ext>
            </a:extLst>
          </p:cNvPr>
          <p:cNvSpPr/>
          <p:nvPr/>
        </p:nvSpPr>
        <p:spPr>
          <a:xfrm>
            <a:off x="23068120" y="598208"/>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54438C2F-BF67-B846-BE63-489C8354A411}"/>
              </a:ext>
            </a:extLst>
          </p:cNvPr>
          <p:cNvSpPr txBox="1"/>
          <p:nvPr/>
        </p:nvSpPr>
        <p:spPr>
          <a:xfrm rot="5400000">
            <a:off x="22544401" y="2425394"/>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36" name="TextBox 35">
            <a:extLst>
              <a:ext uri="{FF2B5EF4-FFF2-40B4-BE49-F238E27FC236}">
                <a16:creationId xmlns:a16="http://schemas.microsoft.com/office/drawing/2014/main" id="{D4631BEA-5AED-9D4A-834B-42F266ACC2C9}"/>
              </a:ext>
            </a:extLst>
          </p:cNvPr>
          <p:cNvSpPr txBox="1"/>
          <p:nvPr/>
        </p:nvSpPr>
        <p:spPr>
          <a:xfrm rot="5400000">
            <a:off x="22188534" y="11469386"/>
            <a:ext cx="2616422"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MASDIKASTUDIO</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49" name="Group 48">
            <a:extLst>
              <a:ext uri="{FF2B5EF4-FFF2-40B4-BE49-F238E27FC236}">
                <a16:creationId xmlns:a16="http://schemas.microsoft.com/office/drawing/2014/main" id="{65332D67-2AF0-FD40-8711-5B83A31D784B}"/>
              </a:ext>
            </a:extLst>
          </p:cNvPr>
          <p:cNvGrpSpPr/>
          <p:nvPr/>
        </p:nvGrpSpPr>
        <p:grpSpPr>
          <a:xfrm>
            <a:off x="7101561" y="5699061"/>
            <a:ext cx="14813766" cy="4970688"/>
            <a:chOff x="2463913" y="5315013"/>
            <a:chExt cx="19451414" cy="4970688"/>
          </a:xfrm>
        </p:grpSpPr>
        <p:cxnSp>
          <p:nvCxnSpPr>
            <p:cNvPr id="37" name="Straight Connector 36">
              <a:extLst>
                <a:ext uri="{FF2B5EF4-FFF2-40B4-BE49-F238E27FC236}">
                  <a16:creationId xmlns:a16="http://schemas.microsoft.com/office/drawing/2014/main" id="{5CA0AB64-7DE5-D64F-A349-436C2F709E21}"/>
                </a:ext>
              </a:extLst>
            </p:cNvPr>
            <p:cNvCxnSpPr>
              <a:cxnSpLocks/>
            </p:cNvCxnSpPr>
            <p:nvPr/>
          </p:nvCxnSpPr>
          <p:spPr>
            <a:xfrm flipH="1">
              <a:off x="2463913" y="5315013"/>
              <a:ext cx="19451414"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97D30F4-A893-0945-9769-071017D1BB28}"/>
                </a:ext>
              </a:extLst>
            </p:cNvPr>
            <p:cNvCxnSpPr>
              <a:cxnSpLocks/>
            </p:cNvCxnSpPr>
            <p:nvPr/>
          </p:nvCxnSpPr>
          <p:spPr>
            <a:xfrm flipH="1">
              <a:off x="2463913" y="6971909"/>
              <a:ext cx="19451414"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E8CD765-AEE6-4642-A5AA-0A700FB1E91F}"/>
                </a:ext>
              </a:extLst>
            </p:cNvPr>
            <p:cNvCxnSpPr>
              <a:cxnSpLocks/>
            </p:cNvCxnSpPr>
            <p:nvPr/>
          </p:nvCxnSpPr>
          <p:spPr>
            <a:xfrm flipH="1">
              <a:off x="2463913" y="8628805"/>
              <a:ext cx="19451414"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94FBDBE-8578-8144-AA40-2D62E9C0FEFF}"/>
                </a:ext>
              </a:extLst>
            </p:cNvPr>
            <p:cNvCxnSpPr>
              <a:cxnSpLocks/>
            </p:cNvCxnSpPr>
            <p:nvPr/>
          </p:nvCxnSpPr>
          <p:spPr>
            <a:xfrm flipH="1">
              <a:off x="2463913" y="10285701"/>
              <a:ext cx="19451414"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48" name="Rectangle 47">
            <a:extLst>
              <a:ext uri="{FF2B5EF4-FFF2-40B4-BE49-F238E27FC236}">
                <a16:creationId xmlns:a16="http://schemas.microsoft.com/office/drawing/2014/main" id="{5D359F30-AA36-0147-AD05-342A11FA6126}"/>
              </a:ext>
            </a:extLst>
          </p:cNvPr>
          <p:cNvSpPr/>
          <p:nvPr/>
        </p:nvSpPr>
        <p:spPr>
          <a:xfrm>
            <a:off x="2492004" y="4041649"/>
            <a:ext cx="4609557" cy="8284996"/>
          </a:xfrm>
          <a:prstGeom prst="rect">
            <a:avLst/>
          </a:prstGeom>
          <a:solidFill>
            <a:schemeClr val="bg1">
              <a:alpha val="95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0" name="TextBox 49">
            <a:extLst>
              <a:ext uri="{FF2B5EF4-FFF2-40B4-BE49-F238E27FC236}">
                <a16:creationId xmlns:a16="http://schemas.microsoft.com/office/drawing/2014/main" id="{3DC194C8-6CAF-624C-BA6A-F600650F15AA}"/>
              </a:ext>
            </a:extLst>
          </p:cNvPr>
          <p:cNvSpPr txBox="1"/>
          <p:nvPr/>
        </p:nvSpPr>
        <p:spPr>
          <a:xfrm>
            <a:off x="3152884" y="4662711"/>
            <a:ext cx="2632452" cy="461665"/>
          </a:xfrm>
          <a:prstGeom prst="rect">
            <a:avLst/>
          </a:prstGeom>
          <a:noFill/>
        </p:spPr>
        <p:txBody>
          <a:bodyPr wrap="none" rtlCol="0">
            <a:spAutoFit/>
          </a:bodyPr>
          <a:lstStyle/>
          <a:p>
            <a:r>
              <a:rPr lang="en-US" sz="2400" b="1">
                <a:solidFill>
                  <a:schemeClr val="tx2"/>
                </a:solidFill>
                <a:latin typeface="Poppins" pitchFamily="2" charset="77"/>
                <a:ea typeface="Open Sans" panose="020B0606030504020204" pitchFamily="34" charset="0"/>
                <a:cs typeface="Poppins" pitchFamily="2" charset="77"/>
              </a:rPr>
              <a:t>Project Task #2</a:t>
            </a:r>
            <a:endParaRPr sz="2400" b="1">
              <a:solidFill>
                <a:schemeClr val="tx2"/>
              </a:solidFill>
              <a:latin typeface="Poppins" pitchFamily="2" charset="77"/>
              <a:ea typeface="Open Sans" panose="020B0606030504020204" pitchFamily="34" charset="0"/>
              <a:cs typeface="Poppins" pitchFamily="2" charset="77"/>
            </a:endParaRPr>
          </a:p>
        </p:txBody>
      </p:sp>
      <p:sp>
        <p:nvSpPr>
          <p:cNvPr id="54" name="TextBox 53">
            <a:extLst>
              <a:ext uri="{FF2B5EF4-FFF2-40B4-BE49-F238E27FC236}">
                <a16:creationId xmlns:a16="http://schemas.microsoft.com/office/drawing/2014/main" id="{FF5FAE94-CD0C-144A-8F0A-46AC305C8B34}"/>
              </a:ext>
            </a:extLst>
          </p:cNvPr>
          <p:cNvSpPr txBox="1"/>
          <p:nvPr/>
        </p:nvSpPr>
        <p:spPr>
          <a:xfrm>
            <a:off x="3152885" y="6115151"/>
            <a:ext cx="3284492" cy="830997"/>
          </a:xfrm>
          <a:prstGeom prst="rect">
            <a:avLst/>
          </a:prstGeom>
          <a:noFill/>
        </p:spPr>
        <p:txBody>
          <a:bodyPr wrap="square" rtlCol="0">
            <a:spAutoFit/>
          </a:bodyPr>
          <a:lstStyle/>
          <a:p>
            <a:r>
              <a:rPr lang="en-US" sz="2400" b="1">
                <a:solidFill>
                  <a:schemeClr val="tx2"/>
                </a:solidFill>
                <a:latin typeface="Poppins" pitchFamily="2" charset="77"/>
                <a:ea typeface="Open Sans" panose="020B0606030504020204" pitchFamily="34" charset="0"/>
                <a:cs typeface="Poppins" pitchFamily="2" charset="77"/>
              </a:rPr>
              <a:t>3D City Illustration with Gradient</a:t>
            </a:r>
            <a:endParaRPr sz="2400" b="1">
              <a:solidFill>
                <a:schemeClr val="tx2"/>
              </a:solidFill>
              <a:latin typeface="Poppins" pitchFamily="2" charset="77"/>
              <a:ea typeface="Open Sans" panose="020B0606030504020204" pitchFamily="34" charset="0"/>
              <a:cs typeface="Poppins" pitchFamily="2" charset="77"/>
            </a:endParaRPr>
          </a:p>
        </p:txBody>
      </p:sp>
      <p:sp>
        <p:nvSpPr>
          <p:cNvPr id="55" name="TextBox 54">
            <a:extLst>
              <a:ext uri="{FF2B5EF4-FFF2-40B4-BE49-F238E27FC236}">
                <a16:creationId xmlns:a16="http://schemas.microsoft.com/office/drawing/2014/main" id="{449BBAF9-ADDF-2E4A-81A7-5FAC1AC7CACB}"/>
              </a:ext>
            </a:extLst>
          </p:cNvPr>
          <p:cNvSpPr txBox="1"/>
          <p:nvPr/>
        </p:nvSpPr>
        <p:spPr>
          <a:xfrm>
            <a:off x="3152885" y="7768648"/>
            <a:ext cx="3284492" cy="830997"/>
          </a:xfrm>
          <a:prstGeom prst="rect">
            <a:avLst/>
          </a:prstGeom>
          <a:noFill/>
        </p:spPr>
        <p:txBody>
          <a:bodyPr wrap="square" rtlCol="0">
            <a:spAutoFit/>
          </a:bodyPr>
          <a:lstStyle/>
          <a:p>
            <a:r>
              <a:rPr lang="en-US" sz="2400" b="1">
                <a:solidFill>
                  <a:schemeClr val="tx2"/>
                </a:solidFill>
                <a:latin typeface="Poppins" pitchFamily="2" charset="77"/>
                <a:ea typeface="Open Sans" panose="020B0606030504020204" pitchFamily="34" charset="0"/>
                <a:cs typeface="Poppins" pitchFamily="2" charset="77"/>
              </a:rPr>
              <a:t>Landing Page for Medical.co</a:t>
            </a:r>
            <a:endParaRPr sz="2400" b="1">
              <a:solidFill>
                <a:schemeClr val="tx2"/>
              </a:solidFill>
              <a:latin typeface="Poppins" pitchFamily="2" charset="77"/>
              <a:ea typeface="Open Sans" panose="020B0606030504020204" pitchFamily="34" charset="0"/>
              <a:cs typeface="Poppins" pitchFamily="2" charset="77"/>
            </a:endParaRPr>
          </a:p>
        </p:txBody>
      </p:sp>
      <p:sp>
        <p:nvSpPr>
          <p:cNvPr id="56" name="TextBox 55">
            <a:extLst>
              <a:ext uri="{FF2B5EF4-FFF2-40B4-BE49-F238E27FC236}">
                <a16:creationId xmlns:a16="http://schemas.microsoft.com/office/drawing/2014/main" id="{B18BD0AA-F645-6C4E-9494-DEEB488B8319}"/>
              </a:ext>
            </a:extLst>
          </p:cNvPr>
          <p:cNvSpPr txBox="1"/>
          <p:nvPr/>
        </p:nvSpPr>
        <p:spPr>
          <a:xfrm>
            <a:off x="3152885" y="9422145"/>
            <a:ext cx="3284492" cy="830997"/>
          </a:xfrm>
          <a:prstGeom prst="rect">
            <a:avLst/>
          </a:prstGeom>
          <a:noFill/>
        </p:spPr>
        <p:txBody>
          <a:bodyPr wrap="square" rtlCol="0">
            <a:spAutoFit/>
          </a:bodyPr>
          <a:lstStyle/>
          <a:p>
            <a:r>
              <a:rPr lang="en-US" sz="2400" b="1">
                <a:solidFill>
                  <a:schemeClr val="tx2"/>
                </a:solidFill>
                <a:latin typeface="Poppins" pitchFamily="2" charset="77"/>
                <a:ea typeface="Open Sans" panose="020B0606030504020204" pitchFamily="34" charset="0"/>
                <a:cs typeface="Poppins" pitchFamily="2" charset="77"/>
              </a:rPr>
              <a:t>Create Task #4 &amp; Task #5</a:t>
            </a:r>
            <a:endParaRPr sz="2400" b="1">
              <a:solidFill>
                <a:schemeClr val="tx2"/>
              </a:solidFill>
              <a:latin typeface="Poppins" pitchFamily="2" charset="77"/>
              <a:ea typeface="Open Sans" panose="020B0606030504020204" pitchFamily="34" charset="0"/>
              <a:cs typeface="Poppins" pitchFamily="2" charset="77"/>
            </a:endParaRPr>
          </a:p>
        </p:txBody>
      </p:sp>
      <p:sp>
        <p:nvSpPr>
          <p:cNvPr id="57" name="TextBox 56">
            <a:extLst>
              <a:ext uri="{FF2B5EF4-FFF2-40B4-BE49-F238E27FC236}">
                <a16:creationId xmlns:a16="http://schemas.microsoft.com/office/drawing/2014/main" id="{C837F699-6ADA-EF4B-BD1E-117E2083F04E}"/>
              </a:ext>
            </a:extLst>
          </p:cNvPr>
          <p:cNvSpPr txBox="1"/>
          <p:nvPr/>
        </p:nvSpPr>
        <p:spPr>
          <a:xfrm>
            <a:off x="3152885" y="11075642"/>
            <a:ext cx="3284492" cy="830997"/>
          </a:xfrm>
          <a:prstGeom prst="rect">
            <a:avLst/>
          </a:prstGeom>
          <a:noFill/>
        </p:spPr>
        <p:txBody>
          <a:bodyPr wrap="square" rtlCol="0">
            <a:spAutoFit/>
          </a:bodyPr>
          <a:lstStyle/>
          <a:p>
            <a:r>
              <a:rPr lang="en-US" sz="2400" b="1">
                <a:solidFill>
                  <a:schemeClr val="tx2"/>
                </a:solidFill>
                <a:latin typeface="Poppins" pitchFamily="2" charset="77"/>
                <a:ea typeface="Open Sans" panose="020B0606030504020204" pitchFamily="34" charset="0"/>
                <a:cs typeface="Poppins" pitchFamily="2" charset="77"/>
              </a:rPr>
              <a:t>Mobile Apps for Dark Mode</a:t>
            </a:r>
            <a:endParaRPr sz="2400" b="1">
              <a:solidFill>
                <a:schemeClr val="tx2"/>
              </a:solidFill>
              <a:latin typeface="Poppins" pitchFamily="2" charset="77"/>
              <a:ea typeface="Open Sans" panose="020B0606030504020204" pitchFamily="34" charset="0"/>
              <a:cs typeface="Poppins" pitchFamily="2" charset="77"/>
            </a:endParaRPr>
          </a:p>
        </p:txBody>
      </p:sp>
      <p:sp>
        <p:nvSpPr>
          <p:cNvPr id="58" name="TextBox 57">
            <a:extLst>
              <a:ext uri="{FF2B5EF4-FFF2-40B4-BE49-F238E27FC236}">
                <a16:creationId xmlns:a16="http://schemas.microsoft.com/office/drawing/2014/main" id="{16F513E3-E596-124C-A6E5-C66B43170D51}"/>
              </a:ext>
            </a:extLst>
          </p:cNvPr>
          <p:cNvSpPr txBox="1"/>
          <p:nvPr/>
        </p:nvSpPr>
        <p:spPr>
          <a:xfrm>
            <a:off x="6110325" y="2395453"/>
            <a:ext cx="12158589" cy="1141274"/>
          </a:xfrm>
          <a:prstGeom prst="rect">
            <a:avLst/>
          </a:prstGeom>
          <a:noFill/>
        </p:spPr>
        <p:txBody>
          <a:bodyPr wrap="square" rtlCol="0">
            <a:spAutoFit/>
          </a:bodyPr>
          <a:lstStyle/>
          <a:p>
            <a:pPr algn="ct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Donec viverra eleifend lacus, vitae ullamcorper metus. </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9608555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4915E388-BC6B-C74B-858C-67EF690E42A0}"/>
              </a:ext>
            </a:extLst>
          </p:cNvPr>
          <p:cNvGrpSpPr/>
          <p:nvPr/>
        </p:nvGrpSpPr>
        <p:grpSpPr>
          <a:xfrm>
            <a:off x="4123507" y="2315658"/>
            <a:ext cx="9313829" cy="9481218"/>
            <a:chOff x="4283879" y="1847928"/>
            <a:chExt cx="4128986" cy="4221082"/>
          </a:xfrm>
        </p:grpSpPr>
        <p:grpSp>
          <p:nvGrpSpPr>
            <p:cNvPr id="4" name="Group 3">
              <a:extLst>
                <a:ext uri="{FF2B5EF4-FFF2-40B4-BE49-F238E27FC236}">
                  <a16:creationId xmlns:a16="http://schemas.microsoft.com/office/drawing/2014/main" id="{B90B820A-A1E0-3C47-8AA9-DA2825D55538}"/>
                </a:ext>
              </a:extLst>
            </p:cNvPr>
            <p:cNvGrpSpPr/>
            <p:nvPr/>
          </p:nvGrpSpPr>
          <p:grpSpPr>
            <a:xfrm>
              <a:off x="4283879" y="1847928"/>
              <a:ext cx="2780055" cy="4221082"/>
              <a:chOff x="4037137" y="1901574"/>
              <a:chExt cx="2780055" cy="4221082"/>
            </a:xfrm>
          </p:grpSpPr>
          <p:sp>
            <p:nvSpPr>
              <p:cNvPr id="12" name="Freeform 83">
                <a:extLst>
                  <a:ext uri="{FF2B5EF4-FFF2-40B4-BE49-F238E27FC236}">
                    <a16:creationId xmlns:a16="http://schemas.microsoft.com/office/drawing/2014/main" id="{AA915A08-42E5-664D-8D99-E9838FCBF4B0}"/>
                  </a:ext>
                </a:extLst>
              </p:cNvPr>
              <p:cNvSpPr>
                <a:spLocks/>
              </p:cNvSpPr>
              <p:nvPr/>
            </p:nvSpPr>
            <p:spPr bwMode="auto">
              <a:xfrm rot="20978252">
                <a:off x="5328291" y="1901574"/>
                <a:ext cx="1488901" cy="4041823"/>
              </a:xfrm>
              <a:prstGeom prst="ellipse">
                <a:avLst/>
              </a:prstGeom>
              <a:gradFill>
                <a:gsLst>
                  <a:gs pos="0">
                    <a:schemeClr val="accent2"/>
                  </a:gs>
                  <a:gs pos="100000">
                    <a:schemeClr val="accent2">
                      <a:lumMod val="40000"/>
                      <a:lumOff val="60000"/>
                    </a:scheme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 name="Freeform 84">
                <a:extLst>
                  <a:ext uri="{FF2B5EF4-FFF2-40B4-BE49-F238E27FC236}">
                    <a16:creationId xmlns:a16="http://schemas.microsoft.com/office/drawing/2014/main" id="{8F28129C-0E40-E646-B27E-8AB4FFC0DBDB}"/>
                  </a:ext>
                </a:extLst>
              </p:cNvPr>
              <p:cNvSpPr>
                <a:spLocks/>
              </p:cNvSpPr>
              <p:nvPr/>
            </p:nvSpPr>
            <p:spPr bwMode="auto">
              <a:xfrm rot="20978252">
                <a:off x="4037137" y="2080833"/>
                <a:ext cx="2077851" cy="4041823"/>
              </a:xfrm>
              <a:custGeom>
                <a:avLst/>
                <a:gdLst>
                  <a:gd name="T0" fmla="*/ 1087 w 1087"/>
                  <a:gd name="T1" fmla="*/ 0 h 2174"/>
                  <a:gd name="T2" fmla="*/ 0 w 1087"/>
                  <a:gd name="T3" fmla="*/ 1087 h 2174"/>
                  <a:gd name="T4" fmla="*/ 1087 w 1087"/>
                  <a:gd name="T5" fmla="*/ 2174 h 2174"/>
                  <a:gd name="T6" fmla="*/ 1087 w 1087"/>
                  <a:gd name="T7" fmla="*/ 2174 h 2174"/>
                  <a:gd name="T8" fmla="*/ 690 w 1087"/>
                  <a:gd name="T9" fmla="*/ 1087 h 2174"/>
                  <a:gd name="T10" fmla="*/ 690 w 1087"/>
                  <a:gd name="T11" fmla="*/ 1087 h 2174"/>
                  <a:gd name="T12" fmla="*/ 690 w 1087"/>
                  <a:gd name="T13" fmla="*/ 1087 h 2174"/>
                  <a:gd name="T14" fmla="*/ 690 w 1087"/>
                  <a:gd name="T15" fmla="*/ 1087 h 2174"/>
                  <a:gd name="T16" fmla="*/ 1087 w 1087"/>
                  <a:gd name="T17" fmla="*/ 0 h 2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87" h="2174">
                    <a:moveTo>
                      <a:pt x="1087" y="0"/>
                    </a:moveTo>
                    <a:cubicBezTo>
                      <a:pt x="487" y="0"/>
                      <a:pt x="0" y="487"/>
                      <a:pt x="0" y="1087"/>
                    </a:cubicBezTo>
                    <a:cubicBezTo>
                      <a:pt x="0" y="1687"/>
                      <a:pt x="487" y="2174"/>
                      <a:pt x="1087" y="2174"/>
                    </a:cubicBezTo>
                    <a:cubicBezTo>
                      <a:pt x="1087" y="2174"/>
                      <a:pt x="1087" y="2174"/>
                      <a:pt x="1087" y="2174"/>
                    </a:cubicBezTo>
                    <a:cubicBezTo>
                      <a:pt x="868" y="2174"/>
                      <a:pt x="690" y="1687"/>
                      <a:pt x="690" y="1087"/>
                    </a:cubicBezTo>
                    <a:cubicBezTo>
                      <a:pt x="690" y="1087"/>
                      <a:pt x="690" y="1087"/>
                      <a:pt x="690" y="1087"/>
                    </a:cubicBezTo>
                    <a:cubicBezTo>
                      <a:pt x="690" y="1087"/>
                      <a:pt x="690" y="1087"/>
                      <a:pt x="690" y="1087"/>
                    </a:cubicBezTo>
                    <a:cubicBezTo>
                      <a:pt x="690" y="1087"/>
                      <a:pt x="690" y="1087"/>
                      <a:pt x="690" y="1087"/>
                    </a:cubicBezTo>
                    <a:cubicBezTo>
                      <a:pt x="690" y="487"/>
                      <a:pt x="868" y="0"/>
                      <a:pt x="1087" y="0"/>
                    </a:cubicBezTo>
                  </a:path>
                </a:pathLst>
              </a:custGeom>
              <a:gradFill>
                <a:gsLst>
                  <a:gs pos="0">
                    <a:schemeClr val="accent2"/>
                  </a:gs>
                  <a:gs pos="100000">
                    <a:schemeClr val="accent2">
                      <a:lumMod val="40000"/>
                      <a:lumOff val="60000"/>
                    </a:schemeClr>
                  </a:gs>
                </a:gsLst>
                <a:lin ang="13500000" scaled="1"/>
              </a:gradFill>
              <a:ln w="9525">
                <a:noFill/>
                <a:round/>
                <a:headEnd/>
                <a:tailEnd/>
              </a:ln>
              <a:effectLst>
                <a:outerShdw blurRad="685800" dist="330200" dir="8100000" sx="107000" sy="107000" algn="tr" rotWithShape="0">
                  <a:schemeClr val="accent1">
                    <a:alpha val="4000"/>
                  </a:schemeClr>
                </a:outerShdw>
              </a:effectLst>
            </p:spPr>
            <p:txBody>
              <a:bodyPr vert="horz" wrap="square" lIns="121920" tIns="60960" rIns="121920" bIns="60960" numCol="1" anchor="t" anchorCtr="0" compatLnSpc="1">
                <a:prstTxWarp prst="textNoShape">
                  <a:avLst/>
                </a:prstTxWarp>
              </a:bodyPr>
              <a:lstStyle/>
              <a:p>
                <a:endParaRPr lang="en-US" sz="3200"/>
              </a:p>
            </p:txBody>
          </p:sp>
        </p:grpSp>
        <p:grpSp>
          <p:nvGrpSpPr>
            <p:cNvPr id="5" name="Group 4">
              <a:extLst>
                <a:ext uri="{FF2B5EF4-FFF2-40B4-BE49-F238E27FC236}">
                  <a16:creationId xmlns:a16="http://schemas.microsoft.com/office/drawing/2014/main" id="{57890802-B0EA-A644-9BC3-416D39C8482B}"/>
                </a:ext>
              </a:extLst>
            </p:cNvPr>
            <p:cNvGrpSpPr/>
            <p:nvPr/>
          </p:nvGrpSpPr>
          <p:grpSpPr>
            <a:xfrm>
              <a:off x="5749930" y="3188417"/>
              <a:ext cx="2662935" cy="2420118"/>
              <a:chOff x="5503188" y="3242063"/>
              <a:chExt cx="2662935" cy="2420118"/>
            </a:xfrm>
          </p:grpSpPr>
          <p:sp>
            <p:nvSpPr>
              <p:cNvPr id="10" name="Freeform 85">
                <a:extLst>
                  <a:ext uri="{FF2B5EF4-FFF2-40B4-BE49-F238E27FC236}">
                    <a16:creationId xmlns:a16="http://schemas.microsoft.com/office/drawing/2014/main" id="{F825E356-7BC8-AF42-9B8E-96C33FACEBFD}"/>
                  </a:ext>
                </a:extLst>
              </p:cNvPr>
              <p:cNvSpPr>
                <a:spLocks/>
              </p:cNvSpPr>
              <p:nvPr/>
            </p:nvSpPr>
            <p:spPr bwMode="auto">
              <a:xfrm rot="20978252">
                <a:off x="5503188" y="3242063"/>
                <a:ext cx="2500030" cy="1150005"/>
              </a:xfrm>
              <a:custGeom>
                <a:avLst/>
                <a:gdLst>
                  <a:gd name="T0" fmla="*/ 602 w 1308"/>
                  <a:gd name="T1" fmla="*/ 0 h 618"/>
                  <a:gd name="T2" fmla="*/ 0 w 1308"/>
                  <a:gd name="T3" fmla="*/ 602 h 618"/>
                  <a:gd name="T4" fmla="*/ 301 w 1308"/>
                  <a:gd name="T5" fmla="*/ 618 h 618"/>
                  <a:gd name="T6" fmla="*/ 1040 w 1308"/>
                  <a:gd name="T7" fmla="*/ 506 h 618"/>
                  <a:gd name="T8" fmla="*/ 1305 w 1308"/>
                  <a:gd name="T9" fmla="*/ 301 h 618"/>
                  <a:gd name="T10" fmla="*/ 1305 w 1308"/>
                  <a:gd name="T11" fmla="*/ 301 h 618"/>
                  <a:gd name="T12" fmla="*/ 1305 w 1308"/>
                  <a:gd name="T13" fmla="*/ 301 h 618"/>
                  <a:gd name="T14" fmla="*/ 1305 w 1308"/>
                  <a:gd name="T15" fmla="*/ 301 h 618"/>
                  <a:gd name="T16" fmla="*/ 1305 w 1308"/>
                  <a:gd name="T17" fmla="*/ 301 h 618"/>
                  <a:gd name="T18" fmla="*/ 1305 w 1308"/>
                  <a:gd name="T19" fmla="*/ 321 h 618"/>
                  <a:gd name="T20" fmla="*/ 1308 w 1308"/>
                  <a:gd name="T21" fmla="*/ 301 h 618"/>
                  <a:gd name="T22" fmla="*/ 1042 w 1308"/>
                  <a:gd name="T23" fmla="*/ 96 h 618"/>
                  <a:gd name="T24" fmla="*/ 683 w 1308"/>
                  <a:gd name="T25" fmla="*/ 10 h 618"/>
                  <a:gd name="T26" fmla="*/ 602 w 1308"/>
                  <a:gd name="T27" fmla="*/ 0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08" h="618">
                    <a:moveTo>
                      <a:pt x="602" y="0"/>
                    </a:moveTo>
                    <a:cubicBezTo>
                      <a:pt x="0" y="602"/>
                      <a:pt x="0" y="602"/>
                      <a:pt x="0" y="602"/>
                    </a:cubicBezTo>
                    <a:cubicBezTo>
                      <a:pt x="96" y="612"/>
                      <a:pt x="197" y="618"/>
                      <a:pt x="301" y="618"/>
                    </a:cubicBezTo>
                    <a:cubicBezTo>
                      <a:pt x="581" y="618"/>
                      <a:pt x="844" y="578"/>
                      <a:pt x="1040" y="506"/>
                    </a:cubicBezTo>
                    <a:cubicBezTo>
                      <a:pt x="1235" y="435"/>
                      <a:pt x="1305" y="354"/>
                      <a:pt x="1305" y="301"/>
                    </a:cubicBezTo>
                    <a:cubicBezTo>
                      <a:pt x="1305" y="301"/>
                      <a:pt x="1305" y="301"/>
                      <a:pt x="1305" y="301"/>
                    </a:cubicBezTo>
                    <a:cubicBezTo>
                      <a:pt x="1305" y="301"/>
                      <a:pt x="1305" y="301"/>
                      <a:pt x="1305" y="301"/>
                    </a:cubicBezTo>
                    <a:cubicBezTo>
                      <a:pt x="1305" y="301"/>
                      <a:pt x="1305" y="301"/>
                      <a:pt x="1305" y="301"/>
                    </a:cubicBezTo>
                    <a:cubicBezTo>
                      <a:pt x="1305" y="301"/>
                      <a:pt x="1305" y="301"/>
                      <a:pt x="1305" y="301"/>
                    </a:cubicBezTo>
                    <a:cubicBezTo>
                      <a:pt x="1305" y="308"/>
                      <a:pt x="1305" y="315"/>
                      <a:pt x="1305" y="321"/>
                    </a:cubicBezTo>
                    <a:cubicBezTo>
                      <a:pt x="1307" y="314"/>
                      <a:pt x="1308" y="307"/>
                      <a:pt x="1308" y="301"/>
                    </a:cubicBezTo>
                    <a:cubicBezTo>
                      <a:pt x="1308" y="249"/>
                      <a:pt x="1238" y="167"/>
                      <a:pt x="1042" y="96"/>
                    </a:cubicBezTo>
                    <a:cubicBezTo>
                      <a:pt x="939" y="58"/>
                      <a:pt x="817" y="29"/>
                      <a:pt x="683" y="10"/>
                    </a:cubicBezTo>
                    <a:cubicBezTo>
                      <a:pt x="657" y="6"/>
                      <a:pt x="630" y="3"/>
                      <a:pt x="602" y="0"/>
                    </a:cubicBezTo>
                  </a:path>
                </a:pathLst>
              </a:custGeom>
              <a:gradFill>
                <a:gsLst>
                  <a:gs pos="0">
                    <a:schemeClr val="accent4">
                      <a:lumMod val="40000"/>
                      <a:lumOff val="60000"/>
                    </a:schemeClr>
                  </a:gs>
                  <a:gs pos="100000">
                    <a:schemeClr val="accent5"/>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1" name="Freeform 86">
                <a:extLst>
                  <a:ext uri="{FF2B5EF4-FFF2-40B4-BE49-F238E27FC236}">
                    <a16:creationId xmlns:a16="http://schemas.microsoft.com/office/drawing/2014/main" id="{6A0426BA-EEAD-8B4A-AFAB-03772BD4CCA3}"/>
                  </a:ext>
                </a:extLst>
              </p:cNvPr>
              <p:cNvSpPr>
                <a:spLocks/>
              </p:cNvSpPr>
              <p:nvPr/>
            </p:nvSpPr>
            <p:spPr bwMode="auto">
              <a:xfrm rot="20978252">
                <a:off x="5672826" y="3777167"/>
                <a:ext cx="2493297" cy="1885014"/>
              </a:xfrm>
              <a:custGeom>
                <a:avLst/>
                <a:gdLst>
                  <a:gd name="T0" fmla="*/ 1305 w 1305"/>
                  <a:gd name="T1" fmla="*/ 0 h 1007"/>
                  <a:gd name="T2" fmla="*/ 1040 w 1305"/>
                  <a:gd name="T3" fmla="*/ 205 h 1007"/>
                  <a:gd name="T4" fmla="*/ 300 w 1305"/>
                  <a:gd name="T5" fmla="*/ 317 h 1007"/>
                  <a:gd name="T6" fmla="*/ 0 w 1305"/>
                  <a:gd name="T7" fmla="*/ 301 h 1007"/>
                  <a:gd name="T8" fmla="*/ 95 w 1305"/>
                  <a:gd name="T9" fmla="*/ 741 h 1007"/>
                  <a:gd name="T10" fmla="*/ 300 w 1305"/>
                  <a:gd name="T11" fmla="*/ 1007 h 1007"/>
                  <a:gd name="T12" fmla="*/ 300 w 1305"/>
                  <a:gd name="T13" fmla="*/ 1007 h 1007"/>
                  <a:gd name="T14" fmla="*/ 1011 w 1305"/>
                  <a:gd name="T15" fmla="*/ 712 h 1007"/>
                  <a:gd name="T16" fmla="*/ 1305 w 1305"/>
                  <a:gd name="T17" fmla="*/ 0 h 1007"/>
                  <a:gd name="T18" fmla="*/ 1305 w 1305"/>
                  <a:gd name="T19" fmla="*/ 0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05" h="1007">
                    <a:moveTo>
                      <a:pt x="1305" y="0"/>
                    </a:moveTo>
                    <a:cubicBezTo>
                      <a:pt x="1305" y="53"/>
                      <a:pt x="1235" y="134"/>
                      <a:pt x="1040" y="205"/>
                    </a:cubicBezTo>
                    <a:cubicBezTo>
                      <a:pt x="844" y="277"/>
                      <a:pt x="581" y="317"/>
                      <a:pt x="300" y="317"/>
                    </a:cubicBezTo>
                    <a:cubicBezTo>
                      <a:pt x="197" y="317"/>
                      <a:pt x="96" y="311"/>
                      <a:pt x="0" y="301"/>
                    </a:cubicBezTo>
                    <a:cubicBezTo>
                      <a:pt x="18" y="466"/>
                      <a:pt x="50" y="617"/>
                      <a:pt x="95" y="741"/>
                    </a:cubicBezTo>
                    <a:cubicBezTo>
                      <a:pt x="167" y="937"/>
                      <a:pt x="248" y="1007"/>
                      <a:pt x="300" y="1007"/>
                    </a:cubicBezTo>
                    <a:cubicBezTo>
                      <a:pt x="300" y="1007"/>
                      <a:pt x="300" y="1007"/>
                      <a:pt x="300" y="1007"/>
                    </a:cubicBezTo>
                    <a:cubicBezTo>
                      <a:pt x="569" y="1007"/>
                      <a:pt x="821" y="902"/>
                      <a:pt x="1011" y="712"/>
                    </a:cubicBezTo>
                    <a:cubicBezTo>
                      <a:pt x="1201" y="522"/>
                      <a:pt x="1305" y="269"/>
                      <a:pt x="1305" y="0"/>
                    </a:cubicBezTo>
                    <a:cubicBezTo>
                      <a:pt x="1305" y="0"/>
                      <a:pt x="1305" y="0"/>
                      <a:pt x="1305" y="0"/>
                    </a:cubicBezTo>
                  </a:path>
                </a:pathLst>
              </a:custGeom>
              <a:gradFill>
                <a:gsLst>
                  <a:gs pos="0">
                    <a:schemeClr val="accent4">
                      <a:lumMod val="40000"/>
                      <a:lumOff val="60000"/>
                    </a:schemeClr>
                  </a:gs>
                  <a:gs pos="100000">
                    <a:schemeClr val="accent5"/>
                  </a:gs>
                </a:gsLst>
                <a:lin ang="13500000" scaled="1"/>
              </a:gradFill>
              <a:ln w="9525">
                <a:noFill/>
                <a:round/>
                <a:headEnd/>
                <a:tailEnd/>
              </a:ln>
              <a:effectLst/>
            </p:spPr>
            <p:txBody>
              <a:bodyPr vert="horz" wrap="square" lIns="121920" tIns="60960" rIns="121920" bIns="60960" numCol="1" anchor="t" anchorCtr="0" compatLnSpc="1">
                <a:prstTxWarp prst="textNoShape">
                  <a:avLst/>
                </a:prstTxWarp>
              </a:bodyPr>
              <a:lstStyle/>
              <a:p>
                <a:endParaRPr lang="en-US" sz="3200"/>
              </a:p>
            </p:txBody>
          </p:sp>
        </p:grpSp>
        <p:grpSp>
          <p:nvGrpSpPr>
            <p:cNvPr id="6" name="Group 5">
              <a:extLst>
                <a:ext uri="{FF2B5EF4-FFF2-40B4-BE49-F238E27FC236}">
                  <a16:creationId xmlns:a16="http://schemas.microsoft.com/office/drawing/2014/main" id="{06213905-360F-7B43-B2A0-2EB731074AAB}"/>
                </a:ext>
              </a:extLst>
            </p:cNvPr>
            <p:cNvGrpSpPr/>
            <p:nvPr/>
          </p:nvGrpSpPr>
          <p:grpSpPr>
            <a:xfrm>
              <a:off x="6174766" y="2001308"/>
              <a:ext cx="1771357" cy="1903677"/>
              <a:chOff x="5928024" y="2054954"/>
              <a:chExt cx="1771357" cy="1903677"/>
            </a:xfrm>
          </p:grpSpPr>
          <p:sp>
            <p:nvSpPr>
              <p:cNvPr id="8" name="Freeform 88">
                <a:extLst>
                  <a:ext uri="{FF2B5EF4-FFF2-40B4-BE49-F238E27FC236}">
                    <a16:creationId xmlns:a16="http://schemas.microsoft.com/office/drawing/2014/main" id="{50445368-FC63-9B4F-B572-5C53F03A2008}"/>
                  </a:ext>
                </a:extLst>
              </p:cNvPr>
              <p:cNvSpPr>
                <a:spLocks/>
              </p:cNvSpPr>
              <p:nvPr/>
            </p:nvSpPr>
            <p:spPr bwMode="auto">
              <a:xfrm rot="20978252">
                <a:off x="5928024" y="2054954"/>
                <a:ext cx="1771357" cy="1885015"/>
              </a:xfrm>
              <a:custGeom>
                <a:avLst/>
                <a:gdLst>
                  <a:gd name="T0" fmla="*/ 552 w 927"/>
                  <a:gd name="T1" fmla="*/ 303 h 1014"/>
                  <a:gd name="T2" fmla="*/ 815 w 927"/>
                  <a:gd name="T3" fmla="*/ 1014 h 1014"/>
                  <a:gd name="T4" fmla="*/ 926 w 927"/>
                  <a:gd name="T5" fmla="*/ 927 h 1014"/>
                  <a:gd name="T6" fmla="*/ 927 w 927"/>
                  <a:gd name="T7" fmla="*/ 927 h 1014"/>
                  <a:gd name="T8" fmla="*/ 656 w 927"/>
                  <a:gd name="T9" fmla="*/ 271 h 1014"/>
                  <a:gd name="T10" fmla="*/ 0 w 927"/>
                  <a:gd name="T11" fmla="*/ 0 h 1014"/>
                  <a:gd name="T12" fmla="*/ 552 w 927"/>
                  <a:gd name="T13" fmla="*/ 303 h 1014"/>
                </a:gdLst>
                <a:ahLst/>
                <a:cxnLst>
                  <a:cxn ang="0">
                    <a:pos x="T0" y="T1"/>
                  </a:cxn>
                  <a:cxn ang="0">
                    <a:pos x="T2" y="T3"/>
                  </a:cxn>
                  <a:cxn ang="0">
                    <a:pos x="T4" y="T5"/>
                  </a:cxn>
                  <a:cxn ang="0">
                    <a:pos x="T6" y="T7"/>
                  </a:cxn>
                  <a:cxn ang="0">
                    <a:pos x="T8" y="T9"/>
                  </a:cxn>
                  <a:cxn ang="0">
                    <a:pos x="T10" y="T11"/>
                  </a:cxn>
                  <a:cxn ang="0">
                    <a:pos x="T12" y="T13"/>
                  </a:cxn>
                </a:cxnLst>
                <a:rect l="0" t="0" r="r" b="b"/>
                <a:pathLst>
                  <a:path w="927" h="1014">
                    <a:moveTo>
                      <a:pt x="552" y="303"/>
                    </a:moveTo>
                    <a:cubicBezTo>
                      <a:pt x="703" y="499"/>
                      <a:pt x="815" y="766"/>
                      <a:pt x="815" y="1014"/>
                    </a:cubicBezTo>
                    <a:cubicBezTo>
                      <a:pt x="891" y="975"/>
                      <a:pt x="920" y="941"/>
                      <a:pt x="926" y="927"/>
                    </a:cubicBezTo>
                    <a:cubicBezTo>
                      <a:pt x="927" y="927"/>
                      <a:pt x="927" y="927"/>
                      <a:pt x="927" y="927"/>
                    </a:cubicBezTo>
                    <a:cubicBezTo>
                      <a:pt x="927" y="679"/>
                      <a:pt x="831" y="446"/>
                      <a:pt x="656" y="271"/>
                    </a:cubicBezTo>
                    <a:cubicBezTo>
                      <a:pt x="481" y="96"/>
                      <a:pt x="248" y="0"/>
                      <a:pt x="0" y="0"/>
                    </a:cubicBezTo>
                    <a:cubicBezTo>
                      <a:pt x="248" y="0"/>
                      <a:pt x="503" y="239"/>
                      <a:pt x="552" y="303"/>
                    </a:cubicBezTo>
                    <a:close/>
                  </a:path>
                </a:pathLst>
              </a:custGeom>
              <a:gradFill>
                <a:gsLst>
                  <a:gs pos="0">
                    <a:schemeClr val="accent5"/>
                  </a:gs>
                  <a:gs pos="63000">
                    <a:schemeClr val="accent1"/>
                  </a:gs>
                </a:gsLst>
                <a:lin ang="13500000" scaled="1"/>
              </a:gra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9" name="Freeform 89">
                <a:extLst>
                  <a:ext uri="{FF2B5EF4-FFF2-40B4-BE49-F238E27FC236}">
                    <a16:creationId xmlns:a16="http://schemas.microsoft.com/office/drawing/2014/main" id="{F60178EF-BFCA-AF47-88C2-B80C557FFD41}"/>
                  </a:ext>
                </a:extLst>
              </p:cNvPr>
              <p:cNvSpPr>
                <a:spLocks/>
              </p:cNvSpPr>
              <p:nvPr/>
            </p:nvSpPr>
            <p:spPr bwMode="auto">
              <a:xfrm rot="20978252">
                <a:off x="5929763" y="2073616"/>
                <a:ext cx="1558013" cy="1885015"/>
              </a:xfrm>
              <a:custGeom>
                <a:avLst/>
                <a:gdLst>
                  <a:gd name="T0" fmla="*/ 0 w 815"/>
                  <a:gd name="T1" fmla="*/ 1 h 1014"/>
                  <a:gd name="T2" fmla="*/ 0 w 815"/>
                  <a:gd name="T3" fmla="*/ 927 h 1014"/>
                  <a:gd name="T4" fmla="*/ 815 w 815"/>
                  <a:gd name="T5" fmla="*/ 1014 h 1014"/>
                  <a:gd name="T6" fmla="*/ 552 w 815"/>
                  <a:gd name="T7" fmla="*/ 286 h 1014"/>
                  <a:gd name="T8" fmla="*/ 0 w 815"/>
                  <a:gd name="T9" fmla="*/ 0 h 1014"/>
                  <a:gd name="T10" fmla="*/ 0 w 815"/>
                  <a:gd name="T11" fmla="*/ 1 h 1014"/>
                </a:gdLst>
                <a:ahLst/>
                <a:cxnLst>
                  <a:cxn ang="0">
                    <a:pos x="T0" y="T1"/>
                  </a:cxn>
                  <a:cxn ang="0">
                    <a:pos x="T2" y="T3"/>
                  </a:cxn>
                  <a:cxn ang="0">
                    <a:pos x="T4" y="T5"/>
                  </a:cxn>
                  <a:cxn ang="0">
                    <a:pos x="T6" y="T7"/>
                  </a:cxn>
                  <a:cxn ang="0">
                    <a:pos x="T8" y="T9"/>
                  </a:cxn>
                  <a:cxn ang="0">
                    <a:pos x="T10" y="T11"/>
                  </a:cxn>
                </a:cxnLst>
                <a:rect l="0" t="0" r="r" b="b"/>
                <a:pathLst>
                  <a:path w="815" h="1014">
                    <a:moveTo>
                      <a:pt x="0" y="1"/>
                    </a:moveTo>
                    <a:cubicBezTo>
                      <a:pt x="0" y="927"/>
                      <a:pt x="0" y="927"/>
                      <a:pt x="0" y="927"/>
                    </a:cubicBezTo>
                    <a:cubicBezTo>
                      <a:pt x="815" y="1014"/>
                      <a:pt x="815" y="1014"/>
                      <a:pt x="815" y="1014"/>
                    </a:cubicBezTo>
                    <a:cubicBezTo>
                      <a:pt x="815" y="766"/>
                      <a:pt x="727" y="461"/>
                      <a:pt x="552" y="286"/>
                    </a:cubicBezTo>
                    <a:cubicBezTo>
                      <a:pt x="411" y="145"/>
                      <a:pt x="248" y="0"/>
                      <a:pt x="0" y="0"/>
                    </a:cubicBezTo>
                    <a:lnTo>
                      <a:pt x="0" y="1"/>
                    </a:lnTo>
                    <a:close/>
                  </a:path>
                </a:pathLst>
              </a:custGeom>
              <a:gradFill>
                <a:gsLst>
                  <a:gs pos="0">
                    <a:schemeClr val="accent5"/>
                  </a:gs>
                  <a:gs pos="100000">
                    <a:schemeClr val="accent1"/>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sp>
          <p:nvSpPr>
            <p:cNvPr id="7" name="Freeform 90">
              <a:extLst>
                <a:ext uri="{FF2B5EF4-FFF2-40B4-BE49-F238E27FC236}">
                  <a16:creationId xmlns:a16="http://schemas.microsoft.com/office/drawing/2014/main" id="{9EA948CC-47E1-8148-97E0-207AA328033D}"/>
                </a:ext>
              </a:extLst>
            </p:cNvPr>
            <p:cNvSpPr>
              <a:spLocks/>
            </p:cNvSpPr>
            <p:nvPr/>
          </p:nvSpPr>
          <p:spPr bwMode="auto">
            <a:xfrm rot="20978252">
              <a:off x="5913930" y="2296515"/>
              <a:ext cx="1536978" cy="1790034"/>
            </a:xfrm>
            <a:custGeom>
              <a:avLst/>
              <a:gdLst>
                <a:gd name="T0" fmla="*/ 804 w 804"/>
                <a:gd name="T1" fmla="*/ 875 h 963"/>
                <a:gd name="T2" fmla="*/ 589 w 804"/>
                <a:gd name="T3" fmla="*/ 278 h 963"/>
                <a:gd name="T4" fmla="*/ 157 w 804"/>
                <a:gd name="T5" fmla="*/ 0 h 963"/>
                <a:gd name="T6" fmla="*/ 102 w 804"/>
                <a:gd name="T7" fmla="*/ 119 h 963"/>
                <a:gd name="T8" fmla="*/ 4 w 804"/>
                <a:gd name="T9" fmla="*/ 653 h 963"/>
                <a:gd name="T10" fmla="*/ 0 w 804"/>
                <a:gd name="T11" fmla="*/ 806 h 963"/>
                <a:gd name="T12" fmla="*/ 4 w 804"/>
                <a:gd name="T13" fmla="*/ 959 h 963"/>
                <a:gd name="T14" fmla="*/ 157 w 804"/>
                <a:gd name="T15" fmla="*/ 963 h 963"/>
                <a:gd name="T16" fmla="*/ 310 w 804"/>
                <a:gd name="T17" fmla="*/ 959 h 963"/>
                <a:gd name="T18" fmla="*/ 804 w 804"/>
                <a:gd name="T19" fmla="*/ 875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4" h="963">
                  <a:moveTo>
                    <a:pt x="804" y="875"/>
                  </a:moveTo>
                  <a:cubicBezTo>
                    <a:pt x="785" y="653"/>
                    <a:pt x="706" y="418"/>
                    <a:pt x="589" y="278"/>
                  </a:cubicBezTo>
                  <a:cubicBezTo>
                    <a:pt x="456" y="119"/>
                    <a:pt x="323" y="24"/>
                    <a:pt x="157" y="0"/>
                  </a:cubicBezTo>
                  <a:cubicBezTo>
                    <a:pt x="141" y="27"/>
                    <a:pt x="122" y="65"/>
                    <a:pt x="102" y="119"/>
                  </a:cubicBezTo>
                  <a:cubicBezTo>
                    <a:pt x="49" y="264"/>
                    <a:pt x="16" y="450"/>
                    <a:pt x="4" y="653"/>
                  </a:cubicBezTo>
                  <a:cubicBezTo>
                    <a:pt x="2" y="703"/>
                    <a:pt x="0" y="754"/>
                    <a:pt x="0" y="806"/>
                  </a:cubicBezTo>
                  <a:cubicBezTo>
                    <a:pt x="0" y="858"/>
                    <a:pt x="2" y="909"/>
                    <a:pt x="4" y="959"/>
                  </a:cubicBezTo>
                  <a:cubicBezTo>
                    <a:pt x="54" y="961"/>
                    <a:pt x="105" y="963"/>
                    <a:pt x="157" y="963"/>
                  </a:cubicBezTo>
                  <a:cubicBezTo>
                    <a:pt x="209" y="963"/>
                    <a:pt x="260" y="961"/>
                    <a:pt x="310" y="959"/>
                  </a:cubicBezTo>
                  <a:cubicBezTo>
                    <a:pt x="495" y="948"/>
                    <a:pt x="666" y="920"/>
                    <a:pt x="804" y="875"/>
                  </a:cubicBezTo>
                  <a:close/>
                </a:path>
              </a:pathLst>
            </a:custGeom>
            <a:gradFill>
              <a:gsLst>
                <a:gs pos="0">
                  <a:schemeClr val="accent4">
                    <a:lumMod val="60000"/>
                    <a:lumOff val="40000"/>
                  </a:schemeClr>
                </a:gs>
                <a:gs pos="63000">
                  <a:schemeClr val="accent6">
                    <a:lumMod val="75000"/>
                  </a:schemeClr>
                </a:gs>
              </a:gsLst>
              <a:lin ang="13500000" scaled="1"/>
            </a:gradFill>
            <a:ln w="9525">
              <a:noFill/>
              <a:round/>
              <a:headEnd/>
              <a:tailEnd/>
            </a:ln>
            <a:effectLst/>
          </p:spPr>
          <p:txBody>
            <a:bodyPr vert="horz" wrap="square" lIns="121920" tIns="60960" rIns="121920" bIns="60960" numCol="1" anchor="t" anchorCtr="0" compatLnSpc="1">
              <a:prstTxWarp prst="textNoShape">
                <a:avLst/>
              </a:prstTxWarp>
            </a:bodyPr>
            <a:lstStyle/>
            <a:p>
              <a:endParaRPr lang="en-US" sz="3200"/>
            </a:p>
          </p:txBody>
        </p:sp>
      </p:grpSp>
      <p:cxnSp>
        <p:nvCxnSpPr>
          <p:cNvPr id="14" name="Straight Connector 13">
            <a:extLst>
              <a:ext uri="{FF2B5EF4-FFF2-40B4-BE49-F238E27FC236}">
                <a16:creationId xmlns:a16="http://schemas.microsoft.com/office/drawing/2014/main" id="{F4579838-C612-1D4F-BA9F-91EBE99DB914}"/>
              </a:ext>
            </a:extLst>
          </p:cNvPr>
          <p:cNvCxnSpPr>
            <a:cxnSpLocks/>
          </p:cNvCxnSpPr>
          <p:nvPr/>
        </p:nvCxnSpPr>
        <p:spPr>
          <a:xfrm>
            <a:off x="2952750" y="1459476"/>
            <a:ext cx="0" cy="10797049"/>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262C1B00-BED3-F34B-A10A-1867A1BFF143}"/>
              </a:ext>
            </a:extLst>
          </p:cNvPr>
          <p:cNvSpPr/>
          <p:nvPr/>
        </p:nvSpPr>
        <p:spPr>
          <a:xfrm>
            <a:off x="1819953" y="10949567"/>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836EEA24-1AFD-FF46-B04A-9814B38CCA75}"/>
              </a:ext>
            </a:extLst>
          </p:cNvPr>
          <p:cNvSpPr txBox="1"/>
          <p:nvPr/>
        </p:nvSpPr>
        <p:spPr>
          <a:xfrm rot="16200000">
            <a:off x="1296234" y="2538362"/>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17" name="TextBox 16">
            <a:extLst>
              <a:ext uri="{FF2B5EF4-FFF2-40B4-BE49-F238E27FC236}">
                <a16:creationId xmlns:a16="http://schemas.microsoft.com/office/drawing/2014/main" id="{A4AFA86D-4070-1141-A5FD-76C4C12B3452}"/>
              </a:ext>
            </a:extLst>
          </p:cNvPr>
          <p:cNvSpPr txBox="1"/>
          <p:nvPr/>
        </p:nvSpPr>
        <p:spPr>
          <a:xfrm>
            <a:off x="14407334" y="3610945"/>
            <a:ext cx="7154218" cy="2554545"/>
          </a:xfrm>
          <a:prstGeom prst="rect">
            <a:avLst/>
          </a:prstGeom>
          <a:noFill/>
        </p:spPr>
        <p:txBody>
          <a:bodyPr wrap="square" rtlCol="0">
            <a:spAutoFit/>
          </a:bodyPr>
          <a:lstStyle/>
          <a:p>
            <a:pPr algn="r"/>
            <a:r>
              <a:rPr lang="en-ID" sz="8000" b="1">
                <a:solidFill>
                  <a:schemeClr val="tx2"/>
                </a:solidFill>
                <a:latin typeface="Poppins" pitchFamily="2" charset="77"/>
                <a:ea typeface="Open Sans" panose="020B0606030504020204" pitchFamily="34" charset="0"/>
                <a:cs typeface="Poppins" pitchFamily="2" charset="77"/>
              </a:rPr>
              <a:t>Circle 3D Infographics</a:t>
            </a:r>
            <a:endParaRPr sz="8000" b="1">
              <a:solidFill>
                <a:schemeClr val="tx2"/>
              </a:solidFill>
              <a:latin typeface="Poppins" pitchFamily="2" charset="77"/>
              <a:ea typeface="Open Sans" panose="020B0606030504020204" pitchFamily="34" charset="0"/>
              <a:cs typeface="Poppins" pitchFamily="2" charset="77"/>
            </a:endParaRPr>
          </a:p>
        </p:txBody>
      </p:sp>
      <p:sp>
        <p:nvSpPr>
          <p:cNvPr id="18" name="TextBox 17">
            <a:extLst>
              <a:ext uri="{FF2B5EF4-FFF2-40B4-BE49-F238E27FC236}">
                <a16:creationId xmlns:a16="http://schemas.microsoft.com/office/drawing/2014/main" id="{11A66A62-831F-254E-9C40-30E32F32CC73}"/>
              </a:ext>
            </a:extLst>
          </p:cNvPr>
          <p:cNvSpPr txBox="1"/>
          <p:nvPr/>
        </p:nvSpPr>
        <p:spPr>
          <a:xfrm>
            <a:off x="14781083" y="8395825"/>
            <a:ext cx="6780469" cy="2249270"/>
          </a:xfrm>
          <a:prstGeom prst="rect">
            <a:avLst/>
          </a:prstGeom>
          <a:noFill/>
        </p:spPr>
        <p:txBody>
          <a:bodyPr wrap="square" rtlCol="0">
            <a:spAutoFit/>
          </a:bodyPr>
          <a:lstStyle/>
          <a:p>
            <a:pPr algn="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Donec viverra eleifend lacus, vitae ullamcorper metus. Sed sollicitudin ipsum quis nunc sollicitudin ultrices. </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TextBox 18">
            <a:extLst>
              <a:ext uri="{FF2B5EF4-FFF2-40B4-BE49-F238E27FC236}">
                <a16:creationId xmlns:a16="http://schemas.microsoft.com/office/drawing/2014/main" id="{90C7B154-C7F9-BC41-AE90-C6E40B68EE66}"/>
              </a:ext>
            </a:extLst>
          </p:cNvPr>
          <p:cNvSpPr txBox="1"/>
          <p:nvPr/>
        </p:nvSpPr>
        <p:spPr>
          <a:xfrm>
            <a:off x="18999632" y="3138854"/>
            <a:ext cx="2561920" cy="400110"/>
          </a:xfrm>
          <a:prstGeom prst="rect">
            <a:avLst/>
          </a:prstGeom>
          <a:noFill/>
        </p:spPr>
        <p:txBody>
          <a:bodyPr wrap="none" rtlCol="0">
            <a:spAutoFit/>
          </a:bodyPr>
          <a:lstStyle/>
          <a:p>
            <a:pPr algn="r"/>
            <a:r>
              <a:rPr lang="en-US" sz="20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INFOGRAPHICS</a:t>
            </a:r>
            <a:endParaRPr sz="20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7013705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ounded Rectangle 33">
            <a:extLst>
              <a:ext uri="{FF2B5EF4-FFF2-40B4-BE49-F238E27FC236}">
                <a16:creationId xmlns:a16="http://schemas.microsoft.com/office/drawing/2014/main" id="{3533014B-5FF1-584E-B598-77DB047F6AF3}"/>
              </a:ext>
            </a:extLst>
          </p:cNvPr>
          <p:cNvSpPr/>
          <p:nvPr/>
        </p:nvSpPr>
        <p:spPr>
          <a:xfrm>
            <a:off x="2240162" y="8045253"/>
            <a:ext cx="8770032" cy="3905214"/>
          </a:xfrm>
          <a:prstGeom prst="roundRect">
            <a:avLst>
              <a:gd name="adj" fmla="val 8841"/>
            </a:avLst>
          </a:prstGeom>
          <a:solidFill>
            <a:schemeClr val="bg1">
              <a:alpha val="95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27" name="Group 26">
            <a:extLst>
              <a:ext uri="{FF2B5EF4-FFF2-40B4-BE49-F238E27FC236}">
                <a16:creationId xmlns:a16="http://schemas.microsoft.com/office/drawing/2014/main" id="{68CE20F9-D809-A04D-956D-8433543A96FF}"/>
              </a:ext>
            </a:extLst>
          </p:cNvPr>
          <p:cNvGrpSpPr/>
          <p:nvPr/>
        </p:nvGrpSpPr>
        <p:grpSpPr>
          <a:xfrm>
            <a:off x="12566422" y="3003140"/>
            <a:ext cx="9178082" cy="8947327"/>
            <a:chOff x="12562615" y="1625431"/>
            <a:chExt cx="10735037" cy="10465137"/>
          </a:xfrm>
        </p:grpSpPr>
        <p:grpSp>
          <p:nvGrpSpPr>
            <p:cNvPr id="3" name="Group 2">
              <a:extLst>
                <a:ext uri="{FF2B5EF4-FFF2-40B4-BE49-F238E27FC236}">
                  <a16:creationId xmlns:a16="http://schemas.microsoft.com/office/drawing/2014/main" id="{0A87656A-CB5C-0947-B6C1-84E0FFB0BF7A}"/>
                </a:ext>
              </a:extLst>
            </p:cNvPr>
            <p:cNvGrpSpPr/>
            <p:nvPr/>
          </p:nvGrpSpPr>
          <p:grpSpPr>
            <a:xfrm>
              <a:off x="12562615" y="6757892"/>
              <a:ext cx="10735037" cy="5332676"/>
              <a:chOff x="1744201" y="4051846"/>
              <a:chExt cx="4357222" cy="2164469"/>
            </a:xfrm>
          </p:grpSpPr>
          <p:sp>
            <p:nvSpPr>
              <p:cNvPr id="15" name="Freeform 35">
                <a:extLst>
                  <a:ext uri="{FF2B5EF4-FFF2-40B4-BE49-F238E27FC236}">
                    <a16:creationId xmlns:a16="http://schemas.microsoft.com/office/drawing/2014/main" id="{CA12E5FD-82F0-0F4B-A219-0A42178CE87D}"/>
                  </a:ext>
                </a:extLst>
              </p:cNvPr>
              <p:cNvSpPr>
                <a:spLocks/>
              </p:cNvSpPr>
              <p:nvPr/>
            </p:nvSpPr>
            <p:spPr bwMode="auto">
              <a:xfrm>
                <a:off x="2202178" y="4051846"/>
                <a:ext cx="3465833" cy="1441378"/>
              </a:xfrm>
              <a:custGeom>
                <a:avLst/>
                <a:gdLst>
                  <a:gd name="T0" fmla="*/ 0 w 3186"/>
                  <a:gd name="T1" fmla="*/ 620 h 1325"/>
                  <a:gd name="T2" fmla="*/ 1421 w 3186"/>
                  <a:gd name="T3" fmla="*/ 0 h 1325"/>
                  <a:gd name="T4" fmla="*/ 3186 w 3186"/>
                  <a:gd name="T5" fmla="*/ 580 h 1325"/>
                  <a:gd name="T6" fmla="*/ 1769 w 3186"/>
                  <a:gd name="T7" fmla="*/ 1325 h 1325"/>
                  <a:gd name="T8" fmla="*/ 0 w 3186"/>
                  <a:gd name="T9" fmla="*/ 620 h 1325"/>
                </a:gdLst>
                <a:ahLst/>
                <a:cxnLst>
                  <a:cxn ang="0">
                    <a:pos x="T0" y="T1"/>
                  </a:cxn>
                  <a:cxn ang="0">
                    <a:pos x="T2" y="T3"/>
                  </a:cxn>
                  <a:cxn ang="0">
                    <a:pos x="T4" y="T5"/>
                  </a:cxn>
                  <a:cxn ang="0">
                    <a:pos x="T6" y="T7"/>
                  </a:cxn>
                  <a:cxn ang="0">
                    <a:pos x="T8" y="T9"/>
                  </a:cxn>
                </a:cxnLst>
                <a:rect l="0" t="0" r="r" b="b"/>
                <a:pathLst>
                  <a:path w="3186" h="1325">
                    <a:moveTo>
                      <a:pt x="0" y="620"/>
                    </a:moveTo>
                    <a:lnTo>
                      <a:pt x="1421" y="0"/>
                    </a:lnTo>
                    <a:lnTo>
                      <a:pt x="3186" y="580"/>
                    </a:lnTo>
                    <a:lnTo>
                      <a:pt x="1769" y="1325"/>
                    </a:lnTo>
                    <a:lnTo>
                      <a:pt x="0" y="620"/>
                    </a:lnTo>
                    <a:close/>
                  </a:path>
                </a:pathLst>
              </a:custGeom>
              <a:gradFill>
                <a:gsLst>
                  <a:gs pos="0">
                    <a:schemeClr val="accent5"/>
                  </a:gs>
                  <a:gs pos="81000">
                    <a:schemeClr val="accent1"/>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b="1" dirty="0"/>
              </a:p>
            </p:txBody>
          </p:sp>
          <p:sp>
            <p:nvSpPr>
              <p:cNvPr id="16" name="Freeform 12">
                <a:extLst>
                  <a:ext uri="{FF2B5EF4-FFF2-40B4-BE49-F238E27FC236}">
                    <a16:creationId xmlns:a16="http://schemas.microsoft.com/office/drawing/2014/main" id="{3948675D-4555-144A-B41A-B0B15B01E876}"/>
                  </a:ext>
                </a:extLst>
              </p:cNvPr>
              <p:cNvSpPr>
                <a:spLocks/>
              </p:cNvSpPr>
              <p:nvPr/>
            </p:nvSpPr>
            <p:spPr bwMode="auto">
              <a:xfrm>
                <a:off x="4110690" y="4679207"/>
                <a:ext cx="1990733" cy="1537108"/>
              </a:xfrm>
              <a:custGeom>
                <a:avLst/>
                <a:gdLst>
                  <a:gd name="T0" fmla="*/ 1426 w 1830"/>
                  <a:gd name="T1" fmla="*/ 0 h 1413"/>
                  <a:gd name="T2" fmla="*/ 0 w 1830"/>
                  <a:gd name="T3" fmla="*/ 615 h 1413"/>
                  <a:gd name="T4" fmla="*/ 37 w 1830"/>
                  <a:gd name="T5" fmla="*/ 1413 h 1413"/>
                  <a:gd name="T6" fmla="*/ 1830 w 1830"/>
                  <a:gd name="T7" fmla="*/ 641 h 1413"/>
                  <a:gd name="T8" fmla="*/ 1426 w 1830"/>
                  <a:gd name="T9" fmla="*/ 0 h 1413"/>
                </a:gdLst>
                <a:ahLst/>
                <a:cxnLst>
                  <a:cxn ang="0">
                    <a:pos x="T0" y="T1"/>
                  </a:cxn>
                  <a:cxn ang="0">
                    <a:pos x="T2" y="T3"/>
                  </a:cxn>
                  <a:cxn ang="0">
                    <a:pos x="T4" y="T5"/>
                  </a:cxn>
                  <a:cxn ang="0">
                    <a:pos x="T6" y="T7"/>
                  </a:cxn>
                  <a:cxn ang="0">
                    <a:pos x="T8" y="T9"/>
                  </a:cxn>
                </a:cxnLst>
                <a:rect l="0" t="0" r="r" b="b"/>
                <a:pathLst>
                  <a:path w="1830" h="1413">
                    <a:moveTo>
                      <a:pt x="1426" y="0"/>
                    </a:moveTo>
                    <a:lnTo>
                      <a:pt x="0" y="615"/>
                    </a:lnTo>
                    <a:lnTo>
                      <a:pt x="37" y="1413"/>
                    </a:lnTo>
                    <a:lnTo>
                      <a:pt x="1830" y="641"/>
                    </a:lnTo>
                    <a:lnTo>
                      <a:pt x="1426" y="0"/>
                    </a:lnTo>
                    <a:close/>
                  </a:path>
                </a:pathLst>
              </a:custGeom>
              <a:gradFill>
                <a:gsLst>
                  <a:gs pos="0">
                    <a:schemeClr val="accent5"/>
                  </a:gs>
                  <a:gs pos="100000">
                    <a:schemeClr val="accent1"/>
                  </a:gs>
                </a:gsLst>
                <a:lin ang="13500000" scaled="1"/>
              </a:gradFill>
              <a:ln>
                <a:noFill/>
              </a:ln>
            </p:spPr>
            <p:txBody>
              <a:bodyPr vert="horz" wrap="square" lIns="91440" tIns="45720" rIns="91440" bIns="45720" numCol="1" anchor="t" anchorCtr="0" compatLnSpc="1">
                <a:prstTxWarp prst="textNoShape">
                  <a:avLst/>
                </a:prstTxWarp>
              </a:bodyPr>
              <a:lstStyle/>
              <a:p>
                <a:endParaRPr lang="en-US" sz="1500" b="1" dirty="0">
                  <a:ea typeface="Questrial" charset="0"/>
                  <a:cs typeface="Questrial" charset="0"/>
                </a:endParaRPr>
              </a:p>
            </p:txBody>
          </p:sp>
          <p:sp>
            <p:nvSpPr>
              <p:cNvPr id="17" name="Freeform 16">
                <a:extLst>
                  <a:ext uri="{FF2B5EF4-FFF2-40B4-BE49-F238E27FC236}">
                    <a16:creationId xmlns:a16="http://schemas.microsoft.com/office/drawing/2014/main" id="{E1E981B3-CDF3-9E40-8230-D49767B4C571}"/>
                  </a:ext>
                </a:extLst>
              </p:cNvPr>
              <p:cNvSpPr>
                <a:spLocks/>
              </p:cNvSpPr>
              <p:nvPr/>
            </p:nvSpPr>
            <p:spPr bwMode="auto">
              <a:xfrm>
                <a:off x="1744201" y="4722721"/>
                <a:ext cx="2412812" cy="1493594"/>
              </a:xfrm>
              <a:custGeom>
                <a:avLst/>
                <a:gdLst>
                  <a:gd name="T0" fmla="*/ 2181 w 2218"/>
                  <a:gd name="T1" fmla="*/ 575 h 1373"/>
                  <a:gd name="T2" fmla="*/ 2218 w 2218"/>
                  <a:gd name="T3" fmla="*/ 1373 h 1373"/>
                  <a:gd name="T4" fmla="*/ 0 w 2218"/>
                  <a:gd name="T5" fmla="*/ 651 h 1373"/>
                  <a:gd name="T6" fmla="*/ 419 w 2218"/>
                  <a:gd name="T7" fmla="*/ 0 h 1373"/>
                  <a:gd name="T8" fmla="*/ 2181 w 2218"/>
                  <a:gd name="T9" fmla="*/ 575 h 1373"/>
                </a:gdLst>
                <a:ahLst/>
                <a:cxnLst>
                  <a:cxn ang="0">
                    <a:pos x="T0" y="T1"/>
                  </a:cxn>
                  <a:cxn ang="0">
                    <a:pos x="T2" y="T3"/>
                  </a:cxn>
                  <a:cxn ang="0">
                    <a:pos x="T4" y="T5"/>
                  </a:cxn>
                  <a:cxn ang="0">
                    <a:pos x="T6" y="T7"/>
                  </a:cxn>
                  <a:cxn ang="0">
                    <a:pos x="T8" y="T9"/>
                  </a:cxn>
                </a:cxnLst>
                <a:rect l="0" t="0" r="r" b="b"/>
                <a:pathLst>
                  <a:path w="2218" h="1373">
                    <a:moveTo>
                      <a:pt x="2181" y="575"/>
                    </a:moveTo>
                    <a:lnTo>
                      <a:pt x="2218" y="1373"/>
                    </a:lnTo>
                    <a:lnTo>
                      <a:pt x="0" y="651"/>
                    </a:lnTo>
                    <a:lnTo>
                      <a:pt x="419" y="0"/>
                    </a:lnTo>
                    <a:lnTo>
                      <a:pt x="2181" y="575"/>
                    </a:lnTo>
                    <a:close/>
                  </a:path>
                </a:pathLst>
              </a:custGeom>
              <a:gradFill>
                <a:gsLst>
                  <a:gs pos="0">
                    <a:schemeClr val="accent5"/>
                  </a:gs>
                  <a:gs pos="100000">
                    <a:schemeClr val="accent1"/>
                  </a:gs>
                </a:gsLst>
                <a:lin ang="13500000" scaled="1"/>
              </a:gradFill>
              <a:ln>
                <a:noFill/>
              </a:ln>
              <a:effectLst>
                <a:outerShdw blurRad="1079500" dist="571500" dir="10980000" sx="107000" sy="107000" algn="tr" rotWithShape="0">
                  <a:schemeClr val="accent5">
                    <a:lumMod val="75000"/>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b="1" dirty="0"/>
              </a:p>
            </p:txBody>
          </p:sp>
        </p:grpSp>
        <p:grpSp>
          <p:nvGrpSpPr>
            <p:cNvPr id="4" name="Group 3">
              <a:extLst>
                <a:ext uri="{FF2B5EF4-FFF2-40B4-BE49-F238E27FC236}">
                  <a16:creationId xmlns:a16="http://schemas.microsoft.com/office/drawing/2014/main" id="{94DFC58C-6E35-C04E-80FB-044C65A2DA35}"/>
                </a:ext>
              </a:extLst>
            </p:cNvPr>
            <p:cNvGrpSpPr/>
            <p:nvPr/>
          </p:nvGrpSpPr>
          <p:grpSpPr>
            <a:xfrm>
              <a:off x="13918763" y="5294013"/>
              <a:ext cx="8055632" cy="4202192"/>
              <a:chOff x="2294645" y="3457675"/>
              <a:chExt cx="3269684" cy="1705619"/>
            </a:xfrm>
            <a:gradFill>
              <a:gsLst>
                <a:gs pos="0">
                  <a:schemeClr val="accent5"/>
                </a:gs>
                <a:gs pos="100000">
                  <a:schemeClr val="accent1"/>
                </a:gs>
              </a:gsLst>
              <a:lin ang="13500000" scaled="1"/>
            </a:gradFill>
          </p:grpSpPr>
          <p:sp>
            <p:nvSpPr>
              <p:cNvPr id="12" name="Freeform 10">
                <a:extLst>
                  <a:ext uri="{FF2B5EF4-FFF2-40B4-BE49-F238E27FC236}">
                    <a16:creationId xmlns:a16="http://schemas.microsoft.com/office/drawing/2014/main" id="{7F5EE089-F623-BC4F-8426-69044EA18CFA}"/>
                  </a:ext>
                </a:extLst>
              </p:cNvPr>
              <p:cNvSpPr>
                <a:spLocks/>
              </p:cNvSpPr>
              <p:nvPr/>
            </p:nvSpPr>
            <p:spPr bwMode="auto">
              <a:xfrm>
                <a:off x="2740634" y="3457675"/>
                <a:ext cx="2389967" cy="846334"/>
              </a:xfrm>
              <a:custGeom>
                <a:avLst/>
                <a:gdLst>
                  <a:gd name="T0" fmla="*/ 0 w 2197"/>
                  <a:gd name="T1" fmla="*/ 383 h 778"/>
                  <a:gd name="T2" fmla="*/ 1005 w 2197"/>
                  <a:gd name="T3" fmla="*/ 0 h 778"/>
                  <a:gd name="T4" fmla="*/ 2197 w 2197"/>
                  <a:gd name="T5" fmla="*/ 355 h 778"/>
                  <a:gd name="T6" fmla="*/ 1213 w 2197"/>
                  <a:gd name="T7" fmla="*/ 778 h 778"/>
                  <a:gd name="T8" fmla="*/ 0 w 2197"/>
                  <a:gd name="T9" fmla="*/ 383 h 778"/>
                </a:gdLst>
                <a:ahLst/>
                <a:cxnLst>
                  <a:cxn ang="0">
                    <a:pos x="T0" y="T1"/>
                  </a:cxn>
                  <a:cxn ang="0">
                    <a:pos x="T2" y="T3"/>
                  </a:cxn>
                  <a:cxn ang="0">
                    <a:pos x="T4" y="T5"/>
                  </a:cxn>
                  <a:cxn ang="0">
                    <a:pos x="T6" y="T7"/>
                  </a:cxn>
                  <a:cxn ang="0">
                    <a:pos x="T8" y="T9"/>
                  </a:cxn>
                </a:cxnLst>
                <a:rect l="0" t="0" r="r" b="b"/>
                <a:pathLst>
                  <a:path w="2197" h="778">
                    <a:moveTo>
                      <a:pt x="0" y="383"/>
                    </a:moveTo>
                    <a:lnTo>
                      <a:pt x="1005" y="0"/>
                    </a:lnTo>
                    <a:lnTo>
                      <a:pt x="2197" y="355"/>
                    </a:lnTo>
                    <a:lnTo>
                      <a:pt x="1213" y="778"/>
                    </a:lnTo>
                    <a:lnTo>
                      <a:pt x="0" y="383"/>
                    </a:lnTo>
                    <a:close/>
                  </a:path>
                </a:pathLst>
              </a:custGeom>
              <a:gradFill>
                <a:gsLst>
                  <a:gs pos="0">
                    <a:schemeClr val="accent5"/>
                  </a:gs>
                  <a:gs pos="58000">
                    <a:srgbClr val="9A76FB"/>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b="1" dirty="0"/>
              </a:p>
            </p:txBody>
          </p:sp>
          <p:sp>
            <p:nvSpPr>
              <p:cNvPr id="13" name="Freeform 13">
                <a:extLst>
                  <a:ext uri="{FF2B5EF4-FFF2-40B4-BE49-F238E27FC236}">
                    <a16:creationId xmlns:a16="http://schemas.microsoft.com/office/drawing/2014/main" id="{48C05A44-B662-DB4B-8F44-7B15CD6979F7}"/>
                  </a:ext>
                </a:extLst>
              </p:cNvPr>
              <p:cNvSpPr>
                <a:spLocks/>
              </p:cNvSpPr>
              <p:nvPr/>
            </p:nvSpPr>
            <p:spPr bwMode="auto">
              <a:xfrm>
                <a:off x="4056593" y="3837226"/>
                <a:ext cx="1507736" cy="1326068"/>
              </a:xfrm>
              <a:custGeom>
                <a:avLst/>
                <a:gdLst>
                  <a:gd name="T0" fmla="*/ 984 w 1386"/>
                  <a:gd name="T1" fmla="*/ 0 h 1219"/>
                  <a:gd name="T2" fmla="*/ 0 w 1386"/>
                  <a:gd name="T3" fmla="*/ 423 h 1219"/>
                  <a:gd name="T4" fmla="*/ 38 w 1386"/>
                  <a:gd name="T5" fmla="*/ 1219 h 1219"/>
                  <a:gd name="T6" fmla="*/ 1386 w 1386"/>
                  <a:gd name="T7" fmla="*/ 636 h 1219"/>
                  <a:gd name="T8" fmla="*/ 984 w 1386"/>
                  <a:gd name="T9" fmla="*/ 0 h 1219"/>
                </a:gdLst>
                <a:ahLst/>
                <a:cxnLst>
                  <a:cxn ang="0">
                    <a:pos x="T0" y="T1"/>
                  </a:cxn>
                  <a:cxn ang="0">
                    <a:pos x="T2" y="T3"/>
                  </a:cxn>
                  <a:cxn ang="0">
                    <a:pos x="T4" y="T5"/>
                  </a:cxn>
                  <a:cxn ang="0">
                    <a:pos x="T6" y="T7"/>
                  </a:cxn>
                  <a:cxn ang="0">
                    <a:pos x="T8" y="T9"/>
                  </a:cxn>
                </a:cxnLst>
                <a:rect l="0" t="0" r="r" b="b"/>
                <a:pathLst>
                  <a:path w="1386" h="1219">
                    <a:moveTo>
                      <a:pt x="984" y="0"/>
                    </a:moveTo>
                    <a:lnTo>
                      <a:pt x="0" y="423"/>
                    </a:lnTo>
                    <a:lnTo>
                      <a:pt x="38" y="1219"/>
                    </a:lnTo>
                    <a:lnTo>
                      <a:pt x="1386" y="636"/>
                    </a:lnTo>
                    <a:lnTo>
                      <a:pt x="984" y="0"/>
                    </a:lnTo>
                    <a:close/>
                  </a:path>
                </a:pathLst>
              </a:custGeom>
              <a:gradFill>
                <a:gsLst>
                  <a:gs pos="0">
                    <a:schemeClr val="accent5"/>
                  </a:gs>
                  <a:gs pos="100000">
                    <a:schemeClr val="accent1"/>
                  </a:gs>
                </a:gsLst>
                <a:lin ang="13500000" scaled="1"/>
              </a:gradFill>
              <a:ln>
                <a:noFill/>
              </a:ln>
            </p:spPr>
            <p:txBody>
              <a:bodyPr vert="horz" wrap="square" lIns="91440" tIns="45720" rIns="91440" bIns="45720" numCol="1" anchor="t" anchorCtr="0" compatLnSpc="1">
                <a:prstTxWarp prst="textNoShape">
                  <a:avLst/>
                </a:prstTxWarp>
              </a:bodyPr>
              <a:lstStyle/>
              <a:p>
                <a:endParaRPr lang="en-US" sz="1500" b="1" dirty="0">
                  <a:ea typeface="Questrial" charset="0"/>
                  <a:cs typeface="Questrial" charset="0"/>
                </a:endParaRPr>
              </a:p>
            </p:txBody>
          </p:sp>
          <p:sp>
            <p:nvSpPr>
              <p:cNvPr id="14" name="Freeform 17">
                <a:extLst>
                  <a:ext uri="{FF2B5EF4-FFF2-40B4-BE49-F238E27FC236}">
                    <a16:creationId xmlns:a16="http://schemas.microsoft.com/office/drawing/2014/main" id="{90F0561C-F8F5-7C47-821C-327B9E37D666}"/>
                  </a:ext>
                </a:extLst>
              </p:cNvPr>
              <p:cNvSpPr>
                <a:spLocks/>
              </p:cNvSpPr>
              <p:nvPr/>
            </p:nvSpPr>
            <p:spPr bwMode="auto">
              <a:xfrm>
                <a:off x="2294645" y="3867685"/>
                <a:ext cx="1811241" cy="1295608"/>
              </a:xfrm>
              <a:custGeom>
                <a:avLst/>
                <a:gdLst>
                  <a:gd name="T0" fmla="*/ 1665 w 1665"/>
                  <a:gd name="T1" fmla="*/ 1191 h 1191"/>
                  <a:gd name="T2" fmla="*/ 1627 w 1665"/>
                  <a:gd name="T3" fmla="*/ 395 h 1191"/>
                  <a:gd name="T4" fmla="*/ 414 w 1665"/>
                  <a:gd name="T5" fmla="*/ 0 h 1191"/>
                  <a:gd name="T6" fmla="*/ 0 w 1665"/>
                  <a:gd name="T7" fmla="*/ 646 h 1191"/>
                  <a:gd name="T8" fmla="*/ 1665 w 1665"/>
                  <a:gd name="T9" fmla="*/ 1191 h 1191"/>
                </a:gdLst>
                <a:ahLst/>
                <a:cxnLst>
                  <a:cxn ang="0">
                    <a:pos x="T0" y="T1"/>
                  </a:cxn>
                  <a:cxn ang="0">
                    <a:pos x="T2" y="T3"/>
                  </a:cxn>
                  <a:cxn ang="0">
                    <a:pos x="T4" y="T5"/>
                  </a:cxn>
                  <a:cxn ang="0">
                    <a:pos x="T6" y="T7"/>
                  </a:cxn>
                  <a:cxn ang="0">
                    <a:pos x="T8" y="T9"/>
                  </a:cxn>
                </a:cxnLst>
                <a:rect l="0" t="0" r="r" b="b"/>
                <a:pathLst>
                  <a:path w="1665" h="1191">
                    <a:moveTo>
                      <a:pt x="1665" y="1191"/>
                    </a:moveTo>
                    <a:lnTo>
                      <a:pt x="1627" y="395"/>
                    </a:lnTo>
                    <a:lnTo>
                      <a:pt x="414" y="0"/>
                    </a:lnTo>
                    <a:lnTo>
                      <a:pt x="0" y="646"/>
                    </a:lnTo>
                    <a:lnTo>
                      <a:pt x="1665" y="1191"/>
                    </a:lnTo>
                    <a:close/>
                  </a:path>
                </a:pathLst>
              </a:custGeom>
              <a:gradFill>
                <a:gsLst>
                  <a:gs pos="0">
                    <a:schemeClr val="accent5"/>
                  </a:gs>
                  <a:gs pos="100000">
                    <a:schemeClr val="accent1"/>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b="1" dirty="0"/>
              </a:p>
            </p:txBody>
          </p:sp>
        </p:grpSp>
        <p:grpSp>
          <p:nvGrpSpPr>
            <p:cNvPr id="5" name="Group 4">
              <a:extLst>
                <a:ext uri="{FF2B5EF4-FFF2-40B4-BE49-F238E27FC236}">
                  <a16:creationId xmlns:a16="http://schemas.microsoft.com/office/drawing/2014/main" id="{5F163FB9-D079-8041-B898-342142DC9320}"/>
                </a:ext>
              </a:extLst>
            </p:cNvPr>
            <p:cNvGrpSpPr/>
            <p:nvPr/>
          </p:nvGrpSpPr>
          <p:grpSpPr>
            <a:xfrm>
              <a:off x="15282947" y="3591823"/>
              <a:ext cx="5362103" cy="3296614"/>
              <a:chOff x="2848351" y="2766777"/>
              <a:chExt cx="2176413" cy="1338056"/>
            </a:xfrm>
          </p:grpSpPr>
          <p:sp>
            <p:nvSpPr>
              <p:cNvPr id="9" name="Freeform 11">
                <a:extLst>
                  <a:ext uri="{FF2B5EF4-FFF2-40B4-BE49-F238E27FC236}">
                    <a16:creationId xmlns:a16="http://schemas.microsoft.com/office/drawing/2014/main" id="{0CF2E65A-B9BA-D549-9AE5-7692E18D8622}"/>
                  </a:ext>
                </a:extLst>
              </p:cNvPr>
              <p:cNvSpPr>
                <a:spLocks/>
              </p:cNvSpPr>
              <p:nvPr/>
            </p:nvSpPr>
            <p:spPr bwMode="auto">
              <a:xfrm>
                <a:off x="3298691" y="2766777"/>
                <a:ext cx="1291258" cy="555882"/>
              </a:xfrm>
              <a:custGeom>
                <a:avLst/>
                <a:gdLst>
                  <a:gd name="T0" fmla="*/ 0 w 1187"/>
                  <a:gd name="T1" fmla="*/ 206 h 511"/>
                  <a:gd name="T2" fmla="*/ 513 w 1187"/>
                  <a:gd name="T3" fmla="*/ 0 h 511"/>
                  <a:gd name="T4" fmla="*/ 1187 w 1187"/>
                  <a:gd name="T5" fmla="*/ 194 h 511"/>
                  <a:gd name="T6" fmla="*/ 662 w 1187"/>
                  <a:gd name="T7" fmla="*/ 511 h 511"/>
                  <a:gd name="T8" fmla="*/ 0 w 1187"/>
                  <a:gd name="T9" fmla="*/ 206 h 511"/>
                </a:gdLst>
                <a:ahLst/>
                <a:cxnLst>
                  <a:cxn ang="0">
                    <a:pos x="T0" y="T1"/>
                  </a:cxn>
                  <a:cxn ang="0">
                    <a:pos x="T2" y="T3"/>
                  </a:cxn>
                  <a:cxn ang="0">
                    <a:pos x="T4" y="T5"/>
                  </a:cxn>
                  <a:cxn ang="0">
                    <a:pos x="T6" y="T7"/>
                  </a:cxn>
                  <a:cxn ang="0">
                    <a:pos x="T8" y="T9"/>
                  </a:cxn>
                </a:cxnLst>
                <a:rect l="0" t="0" r="r" b="b"/>
                <a:pathLst>
                  <a:path w="1187" h="511">
                    <a:moveTo>
                      <a:pt x="0" y="206"/>
                    </a:moveTo>
                    <a:lnTo>
                      <a:pt x="513" y="0"/>
                    </a:lnTo>
                    <a:lnTo>
                      <a:pt x="1187" y="194"/>
                    </a:lnTo>
                    <a:lnTo>
                      <a:pt x="662" y="511"/>
                    </a:lnTo>
                    <a:lnTo>
                      <a:pt x="0" y="206"/>
                    </a:lnTo>
                    <a:close/>
                  </a:path>
                </a:pathLst>
              </a:custGeom>
              <a:gradFill>
                <a:gsLst>
                  <a:gs pos="0">
                    <a:schemeClr val="accent5"/>
                  </a:gs>
                  <a:gs pos="87000">
                    <a:schemeClr val="accent1"/>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b="1" dirty="0"/>
              </a:p>
            </p:txBody>
          </p:sp>
          <p:sp>
            <p:nvSpPr>
              <p:cNvPr id="10" name="Freeform 9">
                <a:extLst>
                  <a:ext uri="{FF2B5EF4-FFF2-40B4-BE49-F238E27FC236}">
                    <a16:creationId xmlns:a16="http://schemas.microsoft.com/office/drawing/2014/main" id="{8A2DA7B9-F913-934A-87D7-95109C7FD7F8}"/>
                  </a:ext>
                </a:extLst>
              </p:cNvPr>
              <p:cNvSpPr>
                <a:spLocks/>
              </p:cNvSpPr>
              <p:nvPr/>
            </p:nvSpPr>
            <p:spPr bwMode="auto">
              <a:xfrm>
                <a:off x="4007640" y="2982189"/>
                <a:ext cx="1017124" cy="1122644"/>
              </a:xfrm>
              <a:custGeom>
                <a:avLst/>
                <a:gdLst>
                  <a:gd name="T0" fmla="*/ 532 w 935"/>
                  <a:gd name="T1" fmla="*/ 0 h 1032"/>
                  <a:gd name="T2" fmla="*/ 0 w 935"/>
                  <a:gd name="T3" fmla="*/ 230 h 1032"/>
                  <a:gd name="T4" fmla="*/ 38 w 935"/>
                  <a:gd name="T5" fmla="*/ 1032 h 1032"/>
                  <a:gd name="T6" fmla="*/ 935 w 935"/>
                  <a:gd name="T7" fmla="*/ 646 h 1032"/>
                  <a:gd name="T8" fmla="*/ 532 w 935"/>
                  <a:gd name="T9" fmla="*/ 0 h 1032"/>
                </a:gdLst>
                <a:ahLst/>
                <a:cxnLst>
                  <a:cxn ang="0">
                    <a:pos x="T0" y="T1"/>
                  </a:cxn>
                  <a:cxn ang="0">
                    <a:pos x="T2" y="T3"/>
                  </a:cxn>
                  <a:cxn ang="0">
                    <a:pos x="T4" y="T5"/>
                  </a:cxn>
                  <a:cxn ang="0">
                    <a:pos x="T6" y="T7"/>
                  </a:cxn>
                  <a:cxn ang="0">
                    <a:pos x="T8" y="T9"/>
                  </a:cxn>
                </a:cxnLst>
                <a:rect l="0" t="0" r="r" b="b"/>
                <a:pathLst>
                  <a:path w="935" h="1032">
                    <a:moveTo>
                      <a:pt x="532" y="0"/>
                    </a:moveTo>
                    <a:lnTo>
                      <a:pt x="0" y="230"/>
                    </a:lnTo>
                    <a:lnTo>
                      <a:pt x="38" y="1032"/>
                    </a:lnTo>
                    <a:lnTo>
                      <a:pt x="935" y="646"/>
                    </a:lnTo>
                    <a:lnTo>
                      <a:pt x="532" y="0"/>
                    </a:lnTo>
                    <a:close/>
                  </a:path>
                </a:pathLst>
              </a:custGeom>
              <a:gradFill>
                <a:gsLst>
                  <a:gs pos="0">
                    <a:schemeClr val="accent5"/>
                  </a:gs>
                  <a:gs pos="100000">
                    <a:schemeClr val="accent1"/>
                  </a:gs>
                </a:gsLst>
                <a:lin ang="13500000" scaled="1"/>
              </a:gradFill>
              <a:ln>
                <a:noFill/>
              </a:ln>
            </p:spPr>
            <p:txBody>
              <a:bodyPr vert="horz" wrap="square" lIns="91440" tIns="45720" rIns="91440" bIns="45720" numCol="1" anchor="t" anchorCtr="0" compatLnSpc="1">
                <a:prstTxWarp prst="textNoShape">
                  <a:avLst/>
                </a:prstTxWarp>
              </a:bodyPr>
              <a:lstStyle/>
              <a:p>
                <a:endParaRPr lang="en-US" sz="1500" b="1" dirty="0">
                  <a:ea typeface="Questrial" charset="0"/>
                  <a:cs typeface="Questrial" charset="0"/>
                </a:endParaRPr>
              </a:p>
            </p:txBody>
          </p:sp>
          <p:sp>
            <p:nvSpPr>
              <p:cNvPr id="11" name="Freeform 18">
                <a:extLst>
                  <a:ext uri="{FF2B5EF4-FFF2-40B4-BE49-F238E27FC236}">
                    <a16:creationId xmlns:a16="http://schemas.microsoft.com/office/drawing/2014/main" id="{5BBF3A2C-229C-2B4B-B51D-8DAC4C3D71DD}"/>
                  </a:ext>
                </a:extLst>
              </p:cNvPr>
              <p:cNvSpPr>
                <a:spLocks/>
              </p:cNvSpPr>
              <p:nvPr/>
            </p:nvSpPr>
            <p:spPr bwMode="auto">
              <a:xfrm>
                <a:off x="2848351" y="2995243"/>
                <a:ext cx="1208582" cy="1109589"/>
              </a:xfrm>
              <a:custGeom>
                <a:avLst/>
                <a:gdLst>
                  <a:gd name="T0" fmla="*/ 1111 w 1111"/>
                  <a:gd name="T1" fmla="*/ 1020 h 1020"/>
                  <a:gd name="T2" fmla="*/ 1076 w 1111"/>
                  <a:gd name="T3" fmla="*/ 215 h 1020"/>
                  <a:gd name="T4" fmla="*/ 418 w 1111"/>
                  <a:gd name="T5" fmla="*/ 0 h 1020"/>
                  <a:gd name="T6" fmla="*/ 0 w 1111"/>
                  <a:gd name="T7" fmla="*/ 655 h 1020"/>
                  <a:gd name="T8" fmla="*/ 1111 w 1111"/>
                  <a:gd name="T9" fmla="*/ 1020 h 1020"/>
                </a:gdLst>
                <a:ahLst/>
                <a:cxnLst>
                  <a:cxn ang="0">
                    <a:pos x="T0" y="T1"/>
                  </a:cxn>
                  <a:cxn ang="0">
                    <a:pos x="T2" y="T3"/>
                  </a:cxn>
                  <a:cxn ang="0">
                    <a:pos x="T4" y="T5"/>
                  </a:cxn>
                  <a:cxn ang="0">
                    <a:pos x="T6" y="T7"/>
                  </a:cxn>
                  <a:cxn ang="0">
                    <a:pos x="T8" y="T9"/>
                  </a:cxn>
                </a:cxnLst>
                <a:rect l="0" t="0" r="r" b="b"/>
                <a:pathLst>
                  <a:path w="1111" h="1020">
                    <a:moveTo>
                      <a:pt x="1111" y="1020"/>
                    </a:moveTo>
                    <a:lnTo>
                      <a:pt x="1076" y="215"/>
                    </a:lnTo>
                    <a:lnTo>
                      <a:pt x="418" y="0"/>
                    </a:lnTo>
                    <a:lnTo>
                      <a:pt x="0" y="655"/>
                    </a:lnTo>
                    <a:lnTo>
                      <a:pt x="1111" y="1020"/>
                    </a:lnTo>
                    <a:close/>
                  </a:path>
                </a:pathLst>
              </a:custGeom>
              <a:gradFill>
                <a:gsLst>
                  <a:gs pos="0">
                    <a:schemeClr val="accent5"/>
                  </a:gs>
                  <a:gs pos="100000">
                    <a:schemeClr val="accent1"/>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b="1" dirty="0"/>
              </a:p>
            </p:txBody>
          </p:sp>
        </p:grpSp>
        <p:grpSp>
          <p:nvGrpSpPr>
            <p:cNvPr id="6" name="Group 5">
              <a:extLst>
                <a:ext uri="{FF2B5EF4-FFF2-40B4-BE49-F238E27FC236}">
                  <a16:creationId xmlns:a16="http://schemas.microsoft.com/office/drawing/2014/main" id="{F99F0DBD-20D4-2C44-A2B0-AA60C69DE669}"/>
                </a:ext>
              </a:extLst>
            </p:cNvPr>
            <p:cNvGrpSpPr/>
            <p:nvPr/>
          </p:nvGrpSpPr>
          <p:grpSpPr>
            <a:xfrm>
              <a:off x="16649810" y="1625431"/>
              <a:ext cx="2678525" cy="2623079"/>
              <a:chOff x="3403144" y="1968642"/>
              <a:chExt cx="1087181" cy="1064676"/>
            </a:xfrm>
          </p:grpSpPr>
          <p:sp>
            <p:nvSpPr>
              <p:cNvPr id="7" name="Freeform 15">
                <a:extLst>
                  <a:ext uri="{FF2B5EF4-FFF2-40B4-BE49-F238E27FC236}">
                    <a16:creationId xmlns:a16="http://schemas.microsoft.com/office/drawing/2014/main" id="{8BE16D75-6AEC-DD43-ADFB-A529C9539298}"/>
                  </a:ext>
                </a:extLst>
              </p:cNvPr>
              <p:cNvSpPr>
                <a:spLocks/>
              </p:cNvSpPr>
              <p:nvPr/>
            </p:nvSpPr>
            <p:spPr bwMode="auto">
              <a:xfrm>
                <a:off x="3952936" y="1968642"/>
                <a:ext cx="537389" cy="1063900"/>
              </a:xfrm>
              <a:custGeom>
                <a:avLst/>
                <a:gdLst>
                  <a:gd name="T0" fmla="*/ 0 w 494"/>
                  <a:gd name="T1" fmla="*/ 0 h 978"/>
                  <a:gd name="T2" fmla="*/ 45 w 494"/>
                  <a:gd name="T3" fmla="*/ 978 h 978"/>
                  <a:gd name="T4" fmla="*/ 494 w 494"/>
                  <a:gd name="T5" fmla="*/ 784 h 978"/>
                  <a:gd name="T6" fmla="*/ 0 w 494"/>
                  <a:gd name="T7" fmla="*/ 0 h 978"/>
                </a:gdLst>
                <a:ahLst/>
                <a:cxnLst>
                  <a:cxn ang="0">
                    <a:pos x="T0" y="T1"/>
                  </a:cxn>
                  <a:cxn ang="0">
                    <a:pos x="T2" y="T3"/>
                  </a:cxn>
                  <a:cxn ang="0">
                    <a:pos x="T4" y="T5"/>
                  </a:cxn>
                  <a:cxn ang="0">
                    <a:pos x="T6" y="T7"/>
                  </a:cxn>
                </a:cxnLst>
                <a:rect l="0" t="0" r="r" b="b"/>
                <a:pathLst>
                  <a:path w="494" h="978">
                    <a:moveTo>
                      <a:pt x="0" y="0"/>
                    </a:moveTo>
                    <a:lnTo>
                      <a:pt x="45" y="978"/>
                    </a:lnTo>
                    <a:lnTo>
                      <a:pt x="494" y="784"/>
                    </a:lnTo>
                    <a:lnTo>
                      <a:pt x="0" y="0"/>
                    </a:lnTo>
                    <a:close/>
                  </a:path>
                </a:pathLst>
              </a:custGeom>
              <a:gradFill>
                <a:gsLst>
                  <a:gs pos="0">
                    <a:schemeClr val="accent5"/>
                  </a:gs>
                  <a:gs pos="100000">
                    <a:schemeClr val="accent1"/>
                  </a:gs>
                </a:gsLst>
                <a:lin ang="13500000" scaled="1"/>
              </a:gradFill>
              <a:ln>
                <a:noFill/>
              </a:ln>
            </p:spPr>
            <p:txBody>
              <a:bodyPr vert="horz" wrap="square" lIns="91440" tIns="45720" rIns="91440" bIns="45720" numCol="1" anchor="t" anchorCtr="0" compatLnSpc="1">
                <a:prstTxWarp prst="textNoShape">
                  <a:avLst/>
                </a:prstTxWarp>
              </a:bodyPr>
              <a:lstStyle/>
              <a:p>
                <a:endParaRPr lang="en-US" sz="1500" b="1" dirty="0">
                  <a:ea typeface="Questrial" charset="0"/>
                  <a:cs typeface="Questrial" charset="0"/>
                </a:endParaRPr>
              </a:p>
            </p:txBody>
          </p:sp>
          <p:sp>
            <p:nvSpPr>
              <p:cNvPr id="8" name="Freeform 7">
                <a:extLst>
                  <a:ext uri="{FF2B5EF4-FFF2-40B4-BE49-F238E27FC236}">
                    <a16:creationId xmlns:a16="http://schemas.microsoft.com/office/drawing/2014/main" id="{C536AA10-8B5C-7F4F-A88E-F862B8E636D2}"/>
                  </a:ext>
                </a:extLst>
              </p:cNvPr>
              <p:cNvSpPr>
                <a:spLocks/>
              </p:cNvSpPr>
              <p:nvPr/>
            </p:nvSpPr>
            <p:spPr bwMode="auto">
              <a:xfrm>
                <a:off x="3403144" y="1972682"/>
                <a:ext cx="602660" cy="1060636"/>
              </a:xfrm>
              <a:custGeom>
                <a:avLst/>
                <a:gdLst>
                  <a:gd name="T0" fmla="*/ 554 w 554"/>
                  <a:gd name="T1" fmla="*/ 975 h 975"/>
                  <a:gd name="T2" fmla="*/ 0 w 554"/>
                  <a:gd name="T3" fmla="*/ 793 h 975"/>
                  <a:gd name="T4" fmla="*/ 509 w 554"/>
                  <a:gd name="T5" fmla="*/ 0 h 975"/>
                  <a:gd name="T6" fmla="*/ 554 w 554"/>
                  <a:gd name="T7" fmla="*/ 975 h 975"/>
                </a:gdLst>
                <a:ahLst/>
                <a:cxnLst>
                  <a:cxn ang="0">
                    <a:pos x="T0" y="T1"/>
                  </a:cxn>
                  <a:cxn ang="0">
                    <a:pos x="T2" y="T3"/>
                  </a:cxn>
                  <a:cxn ang="0">
                    <a:pos x="T4" y="T5"/>
                  </a:cxn>
                  <a:cxn ang="0">
                    <a:pos x="T6" y="T7"/>
                  </a:cxn>
                </a:cxnLst>
                <a:rect l="0" t="0" r="r" b="b"/>
                <a:pathLst>
                  <a:path w="554" h="975">
                    <a:moveTo>
                      <a:pt x="554" y="975"/>
                    </a:moveTo>
                    <a:lnTo>
                      <a:pt x="0" y="793"/>
                    </a:lnTo>
                    <a:lnTo>
                      <a:pt x="509" y="0"/>
                    </a:lnTo>
                    <a:lnTo>
                      <a:pt x="554" y="975"/>
                    </a:lnTo>
                    <a:close/>
                  </a:path>
                </a:pathLst>
              </a:custGeom>
              <a:gradFill>
                <a:gsLst>
                  <a:gs pos="0">
                    <a:schemeClr val="accent5"/>
                  </a:gs>
                  <a:gs pos="100000">
                    <a:schemeClr val="accent1"/>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b="1" dirty="0"/>
              </a:p>
            </p:txBody>
          </p:sp>
        </p:grpSp>
      </p:grpSp>
      <p:sp>
        <p:nvSpPr>
          <p:cNvPr id="18" name="TextBox 17">
            <a:extLst>
              <a:ext uri="{FF2B5EF4-FFF2-40B4-BE49-F238E27FC236}">
                <a16:creationId xmlns:a16="http://schemas.microsoft.com/office/drawing/2014/main" id="{CF301D5F-D686-B747-8D1D-2F46CE155185}"/>
              </a:ext>
            </a:extLst>
          </p:cNvPr>
          <p:cNvSpPr txBox="1"/>
          <p:nvPr/>
        </p:nvSpPr>
        <p:spPr>
          <a:xfrm>
            <a:off x="2192331" y="3041545"/>
            <a:ext cx="8962104" cy="2308324"/>
          </a:xfrm>
          <a:prstGeom prst="rect">
            <a:avLst/>
          </a:prstGeom>
          <a:noFill/>
        </p:spPr>
        <p:txBody>
          <a:bodyPr wrap="square" rtlCol="0">
            <a:spAutoFit/>
          </a:bodyPr>
          <a:lstStyle/>
          <a:p>
            <a:r>
              <a:rPr lang="en-ID" sz="7200" b="1">
                <a:solidFill>
                  <a:schemeClr val="tx2"/>
                </a:solidFill>
                <a:latin typeface="Poppins" pitchFamily="2" charset="77"/>
                <a:ea typeface="Open Sans" panose="020B0606030504020204" pitchFamily="34" charset="0"/>
                <a:cs typeface="Poppins" pitchFamily="2" charset="77"/>
              </a:rPr>
              <a:t>3D Pyramid Sales Infographics</a:t>
            </a:r>
            <a:endParaRPr sz="7200" b="1">
              <a:solidFill>
                <a:schemeClr val="tx2"/>
              </a:solidFill>
              <a:latin typeface="Poppins" pitchFamily="2" charset="77"/>
              <a:ea typeface="Open Sans" panose="020B0606030504020204" pitchFamily="34" charset="0"/>
              <a:cs typeface="Poppins" pitchFamily="2" charset="77"/>
            </a:endParaRPr>
          </a:p>
        </p:txBody>
      </p:sp>
      <p:sp>
        <p:nvSpPr>
          <p:cNvPr id="19" name="TextBox 18">
            <a:extLst>
              <a:ext uri="{FF2B5EF4-FFF2-40B4-BE49-F238E27FC236}">
                <a16:creationId xmlns:a16="http://schemas.microsoft.com/office/drawing/2014/main" id="{45C4E90B-6299-6541-9DDF-674F51A63EFC}"/>
              </a:ext>
            </a:extLst>
          </p:cNvPr>
          <p:cNvSpPr txBox="1"/>
          <p:nvPr/>
        </p:nvSpPr>
        <p:spPr>
          <a:xfrm>
            <a:off x="2192330" y="2633808"/>
            <a:ext cx="2371162" cy="369332"/>
          </a:xfrm>
          <a:prstGeom prst="rect">
            <a:avLst/>
          </a:prstGeom>
          <a:noFill/>
        </p:spPr>
        <p:txBody>
          <a:bodyPr wrap="none" rtlCol="0">
            <a:spAutoFit/>
          </a:bodyPr>
          <a:lstStyle/>
          <a:p>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INFOGRAPHICS</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TextBox 19">
            <a:extLst>
              <a:ext uri="{FF2B5EF4-FFF2-40B4-BE49-F238E27FC236}">
                <a16:creationId xmlns:a16="http://schemas.microsoft.com/office/drawing/2014/main" id="{BA56998F-D13B-B942-9C2D-947FAC6B73E8}"/>
              </a:ext>
            </a:extLst>
          </p:cNvPr>
          <p:cNvSpPr txBox="1"/>
          <p:nvPr/>
        </p:nvSpPr>
        <p:spPr>
          <a:xfrm>
            <a:off x="2192330" y="5698524"/>
            <a:ext cx="9561723" cy="1695272"/>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Donec viverra eleifend lacus, vitae ullamcorper metus. Sed sollicitudin</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1" name="Arc 20">
            <a:extLst>
              <a:ext uri="{FF2B5EF4-FFF2-40B4-BE49-F238E27FC236}">
                <a16:creationId xmlns:a16="http://schemas.microsoft.com/office/drawing/2014/main" id="{7B5F6DA2-2189-A54B-9334-CCA1F34239C0}"/>
              </a:ext>
            </a:extLst>
          </p:cNvPr>
          <p:cNvSpPr/>
          <p:nvPr/>
        </p:nvSpPr>
        <p:spPr>
          <a:xfrm>
            <a:off x="3832053" y="8705135"/>
            <a:ext cx="1828800" cy="1828800"/>
          </a:xfrm>
          <a:prstGeom prst="arc">
            <a:avLst>
              <a:gd name="adj1" fmla="val 16200000"/>
              <a:gd name="adj2" fmla="val 13680766"/>
            </a:avLst>
          </a:prstGeom>
          <a:ln w="127000" cap="rnd">
            <a:gradFill flip="none" rotWithShape="1">
              <a:gsLst>
                <a:gs pos="0">
                  <a:schemeClr val="accent2"/>
                </a:gs>
                <a:gs pos="100000">
                  <a:schemeClr val="accent4"/>
                </a:gs>
              </a:gsLst>
              <a:path path="circle">
                <a:fillToRect r="100000" b="100000"/>
              </a:path>
              <a:tileRect l="-100000" t="-100000"/>
            </a:gradFill>
            <a:round/>
          </a:ln>
          <a:effectLst>
            <a:outerShdw blurRad="393700" dist="38100" dir="2700000" sx="105000" sy="105000" algn="tl" rotWithShape="0">
              <a:schemeClr val="accent4">
                <a:alpha val="17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2" name="TextBox 21">
            <a:extLst>
              <a:ext uri="{FF2B5EF4-FFF2-40B4-BE49-F238E27FC236}">
                <a16:creationId xmlns:a16="http://schemas.microsoft.com/office/drawing/2014/main" id="{1B44BB62-A1BF-FD44-B4D7-3C8B2DE02424}"/>
              </a:ext>
            </a:extLst>
          </p:cNvPr>
          <p:cNvSpPr txBox="1"/>
          <p:nvPr/>
        </p:nvSpPr>
        <p:spPr>
          <a:xfrm>
            <a:off x="4162177" y="9320432"/>
            <a:ext cx="1168551" cy="646331"/>
          </a:xfrm>
          <a:prstGeom prst="rect">
            <a:avLst/>
          </a:prstGeom>
          <a:noFill/>
        </p:spPr>
        <p:txBody>
          <a:bodyPr wrap="square" rtlCol="0">
            <a:spAutoFit/>
          </a:bodyPr>
          <a:lstStyle/>
          <a:p>
            <a:pPr algn="ctr"/>
            <a:r>
              <a:rPr lang="en-ID" sz="3600" b="1">
                <a:solidFill>
                  <a:schemeClr val="accent1"/>
                </a:solidFill>
                <a:latin typeface="Poppins" pitchFamily="2" charset="77"/>
                <a:ea typeface="Open Sans" panose="020B0606030504020204" pitchFamily="34" charset="0"/>
                <a:cs typeface="Poppins" pitchFamily="2" charset="77"/>
              </a:rPr>
              <a:t>90%</a:t>
            </a:r>
            <a:endParaRPr sz="3600" b="1">
              <a:solidFill>
                <a:schemeClr val="accent1"/>
              </a:solidFill>
              <a:latin typeface="Poppins" pitchFamily="2" charset="77"/>
              <a:ea typeface="Open Sans" panose="020B0606030504020204" pitchFamily="34" charset="0"/>
              <a:cs typeface="Poppins" pitchFamily="2" charset="77"/>
            </a:endParaRPr>
          </a:p>
        </p:txBody>
      </p:sp>
      <p:sp>
        <p:nvSpPr>
          <p:cNvPr id="23" name="TextBox 22">
            <a:extLst>
              <a:ext uri="{FF2B5EF4-FFF2-40B4-BE49-F238E27FC236}">
                <a16:creationId xmlns:a16="http://schemas.microsoft.com/office/drawing/2014/main" id="{8B9C5C68-D5F8-684D-B083-C47AAFBFC88E}"/>
              </a:ext>
            </a:extLst>
          </p:cNvPr>
          <p:cNvSpPr txBox="1"/>
          <p:nvPr/>
        </p:nvSpPr>
        <p:spPr>
          <a:xfrm>
            <a:off x="3099213" y="10816718"/>
            <a:ext cx="3294492" cy="400110"/>
          </a:xfrm>
          <a:prstGeom prst="rect">
            <a:avLst/>
          </a:prstGeom>
          <a:noFill/>
        </p:spPr>
        <p:txBody>
          <a:bodyPr wrap="none" rtlCol="0">
            <a:spAutoFit/>
          </a:bodyPr>
          <a:lstStyle/>
          <a:p>
            <a:pPr algn="ctr"/>
            <a:r>
              <a:rPr lang="en-US" sz="20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PROJECT COMPLETE</a:t>
            </a:r>
            <a:endParaRPr sz="20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Arc 23">
            <a:extLst>
              <a:ext uri="{FF2B5EF4-FFF2-40B4-BE49-F238E27FC236}">
                <a16:creationId xmlns:a16="http://schemas.microsoft.com/office/drawing/2014/main" id="{2A1A41BE-4787-4942-8BEC-6071B875803F}"/>
              </a:ext>
            </a:extLst>
          </p:cNvPr>
          <p:cNvSpPr/>
          <p:nvPr/>
        </p:nvSpPr>
        <p:spPr>
          <a:xfrm>
            <a:off x="7770566" y="8705135"/>
            <a:ext cx="1828800" cy="1828800"/>
          </a:xfrm>
          <a:prstGeom prst="arc">
            <a:avLst>
              <a:gd name="adj1" fmla="val 16200000"/>
              <a:gd name="adj2" fmla="val 11822581"/>
            </a:avLst>
          </a:prstGeom>
          <a:ln w="127000" cap="rnd">
            <a:gradFill flip="none" rotWithShape="1">
              <a:gsLst>
                <a:gs pos="0">
                  <a:srgbClr val="FFC000"/>
                </a:gs>
                <a:gs pos="100000">
                  <a:srgbClr val="FF0000">
                    <a:alpha val="56000"/>
                  </a:srgbClr>
                </a:gs>
              </a:gsLst>
              <a:path path="circle">
                <a:fillToRect r="100000" b="100000"/>
              </a:path>
              <a:tileRect l="-100000" t="-100000"/>
            </a:gradFill>
            <a:round/>
          </a:ln>
          <a:effectLst>
            <a:outerShdw blurRad="393700" dist="38100" dir="2700000" sx="105000" sy="105000" algn="tl" rotWithShape="0">
              <a:srgbClr val="FFC000">
                <a:alpha val="17000"/>
              </a:srgb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5" name="TextBox 24">
            <a:extLst>
              <a:ext uri="{FF2B5EF4-FFF2-40B4-BE49-F238E27FC236}">
                <a16:creationId xmlns:a16="http://schemas.microsoft.com/office/drawing/2014/main" id="{D77F5E51-B866-3A4F-A5CB-D7C42CCA0452}"/>
              </a:ext>
            </a:extLst>
          </p:cNvPr>
          <p:cNvSpPr txBox="1"/>
          <p:nvPr/>
        </p:nvSpPr>
        <p:spPr>
          <a:xfrm>
            <a:off x="8052193" y="9320432"/>
            <a:ext cx="1265546" cy="646331"/>
          </a:xfrm>
          <a:prstGeom prst="rect">
            <a:avLst/>
          </a:prstGeom>
          <a:noFill/>
        </p:spPr>
        <p:txBody>
          <a:bodyPr wrap="square" rtlCol="0">
            <a:spAutoFit/>
          </a:bodyPr>
          <a:lstStyle/>
          <a:p>
            <a:pPr algn="ctr"/>
            <a:r>
              <a:rPr lang="en-ID" sz="3600" b="1">
                <a:solidFill>
                  <a:srgbClr val="FFC000"/>
                </a:solidFill>
                <a:latin typeface="Poppins" pitchFamily="2" charset="77"/>
                <a:ea typeface="Open Sans" panose="020B0606030504020204" pitchFamily="34" charset="0"/>
                <a:cs typeface="Poppins" pitchFamily="2" charset="77"/>
              </a:rPr>
              <a:t>86%</a:t>
            </a:r>
            <a:endParaRPr sz="3600" b="1">
              <a:solidFill>
                <a:srgbClr val="FFC000"/>
              </a:solidFill>
              <a:latin typeface="Poppins" pitchFamily="2" charset="77"/>
              <a:ea typeface="Open Sans" panose="020B0606030504020204" pitchFamily="34" charset="0"/>
              <a:cs typeface="Poppins" pitchFamily="2" charset="77"/>
            </a:endParaRPr>
          </a:p>
        </p:txBody>
      </p:sp>
      <p:sp>
        <p:nvSpPr>
          <p:cNvPr id="26" name="TextBox 25">
            <a:extLst>
              <a:ext uri="{FF2B5EF4-FFF2-40B4-BE49-F238E27FC236}">
                <a16:creationId xmlns:a16="http://schemas.microsoft.com/office/drawing/2014/main" id="{7DED0EAF-F090-A14C-BA7F-FC8F4066868C}"/>
              </a:ext>
            </a:extLst>
          </p:cNvPr>
          <p:cNvSpPr txBox="1"/>
          <p:nvPr/>
        </p:nvSpPr>
        <p:spPr>
          <a:xfrm>
            <a:off x="7349510" y="10816718"/>
            <a:ext cx="2670924" cy="400110"/>
          </a:xfrm>
          <a:prstGeom prst="rect">
            <a:avLst/>
          </a:prstGeom>
          <a:noFill/>
        </p:spPr>
        <p:txBody>
          <a:bodyPr wrap="none" rtlCol="0">
            <a:spAutoFit/>
          </a:bodyPr>
          <a:lstStyle/>
          <a:p>
            <a:pPr algn="ctr"/>
            <a:r>
              <a:rPr lang="en-US" sz="20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SALES REVENUE</a:t>
            </a:r>
            <a:endParaRPr sz="20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28" name="Straight Connector 27">
            <a:extLst>
              <a:ext uri="{FF2B5EF4-FFF2-40B4-BE49-F238E27FC236}">
                <a16:creationId xmlns:a16="http://schemas.microsoft.com/office/drawing/2014/main" id="{E351582F-864F-6242-AC15-6531C32E905E}"/>
              </a:ext>
            </a:extLst>
          </p:cNvPr>
          <p:cNvCxnSpPr>
            <a:cxnSpLocks/>
          </p:cNvCxnSpPr>
          <p:nvPr/>
        </p:nvCxnSpPr>
        <p:spPr>
          <a:xfrm>
            <a:off x="22282741" y="0"/>
            <a:ext cx="0" cy="1371600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762A49A4-8CD9-A04B-9503-BB01965AD5BC}"/>
              </a:ext>
            </a:extLst>
          </p:cNvPr>
          <p:cNvSpPr/>
          <p:nvPr/>
        </p:nvSpPr>
        <p:spPr>
          <a:xfrm>
            <a:off x="22851152" y="598208"/>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0" name="TextBox 29">
            <a:extLst>
              <a:ext uri="{FF2B5EF4-FFF2-40B4-BE49-F238E27FC236}">
                <a16:creationId xmlns:a16="http://schemas.microsoft.com/office/drawing/2014/main" id="{035A2708-88D1-E74C-8994-2B1194CF4990}"/>
              </a:ext>
            </a:extLst>
          </p:cNvPr>
          <p:cNvSpPr txBox="1"/>
          <p:nvPr/>
        </p:nvSpPr>
        <p:spPr>
          <a:xfrm rot="5400000">
            <a:off x="22327433" y="2425394"/>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31" name="TextBox 30">
            <a:extLst>
              <a:ext uri="{FF2B5EF4-FFF2-40B4-BE49-F238E27FC236}">
                <a16:creationId xmlns:a16="http://schemas.microsoft.com/office/drawing/2014/main" id="{07B7364A-1AFA-B149-89A5-E385C2701BCC}"/>
              </a:ext>
            </a:extLst>
          </p:cNvPr>
          <p:cNvSpPr txBox="1"/>
          <p:nvPr/>
        </p:nvSpPr>
        <p:spPr>
          <a:xfrm rot="5400000">
            <a:off x="21971566" y="11469386"/>
            <a:ext cx="2616422"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MASDIKASTUDIO</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32" name="Straight Connector 31">
            <a:extLst>
              <a:ext uri="{FF2B5EF4-FFF2-40B4-BE49-F238E27FC236}">
                <a16:creationId xmlns:a16="http://schemas.microsoft.com/office/drawing/2014/main" id="{CCBE8AE5-299D-1B4D-AF6B-46F2E9800037}"/>
              </a:ext>
            </a:extLst>
          </p:cNvPr>
          <p:cNvCxnSpPr>
            <a:cxnSpLocks/>
          </p:cNvCxnSpPr>
          <p:nvPr/>
        </p:nvCxnSpPr>
        <p:spPr>
          <a:xfrm flipH="1">
            <a:off x="0" y="1212112"/>
            <a:ext cx="22282742" cy="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1BB13C01-2F18-B846-8636-04A049AE0E52}"/>
              </a:ext>
            </a:extLst>
          </p:cNvPr>
          <p:cNvSpPr txBox="1"/>
          <p:nvPr/>
        </p:nvSpPr>
        <p:spPr>
          <a:xfrm>
            <a:off x="670836" y="413304"/>
            <a:ext cx="2371162"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INFOGRAPHICS</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1347187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5FFD00E-E5ED-8A42-886D-26E6A8366732}"/>
              </a:ext>
            </a:extLst>
          </p:cNvPr>
          <p:cNvSpPr>
            <a:spLocks noGrp="1"/>
          </p:cNvSpPr>
          <p:nvPr>
            <p:ph type="pic" sz="quarter" idx="10"/>
          </p:nvPr>
        </p:nvSpPr>
        <p:spPr/>
      </p:sp>
      <p:sp>
        <p:nvSpPr>
          <p:cNvPr id="4" name="Oval 3">
            <a:extLst>
              <a:ext uri="{FF2B5EF4-FFF2-40B4-BE49-F238E27FC236}">
                <a16:creationId xmlns:a16="http://schemas.microsoft.com/office/drawing/2014/main" id="{E12A7B1B-9BCE-0940-B667-FC06EB81D80F}"/>
              </a:ext>
            </a:extLst>
          </p:cNvPr>
          <p:cNvSpPr/>
          <p:nvPr/>
        </p:nvSpPr>
        <p:spPr>
          <a:xfrm>
            <a:off x="999662" y="247492"/>
            <a:ext cx="642513" cy="642513"/>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84D6BFD2-BD8B-AA42-84F7-487C39C6CE33}"/>
              </a:ext>
            </a:extLst>
          </p:cNvPr>
          <p:cNvSpPr txBox="1"/>
          <p:nvPr/>
        </p:nvSpPr>
        <p:spPr>
          <a:xfrm>
            <a:off x="1840011" y="245583"/>
            <a:ext cx="1904689" cy="646331"/>
          </a:xfrm>
          <a:prstGeom prst="rect">
            <a:avLst/>
          </a:prstGeom>
          <a:noFill/>
        </p:spPr>
        <p:txBody>
          <a:bodyPr wrap="none" rtlCol="0">
            <a:spAutoFit/>
          </a:bodyPr>
          <a:lstStyle/>
          <a:p>
            <a:r>
              <a:rPr lang="en-US" sz="3600" b="1">
                <a:solidFill>
                  <a:schemeClr val="bg1"/>
                </a:solidFill>
                <a:latin typeface="Poppins" pitchFamily="2" charset="77"/>
                <a:ea typeface="Open Sans" panose="020B0606030504020204" pitchFamily="34" charset="0"/>
                <a:cs typeface="Poppins" pitchFamily="2" charset="77"/>
              </a:rPr>
              <a:t>Lévient</a:t>
            </a:r>
            <a:endParaRPr sz="3600" b="1">
              <a:solidFill>
                <a:schemeClr val="bg1"/>
              </a:solidFill>
              <a:latin typeface="Poppins" pitchFamily="2" charset="77"/>
              <a:ea typeface="Open Sans" panose="020B0606030504020204" pitchFamily="34" charset="0"/>
              <a:cs typeface="Poppins" pitchFamily="2" charset="77"/>
            </a:endParaRPr>
          </a:p>
        </p:txBody>
      </p:sp>
      <p:cxnSp>
        <p:nvCxnSpPr>
          <p:cNvPr id="6" name="Straight Connector 5">
            <a:extLst>
              <a:ext uri="{FF2B5EF4-FFF2-40B4-BE49-F238E27FC236}">
                <a16:creationId xmlns:a16="http://schemas.microsoft.com/office/drawing/2014/main" id="{77508C98-2854-FE40-AAB1-06B8E9233590}"/>
              </a:ext>
            </a:extLst>
          </p:cNvPr>
          <p:cNvCxnSpPr>
            <a:cxnSpLocks/>
          </p:cNvCxnSpPr>
          <p:nvPr/>
        </p:nvCxnSpPr>
        <p:spPr>
          <a:xfrm flipH="1">
            <a:off x="0" y="1212112"/>
            <a:ext cx="24379238" cy="0"/>
          </a:xfrm>
          <a:prstGeom prst="line">
            <a:avLst/>
          </a:prstGeom>
          <a:ln>
            <a:solidFill>
              <a:schemeClr val="accent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CF9E3CF-E245-4F45-8BB5-42568E1B55B3}"/>
              </a:ext>
            </a:extLst>
          </p:cNvPr>
          <p:cNvSpPr txBox="1"/>
          <p:nvPr/>
        </p:nvSpPr>
        <p:spPr>
          <a:xfrm>
            <a:off x="20763154" y="384082"/>
            <a:ext cx="2616422" cy="369332"/>
          </a:xfrm>
          <a:prstGeom prst="rect">
            <a:avLst/>
          </a:prstGeom>
          <a:noFill/>
        </p:spPr>
        <p:txBody>
          <a:bodyPr wrap="none" rtlCol="0">
            <a:spAutoFit/>
          </a:bodyPr>
          <a:lstStyle/>
          <a:p>
            <a:pPr algn="r"/>
            <a:r>
              <a:rPr lang="en-US" b="1" spc="300">
                <a:solidFill>
                  <a:schemeClr val="bg1"/>
                </a:solidFill>
                <a:latin typeface="Open Sans" panose="020B0606030504020204" pitchFamily="34" charset="0"/>
                <a:ea typeface="Open Sans" panose="020B0606030504020204" pitchFamily="34" charset="0"/>
                <a:cs typeface="Open Sans" panose="020B0606030504020204" pitchFamily="34" charset="0"/>
              </a:rPr>
              <a:t>MASDIKASTUDIO</a:t>
            </a:r>
            <a:endParaRPr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Rounded Rectangle 9">
            <a:extLst>
              <a:ext uri="{FF2B5EF4-FFF2-40B4-BE49-F238E27FC236}">
                <a16:creationId xmlns:a16="http://schemas.microsoft.com/office/drawing/2014/main" id="{9B3C1F8C-FC27-2248-AED9-DFE788B09199}"/>
              </a:ext>
            </a:extLst>
          </p:cNvPr>
          <p:cNvSpPr/>
          <p:nvPr/>
        </p:nvSpPr>
        <p:spPr>
          <a:xfrm>
            <a:off x="1642175" y="3511298"/>
            <a:ext cx="9263707" cy="8413136"/>
          </a:xfrm>
          <a:prstGeom prst="roundRect">
            <a:avLst>
              <a:gd name="adj" fmla="val 6450"/>
            </a:avLst>
          </a:prstGeom>
          <a:solidFill>
            <a:schemeClr val="bg1">
              <a:alpha val="9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E36C3D7F-21F2-F74C-8205-7693B7F8CEEA}"/>
              </a:ext>
            </a:extLst>
          </p:cNvPr>
          <p:cNvSpPr txBox="1"/>
          <p:nvPr/>
        </p:nvSpPr>
        <p:spPr>
          <a:xfrm>
            <a:off x="2658892" y="4263654"/>
            <a:ext cx="7230272" cy="5201424"/>
          </a:xfrm>
          <a:prstGeom prst="rect">
            <a:avLst/>
          </a:prstGeom>
          <a:noFill/>
        </p:spPr>
        <p:txBody>
          <a:bodyPr wrap="square" rtlCol="0">
            <a:spAutoFit/>
          </a:bodyPr>
          <a:lstStyle/>
          <a:p>
            <a:pPr algn="ctr"/>
            <a:r>
              <a:rPr lang="en-US" sz="16600" b="1">
                <a:gradFill flip="none" rotWithShape="1">
                  <a:gsLst>
                    <a:gs pos="0">
                      <a:schemeClr val="accent1"/>
                    </a:gs>
                    <a:gs pos="55000">
                      <a:schemeClr val="accent2"/>
                    </a:gs>
                    <a:gs pos="100000">
                      <a:schemeClr val="accent5"/>
                    </a:gs>
                  </a:gsLst>
                  <a:lin ang="18900000" scaled="1"/>
                  <a:tileRect/>
                </a:gradFill>
                <a:effectLst>
                  <a:outerShdw blurRad="482600" dist="38100" dir="8100000" sx="102000" sy="102000" algn="tr" rotWithShape="0">
                    <a:schemeClr val="accent2">
                      <a:alpha val="26000"/>
                    </a:schemeClr>
                  </a:outerShdw>
                </a:effectLst>
                <a:latin typeface="Poppins" pitchFamily="2" charset="77"/>
                <a:cs typeface="Poppins" pitchFamily="2" charset="77"/>
              </a:rPr>
              <a:t>Break</a:t>
            </a:r>
          </a:p>
          <a:p>
            <a:pPr algn="ctr"/>
            <a:r>
              <a:rPr lang="en-US" sz="16600" b="1">
                <a:gradFill flip="none" rotWithShape="1">
                  <a:gsLst>
                    <a:gs pos="0">
                      <a:schemeClr val="accent1"/>
                    </a:gs>
                    <a:gs pos="55000">
                      <a:schemeClr val="accent2"/>
                    </a:gs>
                    <a:gs pos="100000">
                      <a:schemeClr val="accent5"/>
                    </a:gs>
                  </a:gsLst>
                  <a:lin ang="18900000" scaled="1"/>
                  <a:tileRect/>
                </a:gradFill>
                <a:effectLst>
                  <a:outerShdw blurRad="482600" dist="38100" dir="8100000" sx="102000" sy="102000" algn="tr" rotWithShape="0">
                    <a:schemeClr val="accent2">
                      <a:alpha val="26000"/>
                    </a:schemeClr>
                  </a:outerShdw>
                </a:effectLst>
                <a:latin typeface="Poppins" pitchFamily="2" charset="77"/>
                <a:cs typeface="Poppins" pitchFamily="2" charset="77"/>
              </a:rPr>
              <a:t>Slide</a:t>
            </a:r>
            <a:endParaRPr sz="16600" b="1">
              <a:gradFill flip="none" rotWithShape="1">
                <a:gsLst>
                  <a:gs pos="0">
                    <a:schemeClr val="accent1"/>
                  </a:gs>
                  <a:gs pos="55000">
                    <a:schemeClr val="accent2"/>
                  </a:gs>
                  <a:gs pos="100000">
                    <a:schemeClr val="accent5"/>
                  </a:gs>
                </a:gsLst>
                <a:lin ang="18900000" scaled="1"/>
                <a:tileRect/>
              </a:gradFill>
              <a:effectLst>
                <a:outerShdw blurRad="482600" dist="38100" dir="8100000" sx="102000" sy="102000" algn="tr" rotWithShape="0">
                  <a:schemeClr val="accent2">
                    <a:alpha val="26000"/>
                  </a:schemeClr>
                </a:outerShdw>
              </a:effectLst>
              <a:latin typeface="Poppins" pitchFamily="2" charset="77"/>
              <a:cs typeface="Poppins" pitchFamily="2" charset="77"/>
            </a:endParaRPr>
          </a:p>
        </p:txBody>
      </p:sp>
      <p:cxnSp>
        <p:nvCxnSpPr>
          <p:cNvPr id="12" name="Straight Connector 11">
            <a:extLst>
              <a:ext uri="{FF2B5EF4-FFF2-40B4-BE49-F238E27FC236}">
                <a16:creationId xmlns:a16="http://schemas.microsoft.com/office/drawing/2014/main" id="{693E4A78-3D00-FE42-B5EE-7B54B3DF6D09}"/>
              </a:ext>
            </a:extLst>
          </p:cNvPr>
          <p:cNvCxnSpPr>
            <a:cxnSpLocks/>
          </p:cNvCxnSpPr>
          <p:nvPr/>
        </p:nvCxnSpPr>
        <p:spPr>
          <a:xfrm flipH="1">
            <a:off x="1642176" y="9900837"/>
            <a:ext cx="9263706" cy="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13" name="Rounded Rectangle 12">
            <a:extLst>
              <a:ext uri="{FF2B5EF4-FFF2-40B4-BE49-F238E27FC236}">
                <a16:creationId xmlns:a16="http://schemas.microsoft.com/office/drawing/2014/main" id="{B855B033-781D-1B4D-99B6-C66883A0D6D9}"/>
              </a:ext>
            </a:extLst>
          </p:cNvPr>
          <p:cNvSpPr/>
          <p:nvPr/>
        </p:nvSpPr>
        <p:spPr>
          <a:xfrm>
            <a:off x="4516492" y="10348407"/>
            <a:ext cx="3176336" cy="897438"/>
          </a:xfrm>
          <a:prstGeom prst="roundRect">
            <a:avLst>
              <a:gd name="adj" fmla="val 50000"/>
            </a:avLst>
          </a:prstGeom>
          <a:gradFill flip="none" rotWithShape="1">
            <a:gsLst>
              <a:gs pos="0">
                <a:schemeClr val="accent3">
                  <a:lumMod val="90000"/>
                </a:schemeClr>
              </a:gs>
              <a:gs pos="100000">
                <a:srgbClr val="FFC000"/>
              </a:gs>
            </a:gsLst>
            <a:lin ang="13500000" scaled="1"/>
            <a:tileRect/>
          </a:gradFill>
          <a:ln>
            <a:noFill/>
          </a:ln>
          <a:effectLst>
            <a:outerShdw blurRad="457200" dist="38100" dir="8100000" sx="115000" sy="115000" algn="tr" rotWithShape="0">
              <a:srgbClr val="FFC000">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301B35FE-E2DD-1A48-B193-732244AED9F5}"/>
              </a:ext>
            </a:extLst>
          </p:cNvPr>
          <p:cNvSpPr txBox="1"/>
          <p:nvPr/>
        </p:nvSpPr>
        <p:spPr>
          <a:xfrm>
            <a:off x="5047289" y="10597071"/>
            <a:ext cx="2114743" cy="400110"/>
          </a:xfrm>
          <a:prstGeom prst="rect">
            <a:avLst/>
          </a:prstGeom>
          <a:noFill/>
        </p:spPr>
        <p:txBody>
          <a:bodyPr wrap="square" rtlCol="0">
            <a:spAutoFit/>
          </a:bodyPr>
          <a:lstStyle/>
          <a:p>
            <a:pPr algn="ctr"/>
            <a:r>
              <a:rPr lang="en-US" sz="2000" b="1" spc="300">
                <a:solidFill>
                  <a:schemeClr val="bg1"/>
                </a:solidFill>
                <a:latin typeface="Open Sans" panose="020B0606030504020204" pitchFamily="34" charset="0"/>
                <a:ea typeface="Open Sans" panose="020B0606030504020204" pitchFamily="34" charset="0"/>
                <a:cs typeface="Open Sans" panose="020B0606030504020204" pitchFamily="34" charset="0"/>
              </a:rPr>
              <a:t>CONTINUE</a:t>
            </a:r>
            <a:endParaRPr sz="2000"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0223150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DFCAB9-92EA-0C4D-9256-FA799841FBC5}"/>
              </a:ext>
            </a:extLst>
          </p:cNvPr>
          <p:cNvSpPr txBox="1"/>
          <p:nvPr/>
        </p:nvSpPr>
        <p:spPr>
          <a:xfrm>
            <a:off x="3491219" y="3231705"/>
            <a:ext cx="17396799" cy="6447919"/>
          </a:xfrm>
          <a:prstGeom prst="rect">
            <a:avLst/>
          </a:prstGeom>
          <a:noFill/>
        </p:spPr>
        <p:txBody>
          <a:bodyPr wrap="square" rtlCol="0">
            <a:spAutoFit/>
          </a:bodyPr>
          <a:lstStyle/>
          <a:p>
            <a:pPr algn="ctr"/>
            <a:r>
              <a:rPr lang="en-US" sz="41300" b="1">
                <a:gradFill flip="none" rotWithShape="1">
                  <a:gsLst>
                    <a:gs pos="0">
                      <a:schemeClr val="accent1"/>
                    </a:gs>
                    <a:gs pos="55000">
                      <a:schemeClr val="accent2"/>
                    </a:gs>
                    <a:gs pos="100000">
                      <a:schemeClr val="accent5"/>
                    </a:gs>
                  </a:gsLst>
                  <a:lin ang="18900000" scaled="1"/>
                  <a:tileRect/>
                </a:gradFill>
                <a:effectLst>
                  <a:outerShdw blurRad="482600" dist="38100" dir="8100000" sx="102000" sy="102000" algn="tr" rotWithShape="0">
                    <a:schemeClr val="accent2">
                      <a:alpha val="26000"/>
                    </a:schemeClr>
                  </a:outerShdw>
                </a:effectLst>
                <a:latin typeface="Poppins" pitchFamily="2" charset="77"/>
                <a:cs typeface="Poppins" pitchFamily="2" charset="77"/>
              </a:rPr>
              <a:t>SWOT</a:t>
            </a:r>
            <a:endParaRPr sz="41300" b="1">
              <a:gradFill flip="none" rotWithShape="1">
                <a:gsLst>
                  <a:gs pos="0">
                    <a:schemeClr val="accent1"/>
                  </a:gs>
                  <a:gs pos="55000">
                    <a:schemeClr val="accent2"/>
                  </a:gs>
                  <a:gs pos="100000">
                    <a:schemeClr val="accent5"/>
                  </a:gs>
                </a:gsLst>
                <a:lin ang="18900000" scaled="1"/>
                <a:tileRect/>
              </a:gradFill>
              <a:effectLst>
                <a:outerShdw blurRad="482600" dist="38100" dir="8100000" sx="102000" sy="102000" algn="tr" rotWithShape="0">
                  <a:schemeClr val="accent2">
                    <a:alpha val="26000"/>
                  </a:schemeClr>
                </a:outerShdw>
              </a:effectLst>
              <a:latin typeface="Poppins" pitchFamily="2" charset="77"/>
              <a:cs typeface="Poppins" pitchFamily="2" charset="77"/>
            </a:endParaRPr>
          </a:p>
        </p:txBody>
      </p:sp>
      <p:cxnSp>
        <p:nvCxnSpPr>
          <p:cNvPr id="3" name="Straight Connector 2">
            <a:extLst>
              <a:ext uri="{FF2B5EF4-FFF2-40B4-BE49-F238E27FC236}">
                <a16:creationId xmlns:a16="http://schemas.microsoft.com/office/drawing/2014/main" id="{26F0C7EC-5441-EC44-9F78-DE7B8B00F08E}"/>
              </a:ext>
            </a:extLst>
          </p:cNvPr>
          <p:cNvCxnSpPr>
            <a:cxnSpLocks/>
          </p:cNvCxnSpPr>
          <p:nvPr/>
        </p:nvCxnSpPr>
        <p:spPr>
          <a:xfrm>
            <a:off x="2952750" y="1459476"/>
            <a:ext cx="0" cy="10797049"/>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152E0DA1-1FB5-7842-A117-BCA2B7F27964}"/>
              </a:ext>
            </a:extLst>
          </p:cNvPr>
          <p:cNvSpPr/>
          <p:nvPr/>
        </p:nvSpPr>
        <p:spPr>
          <a:xfrm>
            <a:off x="1819953" y="10949567"/>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52D94BE4-A4EB-974D-A628-D9D694F03529}"/>
              </a:ext>
            </a:extLst>
          </p:cNvPr>
          <p:cNvSpPr txBox="1"/>
          <p:nvPr/>
        </p:nvSpPr>
        <p:spPr>
          <a:xfrm rot="16200000">
            <a:off x="1296234" y="2538362"/>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6" name="TextBox 5">
            <a:extLst>
              <a:ext uri="{FF2B5EF4-FFF2-40B4-BE49-F238E27FC236}">
                <a16:creationId xmlns:a16="http://schemas.microsoft.com/office/drawing/2014/main" id="{BCB3F43F-0D33-D645-9C3D-ABE65D8469DF}"/>
              </a:ext>
            </a:extLst>
          </p:cNvPr>
          <p:cNvSpPr txBox="1"/>
          <p:nvPr/>
        </p:nvSpPr>
        <p:spPr>
          <a:xfrm>
            <a:off x="7408758" y="9343021"/>
            <a:ext cx="9561723" cy="1141274"/>
          </a:xfrm>
          <a:prstGeom prst="rect">
            <a:avLst/>
          </a:prstGeom>
          <a:noFill/>
        </p:spPr>
        <p:txBody>
          <a:bodyPr wrap="square" rtlCol="0">
            <a:spAutoFit/>
          </a:bodyPr>
          <a:lstStyle/>
          <a:p>
            <a:pPr algn="ctr">
              <a:lnSpc>
                <a:spcPct val="150000"/>
              </a:lnSpc>
            </a:pPr>
            <a:r>
              <a:rPr lang="en-US" sz="2400" i="1">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Donec viverra eleifend lacus</a:t>
            </a:r>
            <a:endParaRPr sz="2400" i="1">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4317633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ACA42071-7D61-234A-B663-347606C5A85D}"/>
              </a:ext>
            </a:extLst>
          </p:cNvPr>
          <p:cNvSpPr>
            <a:spLocks noGrp="1"/>
          </p:cNvSpPr>
          <p:nvPr>
            <p:ph type="pic" sz="quarter" idx="12"/>
          </p:nvPr>
        </p:nvSpPr>
        <p:spPr/>
      </p:sp>
      <p:sp>
        <p:nvSpPr>
          <p:cNvPr id="17" name="Freeform 16">
            <a:extLst>
              <a:ext uri="{FF2B5EF4-FFF2-40B4-BE49-F238E27FC236}">
                <a16:creationId xmlns:a16="http://schemas.microsoft.com/office/drawing/2014/main" id="{605A08C0-B949-5B42-833E-63F1CCEF7657}"/>
              </a:ext>
            </a:extLst>
          </p:cNvPr>
          <p:cNvSpPr/>
          <p:nvPr/>
        </p:nvSpPr>
        <p:spPr>
          <a:xfrm>
            <a:off x="11978654" y="1486465"/>
            <a:ext cx="10758138" cy="10756953"/>
          </a:xfrm>
          <a:custGeom>
            <a:avLst/>
            <a:gdLst>
              <a:gd name="connsiteX0" fmla="*/ 10758134 w 10758138"/>
              <a:gd name="connsiteY0" fmla="*/ 0 h 10756953"/>
              <a:gd name="connsiteX1" fmla="*/ 10758138 w 10758138"/>
              <a:gd name="connsiteY1" fmla="*/ 0 h 10756953"/>
              <a:gd name="connsiteX2" fmla="*/ 10758138 w 10758138"/>
              <a:gd name="connsiteY2" fmla="*/ 10756953 h 10756953"/>
              <a:gd name="connsiteX3" fmla="*/ 0 w 10758138"/>
              <a:gd name="connsiteY3" fmla="*/ 10756953 h 10756953"/>
              <a:gd name="connsiteX4" fmla="*/ 13966 w 10758138"/>
              <a:gd name="connsiteY4" fmla="*/ 10204551 h 10756953"/>
              <a:gd name="connsiteX5" fmla="*/ 10758134 w 10758138"/>
              <a:gd name="connsiteY5" fmla="*/ 0 h 10756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58138" h="10756953">
                <a:moveTo>
                  <a:pt x="10758134" y="0"/>
                </a:moveTo>
                <a:lnTo>
                  <a:pt x="10758138" y="0"/>
                </a:lnTo>
                <a:lnTo>
                  <a:pt x="10758138" y="10756953"/>
                </a:lnTo>
                <a:lnTo>
                  <a:pt x="0" y="10756953"/>
                </a:lnTo>
                <a:lnTo>
                  <a:pt x="13966" y="10204551"/>
                </a:lnTo>
                <a:cubicBezTo>
                  <a:pt x="302104" y="4520261"/>
                  <a:pt x="5002236" y="0"/>
                  <a:pt x="10758134" y="0"/>
                </a:cubicBezTo>
                <a:close/>
              </a:path>
            </a:pathLst>
          </a:custGeom>
          <a:gradFill>
            <a:gsLst>
              <a:gs pos="0">
                <a:schemeClr val="accent1">
                  <a:alpha val="83000"/>
                </a:schemeClr>
              </a:gs>
              <a:gs pos="100000">
                <a:schemeClr val="accent5">
                  <a:alpha val="64000"/>
                </a:schemeClr>
              </a:gs>
            </a:gsLst>
            <a:lin ang="13500000" scaled="1"/>
          </a:gradFill>
          <a:ln>
            <a:noFill/>
          </a:ln>
          <a:effectLst>
            <a:outerShdw blurRad="812800" dist="38100" dir="8100000" sx="112000" sy="112000" algn="tr" rotWithShape="0">
              <a:schemeClr val="accent5">
                <a:lumMod val="7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sz="2000"/>
          </a:p>
        </p:txBody>
      </p:sp>
      <p:sp>
        <p:nvSpPr>
          <p:cNvPr id="3" name="TextBox 2">
            <a:extLst>
              <a:ext uri="{FF2B5EF4-FFF2-40B4-BE49-F238E27FC236}">
                <a16:creationId xmlns:a16="http://schemas.microsoft.com/office/drawing/2014/main" id="{E4B4F99B-C8F3-E349-85A5-E1D343798015}"/>
              </a:ext>
            </a:extLst>
          </p:cNvPr>
          <p:cNvSpPr txBox="1"/>
          <p:nvPr/>
        </p:nvSpPr>
        <p:spPr>
          <a:xfrm>
            <a:off x="13591115" y="1633769"/>
            <a:ext cx="5853949" cy="11079956"/>
          </a:xfrm>
          <a:prstGeom prst="rect">
            <a:avLst/>
          </a:prstGeom>
          <a:noFill/>
        </p:spPr>
        <p:txBody>
          <a:bodyPr wrap="square" rtlCol="0">
            <a:spAutoFit/>
          </a:bodyPr>
          <a:lstStyle/>
          <a:p>
            <a:pPr algn="ctr"/>
            <a:r>
              <a:rPr lang="en-US" sz="71400" b="1">
                <a:gradFill>
                  <a:gsLst>
                    <a:gs pos="0">
                      <a:schemeClr val="accent4">
                        <a:lumMod val="40000"/>
                        <a:lumOff val="60000"/>
                        <a:alpha val="81000"/>
                      </a:schemeClr>
                    </a:gs>
                    <a:gs pos="100000">
                      <a:schemeClr val="accent6"/>
                    </a:gs>
                  </a:gsLst>
                  <a:lin ang="13500000" scaled="1"/>
                </a:gradFill>
                <a:effectLst>
                  <a:outerShdw blurRad="482600" dist="38100" dir="8100000" sx="102000" sy="102000" algn="tr" rotWithShape="0">
                    <a:schemeClr val="accent2">
                      <a:alpha val="26000"/>
                    </a:schemeClr>
                  </a:outerShdw>
                </a:effectLst>
                <a:latin typeface="Poppins" pitchFamily="2" charset="77"/>
                <a:cs typeface="Poppins" pitchFamily="2" charset="77"/>
              </a:rPr>
              <a:t>S</a:t>
            </a:r>
            <a:endParaRPr sz="71400" b="1">
              <a:gradFill>
                <a:gsLst>
                  <a:gs pos="0">
                    <a:schemeClr val="accent4">
                      <a:lumMod val="40000"/>
                      <a:lumOff val="60000"/>
                      <a:alpha val="81000"/>
                    </a:schemeClr>
                  </a:gs>
                  <a:gs pos="100000">
                    <a:schemeClr val="accent6"/>
                  </a:gs>
                </a:gsLst>
                <a:lin ang="13500000" scaled="1"/>
              </a:gradFill>
              <a:effectLst>
                <a:outerShdw blurRad="482600" dist="38100" dir="8100000" sx="102000" sy="102000" algn="tr" rotWithShape="0">
                  <a:schemeClr val="accent2">
                    <a:alpha val="26000"/>
                  </a:schemeClr>
                </a:outerShdw>
              </a:effectLst>
              <a:latin typeface="Poppins" pitchFamily="2" charset="77"/>
              <a:cs typeface="Poppins" pitchFamily="2" charset="77"/>
            </a:endParaRPr>
          </a:p>
        </p:txBody>
      </p:sp>
      <p:cxnSp>
        <p:nvCxnSpPr>
          <p:cNvPr id="4" name="Straight Connector 3">
            <a:extLst>
              <a:ext uri="{FF2B5EF4-FFF2-40B4-BE49-F238E27FC236}">
                <a16:creationId xmlns:a16="http://schemas.microsoft.com/office/drawing/2014/main" id="{4BD59B68-1155-F643-9D55-23AE1FB0650A}"/>
              </a:ext>
            </a:extLst>
          </p:cNvPr>
          <p:cNvCxnSpPr>
            <a:cxnSpLocks/>
          </p:cNvCxnSpPr>
          <p:nvPr/>
        </p:nvCxnSpPr>
        <p:spPr>
          <a:xfrm>
            <a:off x="2952750" y="1459476"/>
            <a:ext cx="0" cy="10797049"/>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9D4B4C4E-3F3A-0349-BCA1-72EE35DED17C}"/>
              </a:ext>
            </a:extLst>
          </p:cNvPr>
          <p:cNvSpPr/>
          <p:nvPr/>
        </p:nvSpPr>
        <p:spPr>
          <a:xfrm>
            <a:off x="1819953" y="10949567"/>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CC86816D-F714-F544-A046-E288A8762B34}"/>
              </a:ext>
            </a:extLst>
          </p:cNvPr>
          <p:cNvSpPr txBox="1"/>
          <p:nvPr/>
        </p:nvSpPr>
        <p:spPr>
          <a:xfrm rot="16200000">
            <a:off x="1296234" y="2538362"/>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7" name="TextBox 6">
            <a:extLst>
              <a:ext uri="{FF2B5EF4-FFF2-40B4-BE49-F238E27FC236}">
                <a16:creationId xmlns:a16="http://schemas.microsoft.com/office/drawing/2014/main" id="{E6DA98A7-D827-FE49-8FF6-D6B655C8B7EE}"/>
              </a:ext>
            </a:extLst>
          </p:cNvPr>
          <p:cNvSpPr txBox="1"/>
          <p:nvPr/>
        </p:nvSpPr>
        <p:spPr>
          <a:xfrm>
            <a:off x="3947979" y="3184198"/>
            <a:ext cx="8780464" cy="2308324"/>
          </a:xfrm>
          <a:prstGeom prst="rect">
            <a:avLst/>
          </a:prstGeom>
          <a:noFill/>
        </p:spPr>
        <p:txBody>
          <a:bodyPr wrap="square" rtlCol="0">
            <a:spAutoFit/>
          </a:bodyPr>
          <a:lstStyle/>
          <a:p>
            <a:r>
              <a:rPr lang="en-ID" sz="7200" b="1">
                <a:solidFill>
                  <a:schemeClr val="tx2"/>
                </a:solidFill>
                <a:latin typeface="Poppins" pitchFamily="2" charset="77"/>
                <a:ea typeface="Open Sans" panose="020B0606030504020204" pitchFamily="34" charset="0"/>
                <a:cs typeface="Poppins" pitchFamily="2" charset="77"/>
              </a:rPr>
              <a:t>Strength Gradient Analysis Slides </a:t>
            </a:r>
            <a:endParaRPr sz="7200" b="1">
              <a:solidFill>
                <a:schemeClr val="tx2"/>
              </a:solidFill>
              <a:latin typeface="Poppins" pitchFamily="2" charset="77"/>
              <a:ea typeface="Open Sans" panose="020B0606030504020204" pitchFamily="34" charset="0"/>
              <a:cs typeface="Poppins" pitchFamily="2" charset="77"/>
            </a:endParaRPr>
          </a:p>
        </p:txBody>
      </p:sp>
      <p:sp>
        <p:nvSpPr>
          <p:cNvPr id="8" name="TextBox 7">
            <a:extLst>
              <a:ext uri="{FF2B5EF4-FFF2-40B4-BE49-F238E27FC236}">
                <a16:creationId xmlns:a16="http://schemas.microsoft.com/office/drawing/2014/main" id="{061BE8FB-F596-B54E-9545-B3F99777CFEF}"/>
              </a:ext>
            </a:extLst>
          </p:cNvPr>
          <p:cNvSpPr txBox="1"/>
          <p:nvPr/>
        </p:nvSpPr>
        <p:spPr>
          <a:xfrm>
            <a:off x="3947978" y="2776461"/>
            <a:ext cx="1005403" cy="369332"/>
          </a:xfrm>
          <a:prstGeom prst="rect">
            <a:avLst/>
          </a:prstGeom>
          <a:noFill/>
        </p:spPr>
        <p:txBody>
          <a:bodyPr wrap="none" rtlCol="0">
            <a:spAutoFit/>
          </a:bodyPr>
          <a:lstStyle/>
          <a:p>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SWOT</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8">
            <a:extLst>
              <a:ext uri="{FF2B5EF4-FFF2-40B4-BE49-F238E27FC236}">
                <a16:creationId xmlns:a16="http://schemas.microsoft.com/office/drawing/2014/main" id="{F6F13807-1303-7748-B375-AD3A318231BE}"/>
              </a:ext>
            </a:extLst>
          </p:cNvPr>
          <p:cNvSpPr txBox="1"/>
          <p:nvPr/>
        </p:nvSpPr>
        <p:spPr>
          <a:xfrm>
            <a:off x="3947979" y="6107819"/>
            <a:ext cx="6622486" cy="1141274"/>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Donec viverra</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3" name="Arc 22">
            <a:extLst>
              <a:ext uri="{FF2B5EF4-FFF2-40B4-BE49-F238E27FC236}">
                <a16:creationId xmlns:a16="http://schemas.microsoft.com/office/drawing/2014/main" id="{26BC53C3-7A0E-164D-BC95-1F9483EBFB52}"/>
              </a:ext>
            </a:extLst>
          </p:cNvPr>
          <p:cNvSpPr/>
          <p:nvPr/>
        </p:nvSpPr>
        <p:spPr>
          <a:xfrm>
            <a:off x="4680818" y="8305415"/>
            <a:ext cx="1828800" cy="1828800"/>
          </a:xfrm>
          <a:prstGeom prst="arc">
            <a:avLst>
              <a:gd name="adj1" fmla="val 16200000"/>
              <a:gd name="adj2" fmla="val 12232576"/>
            </a:avLst>
          </a:prstGeom>
          <a:ln w="127000" cap="rnd">
            <a:gradFill flip="none" rotWithShape="1">
              <a:gsLst>
                <a:gs pos="0">
                  <a:schemeClr val="accent2"/>
                </a:gs>
                <a:gs pos="100000">
                  <a:schemeClr val="accent4"/>
                </a:gs>
              </a:gsLst>
              <a:path path="circle">
                <a:fillToRect r="100000" b="100000"/>
              </a:path>
              <a:tileRect l="-100000" t="-100000"/>
            </a:gradFill>
            <a:round/>
          </a:ln>
          <a:effectLst>
            <a:outerShdw blurRad="393700" dist="38100" dir="2700000" sx="105000" sy="105000" algn="tl" rotWithShape="0">
              <a:schemeClr val="accent4">
                <a:alpha val="17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4" name="TextBox 23">
            <a:extLst>
              <a:ext uri="{FF2B5EF4-FFF2-40B4-BE49-F238E27FC236}">
                <a16:creationId xmlns:a16="http://schemas.microsoft.com/office/drawing/2014/main" id="{13B3E2ED-D079-CC48-BA49-E75250D6B7E2}"/>
              </a:ext>
            </a:extLst>
          </p:cNvPr>
          <p:cNvSpPr txBox="1"/>
          <p:nvPr/>
        </p:nvSpPr>
        <p:spPr>
          <a:xfrm>
            <a:off x="5010942" y="8920712"/>
            <a:ext cx="1168551" cy="646331"/>
          </a:xfrm>
          <a:prstGeom prst="rect">
            <a:avLst/>
          </a:prstGeom>
          <a:noFill/>
        </p:spPr>
        <p:txBody>
          <a:bodyPr wrap="square" rtlCol="0">
            <a:spAutoFit/>
          </a:bodyPr>
          <a:lstStyle/>
          <a:p>
            <a:pPr algn="ctr"/>
            <a:r>
              <a:rPr lang="en-ID" sz="3600" b="1">
                <a:solidFill>
                  <a:schemeClr val="accent1"/>
                </a:solidFill>
                <a:latin typeface="Poppins" pitchFamily="2" charset="77"/>
                <a:ea typeface="Open Sans" panose="020B0606030504020204" pitchFamily="34" charset="0"/>
                <a:cs typeface="Poppins" pitchFamily="2" charset="77"/>
              </a:rPr>
              <a:t>70%</a:t>
            </a:r>
            <a:endParaRPr sz="3600" b="1">
              <a:solidFill>
                <a:schemeClr val="accent1"/>
              </a:solidFill>
              <a:latin typeface="Poppins" pitchFamily="2" charset="77"/>
              <a:ea typeface="Open Sans" panose="020B0606030504020204" pitchFamily="34" charset="0"/>
              <a:cs typeface="Poppins" pitchFamily="2" charset="77"/>
            </a:endParaRPr>
          </a:p>
        </p:txBody>
      </p:sp>
      <p:sp>
        <p:nvSpPr>
          <p:cNvPr id="25" name="TextBox 24">
            <a:extLst>
              <a:ext uri="{FF2B5EF4-FFF2-40B4-BE49-F238E27FC236}">
                <a16:creationId xmlns:a16="http://schemas.microsoft.com/office/drawing/2014/main" id="{FBB1507D-C028-064D-80B3-0D8CAA090DF0}"/>
              </a:ext>
            </a:extLst>
          </p:cNvPr>
          <p:cNvSpPr txBox="1"/>
          <p:nvPr/>
        </p:nvSpPr>
        <p:spPr>
          <a:xfrm>
            <a:off x="3947978" y="10549457"/>
            <a:ext cx="3294492" cy="400110"/>
          </a:xfrm>
          <a:prstGeom prst="rect">
            <a:avLst/>
          </a:prstGeom>
          <a:noFill/>
        </p:spPr>
        <p:txBody>
          <a:bodyPr wrap="none" rtlCol="0">
            <a:spAutoFit/>
          </a:bodyPr>
          <a:lstStyle/>
          <a:p>
            <a:pPr algn="ctr"/>
            <a:r>
              <a:rPr lang="en-US" sz="20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PROJECT COMPLETE</a:t>
            </a:r>
            <a:endParaRPr sz="20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Arc 25">
            <a:extLst>
              <a:ext uri="{FF2B5EF4-FFF2-40B4-BE49-F238E27FC236}">
                <a16:creationId xmlns:a16="http://schemas.microsoft.com/office/drawing/2014/main" id="{898F6B36-4B5A-7641-9642-662BD2F581A7}"/>
              </a:ext>
            </a:extLst>
          </p:cNvPr>
          <p:cNvSpPr/>
          <p:nvPr/>
        </p:nvSpPr>
        <p:spPr>
          <a:xfrm>
            <a:off x="8619331" y="8305415"/>
            <a:ext cx="1828800" cy="1828800"/>
          </a:xfrm>
          <a:prstGeom prst="arc">
            <a:avLst>
              <a:gd name="adj1" fmla="val 16200000"/>
              <a:gd name="adj2" fmla="val 11822581"/>
            </a:avLst>
          </a:prstGeom>
          <a:ln w="127000" cap="rnd">
            <a:gradFill flip="none" rotWithShape="1">
              <a:gsLst>
                <a:gs pos="0">
                  <a:srgbClr val="FFC000"/>
                </a:gs>
                <a:gs pos="100000">
                  <a:srgbClr val="FF0000">
                    <a:alpha val="56000"/>
                  </a:srgbClr>
                </a:gs>
              </a:gsLst>
              <a:path path="circle">
                <a:fillToRect r="100000" b="100000"/>
              </a:path>
              <a:tileRect l="-100000" t="-100000"/>
            </a:gradFill>
            <a:round/>
          </a:ln>
          <a:effectLst>
            <a:outerShdw blurRad="393700" dist="38100" dir="2700000" sx="105000" sy="105000" algn="tl" rotWithShape="0">
              <a:srgbClr val="FFC000">
                <a:alpha val="17000"/>
              </a:srgb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7" name="TextBox 26">
            <a:extLst>
              <a:ext uri="{FF2B5EF4-FFF2-40B4-BE49-F238E27FC236}">
                <a16:creationId xmlns:a16="http://schemas.microsoft.com/office/drawing/2014/main" id="{3ED045C0-9D86-9E4C-BD75-03D422C96EB3}"/>
              </a:ext>
            </a:extLst>
          </p:cNvPr>
          <p:cNvSpPr txBox="1"/>
          <p:nvPr/>
        </p:nvSpPr>
        <p:spPr>
          <a:xfrm>
            <a:off x="8900958" y="8920712"/>
            <a:ext cx="1265546" cy="646331"/>
          </a:xfrm>
          <a:prstGeom prst="rect">
            <a:avLst/>
          </a:prstGeom>
          <a:noFill/>
        </p:spPr>
        <p:txBody>
          <a:bodyPr wrap="square" rtlCol="0">
            <a:spAutoFit/>
          </a:bodyPr>
          <a:lstStyle/>
          <a:p>
            <a:pPr algn="ctr"/>
            <a:r>
              <a:rPr lang="en-ID" sz="3600" b="1">
                <a:solidFill>
                  <a:srgbClr val="FFC000"/>
                </a:solidFill>
                <a:latin typeface="Poppins" pitchFamily="2" charset="77"/>
                <a:ea typeface="Open Sans" panose="020B0606030504020204" pitchFamily="34" charset="0"/>
                <a:cs typeface="Poppins" pitchFamily="2" charset="77"/>
              </a:rPr>
              <a:t>86%</a:t>
            </a:r>
            <a:endParaRPr sz="3600" b="1">
              <a:solidFill>
                <a:srgbClr val="FFC000"/>
              </a:solidFill>
              <a:latin typeface="Poppins" pitchFamily="2" charset="77"/>
              <a:ea typeface="Open Sans" panose="020B0606030504020204" pitchFamily="34" charset="0"/>
              <a:cs typeface="Poppins" pitchFamily="2" charset="77"/>
            </a:endParaRPr>
          </a:p>
        </p:txBody>
      </p:sp>
      <p:sp>
        <p:nvSpPr>
          <p:cNvPr id="28" name="TextBox 27">
            <a:extLst>
              <a:ext uri="{FF2B5EF4-FFF2-40B4-BE49-F238E27FC236}">
                <a16:creationId xmlns:a16="http://schemas.microsoft.com/office/drawing/2014/main" id="{968D24D8-924B-8D4B-AA4E-E4EA8D40B5F5}"/>
              </a:ext>
            </a:extLst>
          </p:cNvPr>
          <p:cNvSpPr txBox="1"/>
          <p:nvPr/>
        </p:nvSpPr>
        <p:spPr>
          <a:xfrm>
            <a:off x="8198275" y="10549457"/>
            <a:ext cx="2670924" cy="400110"/>
          </a:xfrm>
          <a:prstGeom prst="rect">
            <a:avLst/>
          </a:prstGeom>
          <a:noFill/>
        </p:spPr>
        <p:txBody>
          <a:bodyPr wrap="none" rtlCol="0">
            <a:spAutoFit/>
          </a:bodyPr>
          <a:lstStyle/>
          <a:p>
            <a:pPr algn="ctr"/>
            <a:r>
              <a:rPr lang="en-US" sz="20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SALES REVENUE</a:t>
            </a:r>
            <a:endParaRPr sz="20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3631179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F8B544A-5A40-A640-9A8E-81EC03719296}"/>
              </a:ext>
            </a:extLst>
          </p:cNvPr>
          <p:cNvSpPr>
            <a:spLocks noGrp="1"/>
          </p:cNvSpPr>
          <p:nvPr>
            <p:ph type="pic" sz="quarter" idx="11"/>
          </p:nvPr>
        </p:nvSpPr>
        <p:spPr/>
      </p:sp>
      <p:sp>
        <p:nvSpPr>
          <p:cNvPr id="4" name="Freeform 3">
            <a:extLst>
              <a:ext uri="{FF2B5EF4-FFF2-40B4-BE49-F238E27FC236}">
                <a16:creationId xmlns:a16="http://schemas.microsoft.com/office/drawing/2014/main" id="{BD4A7BCF-3AB3-8347-A912-6510B0F7ADA7}"/>
              </a:ext>
            </a:extLst>
          </p:cNvPr>
          <p:cNvSpPr/>
          <p:nvPr/>
        </p:nvSpPr>
        <p:spPr>
          <a:xfrm rot="5400000">
            <a:off x="1641854" y="1486466"/>
            <a:ext cx="10758138" cy="10756953"/>
          </a:xfrm>
          <a:custGeom>
            <a:avLst/>
            <a:gdLst>
              <a:gd name="connsiteX0" fmla="*/ 10758134 w 10758138"/>
              <a:gd name="connsiteY0" fmla="*/ 0 h 10756953"/>
              <a:gd name="connsiteX1" fmla="*/ 10758138 w 10758138"/>
              <a:gd name="connsiteY1" fmla="*/ 0 h 10756953"/>
              <a:gd name="connsiteX2" fmla="*/ 10758138 w 10758138"/>
              <a:gd name="connsiteY2" fmla="*/ 10756953 h 10756953"/>
              <a:gd name="connsiteX3" fmla="*/ 0 w 10758138"/>
              <a:gd name="connsiteY3" fmla="*/ 10756953 h 10756953"/>
              <a:gd name="connsiteX4" fmla="*/ 13966 w 10758138"/>
              <a:gd name="connsiteY4" fmla="*/ 10204551 h 10756953"/>
              <a:gd name="connsiteX5" fmla="*/ 10758134 w 10758138"/>
              <a:gd name="connsiteY5" fmla="*/ 0 h 10756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58138" h="10756953">
                <a:moveTo>
                  <a:pt x="10758134" y="0"/>
                </a:moveTo>
                <a:lnTo>
                  <a:pt x="10758138" y="0"/>
                </a:lnTo>
                <a:lnTo>
                  <a:pt x="10758138" y="10756953"/>
                </a:lnTo>
                <a:lnTo>
                  <a:pt x="0" y="10756953"/>
                </a:lnTo>
                <a:lnTo>
                  <a:pt x="13966" y="10204551"/>
                </a:lnTo>
                <a:cubicBezTo>
                  <a:pt x="302104" y="4520261"/>
                  <a:pt x="5002236" y="0"/>
                  <a:pt x="10758134" y="0"/>
                </a:cubicBezTo>
                <a:close/>
              </a:path>
            </a:pathLst>
          </a:custGeom>
          <a:gradFill>
            <a:gsLst>
              <a:gs pos="0">
                <a:schemeClr val="accent1">
                  <a:alpha val="83000"/>
                </a:schemeClr>
              </a:gs>
              <a:gs pos="100000">
                <a:schemeClr val="accent5">
                  <a:alpha val="64000"/>
                </a:schemeClr>
              </a:gs>
            </a:gsLst>
            <a:lin ang="13500000" scaled="1"/>
          </a:gradFill>
          <a:ln>
            <a:noFill/>
          </a:ln>
          <a:effectLst>
            <a:outerShdw blurRad="812800" dist="38100" dir="8100000" sx="112000" sy="112000" algn="tr" rotWithShape="0">
              <a:schemeClr val="accent5">
                <a:lumMod val="7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sz="2000"/>
          </a:p>
        </p:txBody>
      </p:sp>
      <p:sp>
        <p:nvSpPr>
          <p:cNvPr id="5" name="TextBox 4">
            <a:extLst>
              <a:ext uri="{FF2B5EF4-FFF2-40B4-BE49-F238E27FC236}">
                <a16:creationId xmlns:a16="http://schemas.microsoft.com/office/drawing/2014/main" id="{C368EEBD-9EE6-5546-855F-4E8317BA6F8F}"/>
              </a:ext>
            </a:extLst>
          </p:cNvPr>
          <p:cNvSpPr txBox="1"/>
          <p:nvPr/>
        </p:nvSpPr>
        <p:spPr>
          <a:xfrm>
            <a:off x="4831163" y="2145833"/>
            <a:ext cx="5853949" cy="11079956"/>
          </a:xfrm>
          <a:prstGeom prst="rect">
            <a:avLst/>
          </a:prstGeom>
          <a:noFill/>
        </p:spPr>
        <p:txBody>
          <a:bodyPr wrap="square" rtlCol="0">
            <a:spAutoFit/>
          </a:bodyPr>
          <a:lstStyle/>
          <a:p>
            <a:pPr algn="ctr"/>
            <a:r>
              <a:rPr lang="en-US" sz="71400" b="1">
                <a:gradFill>
                  <a:gsLst>
                    <a:gs pos="0">
                      <a:schemeClr val="accent4">
                        <a:lumMod val="40000"/>
                        <a:lumOff val="60000"/>
                        <a:alpha val="81000"/>
                      </a:schemeClr>
                    </a:gs>
                    <a:gs pos="100000">
                      <a:schemeClr val="accent6"/>
                    </a:gs>
                  </a:gsLst>
                  <a:lin ang="13500000" scaled="1"/>
                </a:gradFill>
                <a:effectLst>
                  <a:outerShdw blurRad="482600" dist="38100" dir="8100000" sx="102000" sy="102000" algn="tr" rotWithShape="0">
                    <a:schemeClr val="accent2">
                      <a:alpha val="26000"/>
                    </a:schemeClr>
                  </a:outerShdw>
                </a:effectLst>
                <a:latin typeface="Poppins" pitchFamily="2" charset="77"/>
                <a:cs typeface="Poppins" pitchFamily="2" charset="77"/>
              </a:rPr>
              <a:t>W</a:t>
            </a:r>
            <a:endParaRPr sz="71400" b="1">
              <a:gradFill>
                <a:gsLst>
                  <a:gs pos="0">
                    <a:schemeClr val="accent4">
                      <a:lumMod val="40000"/>
                      <a:lumOff val="60000"/>
                      <a:alpha val="81000"/>
                    </a:schemeClr>
                  </a:gs>
                  <a:gs pos="100000">
                    <a:schemeClr val="accent6"/>
                  </a:gs>
                </a:gsLst>
                <a:lin ang="13500000" scaled="1"/>
              </a:gradFill>
              <a:effectLst>
                <a:outerShdw blurRad="482600" dist="38100" dir="8100000" sx="102000" sy="102000" algn="tr" rotWithShape="0">
                  <a:schemeClr val="accent2">
                    <a:alpha val="26000"/>
                  </a:schemeClr>
                </a:outerShdw>
              </a:effectLst>
              <a:latin typeface="Poppins" pitchFamily="2" charset="77"/>
              <a:cs typeface="Poppins" pitchFamily="2" charset="77"/>
            </a:endParaRPr>
          </a:p>
        </p:txBody>
      </p:sp>
      <p:sp>
        <p:nvSpPr>
          <p:cNvPr id="8" name="TextBox 7">
            <a:extLst>
              <a:ext uri="{FF2B5EF4-FFF2-40B4-BE49-F238E27FC236}">
                <a16:creationId xmlns:a16="http://schemas.microsoft.com/office/drawing/2014/main" id="{56318C8D-7BDF-DA4C-A3B8-56B203783C2E}"/>
              </a:ext>
            </a:extLst>
          </p:cNvPr>
          <p:cNvSpPr txBox="1"/>
          <p:nvPr/>
        </p:nvSpPr>
        <p:spPr>
          <a:xfrm>
            <a:off x="13510744" y="3016145"/>
            <a:ext cx="8111763" cy="2308324"/>
          </a:xfrm>
          <a:prstGeom prst="rect">
            <a:avLst/>
          </a:prstGeom>
          <a:noFill/>
        </p:spPr>
        <p:txBody>
          <a:bodyPr wrap="square" rtlCol="0">
            <a:spAutoFit/>
          </a:bodyPr>
          <a:lstStyle/>
          <a:p>
            <a:r>
              <a:rPr lang="en-ID" sz="7200" b="1">
                <a:solidFill>
                  <a:schemeClr val="tx2"/>
                </a:solidFill>
                <a:latin typeface="Poppins" pitchFamily="2" charset="77"/>
                <a:ea typeface="Open Sans" panose="020B0606030504020204" pitchFamily="34" charset="0"/>
                <a:cs typeface="Poppins" pitchFamily="2" charset="77"/>
              </a:rPr>
              <a:t>Weakness Analysis Slides </a:t>
            </a:r>
            <a:endParaRPr sz="7200" b="1">
              <a:solidFill>
                <a:schemeClr val="tx2"/>
              </a:solidFill>
              <a:latin typeface="Poppins" pitchFamily="2" charset="77"/>
              <a:ea typeface="Open Sans" panose="020B0606030504020204" pitchFamily="34" charset="0"/>
              <a:cs typeface="Poppins" pitchFamily="2" charset="77"/>
            </a:endParaRPr>
          </a:p>
        </p:txBody>
      </p:sp>
      <p:sp>
        <p:nvSpPr>
          <p:cNvPr id="9" name="TextBox 8">
            <a:extLst>
              <a:ext uri="{FF2B5EF4-FFF2-40B4-BE49-F238E27FC236}">
                <a16:creationId xmlns:a16="http://schemas.microsoft.com/office/drawing/2014/main" id="{492C689E-4651-334A-AD6D-9BE219FD0225}"/>
              </a:ext>
            </a:extLst>
          </p:cNvPr>
          <p:cNvSpPr txBox="1"/>
          <p:nvPr/>
        </p:nvSpPr>
        <p:spPr>
          <a:xfrm>
            <a:off x="13510744" y="2608408"/>
            <a:ext cx="1005403" cy="369332"/>
          </a:xfrm>
          <a:prstGeom prst="rect">
            <a:avLst/>
          </a:prstGeom>
          <a:noFill/>
        </p:spPr>
        <p:txBody>
          <a:bodyPr wrap="none" rtlCol="0">
            <a:spAutoFit/>
          </a:bodyPr>
          <a:lstStyle/>
          <a:p>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SWOT</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TextBox 9">
            <a:extLst>
              <a:ext uri="{FF2B5EF4-FFF2-40B4-BE49-F238E27FC236}">
                <a16:creationId xmlns:a16="http://schemas.microsoft.com/office/drawing/2014/main" id="{AA2D8975-9EB0-1646-9CFC-14AC981C9763}"/>
              </a:ext>
            </a:extLst>
          </p:cNvPr>
          <p:cNvSpPr txBox="1"/>
          <p:nvPr/>
        </p:nvSpPr>
        <p:spPr>
          <a:xfrm>
            <a:off x="13510744" y="5809565"/>
            <a:ext cx="8111763" cy="1695272"/>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Donec viverra eleifend lacus, vitae ullamcorper metus. Sed sollicitudin</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Rounded Rectangle 10">
            <a:extLst>
              <a:ext uri="{FF2B5EF4-FFF2-40B4-BE49-F238E27FC236}">
                <a16:creationId xmlns:a16="http://schemas.microsoft.com/office/drawing/2014/main" id="{D334B029-8840-A04A-96D6-70DB58EB2170}"/>
              </a:ext>
            </a:extLst>
          </p:cNvPr>
          <p:cNvSpPr/>
          <p:nvPr/>
        </p:nvSpPr>
        <p:spPr>
          <a:xfrm>
            <a:off x="13510744" y="8350423"/>
            <a:ext cx="2384700" cy="2501831"/>
          </a:xfrm>
          <a:prstGeom prst="roundRect">
            <a:avLst>
              <a:gd name="adj" fmla="val 15670"/>
            </a:avLst>
          </a:prstGeom>
          <a:gradFill flip="none" rotWithShape="1">
            <a:gsLst>
              <a:gs pos="0">
                <a:srgbClr val="FF0000">
                  <a:alpha val="57000"/>
                </a:srgbClr>
              </a:gs>
              <a:gs pos="100000">
                <a:srgbClr val="FFC000">
                  <a:alpha val="41000"/>
                </a:srgbClr>
              </a:gs>
            </a:gsLst>
            <a:lin ang="13500000" scaled="1"/>
            <a:tileRect/>
          </a:gradFill>
          <a:ln>
            <a:noFill/>
          </a:ln>
          <a:effectLst>
            <a:outerShdw blurRad="457200" dist="38100" dir="8100000" sx="115000" sy="115000" algn="tr" rotWithShape="0">
              <a:srgbClr val="FFC000">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ounded Rectangle 11">
            <a:extLst>
              <a:ext uri="{FF2B5EF4-FFF2-40B4-BE49-F238E27FC236}">
                <a16:creationId xmlns:a16="http://schemas.microsoft.com/office/drawing/2014/main" id="{CF7EFE69-9D26-A04A-9013-CC9919A2BDCC}"/>
              </a:ext>
            </a:extLst>
          </p:cNvPr>
          <p:cNvSpPr/>
          <p:nvPr/>
        </p:nvSpPr>
        <p:spPr>
          <a:xfrm>
            <a:off x="16355855" y="8350423"/>
            <a:ext cx="2384700" cy="2501831"/>
          </a:xfrm>
          <a:prstGeom prst="roundRect">
            <a:avLst>
              <a:gd name="adj" fmla="val 15670"/>
            </a:avLst>
          </a:prstGeom>
          <a:gradFill flip="none" rotWithShape="1">
            <a:gsLst>
              <a:gs pos="0">
                <a:schemeClr val="accent5">
                  <a:lumMod val="40000"/>
                  <a:lumOff val="60000"/>
                </a:schemeClr>
              </a:gs>
              <a:gs pos="100000">
                <a:schemeClr val="accent4"/>
              </a:gs>
            </a:gsLst>
            <a:lin ang="13500000" scaled="1"/>
            <a:tileRect/>
          </a:gradFill>
          <a:ln>
            <a:noFill/>
          </a:ln>
          <a:effectLst>
            <a:outerShdw blurRad="457200" dist="38100" dir="8100000" sx="115000" sy="115000" algn="tr" rotWithShape="0">
              <a:schemeClr val="accent5">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ounded Rectangle 12">
            <a:extLst>
              <a:ext uri="{FF2B5EF4-FFF2-40B4-BE49-F238E27FC236}">
                <a16:creationId xmlns:a16="http://schemas.microsoft.com/office/drawing/2014/main" id="{D68B48D5-65DC-624A-B84C-7401C9E0620C}"/>
              </a:ext>
            </a:extLst>
          </p:cNvPr>
          <p:cNvSpPr/>
          <p:nvPr/>
        </p:nvSpPr>
        <p:spPr>
          <a:xfrm>
            <a:off x="19237807" y="8350423"/>
            <a:ext cx="2384700" cy="2501831"/>
          </a:xfrm>
          <a:prstGeom prst="roundRect">
            <a:avLst>
              <a:gd name="adj" fmla="val 15670"/>
            </a:avLst>
          </a:prstGeom>
          <a:gradFill flip="none" rotWithShape="1">
            <a:gsLst>
              <a:gs pos="0">
                <a:schemeClr val="accent2">
                  <a:lumMod val="60000"/>
                  <a:lumOff val="40000"/>
                </a:schemeClr>
              </a:gs>
              <a:gs pos="100000">
                <a:schemeClr val="accent1">
                  <a:lumMod val="40000"/>
                  <a:lumOff val="60000"/>
                </a:schemeClr>
              </a:gs>
            </a:gsLst>
            <a:lin ang="13500000" scaled="1"/>
            <a:tileRect/>
          </a:gradFill>
          <a:ln>
            <a:noFill/>
          </a:ln>
          <a:effectLst>
            <a:outerShdw blurRad="457200" dist="38100" dir="8100000" sx="115000" sy="115000" algn="tr" rotWithShape="0">
              <a:schemeClr val="accent3">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Graphic 35">
            <a:extLst>
              <a:ext uri="{FF2B5EF4-FFF2-40B4-BE49-F238E27FC236}">
                <a16:creationId xmlns:a16="http://schemas.microsoft.com/office/drawing/2014/main" id="{03DB31CD-0FB4-4549-8967-4F70DC063248}"/>
              </a:ext>
            </a:extLst>
          </p:cNvPr>
          <p:cNvSpPr/>
          <p:nvPr/>
        </p:nvSpPr>
        <p:spPr>
          <a:xfrm>
            <a:off x="14390277" y="9054223"/>
            <a:ext cx="625634" cy="625634"/>
          </a:xfrm>
          <a:custGeom>
            <a:avLst/>
            <a:gdLst>
              <a:gd name="connsiteX0" fmla="*/ 560464 w 625634"/>
              <a:gd name="connsiteY0" fmla="*/ 0 h 625634"/>
              <a:gd name="connsiteX1" fmla="*/ 65170 w 625634"/>
              <a:gd name="connsiteY1" fmla="*/ 0 h 625634"/>
              <a:gd name="connsiteX2" fmla="*/ 0 w 625634"/>
              <a:gd name="connsiteY2" fmla="*/ 65170 h 625634"/>
              <a:gd name="connsiteX3" fmla="*/ 0 w 625634"/>
              <a:gd name="connsiteY3" fmla="*/ 560464 h 625634"/>
              <a:gd name="connsiteX4" fmla="*/ 65170 w 625634"/>
              <a:gd name="connsiteY4" fmla="*/ 625634 h 625634"/>
              <a:gd name="connsiteX5" fmla="*/ 560464 w 625634"/>
              <a:gd name="connsiteY5" fmla="*/ 625634 h 625634"/>
              <a:gd name="connsiteX6" fmla="*/ 625634 w 625634"/>
              <a:gd name="connsiteY6" fmla="*/ 560464 h 625634"/>
              <a:gd name="connsiteX7" fmla="*/ 625634 w 625634"/>
              <a:gd name="connsiteY7" fmla="*/ 65170 h 625634"/>
              <a:gd name="connsiteX8" fmla="*/ 560464 w 625634"/>
              <a:gd name="connsiteY8" fmla="*/ 0 h 625634"/>
              <a:gd name="connsiteX9" fmla="*/ 482260 w 625634"/>
              <a:gd name="connsiteY9" fmla="*/ 247647 h 625634"/>
              <a:gd name="connsiteX10" fmla="*/ 364953 w 625634"/>
              <a:gd name="connsiteY10" fmla="*/ 247647 h 625634"/>
              <a:gd name="connsiteX11" fmla="*/ 338885 w 625634"/>
              <a:gd name="connsiteY11" fmla="*/ 221579 h 625634"/>
              <a:gd name="connsiteX12" fmla="*/ 364953 w 625634"/>
              <a:gd name="connsiteY12" fmla="*/ 195511 h 625634"/>
              <a:gd name="connsiteX13" fmla="*/ 482260 w 625634"/>
              <a:gd name="connsiteY13" fmla="*/ 195511 h 625634"/>
              <a:gd name="connsiteX14" fmla="*/ 508328 w 625634"/>
              <a:gd name="connsiteY14" fmla="*/ 221579 h 625634"/>
              <a:gd name="connsiteX15" fmla="*/ 482260 w 625634"/>
              <a:gd name="connsiteY15" fmla="*/ 247647 h 625634"/>
              <a:gd name="connsiteX16" fmla="*/ 508328 w 625634"/>
              <a:gd name="connsiteY16" fmla="*/ 456191 h 625634"/>
              <a:gd name="connsiteX17" fmla="*/ 482260 w 625634"/>
              <a:gd name="connsiteY17" fmla="*/ 482260 h 625634"/>
              <a:gd name="connsiteX18" fmla="*/ 364953 w 625634"/>
              <a:gd name="connsiteY18" fmla="*/ 482260 h 625634"/>
              <a:gd name="connsiteX19" fmla="*/ 338885 w 625634"/>
              <a:gd name="connsiteY19" fmla="*/ 456191 h 625634"/>
              <a:gd name="connsiteX20" fmla="*/ 364953 w 625634"/>
              <a:gd name="connsiteY20" fmla="*/ 430123 h 625634"/>
              <a:gd name="connsiteX21" fmla="*/ 482260 w 625634"/>
              <a:gd name="connsiteY21" fmla="*/ 430123 h 625634"/>
              <a:gd name="connsiteX22" fmla="*/ 508328 w 625634"/>
              <a:gd name="connsiteY22" fmla="*/ 456191 h 625634"/>
              <a:gd name="connsiteX23" fmla="*/ 294569 w 625634"/>
              <a:gd name="connsiteY23" fmla="*/ 145981 h 625634"/>
              <a:gd name="connsiteX24" fmla="*/ 216365 w 625634"/>
              <a:gd name="connsiteY24" fmla="*/ 250254 h 625634"/>
              <a:gd name="connsiteX25" fmla="*/ 197361 w 625634"/>
              <a:gd name="connsiteY25" fmla="*/ 260681 h 625634"/>
              <a:gd name="connsiteX26" fmla="*/ 195511 w 625634"/>
              <a:gd name="connsiteY26" fmla="*/ 260681 h 625634"/>
              <a:gd name="connsiteX27" fmla="*/ 177081 w 625634"/>
              <a:gd name="connsiteY27" fmla="*/ 253043 h 625634"/>
              <a:gd name="connsiteX28" fmla="*/ 137978 w 625634"/>
              <a:gd name="connsiteY28" fmla="*/ 213941 h 625634"/>
              <a:gd name="connsiteX29" fmla="*/ 137965 w 625634"/>
              <a:gd name="connsiteY29" fmla="*/ 177067 h 625634"/>
              <a:gd name="connsiteX30" fmla="*/ 174839 w 625634"/>
              <a:gd name="connsiteY30" fmla="*/ 177054 h 625634"/>
              <a:gd name="connsiteX31" fmla="*/ 192695 w 625634"/>
              <a:gd name="connsiteY31" fmla="*/ 194911 h 625634"/>
              <a:gd name="connsiteX32" fmla="*/ 252860 w 625634"/>
              <a:gd name="connsiteY32" fmla="*/ 114700 h 625634"/>
              <a:gd name="connsiteX33" fmla="*/ 289356 w 625634"/>
              <a:gd name="connsiteY33" fmla="*/ 109486 h 625634"/>
              <a:gd name="connsiteX34" fmla="*/ 294569 w 625634"/>
              <a:gd name="connsiteY34" fmla="*/ 145981 h 625634"/>
              <a:gd name="connsiteX35" fmla="*/ 294569 w 625634"/>
              <a:gd name="connsiteY35" fmla="*/ 406662 h 625634"/>
              <a:gd name="connsiteX36" fmla="*/ 216365 w 625634"/>
              <a:gd name="connsiteY36" fmla="*/ 510934 h 625634"/>
              <a:gd name="connsiteX37" fmla="*/ 179113 w 625634"/>
              <a:gd name="connsiteY37" fmla="*/ 515486 h 625634"/>
              <a:gd name="connsiteX38" fmla="*/ 177081 w 625634"/>
              <a:gd name="connsiteY38" fmla="*/ 513724 h 625634"/>
              <a:gd name="connsiteX39" fmla="*/ 137978 w 625634"/>
              <a:gd name="connsiteY39" fmla="*/ 474622 h 625634"/>
              <a:gd name="connsiteX40" fmla="*/ 138619 w 625634"/>
              <a:gd name="connsiteY40" fmla="*/ 437761 h 625634"/>
              <a:gd name="connsiteX41" fmla="*/ 174839 w 625634"/>
              <a:gd name="connsiteY41" fmla="*/ 437761 h 625634"/>
              <a:gd name="connsiteX42" fmla="*/ 192695 w 625634"/>
              <a:gd name="connsiteY42" fmla="*/ 455618 h 625634"/>
              <a:gd name="connsiteX43" fmla="*/ 252860 w 625634"/>
              <a:gd name="connsiteY43" fmla="*/ 375380 h 625634"/>
              <a:gd name="connsiteX44" fmla="*/ 289356 w 625634"/>
              <a:gd name="connsiteY44" fmla="*/ 370167 h 625634"/>
              <a:gd name="connsiteX45" fmla="*/ 294569 w 625634"/>
              <a:gd name="connsiteY45" fmla="*/ 406662 h 625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25634" h="625634">
                <a:moveTo>
                  <a:pt x="560464" y="0"/>
                </a:moveTo>
                <a:lnTo>
                  <a:pt x="65170" y="0"/>
                </a:lnTo>
                <a:cubicBezTo>
                  <a:pt x="29178" y="0"/>
                  <a:pt x="0" y="29178"/>
                  <a:pt x="0" y="65170"/>
                </a:cubicBezTo>
                <a:lnTo>
                  <a:pt x="0" y="560464"/>
                </a:lnTo>
                <a:cubicBezTo>
                  <a:pt x="0" y="596456"/>
                  <a:pt x="29178" y="625634"/>
                  <a:pt x="65170" y="625634"/>
                </a:cubicBezTo>
                <a:lnTo>
                  <a:pt x="560464" y="625634"/>
                </a:lnTo>
                <a:cubicBezTo>
                  <a:pt x="596456" y="625634"/>
                  <a:pt x="625634" y="596456"/>
                  <a:pt x="625634" y="560464"/>
                </a:cubicBezTo>
                <a:lnTo>
                  <a:pt x="625634" y="65170"/>
                </a:lnTo>
                <a:cubicBezTo>
                  <a:pt x="625634" y="29178"/>
                  <a:pt x="596456" y="0"/>
                  <a:pt x="560464" y="0"/>
                </a:cubicBezTo>
                <a:close/>
                <a:moveTo>
                  <a:pt x="482260" y="247647"/>
                </a:moveTo>
                <a:lnTo>
                  <a:pt x="364953" y="247647"/>
                </a:lnTo>
                <a:cubicBezTo>
                  <a:pt x="350556" y="247647"/>
                  <a:pt x="338885" y="235976"/>
                  <a:pt x="338885" y="221579"/>
                </a:cubicBezTo>
                <a:cubicBezTo>
                  <a:pt x="338885" y="207182"/>
                  <a:pt x="350556" y="195511"/>
                  <a:pt x="364953" y="195511"/>
                </a:cubicBezTo>
                <a:lnTo>
                  <a:pt x="482260" y="195511"/>
                </a:lnTo>
                <a:cubicBezTo>
                  <a:pt x="496657" y="195511"/>
                  <a:pt x="508328" y="207182"/>
                  <a:pt x="508328" y="221579"/>
                </a:cubicBezTo>
                <a:cubicBezTo>
                  <a:pt x="508328" y="235976"/>
                  <a:pt x="496657" y="247647"/>
                  <a:pt x="482260" y="247647"/>
                </a:cubicBezTo>
                <a:close/>
                <a:moveTo>
                  <a:pt x="508328" y="456191"/>
                </a:moveTo>
                <a:cubicBezTo>
                  <a:pt x="508328" y="470589"/>
                  <a:pt x="496657" y="482260"/>
                  <a:pt x="482260" y="482260"/>
                </a:cubicBezTo>
                <a:lnTo>
                  <a:pt x="364953" y="482260"/>
                </a:lnTo>
                <a:cubicBezTo>
                  <a:pt x="350556" y="482260"/>
                  <a:pt x="338885" y="470589"/>
                  <a:pt x="338885" y="456191"/>
                </a:cubicBezTo>
                <a:cubicBezTo>
                  <a:pt x="338885" y="441794"/>
                  <a:pt x="350556" y="430123"/>
                  <a:pt x="364953" y="430123"/>
                </a:cubicBezTo>
                <a:lnTo>
                  <a:pt x="482260" y="430123"/>
                </a:lnTo>
                <a:cubicBezTo>
                  <a:pt x="496657" y="430123"/>
                  <a:pt x="508328" y="441794"/>
                  <a:pt x="508328" y="456191"/>
                </a:cubicBezTo>
                <a:close/>
                <a:moveTo>
                  <a:pt x="294569" y="145981"/>
                </a:moveTo>
                <a:lnTo>
                  <a:pt x="216365" y="250254"/>
                </a:lnTo>
                <a:cubicBezTo>
                  <a:pt x="211844" y="256323"/>
                  <a:pt x="204909" y="260128"/>
                  <a:pt x="197361" y="260681"/>
                </a:cubicBezTo>
                <a:lnTo>
                  <a:pt x="195511" y="260681"/>
                </a:lnTo>
                <a:cubicBezTo>
                  <a:pt x="188598" y="260679"/>
                  <a:pt x="181968" y="257932"/>
                  <a:pt x="177081" y="253043"/>
                </a:cubicBezTo>
                <a:lnTo>
                  <a:pt x="137978" y="213941"/>
                </a:lnTo>
                <a:cubicBezTo>
                  <a:pt x="127793" y="203762"/>
                  <a:pt x="127787" y="187253"/>
                  <a:pt x="137965" y="177067"/>
                </a:cubicBezTo>
                <a:cubicBezTo>
                  <a:pt x="148144" y="166882"/>
                  <a:pt x="164653" y="166876"/>
                  <a:pt x="174839" y="177054"/>
                </a:cubicBezTo>
                <a:lnTo>
                  <a:pt x="192695" y="194911"/>
                </a:lnTo>
                <a:lnTo>
                  <a:pt x="252860" y="114700"/>
                </a:lnTo>
                <a:cubicBezTo>
                  <a:pt x="261499" y="103182"/>
                  <a:pt x="277839" y="100848"/>
                  <a:pt x="289356" y="109486"/>
                </a:cubicBezTo>
                <a:cubicBezTo>
                  <a:pt x="300873" y="118124"/>
                  <a:pt x="303208" y="134464"/>
                  <a:pt x="294569" y="145981"/>
                </a:cubicBezTo>
                <a:close/>
                <a:moveTo>
                  <a:pt x="294569" y="406662"/>
                </a:moveTo>
                <a:lnTo>
                  <a:pt x="216365" y="510934"/>
                </a:lnTo>
                <a:cubicBezTo>
                  <a:pt x="207335" y="522477"/>
                  <a:pt x="190657" y="524516"/>
                  <a:pt x="179113" y="515486"/>
                </a:cubicBezTo>
                <a:cubicBezTo>
                  <a:pt x="178406" y="514933"/>
                  <a:pt x="177728" y="514344"/>
                  <a:pt x="177081" y="513724"/>
                </a:cubicBezTo>
                <a:lnTo>
                  <a:pt x="137978" y="474622"/>
                </a:lnTo>
                <a:cubicBezTo>
                  <a:pt x="127977" y="464265"/>
                  <a:pt x="128263" y="447764"/>
                  <a:pt x="138619" y="437761"/>
                </a:cubicBezTo>
                <a:cubicBezTo>
                  <a:pt x="148721" y="428004"/>
                  <a:pt x="164737" y="428004"/>
                  <a:pt x="174839" y="437761"/>
                </a:cubicBezTo>
                <a:lnTo>
                  <a:pt x="192695" y="455618"/>
                </a:lnTo>
                <a:lnTo>
                  <a:pt x="252860" y="375380"/>
                </a:lnTo>
                <a:cubicBezTo>
                  <a:pt x="261499" y="363864"/>
                  <a:pt x="277839" y="361528"/>
                  <a:pt x="289356" y="370167"/>
                </a:cubicBezTo>
                <a:cubicBezTo>
                  <a:pt x="300873" y="378806"/>
                  <a:pt x="303208" y="395145"/>
                  <a:pt x="294569" y="406662"/>
                </a:cubicBezTo>
                <a:close/>
              </a:path>
            </a:pathLst>
          </a:custGeom>
          <a:solidFill>
            <a:schemeClr val="bg1"/>
          </a:solidFill>
          <a:ln w="25797" cap="flat">
            <a:noFill/>
            <a:prstDash val="solid"/>
            <a:miter/>
          </a:ln>
        </p:spPr>
        <p:txBody>
          <a:bodyPr rtlCol="0" anchor="ctr"/>
          <a:lstStyle/>
          <a:p>
            <a:endParaRPr/>
          </a:p>
        </p:txBody>
      </p:sp>
      <p:grpSp>
        <p:nvGrpSpPr>
          <p:cNvPr id="17" name="Graphic 37">
            <a:extLst>
              <a:ext uri="{FF2B5EF4-FFF2-40B4-BE49-F238E27FC236}">
                <a16:creationId xmlns:a16="http://schemas.microsoft.com/office/drawing/2014/main" id="{3AB69F10-49E3-EF45-ADFE-AC7D6DFE013C}"/>
              </a:ext>
            </a:extLst>
          </p:cNvPr>
          <p:cNvGrpSpPr/>
          <p:nvPr/>
        </p:nvGrpSpPr>
        <p:grpSpPr>
          <a:xfrm>
            <a:off x="17235388" y="9054223"/>
            <a:ext cx="625634" cy="625634"/>
            <a:chOff x="12075319" y="6743700"/>
            <a:chExt cx="625634" cy="625634"/>
          </a:xfrm>
          <a:solidFill>
            <a:schemeClr val="bg1"/>
          </a:solidFill>
        </p:grpSpPr>
        <p:sp>
          <p:nvSpPr>
            <p:cNvPr id="18" name="Freeform 17">
              <a:extLst>
                <a:ext uri="{FF2B5EF4-FFF2-40B4-BE49-F238E27FC236}">
                  <a16:creationId xmlns:a16="http://schemas.microsoft.com/office/drawing/2014/main" id="{C6BEF46C-8AC2-B04C-9950-4D8B5E8E6FD8}"/>
                </a:ext>
              </a:extLst>
            </p:cNvPr>
            <p:cNvSpPr/>
            <p:nvPr/>
          </p:nvSpPr>
          <p:spPr>
            <a:xfrm>
              <a:off x="12075319" y="6769768"/>
              <a:ext cx="625634" cy="338886"/>
            </a:xfrm>
            <a:custGeom>
              <a:avLst/>
              <a:gdLst>
                <a:gd name="connsiteX0" fmla="*/ 560464 w 625634"/>
                <a:gd name="connsiteY0" fmla="*/ 117306 h 338886"/>
                <a:gd name="connsiteX1" fmla="*/ 462708 w 625634"/>
                <a:gd name="connsiteY1" fmla="*/ 117306 h 338886"/>
                <a:gd name="connsiteX2" fmla="*/ 456191 w 625634"/>
                <a:gd name="connsiteY2" fmla="*/ 110789 h 338886"/>
                <a:gd name="connsiteX3" fmla="*/ 456191 w 625634"/>
                <a:gd name="connsiteY3" fmla="*/ 104272 h 338886"/>
                <a:gd name="connsiteX4" fmla="*/ 351919 w 625634"/>
                <a:gd name="connsiteY4" fmla="*/ 0 h 338886"/>
                <a:gd name="connsiteX5" fmla="*/ 273715 w 625634"/>
                <a:gd name="connsiteY5" fmla="*/ 0 h 338886"/>
                <a:gd name="connsiteX6" fmla="*/ 169443 w 625634"/>
                <a:gd name="connsiteY6" fmla="*/ 104272 h 338886"/>
                <a:gd name="connsiteX7" fmla="*/ 169443 w 625634"/>
                <a:gd name="connsiteY7" fmla="*/ 110789 h 338886"/>
                <a:gd name="connsiteX8" fmla="*/ 162926 w 625634"/>
                <a:gd name="connsiteY8" fmla="*/ 117306 h 338886"/>
                <a:gd name="connsiteX9" fmla="*/ 65170 w 625634"/>
                <a:gd name="connsiteY9" fmla="*/ 117306 h 338886"/>
                <a:gd name="connsiteX10" fmla="*/ 0 w 625634"/>
                <a:gd name="connsiteY10" fmla="*/ 182477 h 338886"/>
                <a:gd name="connsiteX11" fmla="*/ 0 w 625634"/>
                <a:gd name="connsiteY11" fmla="*/ 299783 h 338886"/>
                <a:gd name="connsiteX12" fmla="*/ 39102 w 625634"/>
                <a:gd name="connsiteY12" fmla="*/ 338885 h 338886"/>
                <a:gd name="connsiteX13" fmla="*/ 252860 w 625634"/>
                <a:gd name="connsiteY13" fmla="*/ 338885 h 338886"/>
                <a:gd name="connsiteX14" fmla="*/ 258074 w 625634"/>
                <a:gd name="connsiteY14" fmla="*/ 336278 h 338886"/>
                <a:gd name="connsiteX15" fmla="*/ 347589 w 625634"/>
                <a:gd name="connsiteY15" fmla="*/ 316620 h 338886"/>
                <a:gd name="connsiteX16" fmla="*/ 367247 w 625634"/>
                <a:gd name="connsiteY16" fmla="*/ 336278 h 338886"/>
                <a:gd name="connsiteX17" fmla="*/ 372461 w 625634"/>
                <a:gd name="connsiteY17" fmla="*/ 338885 h 338886"/>
                <a:gd name="connsiteX18" fmla="*/ 586219 w 625634"/>
                <a:gd name="connsiteY18" fmla="*/ 338885 h 338886"/>
                <a:gd name="connsiteX19" fmla="*/ 625634 w 625634"/>
                <a:gd name="connsiteY19" fmla="*/ 300096 h 338886"/>
                <a:gd name="connsiteX20" fmla="*/ 625634 w 625634"/>
                <a:gd name="connsiteY20" fmla="*/ 299783 h 338886"/>
                <a:gd name="connsiteX21" fmla="*/ 625634 w 625634"/>
                <a:gd name="connsiteY21" fmla="*/ 182477 h 338886"/>
                <a:gd name="connsiteX22" fmla="*/ 560464 w 625634"/>
                <a:gd name="connsiteY22" fmla="*/ 117306 h 338886"/>
                <a:gd name="connsiteX23" fmla="*/ 273715 w 625634"/>
                <a:gd name="connsiteY23" fmla="*/ 52136 h 338886"/>
                <a:gd name="connsiteX24" fmla="*/ 351919 w 625634"/>
                <a:gd name="connsiteY24" fmla="*/ 52136 h 338886"/>
                <a:gd name="connsiteX25" fmla="*/ 403534 w 625634"/>
                <a:gd name="connsiteY25" fmla="*/ 96817 h 338886"/>
                <a:gd name="connsiteX26" fmla="*/ 398023 w 625634"/>
                <a:gd name="connsiteY26" fmla="*/ 104205 h 338886"/>
                <a:gd name="connsiteX27" fmla="*/ 397069 w 625634"/>
                <a:gd name="connsiteY27" fmla="*/ 104272 h 338886"/>
                <a:gd name="connsiteX28" fmla="*/ 228565 w 625634"/>
                <a:gd name="connsiteY28" fmla="*/ 104272 h 338886"/>
                <a:gd name="connsiteX29" fmla="*/ 222032 w 625634"/>
                <a:gd name="connsiteY29" fmla="*/ 97771 h 338886"/>
                <a:gd name="connsiteX30" fmla="*/ 222100 w 625634"/>
                <a:gd name="connsiteY30" fmla="*/ 96817 h 338886"/>
                <a:gd name="connsiteX31" fmla="*/ 273715 w 625634"/>
                <a:gd name="connsiteY31" fmla="*/ 52136 h 33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25634" h="338886">
                  <a:moveTo>
                    <a:pt x="560464" y="117306"/>
                  </a:moveTo>
                  <a:lnTo>
                    <a:pt x="462708" y="117306"/>
                  </a:lnTo>
                  <a:cubicBezTo>
                    <a:pt x="459109" y="117306"/>
                    <a:pt x="456191" y="114389"/>
                    <a:pt x="456191" y="110789"/>
                  </a:cubicBezTo>
                  <a:lnTo>
                    <a:pt x="456191" y="104272"/>
                  </a:lnTo>
                  <a:cubicBezTo>
                    <a:pt x="456191" y="46684"/>
                    <a:pt x="409506" y="0"/>
                    <a:pt x="351919" y="0"/>
                  </a:cubicBezTo>
                  <a:lnTo>
                    <a:pt x="273715" y="0"/>
                  </a:lnTo>
                  <a:cubicBezTo>
                    <a:pt x="216127" y="0"/>
                    <a:pt x="169443" y="46684"/>
                    <a:pt x="169443" y="104272"/>
                  </a:cubicBezTo>
                  <a:lnTo>
                    <a:pt x="169443" y="110789"/>
                  </a:lnTo>
                  <a:cubicBezTo>
                    <a:pt x="169443" y="114389"/>
                    <a:pt x="166525" y="117306"/>
                    <a:pt x="162926" y="117306"/>
                  </a:cubicBezTo>
                  <a:lnTo>
                    <a:pt x="65170" y="117306"/>
                  </a:lnTo>
                  <a:cubicBezTo>
                    <a:pt x="29178" y="117306"/>
                    <a:pt x="0" y="146484"/>
                    <a:pt x="0" y="182477"/>
                  </a:cubicBezTo>
                  <a:lnTo>
                    <a:pt x="0" y="299783"/>
                  </a:lnTo>
                  <a:cubicBezTo>
                    <a:pt x="0" y="321378"/>
                    <a:pt x="17507" y="338885"/>
                    <a:pt x="39102" y="338885"/>
                  </a:cubicBezTo>
                  <a:lnTo>
                    <a:pt x="252860" y="338885"/>
                  </a:lnTo>
                  <a:cubicBezTo>
                    <a:pt x="254910" y="338877"/>
                    <a:pt x="256838" y="337913"/>
                    <a:pt x="258074" y="336278"/>
                  </a:cubicBezTo>
                  <a:cubicBezTo>
                    <a:pt x="277364" y="306131"/>
                    <a:pt x="317441" y="297330"/>
                    <a:pt x="347589" y="316620"/>
                  </a:cubicBezTo>
                  <a:cubicBezTo>
                    <a:pt x="355488" y="321675"/>
                    <a:pt x="362193" y="328380"/>
                    <a:pt x="367247" y="336278"/>
                  </a:cubicBezTo>
                  <a:cubicBezTo>
                    <a:pt x="368483" y="337913"/>
                    <a:pt x="370412" y="338877"/>
                    <a:pt x="372461" y="338885"/>
                  </a:cubicBezTo>
                  <a:lnTo>
                    <a:pt x="586219" y="338885"/>
                  </a:lnTo>
                  <a:cubicBezTo>
                    <a:pt x="607814" y="339057"/>
                    <a:pt x="625459" y="321691"/>
                    <a:pt x="625634" y="300096"/>
                  </a:cubicBezTo>
                  <a:cubicBezTo>
                    <a:pt x="625634" y="299992"/>
                    <a:pt x="625634" y="299887"/>
                    <a:pt x="625634" y="299783"/>
                  </a:cubicBezTo>
                  <a:lnTo>
                    <a:pt x="625634" y="182477"/>
                  </a:lnTo>
                  <a:cubicBezTo>
                    <a:pt x="625634" y="146484"/>
                    <a:pt x="596456" y="117306"/>
                    <a:pt x="560464" y="117306"/>
                  </a:cubicBezTo>
                  <a:close/>
                  <a:moveTo>
                    <a:pt x="273715" y="52136"/>
                  </a:moveTo>
                  <a:lnTo>
                    <a:pt x="351919" y="52136"/>
                  </a:lnTo>
                  <a:cubicBezTo>
                    <a:pt x="377839" y="52129"/>
                    <a:pt x="399827" y="71164"/>
                    <a:pt x="403534" y="96817"/>
                  </a:cubicBezTo>
                  <a:cubicBezTo>
                    <a:pt x="404053" y="100379"/>
                    <a:pt x="401584" y="103686"/>
                    <a:pt x="398023" y="104205"/>
                  </a:cubicBezTo>
                  <a:cubicBezTo>
                    <a:pt x="397708" y="104250"/>
                    <a:pt x="397387" y="104273"/>
                    <a:pt x="397069" y="104272"/>
                  </a:cubicBezTo>
                  <a:lnTo>
                    <a:pt x="228565" y="104272"/>
                  </a:lnTo>
                  <a:cubicBezTo>
                    <a:pt x="224966" y="104281"/>
                    <a:pt x="222041" y="101370"/>
                    <a:pt x="222032" y="97771"/>
                  </a:cubicBezTo>
                  <a:cubicBezTo>
                    <a:pt x="222032" y="97452"/>
                    <a:pt x="222054" y="97133"/>
                    <a:pt x="222100" y="96817"/>
                  </a:cubicBezTo>
                  <a:cubicBezTo>
                    <a:pt x="225806" y="71164"/>
                    <a:pt x="247795" y="52129"/>
                    <a:pt x="273715" y="52136"/>
                  </a:cubicBezTo>
                  <a:close/>
                </a:path>
              </a:pathLst>
            </a:custGeom>
            <a:grpFill/>
            <a:ln w="25797" cap="flat">
              <a:noFill/>
              <a:prstDash val="solid"/>
              <a:miter/>
            </a:ln>
          </p:spPr>
          <p:txBody>
            <a:bodyPr rtlCol="0" anchor="ctr"/>
            <a:lstStyle/>
            <a:p>
              <a:endParaRPr/>
            </a:p>
          </p:txBody>
        </p:sp>
        <p:sp>
          <p:nvSpPr>
            <p:cNvPr id="19" name="Freeform 18">
              <a:extLst>
                <a:ext uri="{FF2B5EF4-FFF2-40B4-BE49-F238E27FC236}">
                  <a16:creationId xmlns:a16="http://schemas.microsoft.com/office/drawing/2014/main" id="{573FD6E5-1D49-D145-B146-B3263E6A4FDA}"/>
                </a:ext>
              </a:extLst>
            </p:cNvPr>
            <p:cNvSpPr/>
            <p:nvPr/>
          </p:nvSpPr>
          <p:spPr>
            <a:xfrm>
              <a:off x="12099910" y="7147754"/>
              <a:ext cx="576331" cy="195695"/>
            </a:xfrm>
            <a:custGeom>
              <a:avLst/>
              <a:gdLst>
                <a:gd name="connsiteX0" fmla="*/ 288226 w 576331"/>
                <a:gd name="connsiteY0" fmla="*/ 97756 h 195695"/>
                <a:gd name="connsiteX1" fmla="*/ 216539 w 576331"/>
                <a:gd name="connsiteY1" fmla="*/ 13035 h 195695"/>
                <a:gd name="connsiteX2" fmla="*/ 216721 w 576331"/>
                <a:gd name="connsiteY2" fmla="*/ 6909 h 195695"/>
                <a:gd name="connsiteX3" fmla="*/ 210607 w 576331"/>
                <a:gd name="connsiteY3" fmla="*/ 14 h 195695"/>
                <a:gd name="connsiteX4" fmla="*/ 210204 w 576331"/>
                <a:gd name="connsiteY4" fmla="*/ 1 h 195695"/>
                <a:gd name="connsiteX5" fmla="*/ 27545 w 576331"/>
                <a:gd name="connsiteY5" fmla="*/ 1 h 195695"/>
                <a:gd name="connsiteX6" fmla="*/ 14511 w 576331"/>
                <a:gd name="connsiteY6" fmla="*/ 11184 h 195695"/>
                <a:gd name="connsiteX7" fmla="*/ 9089 w 576331"/>
                <a:gd name="connsiteY7" fmla="*/ 44760 h 195695"/>
                <a:gd name="connsiteX8" fmla="*/ 15606 w 576331"/>
                <a:gd name="connsiteY8" fmla="*/ 175100 h 195695"/>
                <a:gd name="connsiteX9" fmla="*/ 67716 w 576331"/>
                <a:gd name="connsiteY9" fmla="*/ 195511 h 195695"/>
                <a:gd name="connsiteX10" fmla="*/ 508736 w 576331"/>
                <a:gd name="connsiteY10" fmla="*/ 195511 h 195695"/>
                <a:gd name="connsiteX11" fmla="*/ 560715 w 576331"/>
                <a:gd name="connsiteY11" fmla="*/ 175152 h 195695"/>
                <a:gd name="connsiteX12" fmla="*/ 567232 w 576331"/>
                <a:gd name="connsiteY12" fmla="*/ 44812 h 195695"/>
                <a:gd name="connsiteX13" fmla="*/ 561810 w 576331"/>
                <a:gd name="connsiteY13" fmla="*/ 11236 h 195695"/>
                <a:gd name="connsiteX14" fmla="*/ 548907 w 576331"/>
                <a:gd name="connsiteY14" fmla="*/ 1 h 195695"/>
                <a:gd name="connsiteX15" fmla="*/ 366248 w 576331"/>
                <a:gd name="connsiteY15" fmla="*/ 1 h 195695"/>
                <a:gd name="connsiteX16" fmla="*/ 359720 w 576331"/>
                <a:gd name="connsiteY16" fmla="*/ 6559 h 195695"/>
                <a:gd name="connsiteX17" fmla="*/ 359731 w 576331"/>
                <a:gd name="connsiteY17" fmla="*/ 6909 h 195695"/>
                <a:gd name="connsiteX18" fmla="*/ 359913 w 576331"/>
                <a:gd name="connsiteY18" fmla="*/ 13035 h 195695"/>
                <a:gd name="connsiteX19" fmla="*/ 288226 w 576331"/>
                <a:gd name="connsiteY19" fmla="*/ 97756 h 195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76331" h="195695">
                  <a:moveTo>
                    <a:pt x="288226" y="97756"/>
                  </a:moveTo>
                  <a:cubicBezTo>
                    <a:pt x="245208" y="93822"/>
                    <a:pt x="213299" y="56110"/>
                    <a:pt x="216539" y="13035"/>
                  </a:cubicBezTo>
                  <a:cubicBezTo>
                    <a:pt x="216539" y="10975"/>
                    <a:pt x="216539" y="8942"/>
                    <a:pt x="216721" y="6909"/>
                  </a:cubicBezTo>
                  <a:cubicBezTo>
                    <a:pt x="216937" y="3317"/>
                    <a:pt x="214199" y="227"/>
                    <a:pt x="210607" y="14"/>
                  </a:cubicBezTo>
                  <a:cubicBezTo>
                    <a:pt x="210473" y="3"/>
                    <a:pt x="210338" y="1"/>
                    <a:pt x="210204" y="1"/>
                  </a:cubicBezTo>
                  <a:lnTo>
                    <a:pt x="27545" y="1"/>
                  </a:lnTo>
                  <a:cubicBezTo>
                    <a:pt x="21011" y="-65"/>
                    <a:pt x="15438" y="4716"/>
                    <a:pt x="14511" y="11184"/>
                  </a:cubicBezTo>
                  <a:cubicBezTo>
                    <a:pt x="12921" y="22263"/>
                    <a:pt x="10992" y="33524"/>
                    <a:pt x="9089" y="44760"/>
                  </a:cubicBezTo>
                  <a:cubicBezTo>
                    <a:pt x="121" y="97209"/>
                    <a:pt x="-8325" y="146764"/>
                    <a:pt x="15606" y="175100"/>
                  </a:cubicBezTo>
                  <a:cubicBezTo>
                    <a:pt x="28963" y="189482"/>
                    <a:pt x="48144" y="196995"/>
                    <a:pt x="67716" y="195511"/>
                  </a:cubicBezTo>
                  <a:lnTo>
                    <a:pt x="508736" y="195511"/>
                  </a:lnTo>
                  <a:cubicBezTo>
                    <a:pt x="528255" y="196969"/>
                    <a:pt x="547379" y="189477"/>
                    <a:pt x="560715" y="175152"/>
                  </a:cubicBezTo>
                  <a:cubicBezTo>
                    <a:pt x="584672" y="146764"/>
                    <a:pt x="576200" y="97209"/>
                    <a:pt x="567232" y="44812"/>
                  </a:cubicBezTo>
                  <a:cubicBezTo>
                    <a:pt x="565329" y="33576"/>
                    <a:pt x="563400" y="22315"/>
                    <a:pt x="561810" y="11236"/>
                  </a:cubicBezTo>
                  <a:cubicBezTo>
                    <a:pt x="560914" y="4797"/>
                    <a:pt x="555408" y="3"/>
                    <a:pt x="548907" y="1"/>
                  </a:cubicBezTo>
                  <a:lnTo>
                    <a:pt x="366248" y="1"/>
                  </a:lnTo>
                  <a:cubicBezTo>
                    <a:pt x="362634" y="8"/>
                    <a:pt x="359712" y="2946"/>
                    <a:pt x="359720" y="6559"/>
                  </a:cubicBezTo>
                  <a:cubicBezTo>
                    <a:pt x="359720" y="6677"/>
                    <a:pt x="359725" y="6791"/>
                    <a:pt x="359731" y="6909"/>
                  </a:cubicBezTo>
                  <a:cubicBezTo>
                    <a:pt x="359731" y="8942"/>
                    <a:pt x="359913" y="10975"/>
                    <a:pt x="359913" y="13035"/>
                  </a:cubicBezTo>
                  <a:cubicBezTo>
                    <a:pt x="363153" y="56110"/>
                    <a:pt x="331243" y="93822"/>
                    <a:pt x="288226" y="97756"/>
                  </a:cubicBezTo>
                  <a:close/>
                </a:path>
              </a:pathLst>
            </a:custGeom>
            <a:grpFill/>
            <a:ln w="25797" cap="flat">
              <a:noFill/>
              <a:prstDash val="solid"/>
              <a:miter/>
            </a:ln>
          </p:spPr>
          <p:txBody>
            <a:bodyPr rtlCol="0" anchor="ctr"/>
            <a:lstStyle/>
            <a:p>
              <a:endParaRPr/>
            </a:p>
          </p:txBody>
        </p:sp>
        <p:sp>
          <p:nvSpPr>
            <p:cNvPr id="20" name="Freeform 19">
              <a:extLst>
                <a:ext uri="{FF2B5EF4-FFF2-40B4-BE49-F238E27FC236}">
                  <a16:creationId xmlns:a16="http://schemas.microsoft.com/office/drawing/2014/main" id="{EFB7D1E8-2F9C-8842-AF4F-E8BEC12F2A52}"/>
                </a:ext>
              </a:extLst>
            </p:cNvPr>
            <p:cNvSpPr/>
            <p:nvPr/>
          </p:nvSpPr>
          <p:spPr>
            <a:xfrm>
              <a:off x="12355550" y="7115170"/>
              <a:ext cx="65170" cy="91238"/>
            </a:xfrm>
            <a:custGeom>
              <a:avLst/>
              <a:gdLst>
                <a:gd name="connsiteX0" fmla="*/ 65170 w 65170"/>
                <a:gd name="connsiteY0" fmla="*/ 45619 h 91238"/>
                <a:gd name="connsiteX1" fmla="*/ 32585 w 65170"/>
                <a:gd name="connsiteY1" fmla="*/ 91238 h 91238"/>
                <a:gd name="connsiteX2" fmla="*/ 0 w 65170"/>
                <a:gd name="connsiteY2" fmla="*/ 45619 h 91238"/>
                <a:gd name="connsiteX3" fmla="*/ 32585 w 65170"/>
                <a:gd name="connsiteY3" fmla="*/ 0 h 91238"/>
                <a:gd name="connsiteX4" fmla="*/ 65170 w 65170"/>
                <a:gd name="connsiteY4" fmla="*/ 45619 h 91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70" h="91238">
                  <a:moveTo>
                    <a:pt x="65170" y="45619"/>
                  </a:moveTo>
                  <a:cubicBezTo>
                    <a:pt x="65170" y="70814"/>
                    <a:pt x="50581" y="91238"/>
                    <a:pt x="32585" y="91238"/>
                  </a:cubicBezTo>
                  <a:cubicBezTo>
                    <a:pt x="14589" y="91238"/>
                    <a:pt x="0" y="70814"/>
                    <a:pt x="0" y="45619"/>
                  </a:cubicBezTo>
                  <a:cubicBezTo>
                    <a:pt x="0" y="20424"/>
                    <a:pt x="14589" y="0"/>
                    <a:pt x="32585" y="0"/>
                  </a:cubicBezTo>
                  <a:cubicBezTo>
                    <a:pt x="50581" y="0"/>
                    <a:pt x="65170" y="20424"/>
                    <a:pt x="65170" y="45619"/>
                  </a:cubicBezTo>
                  <a:close/>
                </a:path>
              </a:pathLst>
            </a:custGeom>
            <a:grpFill/>
            <a:ln w="25797" cap="flat">
              <a:noFill/>
              <a:prstDash val="solid"/>
              <a:miter/>
            </a:ln>
          </p:spPr>
          <p:txBody>
            <a:bodyPr rtlCol="0" anchor="ctr"/>
            <a:lstStyle/>
            <a:p>
              <a:endParaRPr/>
            </a:p>
          </p:txBody>
        </p:sp>
      </p:grpSp>
      <p:grpSp>
        <p:nvGrpSpPr>
          <p:cNvPr id="21" name="Graphic 39">
            <a:extLst>
              <a:ext uri="{FF2B5EF4-FFF2-40B4-BE49-F238E27FC236}">
                <a16:creationId xmlns:a16="http://schemas.microsoft.com/office/drawing/2014/main" id="{EE5440AD-773D-5D45-98C6-58AEB22450BB}"/>
              </a:ext>
            </a:extLst>
          </p:cNvPr>
          <p:cNvGrpSpPr/>
          <p:nvPr/>
        </p:nvGrpSpPr>
        <p:grpSpPr>
          <a:xfrm>
            <a:off x="20117340" y="9054223"/>
            <a:ext cx="625634" cy="625634"/>
            <a:chOff x="12075319" y="6743700"/>
            <a:chExt cx="625634" cy="625634"/>
          </a:xfrm>
          <a:solidFill>
            <a:schemeClr val="bg1"/>
          </a:solidFill>
        </p:grpSpPr>
        <p:sp>
          <p:nvSpPr>
            <p:cNvPr id="22" name="Freeform 21">
              <a:extLst>
                <a:ext uri="{FF2B5EF4-FFF2-40B4-BE49-F238E27FC236}">
                  <a16:creationId xmlns:a16="http://schemas.microsoft.com/office/drawing/2014/main" id="{E88A7188-A6A0-FF49-882E-DBF5910BFB2E}"/>
                </a:ext>
              </a:extLst>
            </p:cNvPr>
            <p:cNvSpPr/>
            <p:nvPr/>
          </p:nvSpPr>
          <p:spPr>
            <a:xfrm>
              <a:off x="12088353" y="6756551"/>
              <a:ext cx="260680" cy="339276"/>
            </a:xfrm>
            <a:custGeom>
              <a:avLst/>
              <a:gdLst>
                <a:gd name="connsiteX0" fmla="*/ 7638 w 260680"/>
                <a:gd name="connsiteY0" fmla="*/ 7638 h 339276"/>
                <a:gd name="connsiteX1" fmla="*/ 0 w 260680"/>
                <a:gd name="connsiteY1" fmla="*/ 26068 h 339276"/>
                <a:gd name="connsiteX2" fmla="*/ 0 w 260680"/>
                <a:gd name="connsiteY2" fmla="*/ 313208 h 339276"/>
                <a:gd name="connsiteX3" fmla="*/ 26068 w 260680"/>
                <a:gd name="connsiteY3" fmla="*/ 339276 h 339276"/>
                <a:gd name="connsiteX4" fmla="*/ 234613 w 260680"/>
                <a:gd name="connsiteY4" fmla="*/ 339276 h 339276"/>
                <a:gd name="connsiteX5" fmla="*/ 260681 w 260680"/>
                <a:gd name="connsiteY5" fmla="*/ 313208 h 339276"/>
                <a:gd name="connsiteX6" fmla="*/ 260681 w 260680"/>
                <a:gd name="connsiteY6" fmla="*/ 26459 h 339276"/>
                <a:gd name="connsiteX7" fmla="*/ 234613 w 260680"/>
                <a:gd name="connsiteY7" fmla="*/ 391 h 339276"/>
                <a:gd name="connsiteX8" fmla="*/ 26068 w 260680"/>
                <a:gd name="connsiteY8" fmla="*/ 0 h 339276"/>
                <a:gd name="connsiteX9" fmla="*/ 7638 w 260680"/>
                <a:gd name="connsiteY9" fmla="*/ 7638 h 339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680" h="339276">
                  <a:moveTo>
                    <a:pt x="7638" y="7638"/>
                  </a:moveTo>
                  <a:cubicBezTo>
                    <a:pt x="2749" y="12526"/>
                    <a:pt x="1" y="19155"/>
                    <a:pt x="0" y="26068"/>
                  </a:cubicBezTo>
                  <a:lnTo>
                    <a:pt x="0" y="313208"/>
                  </a:lnTo>
                  <a:cubicBezTo>
                    <a:pt x="0" y="327605"/>
                    <a:pt x="11671" y="339276"/>
                    <a:pt x="26068" y="339276"/>
                  </a:cubicBezTo>
                  <a:lnTo>
                    <a:pt x="234613" y="339276"/>
                  </a:lnTo>
                  <a:cubicBezTo>
                    <a:pt x="249010" y="339276"/>
                    <a:pt x="260681" y="327605"/>
                    <a:pt x="260681" y="313208"/>
                  </a:cubicBezTo>
                  <a:lnTo>
                    <a:pt x="260681" y="26459"/>
                  </a:lnTo>
                  <a:cubicBezTo>
                    <a:pt x="260681" y="12062"/>
                    <a:pt x="249010" y="391"/>
                    <a:pt x="234613" y="391"/>
                  </a:cubicBezTo>
                  <a:lnTo>
                    <a:pt x="26068" y="0"/>
                  </a:lnTo>
                  <a:cubicBezTo>
                    <a:pt x="19155" y="1"/>
                    <a:pt x="12526" y="2749"/>
                    <a:pt x="7638" y="7638"/>
                  </a:cubicBezTo>
                  <a:close/>
                </a:path>
              </a:pathLst>
            </a:custGeom>
            <a:grpFill/>
            <a:ln w="25797" cap="flat">
              <a:noFill/>
              <a:prstDash val="solid"/>
              <a:miter/>
            </a:ln>
          </p:spPr>
          <p:txBody>
            <a:bodyPr rtlCol="0" anchor="ctr"/>
            <a:lstStyle/>
            <a:p>
              <a:endParaRPr/>
            </a:p>
          </p:txBody>
        </p:sp>
        <p:sp>
          <p:nvSpPr>
            <p:cNvPr id="23" name="Freeform 22">
              <a:extLst>
                <a:ext uri="{FF2B5EF4-FFF2-40B4-BE49-F238E27FC236}">
                  <a16:creationId xmlns:a16="http://schemas.microsoft.com/office/drawing/2014/main" id="{630778F7-A43B-3E48-AEE8-33FF9EC6C4C7}"/>
                </a:ext>
              </a:extLst>
            </p:cNvPr>
            <p:cNvSpPr/>
            <p:nvPr/>
          </p:nvSpPr>
          <p:spPr>
            <a:xfrm>
              <a:off x="12427238" y="6756551"/>
              <a:ext cx="260680" cy="182841"/>
            </a:xfrm>
            <a:custGeom>
              <a:avLst/>
              <a:gdLst>
                <a:gd name="connsiteX0" fmla="*/ 234613 w 260680"/>
                <a:gd name="connsiteY0" fmla="*/ 0 h 182841"/>
                <a:gd name="connsiteX1" fmla="*/ 26068 w 260680"/>
                <a:gd name="connsiteY1" fmla="*/ 365 h 182841"/>
                <a:gd name="connsiteX2" fmla="*/ 0 w 260680"/>
                <a:gd name="connsiteY2" fmla="*/ 26433 h 182841"/>
                <a:gd name="connsiteX3" fmla="*/ 0 w 260680"/>
                <a:gd name="connsiteY3" fmla="*/ 156773 h 182841"/>
                <a:gd name="connsiteX4" fmla="*/ 26068 w 260680"/>
                <a:gd name="connsiteY4" fmla="*/ 182842 h 182841"/>
                <a:gd name="connsiteX5" fmla="*/ 234613 w 260680"/>
                <a:gd name="connsiteY5" fmla="*/ 182842 h 182841"/>
                <a:gd name="connsiteX6" fmla="*/ 260681 w 260680"/>
                <a:gd name="connsiteY6" fmla="*/ 156773 h 182841"/>
                <a:gd name="connsiteX7" fmla="*/ 260681 w 260680"/>
                <a:gd name="connsiteY7" fmla="*/ 26068 h 182841"/>
                <a:gd name="connsiteX8" fmla="*/ 234613 w 260680"/>
                <a:gd name="connsiteY8" fmla="*/ 0 h 182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680" h="182841">
                  <a:moveTo>
                    <a:pt x="234613" y="0"/>
                  </a:moveTo>
                  <a:lnTo>
                    <a:pt x="26068" y="365"/>
                  </a:lnTo>
                  <a:cubicBezTo>
                    <a:pt x="11671" y="365"/>
                    <a:pt x="0" y="12036"/>
                    <a:pt x="0" y="26433"/>
                  </a:cubicBezTo>
                  <a:lnTo>
                    <a:pt x="0" y="156773"/>
                  </a:lnTo>
                  <a:cubicBezTo>
                    <a:pt x="0" y="171170"/>
                    <a:pt x="11671" y="182842"/>
                    <a:pt x="26068" y="182842"/>
                  </a:cubicBezTo>
                  <a:lnTo>
                    <a:pt x="234613" y="182842"/>
                  </a:lnTo>
                  <a:cubicBezTo>
                    <a:pt x="249010" y="182842"/>
                    <a:pt x="260681" y="171170"/>
                    <a:pt x="260681" y="156773"/>
                  </a:cubicBezTo>
                  <a:lnTo>
                    <a:pt x="260681" y="26068"/>
                  </a:lnTo>
                  <a:cubicBezTo>
                    <a:pt x="260681" y="11671"/>
                    <a:pt x="249010" y="0"/>
                    <a:pt x="234613" y="0"/>
                  </a:cubicBezTo>
                  <a:close/>
                </a:path>
              </a:pathLst>
            </a:custGeom>
            <a:grpFill/>
            <a:ln w="25797" cap="flat">
              <a:noFill/>
              <a:prstDash val="solid"/>
              <a:miter/>
            </a:ln>
          </p:spPr>
          <p:txBody>
            <a:bodyPr rtlCol="0" anchor="ctr"/>
            <a:lstStyle/>
            <a:p>
              <a:endParaRPr/>
            </a:p>
          </p:txBody>
        </p:sp>
        <p:sp>
          <p:nvSpPr>
            <p:cNvPr id="24" name="Freeform 23">
              <a:extLst>
                <a:ext uri="{FF2B5EF4-FFF2-40B4-BE49-F238E27FC236}">
                  <a16:creationId xmlns:a16="http://schemas.microsoft.com/office/drawing/2014/main" id="{8D15C111-23C0-DA47-A211-FA2B1D9B4CFD}"/>
                </a:ext>
              </a:extLst>
            </p:cNvPr>
            <p:cNvSpPr/>
            <p:nvPr/>
          </p:nvSpPr>
          <p:spPr>
            <a:xfrm>
              <a:off x="12088353" y="7174005"/>
              <a:ext cx="260680" cy="182450"/>
            </a:xfrm>
            <a:custGeom>
              <a:avLst/>
              <a:gdLst>
                <a:gd name="connsiteX0" fmla="*/ 253043 w 260680"/>
                <a:gd name="connsiteY0" fmla="*/ 174839 h 182450"/>
                <a:gd name="connsiteX1" fmla="*/ 260681 w 260680"/>
                <a:gd name="connsiteY1" fmla="*/ 156409 h 182450"/>
                <a:gd name="connsiteX2" fmla="*/ 260681 w 260680"/>
                <a:gd name="connsiteY2" fmla="*/ 26068 h 182450"/>
                <a:gd name="connsiteX3" fmla="*/ 234613 w 260680"/>
                <a:gd name="connsiteY3" fmla="*/ 0 h 182450"/>
                <a:gd name="connsiteX4" fmla="*/ 26068 w 260680"/>
                <a:gd name="connsiteY4" fmla="*/ 0 h 182450"/>
                <a:gd name="connsiteX5" fmla="*/ 0 w 260680"/>
                <a:gd name="connsiteY5" fmla="*/ 26068 h 182450"/>
                <a:gd name="connsiteX6" fmla="*/ 0 w 260680"/>
                <a:gd name="connsiteY6" fmla="*/ 156018 h 182450"/>
                <a:gd name="connsiteX7" fmla="*/ 26068 w 260680"/>
                <a:gd name="connsiteY7" fmla="*/ 182086 h 182450"/>
                <a:gd name="connsiteX8" fmla="*/ 234613 w 260680"/>
                <a:gd name="connsiteY8" fmla="*/ 182451 h 182450"/>
                <a:gd name="connsiteX9" fmla="*/ 253043 w 260680"/>
                <a:gd name="connsiteY9" fmla="*/ 174839 h 18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680" h="182450">
                  <a:moveTo>
                    <a:pt x="253043" y="174839"/>
                  </a:moveTo>
                  <a:cubicBezTo>
                    <a:pt x="257931" y="169951"/>
                    <a:pt x="260678" y="163322"/>
                    <a:pt x="260681" y="156409"/>
                  </a:cubicBezTo>
                  <a:lnTo>
                    <a:pt x="260681" y="26068"/>
                  </a:lnTo>
                  <a:cubicBezTo>
                    <a:pt x="260681" y="11671"/>
                    <a:pt x="249010" y="0"/>
                    <a:pt x="234613" y="0"/>
                  </a:cubicBezTo>
                  <a:lnTo>
                    <a:pt x="26068" y="0"/>
                  </a:lnTo>
                  <a:cubicBezTo>
                    <a:pt x="11671" y="0"/>
                    <a:pt x="0" y="11671"/>
                    <a:pt x="0" y="26068"/>
                  </a:cubicBezTo>
                  <a:lnTo>
                    <a:pt x="0" y="156018"/>
                  </a:lnTo>
                  <a:cubicBezTo>
                    <a:pt x="0" y="170415"/>
                    <a:pt x="11671" y="182086"/>
                    <a:pt x="26068" y="182086"/>
                  </a:cubicBezTo>
                  <a:lnTo>
                    <a:pt x="234613" y="182451"/>
                  </a:lnTo>
                  <a:cubicBezTo>
                    <a:pt x="241522" y="182456"/>
                    <a:pt x="248150" y="179719"/>
                    <a:pt x="253043" y="174839"/>
                  </a:cubicBezTo>
                  <a:close/>
                </a:path>
              </a:pathLst>
            </a:custGeom>
            <a:grpFill/>
            <a:ln w="25797" cap="flat">
              <a:noFill/>
              <a:prstDash val="solid"/>
              <a:miter/>
            </a:ln>
          </p:spPr>
          <p:txBody>
            <a:bodyPr rtlCol="0" anchor="ctr"/>
            <a:lstStyle/>
            <a:p>
              <a:endParaRPr/>
            </a:p>
          </p:txBody>
        </p:sp>
        <p:sp>
          <p:nvSpPr>
            <p:cNvPr id="25" name="Freeform 24">
              <a:extLst>
                <a:ext uri="{FF2B5EF4-FFF2-40B4-BE49-F238E27FC236}">
                  <a16:creationId xmlns:a16="http://schemas.microsoft.com/office/drawing/2014/main" id="{85B65929-DE72-9043-B3E5-8F29D1D43B6C}"/>
                </a:ext>
              </a:extLst>
            </p:cNvPr>
            <p:cNvSpPr/>
            <p:nvPr/>
          </p:nvSpPr>
          <p:spPr>
            <a:xfrm>
              <a:off x="12427238" y="7017623"/>
              <a:ext cx="260680" cy="338885"/>
            </a:xfrm>
            <a:custGeom>
              <a:avLst/>
              <a:gdLst>
                <a:gd name="connsiteX0" fmla="*/ 234613 w 260680"/>
                <a:gd name="connsiteY0" fmla="*/ 0 h 338885"/>
                <a:gd name="connsiteX1" fmla="*/ 26068 w 260680"/>
                <a:gd name="connsiteY1" fmla="*/ 0 h 338885"/>
                <a:gd name="connsiteX2" fmla="*/ 0 w 260680"/>
                <a:gd name="connsiteY2" fmla="*/ 26068 h 338885"/>
                <a:gd name="connsiteX3" fmla="*/ 0 w 260680"/>
                <a:gd name="connsiteY3" fmla="*/ 312817 h 338885"/>
                <a:gd name="connsiteX4" fmla="*/ 26068 w 260680"/>
                <a:gd name="connsiteY4" fmla="*/ 338885 h 338885"/>
                <a:gd name="connsiteX5" fmla="*/ 234613 w 260680"/>
                <a:gd name="connsiteY5" fmla="*/ 338520 h 338885"/>
                <a:gd name="connsiteX6" fmla="*/ 260681 w 260680"/>
                <a:gd name="connsiteY6" fmla="*/ 312452 h 338885"/>
                <a:gd name="connsiteX7" fmla="*/ 260681 w 260680"/>
                <a:gd name="connsiteY7" fmla="*/ 26068 h 338885"/>
                <a:gd name="connsiteX8" fmla="*/ 234613 w 260680"/>
                <a:gd name="connsiteY8" fmla="*/ 0 h 338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680" h="338885">
                  <a:moveTo>
                    <a:pt x="234613" y="0"/>
                  </a:moveTo>
                  <a:lnTo>
                    <a:pt x="26068" y="0"/>
                  </a:lnTo>
                  <a:cubicBezTo>
                    <a:pt x="11671" y="0"/>
                    <a:pt x="0" y="11671"/>
                    <a:pt x="0" y="26068"/>
                  </a:cubicBezTo>
                  <a:lnTo>
                    <a:pt x="0" y="312817"/>
                  </a:lnTo>
                  <a:cubicBezTo>
                    <a:pt x="0" y="327214"/>
                    <a:pt x="11671" y="338885"/>
                    <a:pt x="26068" y="338885"/>
                  </a:cubicBezTo>
                  <a:lnTo>
                    <a:pt x="234613" y="338520"/>
                  </a:lnTo>
                  <a:cubicBezTo>
                    <a:pt x="249010" y="338520"/>
                    <a:pt x="260681" y="326849"/>
                    <a:pt x="260681" y="312452"/>
                  </a:cubicBezTo>
                  <a:lnTo>
                    <a:pt x="260681" y="26068"/>
                  </a:lnTo>
                  <a:cubicBezTo>
                    <a:pt x="260681" y="11671"/>
                    <a:pt x="249010" y="0"/>
                    <a:pt x="234613" y="0"/>
                  </a:cubicBezTo>
                  <a:close/>
                </a:path>
              </a:pathLst>
            </a:custGeom>
            <a:grpFill/>
            <a:ln w="25797" cap="flat">
              <a:noFill/>
              <a:prstDash val="solid"/>
              <a:miter/>
            </a:ln>
          </p:spPr>
          <p:txBody>
            <a:bodyPr rtlCol="0" anchor="ctr"/>
            <a:lstStyle/>
            <a:p>
              <a:endParaRPr/>
            </a:p>
          </p:txBody>
        </p:sp>
      </p:grpSp>
      <p:sp>
        <p:nvSpPr>
          <p:cNvPr id="26" name="TextBox 25">
            <a:extLst>
              <a:ext uri="{FF2B5EF4-FFF2-40B4-BE49-F238E27FC236}">
                <a16:creationId xmlns:a16="http://schemas.microsoft.com/office/drawing/2014/main" id="{77C42CA1-DE34-FD46-B168-7AFF107F8D34}"/>
              </a:ext>
            </a:extLst>
          </p:cNvPr>
          <p:cNvSpPr txBox="1"/>
          <p:nvPr/>
        </p:nvSpPr>
        <p:spPr>
          <a:xfrm>
            <a:off x="13890450" y="9821108"/>
            <a:ext cx="1617751" cy="338554"/>
          </a:xfrm>
          <a:prstGeom prst="rect">
            <a:avLst/>
          </a:prstGeom>
          <a:noFill/>
        </p:spPr>
        <p:txBody>
          <a:bodyPr wrap="none" rtlCol="0">
            <a:spAutoFit/>
          </a:bodyPr>
          <a:lstStyle/>
          <a:p>
            <a:pPr algn="ctr"/>
            <a:r>
              <a:rPr lang="en-US" sz="1600" b="1" spc="300">
                <a:solidFill>
                  <a:schemeClr val="bg1"/>
                </a:solidFill>
                <a:latin typeface="Open Sans" panose="020B0606030504020204" pitchFamily="34" charset="0"/>
                <a:ea typeface="Open Sans" panose="020B0606030504020204" pitchFamily="34" charset="0"/>
                <a:cs typeface="Open Sans" panose="020B0606030504020204" pitchFamily="34" charset="0"/>
              </a:rPr>
              <a:t>CHECKLIST</a:t>
            </a:r>
            <a:endParaRPr sz="1600"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7" name="TextBox 26">
            <a:extLst>
              <a:ext uri="{FF2B5EF4-FFF2-40B4-BE49-F238E27FC236}">
                <a16:creationId xmlns:a16="http://schemas.microsoft.com/office/drawing/2014/main" id="{BF5B0473-5454-7B4F-A54A-200DA72139DA}"/>
              </a:ext>
            </a:extLst>
          </p:cNvPr>
          <p:cNvSpPr txBox="1"/>
          <p:nvPr/>
        </p:nvSpPr>
        <p:spPr>
          <a:xfrm>
            <a:off x="16923397" y="9821108"/>
            <a:ext cx="1314784" cy="338554"/>
          </a:xfrm>
          <a:prstGeom prst="rect">
            <a:avLst/>
          </a:prstGeom>
          <a:noFill/>
        </p:spPr>
        <p:txBody>
          <a:bodyPr wrap="none" rtlCol="0">
            <a:spAutoFit/>
          </a:bodyPr>
          <a:lstStyle/>
          <a:p>
            <a:pPr algn="ctr"/>
            <a:r>
              <a:rPr lang="en-US" sz="1600" b="1" spc="300">
                <a:solidFill>
                  <a:schemeClr val="bg1"/>
                </a:solidFill>
                <a:latin typeface="Open Sans" panose="020B0606030504020204" pitchFamily="34" charset="0"/>
                <a:ea typeface="Open Sans" panose="020B0606030504020204" pitchFamily="34" charset="0"/>
                <a:cs typeface="Open Sans" panose="020B0606030504020204" pitchFamily="34" charset="0"/>
              </a:rPr>
              <a:t>PROJECT</a:t>
            </a:r>
            <a:endParaRPr sz="1600"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 name="TextBox 27">
            <a:extLst>
              <a:ext uri="{FF2B5EF4-FFF2-40B4-BE49-F238E27FC236}">
                <a16:creationId xmlns:a16="http://schemas.microsoft.com/office/drawing/2014/main" id="{A0EF8B57-C536-054E-A63D-C25644EDC569}"/>
              </a:ext>
            </a:extLst>
          </p:cNvPr>
          <p:cNvSpPr txBox="1"/>
          <p:nvPr/>
        </p:nvSpPr>
        <p:spPr>
          <a:xfrm>
            <a:off x="19458819" y="9821108"/>
            <a:ext cx="1935145" cy="338554"/>
          </a:xfrm>
          <a:prstGeom prst="rect">
            <a:avLst/>
          </a:prstGeom>
          <a:noFill/>
        </p:spPr>
        <p:txBody>
          <a:bodyPr wrap="none" rtlCol="0">
            <a:spAutoFit/>
          </a:bodyPr>
          <a:lstStyle/>
          <a:p>
            <a:pPr algn="ctr"/>
            <a:r>
              <a:rPr lang="en-US" sz="1600" b="1" spc="300">
                <a:solidFill>
                  <a:schemeClr val="bg1"/>
                </a:solidFill>
                <a:latin typeface="Open Sans" panose="020B0606030504020204" pitchFamily="34" charset="0"/>
                <a:ea typeface="Open Sans" panose="020B0606030504020204" pitchFamily="34" charset="0"/>
                <a:cs typeface="Open Sans" panose="020B0606030504020204" pitchFamily="34" charset="0"/>
              </a:rPr>
              <a:t>MOODBOARD</a:t>
            </a:r>
            <a:endParaRPr sz="1600"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8217242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F94DB08-0860-1B45-A6F3-9931CB0266C7}"/>
              </a:ext>
            </a:extLst>
          </p:cNvPr>
          <p:cNvSpPr>
            <a:spLocks noGrp="1"/>
          </p:cNvSpPr>
          <p:nvPr>
            <p:ph type="pic" sz="quarter" idx="12"/>
          </p:nvPr>
        </p:nvSpPr>
        <p:spPr/>
      </p:sp>
      <p:sp>
        <p:nvSpPr>
          <p:cNvPr id="6" name="Freeform 5">
            <a:extLst>
              <a:ext uri="{FF2B5EF4-FFF2-40B4-BE49-F238E27FC236}">
                <a16:creationId xmlns:a16="http://schemas.microsoft.com/office/drawing/2014/main" id="{50CF72B1-72EB-E644-8682-7B9D81D1E127}"/>
              </a:ext>
            </a:extLst>
          </p:cNvPr>
          <p:cNvSpPr/>
          <p:nvPr/>
        </p:nvSpPr>
        <p:spPr>
          <a:xfrm rot="16200000">
            <a:off x="11978654" y="1486465"/>
            <a:ext cx="10758138" cy="10756953"/>
          </a:xfrm>
          <a:custGeom>
            <a:avLst/>
            <a:gdLst>
              <a:gd name="connsiteX0" fmla="*/ 10758134 w 10758138"/>
              <a:gd name="connsiteY0" fmla="*/ 0 h 10756953"/>
              <a:gd name="connsiteX1" fmla="*/ 10758138 w 10758138"/>
              <a:gd name="connsiteY1" fmla="*/ 0 h 10756953"/>
              <a:gd name="connsiteX2" fmla="*/ 10758138 w 10758138"/>
              <a:gd name="connsiteY2" fmla="*/ 10756953 h 10756953"/>
              <a:gd name="connsiteX3" fmla="*/ 0 w 10758138"/>
              <a:gd name="connsiteY3" fmla="*/ 10756953 h 10756953"/>
              <a:gd name="connsiteX4" fmla="*/ 13966 w 10758138"/>
              <a:gd name="connsiteY4" fmla="*/ 10204551 h 10756953"/>
              <a:gd name="connsiteX5" fmla="*/ 10758134 w 10758138"/>
              <a:gd name="connsiteY5" fmla="*/ 0 h 10756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58138" h="10756953">
                <a:moveTo>
                  <a:pt x="10758134" y="0"/>
                </a:moveTo>
                <a:lnTo>
                  <a:pt x="10758138" y="0"/>
                </a:lnTo>
                <a:lnTo>
                  <a:pt x="10758138" y="10756953"/>
                </a:lnTo>
                <a:lnTo>
                  <a:pt x="0" y="10756953"/>
                </a:lnTo>
                <a:lnTo>
                  <a:pt x="13966" y="10204551"/>
                </a:lnTo>
                <a:cubicBezTo>
                  <a:pt x="302104" y="4520261"/>
                  <a:pt x="5002236" y="0"/>
                  <a:pt x="10758134" y="0"/>
                </a:cubicBezTo>
                <a:close/>
              </a:path>
            </a:pathLst>
          </a:custGeom>
          <a:gradFill>
            <a:gsLst>
              <a:gs pos="0">
                <a:schemeClr val="accent1">
                  <a:alpha val="83000"/>
                </a:schemeClr>
              </a:gs>
              <a:gs pos="100000">
                <a:schemeClr val="accent5">
                  <a:alpha val="64000"/>
                </a:schemeClr>
              </a:gs>
            </a:gsLst>
            <a:lin ang="13500000" scaled="1"/>
          </a:gradFill>
          <a:ln>
            <a:noFill/>
          </a:ln>
          <a:effectLst>
            <a:outerShdw blurRad="812800" dist="38100" dir="8100000" sx="112000" sy="112000" algn="tr" rotWithShape="0">
              <a:schemeClr val="accent5">
                <a:lumMod val="7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sz="2000"/>
          </a:p>
        </p:txBody>
      </p:sp>
      <p:sp>
        <p:nvSpPr>
          <p:cNvPr id="7" name="TextBox 6">
            <a:extLst>
              <a:ext uri="{FF2B5EF4-FFF2-40B4-BE49-F238E27FC236}">
                <a16:creationId xmlns:a16="http://schemas.microsoft.com/office/drawing/2014/main" id="{D01B63BB-EA22-9A4B-BF43-E99019C3DF3D}"/>
              </a:ext>
            </a:extLst>
          </p:cNvPr>
          <p:cNvSpPr txBox="1"/>
          <p:nvPr/>
        </p:nvSpPr>
        <p:spPr>
          <a:xfrm>
            <a:off x="12584779" y="2633808"/>
            <a:ext cx="5853949" cy="11079956"/>
          </a:xfrm>
          <a:prstGeom prst="rect">
            <a:avLst/>
          </a:prstGeom>
          <a:noFill/>
        </p:spPr>
        <p:txBody>
          <a:bodyPr wrap="square" rtlCol="0">
            <a:spAutoFit/>
          </a:bodyPr>
          <a:lstStyle/>
          <a:p>
            <a:pPr algn="ctr"/>
            <a:r>
              <a:rPr lang="en-US" sz="71400" b="1">
                <a:gradFill>
                  <a:gsLst>
                    <a:gs pos="0">
                      <a:schemeClr val="accent4">
                        <a:lumMod val="40000"/>
                        <a:lumOff val="60000"/>
                        <a:alpha val="81000"/>
                      </a:schemeClr>
                    </a:gs>
                    <a:gs pos="100000">
                      <a:schemeClr val="accent6"/>
                    </a:gs>
                  </a:gsLst>
                  <a:lin ang="13500000" scaled="1"/>
                </a:gradFill>
                <a:effectLst>
                  <a:outerShdw blurRad="482600" dist="38100" dir="8100000" sx="102000" sy="102000" algn="tr" rotWithShape="0">
                    <a:schemeClr val="accent2">
                      <a:alpha val="26000"/>
                    </a:schemeClr>
                  </a:outerShdw>
                </a:effectLst>
                <a:latin typeface="Poppins" pitchFamily="2" charset="77"/>
                <a:cs typeface="Poppins" pitchFamily="2" charset="77"/>
              </a:rPr>
              <a:t>O</a:t>
            </a:r>
            <a:endParaRPr sz="71400" b="1">
              <a:gradFill>
                <a:gsLst>
                  <a:gs pos="0">
                    <a:schemeClr val="accent4">
                      <a:lumMod val="40000"/>
                      <a:lumOff val="60000"/>
                      <a:alpha val="81000"/>
                    </a:schemeClr>
                  </a:gs>
                  <a:gs pos="100000">
                    <a:schemeClr val="accent6"/>
                  </a:gs>
                </a:gsLst>
                <a:lin ang="13500000" scaled="1"/>
              </a:gradFill>
              <a:effectLst>
                <a:outerShdw blurRad="482600" dist="38100" dir="8100000" sx="102000" sy="102000" algn="tr" rotWithShape="0">
                  <a:schemeClr val="accent2">
                    <a:alpha val="26000"/>
                  </a:schemeClr>
                </a:outerShdw>
              </a:effectLst>
              <a:latin typeface="Poppins" pitchFamily="2" charset="77"/>
              <a:cs typeface="Poppins" pitchFamily="2" charset="77"/>
            </a:endParaRPr>
          </a:p>
        </p:txBody>
      </p:sp>
      <p:cxnSp>
        <p:nvCxnSpPr>
          <p:cNvPr id="10" name="Straight Connector 9">
            <a:extLst>
              <a:ext uri="{FF2B5EF4-FFF2-40B4-BE49-F238E27FC236}">
                <a16:creationId xmlns:a16="http://schemas.microsoft.com/office/drawing/2014/main" id="{F4A74A9E-1B89-D344-A2FA-5B612D2BE4DB}"/>
              </a:ext>
            </a:extLst>
          </p:cNvPr>
          <p:cNvCxnSpPr>
            <a:cxnSpLocks/>
          </p:cNvCxnSpPr>
          <p:nvPr/>
        </p:nvCxnSpPr>
        <p:spPr>
          <a:xfrm>
            <a:off x="2952750" y="1459476"/>
            <a:ext cx="0" cy="10797049"/>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0372E121-F3E7-6442-988D-CF6FDC4CB94F}"/>
              </a:ext>
            </a:extLst>
          </p:cNvPr>
          <p:cNvSpPr/>
          <p:nvPr/>
        </p:nvSpPr>
        <p:spPr>
          <a:xfrm>
            <a:off x="1819953" y="10949567"/>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1DEAC921-06D2-0842-8D62-39A46F379E13}"/>
              </a:ext>
            </a:extLst>
          </p:cNvPr>
          <p:cNvSpPr txBox="1"/>
          <p:nvPr/>
        </p:nvSpPr>
        <p:spPr>
          <a:xfrm rot="16200000">
            <a:off x="1296234" y="2538362"/>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13" name="TextBox 12">
            <a:extLst>
              <a:ext uri="{FF2B5EF4-FFF2-40B4-BE49-F238E27FC236}">
                <a16:creationId xmlns:a16="http://schemas.microsoft.com/office/drawing/2014/main" id="{EF8B3DF8-C71E-7240-A755-F0A430548A71}"/>
              </a:ext>
            </a:extLst>
          </p:cNvPr>
          <p:cNvSpPr txBox="1"/>
          <p:nvPr/>
        </p:nvSpPr>
        <p:spPr>
          <a:xfrm>
            <a:off x="3947979" y="3041545"/>
            <a:ext cx="7228019" cy="2308324"/>
          </a:xfrm>
          <a:prstGeom prst="rect">
            <a:avLst/>
          </a:prstGeom>
          <a:noFill/>
        </p:spPr>
        <p:txBody>
          <a:bodyPr wrap="square" rtlCol="0">
            <a:spAutoFit/>
          </a:bodyPr>
          <a:lstStyle/>
          <a:p>
            <a:r>
              <a:rPr lang="en-ID" sz="7200" b="1">
                <a:solidFill>
                  <a:schemeClr val="tx2"/>
                </a:solidFill>
                <a:latin typeface="Poppins" pitchFamily="2" charset="77"/>
                <a:ea typeface="Open Sans" panose="020B0606030504020204" pitchFamily="34" charset="0"/>
                <a:cs typeface="Poppins" pitchFamily="2" charset="77"/>
              </a:rPr>
              <a:t>Opportunity Analysis Slides </a:t>
            </a:r>
            <a:endParaRPr sz="7200" b="1">
              <a:solidFill>
                <a:schemeClr val="tx2"/>
              </a:solidFill>
              <a:latin typeface="Poppins" pitchFamily="2" charset="77"/>
              <a:ea typeface="Open Sans" panose="020B0606030504020204" pitchFamily="34" charset="0"/>
              <a:cs typeface="Poppins" pitchFamily="2" charset="77"/>
            </a:endParaRPr>
          </a:p>
        </p:txBody>
      </p:sp>
      <p:sp>
        <p:nvSpPr>
          <p:cNvPr id="14" name="TextBox 13">
            <a:extLst>
              <a:ext uri="{FF2B5EF4-FFF2-40B4-BE49-F238E27FC236}">
                <a16:creationId xmlns:a16="http://schemas.microsoft.com/office/drawing/2014/main" id="{DB5BA083-86F0-3749-A016-F1BCAF713E4B}"/>
              </a:ext>
            </a:extLst>
          </p:cNvPr>
          <p:cNvSpPr txBox="1"/>
          <p:nvPr/>
        </p:nvSpPr>
        <p:spPr>
          <a:xfrm>
            <a:off x="3947978" y="2633808"/>
            <a:ext cx="1005403" cy="369332"/>
          </a:xfrm>
          <a:prstGeom prst="rect">
            <a:avLst/>
          </a:prstGeom>
          <a:noFill/>
        </p:spPr>
        <p:txBody>
          <a:bodyPr wrap="none" rtlCol="0">
            <a:spAutoFit/>
          </a:bodyPr>
          <a:lstStyle/>
          <a:p>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SWOT</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extBox 15">
            <a:extLst>
              <a:ext uri="{FF2B5EF4-FFF2-40B4-BE49-F238E27FC236}">
                <a16:creationId xmlns:a16="http://schemas.microsoft.com/office/drawing/2014/main" id="{EE9900CD-A80A-BA46-B04B-B9ED35A6585C}"/>
              </a:ext>
            </a:extLst>
          </p:cNvPr>
          <p:cNvSpPr txBox="1"/>
          <p:nvPr/>
        </p:nvSpPr>
        <p:spPr>
          <a:xfrm>
            <a:off x="5191009" y="7019453"/>
            <a:ext cx="6754682" cy="1141274"/>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amet blandit dolor</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TextBox 16">
            <a:extLst>
              <a:ext uri="{FF2B5EF4-FFF2-40B4-BE49-F238E27FC236}">
                <a16:creationId xmlns:a16="http://schemas.microsoft.com/office/drawing/2014/main" id="{869812C5-ED96-1D46-BEB4-FEBE6A56DFEE}"/>
              </a:ext>
            </a:extLst>
          </p:cNvPr>
          <p:cNvSpPr txBox="1"/>
          <p:nvPr/>
        </p:nvSpPr>
        <p:spPr>
          <a:xfrm>
            <a:off x="5191007" y="6557788"/>
            <a:ext cx="2775119" cy="461665"/>
          </a:xfrm>
          <a:prstGeom prst="rect">
            <a:avLst/>
          </a:prstGeom>
          <a:noFill/>
        </p:spPr>
        <p:txBody>
          <a:bodyPr wrap="none" rtlCol="0">
            <a:spAutoFit/>
          </a:bodyPr>
          <a:lstStyle/>
          <a:p>
            <a:r>
              <a:rPr lang="en-US" sz="2400" b="1" spc="300">
                <a:solidFill>
                  <a:schemeClr val="tx2"/>
                </a:solidFill>
                <a:latin typeface="Open Sans" panose="020B0606030504020204" pitchFamily="34" charset="0"/>
                <a:ea typeface="Open Sans" panose="020B0606030504020204" pitchFamily="34" charset="0"/>
                <a:cs typeface="Open Sans" panose="020B0606030504020204" pitchFamily="34" charset="0"/>
              </a:rPr>
              <a:t>GOOD DESIGN</a:t>
            </a:r>
            <a:endParaRPr sz="2400"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Oval 17">
            <a:extLst>
              <a:ext uri="{FF2B5EF4-FFF2-40B4-BE49-F238E27FC236}">
                <a16:creationId xmlns:a16="http://schemas.microsoft.com/office/drawing/2014/main" id="{DAB63C27-07BE-2243-BC5E-09C327ACE711}"/>
              </a:ext>
            </a:extLst>
          </p:cNvPr>
          <p:cNvSpPr/>
          <p:nvPr/>
        </p:nvSpPr>
        <p:spPr>
          <a:xfrm>
            <a:off x="3947978" y="6557789"/>
            <a:ext cx="907545" cy="907545"/>
          </a:xfrm>
          <a:prstGeom prst="ellipse">
            <a:avLst/>
          </a:prstGeom>
          <a:gradFill>
            <a:gsLst>
              <a:gs pos="0">
                <a:schemeClr val="accent2"/>
              </a:gs>
              <a:gs pos="100000">
                <a:schemeClr val="accent2">
                  <a:lumMod val="40000"/>
                  <a:lumOff val="60000"/>
                </a:schemeClr>
              </a:gs>
            </a:gsLst>
            <a:lin ang="13500000" scaled="1"/>
          </a:gradFill>
          <a:ln>
            <a:noFill/>
          </a:ln>
          <a:effectLst>
            <a:outerShdw blurRad="304800" dist="38100" dir="2700000" sx="110000" sy="110000" algn="tl" rotWithShape="0">
              <a:schemeClr val="accent2">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72A03F21-2842-2A4C-8B39-66EB1EF53F5A}"/>
              </a:ext>
            </a:extLst>
          </p:cNvPr>
          <p:cNvSpPr txBox="1"/>
          <p:nvPr/>
        </p:nvSpPr>
        <p:spPr>
          <a:xfrm>
            <a:off x="5191009" y="9533181"/>
            <a:ext cx="6754682" cy="1141274"/>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amet blandit dolor</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TextBox 19">
            <a:extLst>
              <a:ext uri="{FF2B5EF4-FFF2-40B4-BE49-F238E27FC236}">
                <a16:creationId xmlns:a16="http://schemas.microsoft.com/office/drawing/2014/main" id="{1C12C7AD-6C5C-4F40-A41C-A2EDA95A2701}"/>
              </a:ext>
            </a:extLst>
          </p:cNvPr>
          <p:cNvSpPr txBox="1"/>
          <p:nvPr/>
        </p:nvSpPr>
        <p:spPr>
          <a:xfrm>
            <a:off x="5191007" y="9071516"/>
            <a:ext cx="4078361" cy="461665"/>
          </a:xfrm>
          <a:prstGeom prst="rect">
            <a:avLst/>
          </a:prstGeom>
          <a:noFill/>
        </p:spPr>
        <p:txBody>
          <a:bodyPr wrap="none" rtlCol="0">
            <a:spAutoFit/>
          </a:bodyPr>
          <a:lstStyle/>
          <a:p>
            <a:r>
              <a:rPr lang="en-US" sz="2400" b="1" spc="300">
                <a:solidFill>
                  <a:schemeClr val="tx2"/>
                </a:solidFill>
                <a:latin typeface="Open Sans" panose="020B0606030504020204" pitchFamily="34" charset="0"/>
                <a:ea typeface="Open Sans" panose="020B0606030504020204" pitchFamily="34" charset="0"/>
                <a:cs typeface="Open Sans" panose="020B0606030504020204" pitchFamily="34" charset="0"/>
              </a:rPr>
              <a:t>PROFESSIONAL TEAM</a:t>
            </a:r>
            <a:endParaRPr sz="2400"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1" name="Oval 20">
            <a:extLst>
              <a:ext uri="{FF2B5EF4-FFF2-40B4-BE49-F238E27FC236}">
                <a16:creationId xmlns:a16="http://schemas.microsoft.com/office/drawing/2014/main" id="{C740DF83-761C-454B-811A-FB18FC02321A}"/>
              </a:ext>
            </a:extLst>
          </p:cNvPr>
          <p:cNvSpPr/>
          <p:nvPr/>
        </p:nvSpPr>
        <p:spPr>
          <a:xfrm>
            <a:off x="3947978" y="9071517"/>
            <a:ext cx="907545" cy="907545"/>
          </a:xfrm>
          <a:prstGeom prst="ellipse">
            <a:avLst/>
          </a:prstGeom>
          <a:gradFill>
            <a:gsLst>
              <a:gs pos="0">
                <a:srgbClr val="FFEA9F"/>
              </a:gs>
              <a:gs pos="100000">
                <a:srgbClr val="FF0000">
                  <a:alpha val="36000"/>
                </a:srgbClr>
              </a:gs>
            </a:gsLst>
            <a:lin ang="13500000" scaled="1"/>
          </a:gradFill>
          <a:ln>
            <a:noFill/>
          </a:ln>
          <a:effectLst>
            <a:outerShdw blurRad="304800" dist="38100" dir="2700000" sx="110000" sy="110000" algn="tl" rotWithShape="0">
              <a:srgbClr val="FFC000">
                <a:alpha val="1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5" name="Freeform 24">
            <a:extLst>
              <a:ext uri="{FF2B5EF4-FFF2-40B4-BE49-F238E27FC236}">
                <a16:creationId xmlns:a16="http://schemas.microsoft.com/office/drawing/2014/main" id="{BD43511D-F747-C04D-A48A-2E8FFF75DB57}"/>
              </a:ext>
            </a:extLst>
          </p:cNvPr>
          <p:cNvSpPr/>
          <p:nvPr/>
        </p:nvSpPr>
        <p:spPr>
          <a:xfrm>
            <a:off x="4155671" y="6813646"/>
            <a:ext cx="441729" cy="366450"/>
          </a:xfrm>
          <a:custGeom>
            <a:avLst/>
            <a:gdLst>
              <a:gd name="connsiteX0" fmla="*/ 909224 w 943793"/>
              <a:gd name="connsiteY0" fmla="*/ 16475 h 782953"/>
              <a:gd name="connsiteX1" fmla="*/ 791160 w 943793"/>
              <a:gd name="connsiteY1" fmla="*/ 34341 h 782953"/>
              <a:gd name="connsiteX2" fmla="*/ 791124 w 943793"/>
              <a:gd name="connsiteY2" fmla="*/ 34389 h 782953"/>
              <a:gd name="connsiteX3" fmla="*/ 390654 w 943793"/>
              <a:gd name="connsiteY3" fmla="*/ 577904 h 782953"/>
              <a:gd name="connsiteX4" fmla="*/ 136000 w 943793"/>
              <a:gd name="connsiteY4" fmla="*/ 374154 h 782953"/>
              <a:gd name="connsiteX5" fmla="*/ 17437 w 943793"/>
              <a:gd name="connsiteY5" fmla="*/ 389861 h 782953"/>
              <a:gd name="connsiteX6" fmla="*/ 30339 w 943793"/>
              <a:gd name="connsiteY6" fmla="*/ 506179 h 782953"/>
              <a:gd name="connsiteX7" fmla="*/ 353676 w 943793"/>
              <a:gd name="connsiteY7" fmla="*/ 764822 h 782953"/>
              <a:gd name="connsiteX8" fmla="*/ 473530 w 943793"/>
              <a:gd name="connsiteY8" fmla="*/ 750172 h 782953"/>
              <a:gd name="connsiteX9" fmla="*/ 474479 w 943793"/>
              <a:gd name="connsiteY9" fmla="*/ 748935 h 782953"/>
              <a:gd name="connsiteX10" fmla="*/ 927408 w 943793"/>
              <a:gd name="connsiteY10" fmla="*/ 134642 h 782953"/>
              <a:gd name="connsiteX11" fmla="*/ 909286 w 943793"/>
              <a:gd name="connsiteY11" fmla="*/ 16521 h 782953"/>
              <a:gd name="connsiteX12" fmla="*/ 909224 w 943793"/>
              <a:gd name="connsiteY12" fmla="*/ 16475 h 782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3793" h="782953">
                <a:moveTo>
                  <a:pt x="909224" y="16475"/>
                </a:moveTo>
                <a:cubicBezTo>
                  <a:pt x="871688" y="-11194"/>
                  <a:pt x="818829" y="-3195"/>
                  <a:pt x="791160" y="34341"/>
                </a:cubicBezTo>
                <a:cubicBezTo>
                  <a:pt x="791148" y="34357"/>
                  <a:pt x="791136" y="34373"/>
                  <a:pt x="791124" y="34389"/>
                </a:cubicBezTo>
                <a:lnTo>
                  <a:pt x="390654" y="577904"/>
                </a:lnTo>
                <a:lnTo>
                  <a:pt x="136000" y="374154"/>
                </a:lnTo>
                <a:cubicBezTo>
                  <a:pt x="98922" y="345751"/>
                  <a:pt x="45839" y="352784"/>
                  <a:pt x="17437" y="389861"/>
                </a:cubicBezTo>
                <a:cubicBezTo>
                  <a:pt x="-10116" y="425830"/>
                  <a:pt x="-4427" y="477123"/>
                  <a:pt x="30339" y="506179"/>
                </a:cubicBezTo>
                <a:lnTo>
                  <a:pt x="353676" y="764822"/>
                </a:lnTo>
                <a:cubicBezTo>
                  <a:pt x="390818" y="793873"/>
                  <a:pt x="444479" y="787314"/>
                  <a:pt x="473530" y="750172"/>
                </a:cubicBezTo>
                <a:cubicBezTo>
                  <a:pt x="473850" y="749763"/>
                  <a:pt x="474167" y="749350"/>
                  <a:pt x="474479" y="748935"/>
                </a:cubicBezTo>
                <a:lnTo>
                  <a:pt x="927408" y="134642"/>
                </a:lnTo>
                <a:cubicBezTo>
                  <a:pt x="955022" y="97019"/>
                  <a:pt x="946909" y="44135"/>
                  <a:pt x="909286" y="16521"/>
                </a:cubicBezTo>
                <a:cubicBezTo>
                  <a:pt x="909265" y="16505"/>
                  <a:pt x="909245" y="16490"/>
                  <a:pt x="909224" y="16475"/>
                </a:cubicBezTo>
                <a:close/>
              </a:path>
            </a:pathLst>
          </a:custGeom>
          <a:solidFill>
            <a:schemeClr val="bg2"/>
          </a:solidFill>
          <a:ln w="67469" cap="flat">
            <a:noFill/>
            <a:prstDash val="solid"/>
            <a:miter/>
          </a:ln>
        </p:spPr>
        <p:txBody>
          <a:bodyPr rtlCol="0" anchor="ctr"/>
          <a:lstStyle/>
          <a:p>
            <a:endParaRPr/>
          </a:p>
        </p:txBody>
      </p:sp>
      <p:sp>
        <p:nvSpPr>
          <p:cNvPr id="27" name="Freeform 26">
            <a:extLst>
              <a:ext uri="{FF2B5EF4-FFF2-40B4-BE49-F238E27FC236}">
                <a16:creationId xmlns:a16="http://schemas.microsoft.com/office/drawing/2014/main" id="{415123A0-8181-1B4F-AEAC-2A33B7837EE9}"/>
              </a:ext>
            </a:extLst>
          </p:cNvPr>
          <p:cNvSpPr/>
          <p:nvPr/>
        </p:nvSpPr>
        <p:spPr>
          <a:xfrm>
            <a:off x="4155671" y="9342064"/>
            <a:ext cx="441729" cy="366450"/>
          </a:xfrm>
          <a:custGeom>
            <a:avLst/>
            <a:gdLst>
              <a:gd name="connsiteX0" fmla="*/ 909224 w 943793"/>
              <a:gd name="connsiteY0" fmla="*/ 16475 h 782953"/>
              <a:gd name="connsiteX1" fmla="*/ 791160 w 943793"/>
              <a:gd name="connsiteY1" fmla="*/ 34341 h 782953"/>
              <a:gd name="connsiteX2" fmla="*/ 791124 w 943793"/>
              <a:gd name="connsiteY2" fmla="*/ 34389 h 782953"/>
              <a:gd name="connsiteX3" fmla="*/ 390654 w 943793"/>
              <a:gd name="connsiteY3" fmla="*/ 577904 h 782953"/>
              <a:gd name="connsiteX4" fmla="*/ 136000 w 943793"/>
              <a:gd name="connsiteY4" fmla="*/ 374154 h 782953"/>
              <a:gd name="connsiteX5" fmla="*/ 17437 w 943793"/>
              <a:gd name="connsiteY5" fmla="*/ 389861 h 782953"/>
              <a:gd name="connsiteX6" fmla="*/ 30339 w 943793"/>
              <a:gd name="connsiteY6" fmla="*/ 506179 h 782953"/>
              <a:gd name="connsiteX7" fmla="*/ 353676 w 943793"/>
              <a:gd name="connsiteY7" fmla="*/ 764822 h 782953"/>
              <a:gd name="connsiteX8" fmla="*/ 473530 w 943793"/>
              <a:gd name="connsiteY8" fmla="*/ 750172 h 782953"/>
              <a:gd name="connsiteX9" fmla="*/ 474479 w 943793"/>
              <a:gd name="connsiteY9" fmla="*/ 748935 h 782953"/>
              <a:gd name="connsiteX10" fmla="*/ 927408 w 943793"/>
              <a:gd name="connsiteY10" fmla="*/ 134642 h 782953"/>
              <a:gd name="connsiteX11" fmla="*/ 909286 w 943793"/>
              <a:gd name="connsiteY11" fmla="*/ 16521 h 782953"/>
              <a:gd name="connsiteX12" fmla="*/ 909224 w 943793"/>
              <a:gd name="connsiteY12" fmla="*/ 16475 h 782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3793" h="782953">
                <a:moveTo>
                  <a:pt x="909224" y="16475"/>
                </a:moveTo>
                <a:cubicBezTo>
                  <a:pt x="871688" y="-11194"/>
                  <a:pt x="818829" y="-3195"/>
                  <a:pt x="791160" y="34341"/>
                </a:cubicBezTo>
                <a:cubicBezTo>
                  <a:pt x="791148" y="34357"/>
                  <a:pt x="791136" y="34373"/>
                  <a:pt x="791124" y="34389"/>
                </a:cubicBezTo>
                <a:lnTo>
                  <a:pt x="390654" y="577904"/>
                </a:lnTo>
                <a:lnTo>
                  <a:pt x="136000" y="374154"/>
                </a:lnTo>
                <a:cubicBezTo>
                  <a:pt x="98922" y="345751"/>
                  <a:pt x="45839" y="352784"/>
                  <a:pt x="17437" y="389861"/>
                </a:cubicBezTo>
                <a:cubicBezTo>
                  <a:pt x="-10116" y="425830"/>
                  <a:pt x="-4427" y="477123"/>
                  <a:pt x="30339" y="506179"/>
                </a:cubicBezTo>
                <a:lnTo>
                  <a:pt x="353676" y="764822"/>
                </a:lnTo>
                <a:cubicBezTo>
                  <a:pt x="390818" y="793873"/>
                  <a:pt x="444479" y="787314"/>
                  <a:pt x="473530" y="750172"/>
                </a:cubicBezTo>
                <a:cubicBezTo>
                  <a:pt x="473850" y="749763"/>
                  <a:pt x="474167" y="749350"/>
                  <a:pt x="474479" y="748935"/>
                </a:cubicBezTo>
                <a:lnTo>
                  <a:pt x="927408" y="134642"/>
                </a:lnTo>
                <a:cubicBezTo>
                  <a:pt x="955022" y="97019"/>
                  <a:pt x="946909" y="44135"/>
                  <a:pt x="909286" y="16521"/>
                </a:cubicBezTo>
                <a:cubicBezTo>
                  <a:pt x="909265" y="16505"/>
                  <a:pt x="909245" y="16490"/>
                  <a:pt x="909224" y="16475"/>
                </a:cubicBezTo>
                <a:close/>
              </a:path>
            </a:pathLst>
          </a:custGeom>
          <a:solidFill>
            <a:schemeClr val="bg2"/>
          </a:solidFill>
          <a:ln w="67469" cap="flat">
            <a:noFill/>
            <a:prstDash val="solid"/>
            <a:miter/>
          </a:ln>
        </p:spPr>
        <p:txBody>
          <a:bodyPr rtlCol="0" anchor="ctr"/>
          <a:lstStyle/>
          <a:p>
            <a:endParaRPr/>
          </a:p>
        </p:txBody>
      </p:sp>
    </p:spTree>
    <p:extLst>
      <p:ext uri="{BB962C8B-B14F-4D97-AF65-F5344CB8AC3E}">
        <p14:creationId xmlns:p14="http://schemas.microsoft.com/office/powerpoint/2010/main" val="40491247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44FECB6-93ED-784A-8DEE-7189BCC68BF8}"/>
              </a:ext>
            </a:extLst>
          </p:cNvPr>
          <p:cNvSpPr>
            <a:spLocks noGrp="1"/>
          </p:cNvSpPr>
          <p:nvPr>
            <p:ph type="pic" sz="quarter" idx="12"/>
          </p:nvPr>
        </p:nvSpPr>
        <p:spPr/>
      </p:sp>
      <p:sp>
        <p:nvSpPr>
          <p:cNvPr id="4" name="Freeform 3">
            <a:extLst>
              <a:ext uri="{FF2B5EF4-FFF2-40B4-BE49-F238E27FC236}">
                <a16:creationId xmlns:a16="http://schemas.microsoft.com/office/drawing/2014/main" id="{6E22AA36-66E7-7E44-9224-F49475176161}"/>
              </a:ext>
            </a:extLst>
          </p:cNvPr>
          <p:cNvSpPr/>
          <p:nvPr/>
        </p:nvSpPr>
        <p:spPr>
          <a:xfrm rot="10800000">
            <a:off x="1642448" y="1486465"/>
            <a:ext cx="10758138" cy="10756953"/>
          </a:xfrm>
          <a:custGeom>
            <a:avLst/>
            <a:gdLst>
              <a:gd name="connsiteX0" fmla="*/ 10758134 w 10758138"/>
              <a:gd name="connsiteY0" fmla="*/ 0 h 10756953"/>
              <a:gd name="connsiteX1" fmla="*/ 10758138 w 10758138"/>
              <a:gd name="connsiteY1" fmla="*/ 0 h 10756953"/>
              <a:gd name="connsiteX2" fmla="*/ 10758138 w 10758138"/>
              <a:gd name="connsiteY2" fmla="*/ 10756953 h 10756953"/>
              <a:gd name="connsiteX3" fmla="*/ 0 w 10758138"/>
              <a:gd name="connsiteY3" fmla="*/ 10756953 h 10756953"/>
              <a:gd name="connsiteX4" fmla="*/ 13966 w 10758138"/>
              <a:gd name="connsiteY4" fmla="*/ 10204551 h 10756953"/>
              <a:gd name="connsiteX5" fmla="*/ 10758134 w 10758138"/>
              <a:gd name="connsiteY5" fmla="*/ 0 h 10756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58138" h="10756953">
                <a:moveTo>
                  <a:pt x="10758134" y="0"/>
                </a:moveTo>
                <a:lnTo>
                  <a:pt x="10758138" y="0"/>
                </a:lnTo>
                <a:lnTo>
                  <a:pt x="10758138" y="10756953"/>
                </a:lnTo>
                <a:lnTo>
                  <a:pt x="0" y="10756953"/>
                </a:lnTo>
                <a:lnTo>
                  <a:pt x="13966" y="10204551"/>
                </a:lnTo>
                <a:cubicBezTo>
                  <a:pt x="302104" y="4520261"/>
                  <a:pt x="5002236" y="0"/>
                  <a:pt x="10758134" y="0"/>
                </a:cubicBezTo>
                <a:close/>
              </a:path>
            </a:pathLst>
          </a:custGeom>
          <a:gradFill>
            <a:gsLst>
              <a:gs pos="0">
                <a:schemeClr val="accent1">
                  <a:alpha val="83000"/>
                </a:schemeClr>
              </a:gs>
              <a:gs pos="100000">
                <a:schemeClr val="accent5">
                  <a:alpha val="64000"/>
                </a:schemeClr>
              </a:gs>
            </a:gsLst>
            <a:lin ang="13500000" scaled="1"/>
          </a:gradFill>
          <a:ln>
            <a:noFill/>
          </a:ln>
          <a:effectLst>
            <a:outerShdw blurRad="812800" dist="38100" dir="8100000" sx="112000" sy="112000" algn="tr" rotWithShape="0">
              <a:schemeClr val="accent5">
                <a:lumMod val="7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sz="2000"/>
          </a:p>
        </p:txBody>
      </p:sp>
      <p:sp>
        <p:nvSpPr>
          <p:cNvPr id="14" name="Rounded Rectangle 13">
            <a:extLst>
              <a:ext uri="{FF2B5EF4-FFF2-40B4-BE49-F238E27FC236}">
                <a16:creationId xmlns:a16="http://schemas.microsoft.com/office/drawing/2014/main" id="{FA415A22-6A35-7848-A0B2-605494DAEF86}"/>
              </a:ext>
            </a:extLst>
          </p:cNvPr>
          <p:cNvSpPr/>
          <p:nvPr/>
        </p:nvSpPr>
        <p:spPr>
          <a:xfrm>
            <a:off x="13739344" y="7538837"/>
            <a:ext cx="3648236" cy="3644955"/>
          </a:xfrm>
          <a:prstGeom prst="roundRect">
            <a:avLst>
              <a:gd name="adj" fmla="val 8841"/>
            </a:avLst>
          </a:prstGeom>
          <a:solidFill>
            <a:schemeClr val="bg1">
              <a:alpha val="95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C048F4F5-FFBB-384D-B1AE-5B81E78D1CE0}"/>
              </a:ext>
            </a:extLst>
          </p:cNvPr>
          <p:cNvSpPr txBox="1"/>
          <p:nvPr/>
        </p:nvSpPr>
        <p:spPr>
          <a:xfrm>
            <a:off x="4288449" y="2532208"/>
            <a:ext cx="5853949" cy="11079956"/>
          </a:xfrm>
          <a:prstGeom prst="rect">
            <a:avLst/>
          </a:prstGeom>
          <a:noFill/>
        </p:spPr>
        <p:txBody>
          <a:bodyPr wrap="square" rtlCol="0">
            <a:spAutoFit/>
          </a:bodyPr>
          <a:lstStyle/>
          <a:p>
            <a:pPr algn="ctr"/>
            <a:r>
              <a:rPr lang="en-US" sz="71400" b="1">
                <a:gradFill>
                  <a:gsLst>
                    <a:gs pos="0">
                      <a:schemeClr val="accent4">
                        <a:lumMod val="40000"/>
                        <a:lumOff val="60000"/>
                        <a:alpha val="81000"/>
                      </a:schemeClr>
                    </a:gs>
                    <a:gs pos="100000">
                      <a:schemeClr val="accent6"/>
                    </a:gs>
                  </a:gsLst>
                  <a:lin ang="13500000" scaled="1"/>
                </a:gradFill>
                <a:effectLst>
                  <a:outerShdw blurRad="482600" dist="38100" dir="8100000" sx="102000" sy="102000" algn="tr" rotWithShape="0">
                    <a:schemeClr val="accent2">
                      <a:alpha val="26000"/>
                    </a:schemeClr>
                  </a:outerShdw>
                </a:effectLst>
                <a:latin typeface="Poppins" pitchFamily="2" charset="77"/>
                <a:cs typeface="Poppins" pitchFamily="2" charset="77"/>
              </a:rPr>
              <a:t>T</a:t>
            </a:r>
            <a:endParaRPr sz="71400" b="1">
              <a:gradFill>
                <a:gsLst>
                  <a:gs pos="0">
                    <a:schemeClr val="accent4">
                      <a:lumMod val="40000"/>
                      <a:lumOff val="60000"/>
                      <a:alpha val="81000"/>
                    </a:schemeClr>
                  </a:gs>
                  <a:gs pos="100000">
                    <a:schemeClr val="accent6"/>
                  </a:gs>
                </a:gsLst>
                <a:lin ang="13500000" scaled="1"/>
              </a:gradFill>
              <a:effectLst>
                <a:outerShdw blurRad="482600" dist="38100" dir="8100000" sx="102000" sy="102000" algn="tr" rotWithShape="0">
                  <a:schemeClr val="accent2">
                    <a:alpha val="26000"/>
                  </a:schemeClr>
                </a:outerShdw>
              </a:effectLst>
              <a:latin typeface="Poppins" pitchFamily="2" charset="77"/>
              <a:cs typeface="Poppins" pitchFamily="2" charset="77"/>
            </a:endParaRPr>
          </a:p>
        </p:txBody>
      </p:sp>
      <p:sp>
        <p:nvSpPr>
          <p:cNvPr id="8" name="TextBox 7">
            <a:extLst>
              <a:ext uri="{FF2B5EF4-FFF2-40B4-BE49-F238E27FC236}">
                <a16:creationId xmlns:a16="http://schemas.microsoft.com/office/drawing/2014/main" id="{AED9630E-C031-4E4D-A6F9-B7BC075489E9}"/>
              </a:ext>
            </a:extLst>
          </p:cNvPr>
          <p:cNvSpPr txBox="1"/>
          <p:nvPr/>
        </p:nvSpPr>
        <p:spPr>
          <a:xfrm>
            <a:off x="13739345" y="2939945"/>
            <a:ext cx="7665372" cy="2308324"/>
          </a:xfrm>
          <a:prstGeom prst="rect">
            <a:avLst/>
          </a:prstGeom>
          <a:noFill/>
        </p:spPr>
        <p:txBody>
          <a:bodyPr wrap="square" rtlCol="0">
            <a:spAutoFit/>
          </a:bodyPr>
          <a:lstStyle/>
          <a:p>
            <a:r>
              <a:rPr lang="en-ID" sz="7200" b="1">
                <a:solidFill>
                  <a:schemeClr val="tx2"/>
                </a:solidFill>
                <a:latin typeface="Poppins" pitchFamily="2" charset="77"/>
                <a:ea typeface="Open Sans" panose="020B0606030504020204" pitchFamily="34" charset="0"/>
                <a:cs typeface="Poppins" pitchFamily="2" charset="77"/>
              </a:rPr>
              <a:t>Threat Gradient Analysis Slides </a:t>
            </a:r>
            <a:endParaRPr sz="7200" b="1">
              <a:solidFill>
                <a:schemeClr val="tx2"/>
              </a:solidFill>
              <a:latin typeface="Poppins" pitchFamily="2" charset="77"/>
              <a:ea typeface="Open Sans" panose="020B0606030504020204" pitchFamily="34" charset="0"/>
              <a:cs typeface="Poppins" pitchFamily="2" charset="77"/>
            </a:endParaRPr>
          </a:p>
        </p:txBody>
      </p:sp>
      <p:sp>
        <p:nvSpPr>
          <p:cNvPr id="9" name="TextBox 8">
            <a:extLst>
              <a:ext uri="{FF2B5EF4-FFF2-40B4-BE49-F238E27FC236}">
                <a16:creationId xmlns:a16="http://schemas.microsoft.com/office/drawing/2014/main" id="{D0991C12-C8D0-7F43-AEA7-526D7B6E4B6D}"/>
              </a:ext>
            </a:extLst>
          </p:cNvPr>
          <p:cNvSpPr txBox="1"/>
          <p:nvPr/>
        </p:nvSpPr>
        <p:spPr>
          <a:xfrm>
            <a:off x="13739344" y="2532208"/>
            <a:ext cx="1005403" cy="369332"/>
          </a:xfrm>
          <a:prstGeom prst="rect">
            <a:avLst/>
          </a:prstGeom>
          <a:noFill/>
        </p:spPr>
        <p:txBody>
          <a:bodyPr wrap="none" rtlCol="0">
            <a:spAutoFit/>
          </a:bodyPr>
          <a:lstStyle/>
          <a:p>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SWOT</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TextBox 9">
            <a:extLst>
              <a:ext uri="{FF2B5EF4-FFF2-40B4-BE49-F238E27FC236}">
                <a16:creationId xmlns:a16="http://schemas.microsoft.com/office/drawing/2014/main" id="{12C2F14E-FBD1-9E41-B29D-5D8EA1EDBEF8}"/>
              </a:ext>
            </a:extLst>
          </p:cNvPr>
          <p:cNvSpPr txBox="1"/>
          <p:nvPr/>
        </p:nvSpPr>
        <p:spPr>
          <a:xfrm>
            <a:off x="13739344" y="5822916"/>
            <a:ext cx="7665371" cy="1141274"/>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Donec viverra eleifend lacus.</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Arc 10">
            <a:extLst>
              <a:ext uri="{FF2B5EF4-FFF2-40B4-BE49-F238E27FC236}">
                <a16:creationId xmlns:a16="http://schemas.microsoft.com/office/drawing/2014/main" id="{B9523762-83B1-D04D-B5DA-243704D9AF14}"/>
              </a:ext>
            </a:extLst>
          </p:cNvPr>
          <p:cNvSpPr/>
          <p:nvPr/>
        </p:nvSpPr>
        <p:spPr>
          <a:xfrm>
            <a:off x="14649062" y="8099687"/>
            <a:ext cx="1828800" cy="1828800"/>
          </a:xfrm>
          <a:prstGeom prst="arc">
            <a:avLst>
              <a:gd name="adj1" fmla="val 16200000"/>
              <a:gd name="adj2" fmla="val 12232576"/>
            </a:avLst>
          </a:prstGeom>
          <a:ln w="127000" cap="rnd">
            <a:gradFill flip="none" rotWithShape="1">
              <a:gsLst>
                <a:gs pos="0">
                  <a:schemeClr val="accent2"/>
                </a:gs>
                <a:gs pos="100000">
                  <a:schemeClr val="accent4"/>
                </a:gs>
              </a:gsLst>
              <a:path path="circle">
                <a:fillToRect r="100000" b="100000"/>
              </a:path>
              <a:tileRect l="-100000" t="-100000"/>
            </a:gradFill>
            <a:round/>
          </a:ln>
          <a:effectLst>
            <a:outerShdw blurRad="393700" dist="38100" dir="2700000" sx="105000" sy="105000" algn="tl" rotWithShape="0">
              <a:schemeClr val="accent4">
                <a:alpha val="17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2" name="TextBox 11">
            <a:extLst>
              <a:ext uri="{FF2B5EF4-FFF2-40B4-BE49-F238E27FC236}">
                <a16:creationId xmlns:a16="http://schemas.microsoft.com/office/drawing/2014/main" id="{5AB857DE-0ED5-0842-BACF-4087AFCC0823}"/>
              </a:ext>
            </a:extLst>
          </p:cNvPr>
          <p:cNvSpPr txBox="1"/>
          <p:nvPr/>
        </p:nvSpPr>
        <p:spPr>
          <a:xfrm>
            <a:off x="14979187" y="8714984"/>
            <a:ext cx="1168551" cy="646331"/>
          </a:xfrm>
          <a:prstGeom prst="rect">
            <a:avLst/>
          </a:prstGeom>
          <a:noFill/>
        </p:spPr>
        <p:txBody>
          <a:bodyPr wrap="square" rtlCol="0">
            <a:spAutoFit/>
          </a:bodyPr>
          <a:lstStyle/>
          <a:p>
            <a:pPr algn="ctr"/>
            <a:r>
              <a:rPr lang="en-ID" sz="3600" b="1">
                <a:solidFill>
                  <a:schemeClr val="accent1"/>
                </a:solidFill>
                <a:latin typeface="Poppins" pitchFamily="2" charset="77"/>
                <a:ea typeface="Open Sans" panose="020B0606030504020204" pitchFamily="34" charset="0"/>
                <a:cs typeface="Poppins" pitchFamily="2" charset="77"/>
              </a:rPr>
              <a:t>70%</a:t>
            </a:r>
            <a:endParaRPr sz="3600" b="1">
              <a:solidFill>
                <a:schemeClr val="accent1"/>
              </a:solidFill>
              <a:latin typeface="Poppins" pitchFamily="2" charset="77"/>
              <a:ea typeface="Open Sans" panose="020B0606030504020204" pitchFamily="34" charset="0"/>
              <a:cs typeface="Poppins" pitchFamily="2" charset="77"/>
            </a:endParaRPr>
          </a:p>
        </p:txBody>
      </p:sp>
      <p:sp>
        <p:nvSpPr>
          <p:cNvPr id="13" name="TextBox 12">
            <a:extLst>
              <a:ext uri="{FF2B5EF4-FFF2-40B4-BE49-F238E27FC236}">
                <a16:creationId xmlns:a16="http://schemas.microsoft.com/office/drawing/2014/main" id="{6A68A563-C718-2349-99F0-C6D83AD7B08E}"/>
              </a:ext>
            </a:extLst>
          </p:cNvPr>
          <p:cNvSpPr txBox="1"/>
          <p:nvPr/>
        </p:nvSpPr>
        <p:spPr>
          <a:xfrm>
            <a:off x="14659209" y="10343729"/>
            <a:ext cx="1808508" cy="400110"/>
          </a:xfrm>
          <a:prstGeom prst="rect">
            <a:avLst/>
          </a:prstGeom>
          <a:noFill/>
        </p:spPr>
        <p:txBody>
          <a:bodyPr wrap="none" rtlCol="0">
            <a:spAutoFit/>
          </a:bodyPr>
          <a:lstStyle/>
          <a:p>
            <a:pPr algn="ctr"/>
            <a:r>
              <a:rPr lang="en-US" sz="20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PROGRESS</a:t>
            </a:r>
            <a:endParaRPr sz="20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Rounded Rectangle 14">
            <a:extLst>
              <a:ext uri="{FF2B5EF4-FFF2-40B4-BE49-F238E27FC236}">
                <a16:creationId xmlns:a16="http://schemas.microsoft.com/office/drawing/2014/main" id="{6029AE82-3F08-BB48-BB61-8E6C0F7ECF8C}"/>
              </a:ext>
            </a:extLst>
          </p:cNvPr>
          <p:cNvSpPr/>
          <p:nvPr/>
        </p:nvSpPr>
        <p:spPr>
          <a:xfrm>
            <a:off x="17874646" y="7538837"/>
            <a:ext cx="3648236" cy="3644954"/>
          </a:xfrm>
          <a:prstGeom prst="roundRect">
            <a:avLst>
              <a:gd name="adj" fmla="val 12186"/>
            </a:avLst>
          </a:prstGeom>
          <a:gradFill flip="none" rotWithShape="1">
            <a:gsLst>
              <a:gs pos="0">
                <a:srgbClr val="00B050">
                  <a:alpha val="24000"/>
                </a:srgbClr>
              </a:gs>
              <a:gs pos="100000">
                <a:srgbClr val="92D050"/>
              </a:gs>
            </a:gsLst>
            <a:lin ang="13500000" scaled="1"/>
            <a:tileRect/>
          </a:gradFill>
          <a:ln>
            <a:noFill/>
          </a:ln>
          <a:effectLst>
            <a:outerShdw blurRad="457200" dist="38100" dir="8100000" sx="115000" sy="115000" algn="tr" rotWithShape="0">
              <a:srgbClr val="92D050">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Graphic 33">
            <a:extLst>
              <a:ext uri="{FF2B5EF4-FFF2-40B4-BE49-F238E27FC236}">
                <a16:creationId xmlns:a16="http://schemas.microsoft.com/office/drawing/2014/main" id="{F812D8F5-6D82-984A-A480-798A7ECF7CFF}"/>
              </a:ext>
            </a:extLst>
          </p:cNvPr>
          <p:cNvSpPr/>
          <p:nvPr/>
        </p:nvSpPr>
        <p:spPr>
          <a:xfrm>
            <a:off x="19084637" y="8295175"/>
            <a:ext cx="1228254" cy="1473907"/>
          </a:xfrm>
          <a:custGeom>
            <a:avLst/>
            <a:gdLst>
              <a:gd name="connsiteX0" fmla="*/ 52136 w 521361"/>
              <a:gd name="connsiteY0" fmla="*/ 625634 h 625634"/>
              <a:gd name="connsiteX1" fmla="*/ 469226 w 521361"/>
              <a:gd name="connsiteY1" fmla="*/ 625634 h 625634"/>
              <a:gd name="connsiteX2" fmla="*/ 521362 w 521361"/>
              <a:gd name="connsiteY2" fmla="*/ 573498 h 625634"/>
              <a:gd name="connsiteX3" fmla="*/ 521362 w 521361"/>
              <a:gd name="connsiteY3" fmla="*/ 164985 h 625634"/>
              <a:gd name="connsiteX4" fmla="*/ 506086 w 521361"/>
              <a:gd name="connsiteY4" fmla="*/ 128099 h 625634"/>
              <a:gd name="connsiteX5" fmla="*/ 393263 w 521361"/>
              <a:gd name="connsiteY5" fmla="*/ 15276 h 625634"/>
              <a:gd name="connsiteX6" fmla="*/ 356403 w 521361"/>
              <a:gd name="connsiteY6" fmla="*/ 0 h 625634"/>
              <a:gd name="connsiteX7" fmla="*/ 52136 w 521361"/>
              <a:gd name="connsiteY7" fmla="*/ 0 h 625634"/>
              <a:gd name="connsiteX8" fmla="*/ 0 w 521361"/>
              <a:gd name="connsiteY8" fmla="*/ 52136 h 625634"/>
              <a:gd name="connsiteX9" fmla="*/ 0 w 521361"/>
              <a:gd name="connsiteY9" fmla="*/ 573498 h 625634"/>
              <a:gd name="connsiteX10" fmla="*/ 52136 w 521361"/>
              <a:gd name="connsiteY10" fmla="*/ 625634 h 625634"/>
              <a:gd name="connsiteX11" fmla="*/ 312817 w 521361"/>
              <a:gd name="connsiteY11" fmla="*/ 312817 h 625634"/>
              <a:gd name="connsiteX12" fmla="*/ 325851 w 521361"/>
              <a:gd name="connsiteY12" fmla="*/ 299783 h 625634"/>
              <a:gd name="connsiteX13" fmla="*/ 351919 w 521361"/>
              <a:gd name="connsiteY13" fmla="*/ 299783 h 625634"/>
              <a:gd name="connsiteX14" fmla="*/ 364953 w 521361"/>
              <a:gd name="connsiteY14" fmla="*/ 312817 h 625634"/>
              <a:gd name="connsiteX15" fmla="*/ 364953 w 521361"/>
              <a:gd name="connsiteY15" fmla="*/ 443157 h 625634"/>
              <a:gd name="connsiteX16" fmla="*/ 351919 w 521361"/>
              <a:gd name="connsiteY16" fmla="*/ 456191 h 625634"/>
              <a:gd name="connsiteX17" fmla="*/ 325851 w 521361"/>
              <a:gd name="connsiteY17" fmla="*/ 456191 h 625634"/>
              <a:gd name="connsiteX18" fmla="*/ 312817 w 521361"/>
              <a:gd name="connsiteY18" fmla="*/ 443157 h 625634"/>
              <a:gd name="connsiteX19" fmla="*/ 221579 w 521361"/>
              <a:gd name="connsiteY19" fmla="*/ 260681 h 625634"/>
              <a:gd name="connsiteX20" fmla="*/ 234613 w 521361"/>
              <a:gd name="connsiteY20" fmla="*/ 247647 h 625634"/>
              <a:gd name="connsiteX21" fmla="*/ 260681 w 521361"/>
              <a:gd name="connsiteY21" fmla="*/ 247647 h 625634"/>
              <a:gd name="connsiteX22" fmla="*/ 273715 w 521361"/>
              <a:gd name="connsiteY22" fmla="*/ 260681 h 625634"/>
              <a:gd name="connsiteX23" fmla="*/ 273715 w 521361"/>
              <a:gd name="connsiteY23" fmla="*/ 443157 h 625634"/>
              <a:gd name="connsiteX24" fmla="*/ 260681 w 521361"/>
              <a:gd name="connsiteY24" fmla="*/ 456191 h 625634"/>
              <a:gd name="connsiteX25" fmla="*/ 234613 w 521361"/>
              <a:gd name="connsiteY25" fmla="*/ 456191 h 625634"/>
              <a:gd name="connsiteX26" fmla="*/ 221579 w 521361"/>
              <a:gd name="connsiteY26" fmla="*/ 443157 h 625634"/>
              <a:gd name="connsiteX27" fmla="*/ 130340 w 521361"/>
              <a:gd name="connsiteY27" fmla="*/ 377987 h 625634"/>
              <a:gd name="connsiteX28" fmla="*/ 143374 w 521361"/>
              <a:gd name="connsiteY28" fmla="*/ 364953 h 625634"/>
              <a:gd name="connsiteX29" fmla="*/ 169443 w 521361"/>
              <a:gd name="connsiteY29" fmla="*/ 364953 h 625634"/>
              <a:gd name="connsiteX30" fmla="*/ 182477 w 521361"/>
              <a:gd name="connsiteY30" fmla="*/ 377987 h 625634"/>
              <a:gd name="connsiteX31" fmla="*/ 182477 w 521361"/>
              <a:gd name="connsiteY31" fmla="*/ 443157 h 625634"/>
              <a:gd name="connsiteX32" fmla="*/ 169443 w 521361"/>
              <a:gd name="connsiteY32" fmla="*/ 456191 h 625634"/>
              <a:gd name="connsiteX33" fmla="*/ 143374 w 521361"/>
              <a:gd name="connsiteY33" fmla="*/ 456191 h 625634"/>
              <a:gd name="connsiteX34" fmla="*/ 130340 w 521361"/>
              <a:gd name="connsiteY34" fmla="*/ 443157 h 625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361" h="625634">
                <a:moveTo>
                  <a:pt x="52136" y="625634"/>
                </a:moveTo>
                <a:lnTo>
                  <a:pt x="469226" y="625634"/>
                </a:lnTo>
                <a:cubicBezTo>
                  <a:pt x="498020" y="625634"/>
                  <a:pt x="521362" y="602293"/>
                  <a:pt x="521362" y="573498"/>
                </a:cubicBezTo>
                <a:lnTo>
                  <a:pt x="521362" y="164985"/>
                </a:lnTo>
                <a:cubicBezTo>
                  <a:pt x="521367" y="151150"/>
                  <a:pt x="515869" y="137880"/>
                  <a:pt x="506086" y="128099"/>
                </a:cubicBezTo>
                <a:lnTo>
                  <a:pt x="393263" y="15276"/>
                </a:lnTo>
                <a:cubicBezTo>
                  <a:pt x="383488" y="5498"/>
                  <a:pt x="370229" y="3"/>
                  <a:pt x="356403" y="0"/>
                </a:cubicBezTo>
                <a:lnTo>
                  <a:pt x="52136" y="0"/>
                </a:lnTo>
                <a:cubicBezTo>
                  <a:pt x="23342" y="0"/>
                  <a:pt x="0" y="23342"/>
                  <a:pt x="0" y="52136"/>
                </a:cubicBezTo>
                <a:lnTo>
                  <a:pt x="0" y="573498"/>
                </a:lnTo>
                <a:cubicBezTo>
                  <a:pt x="0" y="602293"/>
                  <a:pt x="23342" y="625634"/>
                  <a:pt x="52136" y="625634"/>
                </a:cubicBezTo>
                <a:close/>
                <a:moveTo>
                  <a:pt x="312817" y="312817"/>
                </a:moveTo>
                <a:cubicBezTo>
                  <a:pt x="312817" y="305620"/>
                  <a:pt x="318654" y="299783"/>
                  <a:pt x="325851" y="299783"/>
                </a:cubicBezTo>
                <a:lnTo>
                  <a:pt x="351919" y="299783"/>
                </a:lnTo>
                <a:cubicBezTo>
                  <a:pt x="359117" y="299783"/>
                  <a:pt x="364953" y="305620"/>
                  <a:pt x="364953" y="312817"/>
                </a:cubicBezTo>
                <a:lnTo>
                  <a:pt x="364953" y="443157"/>
                </a:lnTo>
                <a:cubicBezTo>
                  <a:pt x="364953" y="450355"/>
                  <a:pt x="359117" y="456191"/>
                  <a:pt x="351919" y="456191"/>
                </a:cubicBezTo>
                <a:lnTo>
                  <a:pt x="325851" y="456191"/>
                </a:lnTo>
                <a:cubicBezTo>
                  <a:pt x="318654" y="456191"/>
                  <a:pt x="312817" y="450355"/>
                  <a:pt x="312817" y="443157"/>
                </a:cubicBezTo>
                <a:close/>
                <a:moveTo>
                  <a:pt x="221579" y="260681"/>
                </a:moveTo>
                <a:cubicBezTo>
                  <a:pt x="221579" y="253482"/>
                  <a:pt x="227415" y="247647"/>
                  <a:pt x="234613" y="247647"/>
                </a:cubicBezTo>
                <a:lnTo>
                  <a:pt x="260681" y="247647"/>
                </a:lnTo>
                <a:cubicBezTo>
                  <a:pt x="267878" y="247647"/>
                  <a:pt x="273715" y="253482"/>
                  <a:pt x="273715" y="260681"/>
                </a:cubicBezTo>
                <a:lnTo>
                  <a:pt x="273715" y="443157"/>
                </a:lnTo>
                <a:cubicBezTo>
                  <a:pt x="273715" y="450355"/>
                  <a:pt x="267878" y="456191"/>
                  <a:pt x="260681" y="456191"/>
                </a:cubicBezTo>
                <a:lnTo>
                  <a:pt x="234613" y="456191"/>
                </a:lnTo>
                <a:cubicBezTo>
                  <a:pt x="227415" y="456191"/>
                  <a:pt x="221579" y="450355"/>
                  <a:pt x="221579" y="443157"/>
                </a:cubicBezTo>
                <a:close/>
                <a:moveTo>
                  <a:pt x="130340" y="377987"/>
                </a:moveTo>
                <a:cubicBezTo>
                  <a:pt x="130340" y="370790"/>
                  <a:pt x="136176" y="364953"/>
                  <a:pt x="143374" y="364953"/>
                </a:cubicBezTo>
                <a:lnTo>
                  <a:pt x="169443" y="364953"/>
                </a:lnTo>
                <a:cubicBezTo>
                  <a:pt x="176641" y="364953"/>
                  <a:pt x="182477" y="370790"/>
                  <a:pt x="182477" y="377987"/>
                </a:cubicBezTo>
                <a:lnTo>
                  <a:pt x="182477" y="443157"/>
                </a:lnTo>
                <a:cubicBezTo>
                  <a:pt x="182477" y="450355"/>
                  <a:pt x="176641" y="456191"/>
                  <a:pt x="169443" y="456191"/>
                </a:cubicBezTo>
                <a:lnTo>
                  <a:pt x="143374" y="456191"/>
                </a:lnTo>
                <a:cubicBezTo>
                  <a:pt x="136176" y="456191"/>
                  <a:pt x="130340" y="450355"/>
                  <a:pt x="130340" y="443157"/>
                </a:cubicBezTo>
                <a:close/>
              </a:path>
            </a:pathLst>
          </a:custGeom>
          <a:solidFill>
            <a:schemeClr val="bg1"/>
          </a:solidFill>
          <a:ln w="25797" cap="flat">
            <a:noFill/>
            <a:prstDash val="solid"/>
            <a:miter/>
          </a:ln>
        </p:spPr>
        <p:txBody>
          <a:bodyPr rtlCol="0" anchor="ctr"/>
          <a:lstStyle/>
          <a:p>
            <a:endParaRPr/>
          </a:p>
        </p:txBody>
      </p:sp>
      <p:sp>
        <p:nvSpPr>
          <p:cNvPr id="17" name="TextBox 16">
            <a:extLst>
              <a:ext uri="{FF2B5EF4-FFF2-40B4-BE49-F238E27FC236}">
                <a16:creationId xmlns:a16="http://schemas.microsoft.com/office/drawing/2014/main" id="{110450DE-6F2C-CF44-B597-0E09F5B9E8A9}"/>
              </a:ext>
            </a:extLst>
          </p:cNvPr>
          <p:cNvSpPr txBox="1"/>
          <p:nvPr/>
        </p:nvSpPr>
        <p:spPr>
          <a:xfrm>
            <a:off x="18731191" y="10343729"/>
            <a:ext cx="1935146" cy="400110"/>
          </a:xfrm>
          <a:prstGeom prst="rect">
            <a:avLst/>
          </a:prstGeom>
          <a:noFill/>
        </p:spPr>
        <p:txBody>
          <a:bodyPr wrap="none" rtlCol="0">
            <a:spAutoFit/>
          </a:bodyPr>
          <a:lstStyle/>
          <a:p>
            <a:pPr algn="ctr"/>
            <a:r>
              <a:rPr lang="en-US" sz="2000" b="1" spc="300">
                <a:solidFill>
                  <a:schemeClr val="bg1"/>
                </a:solidFill>
                <a:latin typeface="Open Sans" panose="020B0606030504020204" pitchFamily="34" charset="0"/>
                <a:ea typeface="Open Sans" panose="020B0606030504020204" pitchFamily="34" charset="0"/>
                <a:cs typeface="Open Sans" panose="020B0606030504020204" pitchFamily="34" charset="0"/>
              </a:rPr>
              <a:t>ANALYTICS</a:t>
            </a:r>
            <a:endParaRPr sz="2000"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9046006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A759FC6D-DE81-0D4C-92F8-E9CC357816A7}"/>
              </a:ext>
            </a:extLst>
          </p:cNvPr>
          <p:cNvSpPr>
            <a:spLocks noGrp="1"/>
          </p:cNvSpPr>
          <p:nvPr>
            <p:ph type="pic" sz="quarter" idx="15"/>
          </p:nvPr>
        </p:nvSpPr>
        <p:spPr/>
      </p:sp>
      <p:grpSp>
        <p:nvGrpSpPr>
          <p:cNvPr id="3" name="Group 2">
            <a:extLst>
              <a:ext uri="{FF2B5EF4-FFF2-40B4-BE49-F238E27FC236}">
                <a16:creationId xmlns:a16="http://schemas.microsoft.com/office/drawing/2014/main" id="{B04ACCCF-99E9-0342-8936-5FC5C8BAFF55}"/>
              </a:ext>
            </a:extLst>
          </p:cNvPr>
          <p:cNvGrpSpPr/>
          <p:nvPr/>
        </p:nvGrpSpPr>
        <p:grpSpPr>
          <a:xfrm>
            <a:off x="1894940" y="3610801"/>
            <a:ext cx="13059275" cy="6888895"/>
            <a:chOff x="1793340" y="5912705"/>
            <a:chExt cx="10132495" cy="5344990"/>
          </a:xfrm>
        </p:grpSpPr>
        <p:sp>
          <p:nvSpPr>
            <p:cNvPr id="4" name="Freeform 3">
              <a:extLst>
                <a:ext uri="{FF2B5EF4-FFF2-40B4-BE49-F238E27FC236}">
                  <a16:creationId xmlns:a16="http://schemas.microsoft.com/office/drawing/2014/main" id="{BDA3EBB5-8379-5149-A2B8-D6AB85F867EB}"/>
                </a:ext>
              </a:extLst>
            </p:cNvPr>
            <p:cNvSpPr>
              <a:spLocks noEditPoints="1"/>
            </p:cNvSpPr>
            <p:nvPr/>
          </p:nvSpPr>
          <p:spPr bwMode="auto">
            <a:xfrm>
              <a:off x="3118093" y="5912705"/>
              <a:ext cx="7482989" cy="5074868"/>
            </a:xfrm>
            <a:custGeom>
              <a:avLst/>
              <a:gdLst>
                <a:gd name="T0" fmla="*/ 536 w 549"/>
                <a:gd name="T1" fmla="*/ 0 h 371"/>
                <a:gd name="T2" fmla="*/ 12 w 549"/>
                <a:gd name="T3" fmla="*/ 0 h 371"/>
                <a:gd name="T4" fmla="*/ 0 w 549"/>
                <a:gd name="T5" fmla="*/ 17 h 371"/>
                <a:gd name="T6" fmla="*/ 0 w 549"/>
                <a:gd name="T7" fmla="*/ 354 h 371"/>
                <a:gd name="T8" fmla="*/ 12 w 549"/>
                <a:gd name="T9" fmla="*/ 371 h 371"/>
                <a:gd name="T10" fmla="*/ 536 w 549"/>
                <a:gd name="T11" fmla="*/ 371 h 371"/>
                <a:gd name="T12" fmla="*/ 549 w 549"/>
                <a:gd name="T13" fmla="*/ 354 h 371"/>
                <a:gd name="T14" fmla="*/ 549 w 549"/>
                <a:gd name="T15" fmla="*/ 17 h 371"/>
                <a:gd name="T16" fmla="*/ 536 w 549"/>
                <a:gd name="T17" fmla="*/ 0 h 371"/>
                <a:gd name="T18" fmla="*/ 528 w 549"/>
                <a:gd name="T19" fmla="*/ 333 h 371"/>
                <a:gd name="T20" fmla="*/ 21 w 549"/>
                <a:gd name="T21" fmla="*/ 333 h 371"/>
                <a:gd name="T22" fmla="*/ 21 w 549"/>
                <a:gd name="T23" fmla="*/ 21 h 371"/>
                <a:gd name="T24" fmla="*/ 528 w 549"/>
                <a:gd name="T25" fmla="*/ 21 h 371"/>
                <a:gd name="T26" fmla="*/ 528 w 549"/>
                <a:gd name="T27" fmla="*/ 333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49" h="371">
                  <a:moveTo>
                    <a:pt x="536" y="0"/>
                  </a:moveTo>
                  <a:cubicBezTo>
                    <a:pt x="12" y="0"/>
                    <a:pt x="12" y="0"/>
                    <a:pt x="12" y="0"/>
                  </a:cubicBezTo>
                  <a:cubicBezTo>
                    <a:pt x="5" y="0"/>
                    <a:pt x="0" y="8"/>
                    <a:pt x="0" y="17"/>
                  </a:cubicBezTo>
                  <a:cubicBezTo>
                    <a:pt x="0" y="354"/>
                    <a:pt x="0" y="354"/>
                    <a:pt x="0" y="354"/>
                  </a:cubicBezTo>
                  <a:cubicBezTo>
                    <a:pt x="0" y="363"/>
                    <a:pt x="5" y="371"/>
                    <a:pt x="12" y="371"/>
                  </a:cubicBezTo>
                  <a:cubicBezTo>
                    <a:pt x="536" y="371"/>
                    <a:pt x="536" y="371"/>
                    <a:pt x="536" y="371"/>
                  </a:cubicBezTo>
                  <a:cubicBezTo>
                    <a:pt x="543" y="371"/>
                    <a:pt x="549" y="363"/>
                    <a:pt x="549" y="354"/>
                  </a:cubicBezTo>
                  <a:cubicBezTo>
                    <a:pt x="549" y="17"/>
                    <a:pt x="549" y="17"/>
                    <a:pt x="549" y="17"/>
                  </a:cubicBezTo>
                  <a:cubicBezTo>
                    <a:pt x="549" y="8"/>
                    <a:pt x="543" y="0"/>
                    <a:pt x="536" y="0"/>
                  </a:cubicBezTo>
                  <a:close/>
                  <a:moveTo>
                    <a:pt x="528" y="333"/>
                  </a:moveTo>
                  <a:cubicBezTo>
                    <a:pt x="21" y="333"/>
                    <a:pt x="21" y="333"/>
                    <a:pt x="21" y="333"/>
                  </a:cubicBezTo>
                  <a:cubicBezTo>
                    <a:pt x="21" y="21"/>
                    <a:pt x="21" y="21"/>
                    <a:pt x="21" y="21"/>
                  </a:cubicBezTo>
                  <a:cubicBezTo>
                    <a:pt x="528" y="21"/>
                    <a:pt x="528" y="21"/>
                    <a:pt x="528" y="21"/>
                  </a:cubicBezTo>
                  <a:lnTo>
                    <a:pt x="528" y="33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5" name="Group 4">
              <a:extLst>
                <a:ext uri="{FF2B5EF4-FFF2-40B4-BE49-F238E27FC236}">
                  <a16:creationId xmlns:a16="http://schemas.microsoft.com/office/drawing/2014/main" id="{5EBFBE3D-C0B8-EA43-A574-DFDF30790901}"/>
                </a:ext>
              </a:extLst>
            </p:cNvPr>
            <p:cNvGrpSpPr/>
            <p:nvPr/>
          </p:nvGrpSpPr>
          <p:grpSpPr>
            <a:xfrm>
              <a:off x="1793340" y="10809406"/>
              <a:ext cx="10132495" cy="448289"/>
              <a:chOff x="7127340" y="8105776"/>
              <a:chExt cx="10132495" cy="448289"/>
            </a:xfrm>
          </p:grpSpPr>
          <p:sp>
            <p:nvSpPr>
              <p:cNvPr id="6" name="Freeform 5">
                <a:extLst>
                  <a:ext uri="{FF2B5EF4-FFF2-40B4-BE49-F238E27FC236}">
                    <a16:creationId xmlns:a16="http://schemas.microsoft.com/office/drawing/2014/main" id="{6052AB58-574A-AC4B-86B7-5D9E8D82FED4}"/>
                  </a:ext>
                </a:extLst>
              </p:cNvPr>
              <p:cNvSpPr>
                <a:spLocks/>
              </p:cNvSpPr>
              <p:nvPr/>
            </p:nvSpPr>
            <p:spPr bwMode="auto">
              <a:xfrm>
                <a:off x="7127340" y="8306930"/>
                <a:ext cx="10103759" cy="247135"/>
              </a:xfrm>
              <a:custGeom>
                <a:avLst/>
                <a:gdLst>
                  <a:gd name="T0" fmla="*/ 5 w 741"/>
                  <a:gd name="T1" fmla="*/ 3 h 18"/>
                  <a:gd name="T2" fmla="*/ 33 w 741"/>
                  <a:gd name="T3" fmla="*/ 18 h 18"/>
                  <a:gd name="T4" fmla="*/ 713 w 741"/>
                  <a:gd name="T5" fmla="*/ 18 h 18"/>
                  <a:gd name="T6" fmla="*/ 741 w 741"/>
                  <a:gd name="T7" fmla="*/ 6 h 18"/>
                  <a:gd name="T8" fmla="*/ 741 w 741"/>
                  <a:gd name="T9" fmla="*/ 0 h 18"/>
                  <a:gd name="T10" fmla="*/ 5 w 741"/>
                  <a:gd name="T11" fmla="*/ 3 h 18"/>
                </a:gdLst>
                <a:ahLst/>
                <a:cxnLst>
                  <a:cxn ang="0">
                    <a:pos x="T0" y="T1"/>
                  </a:cxn>
                  <a:cxn ang="0">
                    <a:pos x="T2" y="T3"/>
                  </a:cxn>
                  <a:cxn ang="0">
                    <a:pos x="T4" y="T5"/>
                  </a:cxn>
                  <a:cxn ang="0">
                    <a:pos x="T6" y="T7"/>
                  </a:cxn>
                  <a:cxn ang="0">
                    <a:pos x="T8" y="T9"/>
                  </a:cxn>
                  <a:cxn ang="0">
                    <a:pos x="T10" y="T11"/>
                  </a:cxn>
                </a:cxnLst>
                <a:rect l="0" t="0" r="r" b="b"/>
                <a:pathLst>
                  <a:path w="741" h="18">
                    <a:moveTo>
                      <a:pt x="5" y="3"/>
                    </a:moveTo>
                    <a:cubicBezTo>
                      <a:pt x="5" y="3"/>
                      <a:pt x="0" y="11"/>
                      <a:pt x="33" y="18"/>
                    </a:cubicBezTo>
                    <a:cubicBezTo>
                      <a:pt x="713" y="18"/>
                      <a:pt x="713" y="18"/>
                      <a:pt x="713" y="18"/>
                    </a:cubicBezTo>
                    <a:cubicBezTo>
                      <a:pt x="713" y="18"/>
                      <a:pt x="735" y="17"/>
                      <a:pt x="741" y="6"/>
                    </a:cubicBezTo>
                    <a:cubicBezTo>
                      <a:pt x="741" y="0"/>
                      <a:pt x="741" y="0"/>
                      <a:pt x="741" y="0"/>
                    </a:cubicBezTo>
                    <a:lnTo>
                      <a:pt x="5" y="3"/>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CEB48B3B-87D1-F043-80ED-D22AEEB2AA10}"/>
                  </a:ext>
                </a:extLst>
              </p:cNvPr>
              <p:cNvSpPr>
                <a:spLocks/>
              </p:cNvSpPr>
              <p:nvPr/>
            </p:nvSpPr>
            <p:spPr bwMode="auto">
              <a:xfrm>
                <a:off x="7196308" y="8105776"/>
                <a:ext cx="10063527" cy="310354"/>
              </a:xfrm>
              <a:custGeom>
                <a:avLst/>
                <a:gdLst>
                  <a:gd name="T0" fmla="*/ 0 w 738"/>
                  <a:gd name="T1" fmla="*/ 0 h 23"/>
                  <a:gd name="T2" fmla="*/ 737 w 738"/>
                  <a:gd name="T3" fmla="*/ 0 h 23"/>
                  <a:gd name="T4" fmla="*/ 737 w 738"/>
                  <a:gd name="T5" fmla="*/ 19 h 23"/>
                  <a:gd name="T6" fmla="*/ 729 w 738"/>
                  <a:gd name="T7" fmla="*/ 21 h 23"/>
                  <a:gd name="T8" fmla="*/ 7 w 738"/>
                  <a:gd name="T9" fmla="*/ 21 h 23"/>
                  <a:gd name="T10" fmla="*/ 0 w 738"/>
                  <a:gd name="T11" fmla="*/ 19 h 23"/>
                  <a:gd name="T12" fmla="*/ 0 w 738"/>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738" h="23">
                    <a:moveTo>
                      <a:pt x="0" y="0"/>
                    </a:moveTo>
                    <a:cubicBezTo>
                      <a:pt x="737" y="0"/>
                      <a:pt x="737" y="0"/>
                      <a:pt x="737" y="0"/>
                    </a:cubicBezTo>
                    <a:cubicBezTo>
                      <a:pt x="737" y="19"/>
                      <a:pt x="737" y="19"/>
                      <a:pt x="737" y="19"/>
                    </a:cubicBezTo>
                    <a:cubicBezTo>
                      <a:pt x="737" y="19"/>
                      <a:pt x="738" y="22"/>
                      <a:pt x="729" y="21"/>
                    </a:cubicBezTo>
                    <a:cubicBezTo>
                      <a:pt x="7" y="21"/>
                      <a:pt x="7" y="21"/>
                      <a:pt x="7" y="21"/>
                    </a:cubicBezTo>
                    <a:cubicBezTo>
                      <a:pt x="7" y="21"/>
                      <a:pt x="0" y="23"/>
                      <a:pt x="0" y="19"/>
                    </a:cubicBezTo>
                    <a:lnTo>
                      <a:pt x="0" y="0"/>
                    </a:lnTo>
                    <a:close/>
                  </a:path>
                </a:pathLst>
              </a:cu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7">
                <a:extLst>
                  <a:ext uri="{FF2B5EF4-FFF2-40B4-BE49-F238E27FC236}">
                    <a16:creationId xmlns:a16="http://schemas.microsoft.com/office/drawing/2014/main" id="{EFD677F5-DCDE-1244-89A2-B0B784D0B709}"/>
                  </a:ext>
                </a:extLst>
              </p:cNvPr>
              <p:cNvSpPr>
                <a:spLocks/>
              </p:cNvSpPr>
              <p:nvPr/>
            </p:nvSpPr>
            <p:spPr bwMode="auto">
              <a:xfrm>
                <a:off x="16397740" y="8237963"/>
                <a:ext cx="367828" cy="45978"/>
              </a:xfrm>
              <a:custGeom>
                <a:avLst/>
                <a:gdLst>
                  <a:gd name="T0" fmla="*/ 27 w 27"/>
                  <a:gd name="T1" fmla="*/ 2 h 3"/>
                  <a:gd name="T2" fmla="*/ 26 w 27"/>
                  <a:gd name="T3" fmla="*/ 3 h 3"/>
                  <a:gd name="T4" fmla="*/ 1 w 27"/>
                  <a:gd name="T5" fmla="*/ 3 h 3"/>
                  <a:gd name="T6" fmla="*/ 0 w 27"/>
                  <a:gd name="T7" fmla="*/ 2 h 3"/>
                  <a:gd name="T8" fmla="*/ 0 w 27"/>
                  <a:gd name="T9" fmla="*/ 2 h 3"/>
                  <a:gd name="T10" fmla="*/ 1 w 27"/>
                  <a:gd name="T11" fmla="*/ 0 h 3"/>
                  <a:gd name="T12" fmla="*/ 26 w 27"/>
                  <a:gd name="T13" fmla="*/ 0 h 3"/>
                  <a:gd name="T14" fmla="*/ 27 w 2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 h="3">
                    <a:moveTo>
                      <a:pt x="27" y="2"/>
                    </a:moveTo>
                    <a:cubicBezTo>
                      <a:pt x="27" y="2"/>
                      <a:pt x="27" y="3"/>
                      <a:pt x="26" y="3"/>
                    </a:cubicBezTo>
                    <a:cubicBezTo>
                      <a:pt x="1" y="3"/>
                      <a:pt x="1" y="3"/>
                      <a:pt x="1" y="3"/>
                    </a:cubicBezTo>
                    <a:cubicBezTo>
                      <a:pt x="1" y="3"/>
                      <a:pt x="0" y="2"/>
                      <a:pt x="0" y="2"/>
                    </a:cubicBezTo>
                    <a:cubicBezTo>
                      <a:pt x="0" y="2"/>
                      <a:pt x="0" y="2"/>
                      <a:pt x="0" y="2"/>
                    </a:cubicBezTo>
                    <a:cubicBezTo>
                      <a:pt x="0" y="1"/>
                      <a:pt x="1" y="0"/>
                      <a:pt x="1" y="0"/>
                    </a:cubicBezTo>
                    <a:cubicBezTo>
                      <a:pt x="26" y="0"/>
                      <a:pt x="26" y="0"/>
                      <a:pt x="26" y="0"/>
                    </a:cubicBezTo>
                    <a:cubicBezTo>
                      <a:pt x="27" y="0"/>
                      <a:pt x="27" y="1"/>
                      <a:pt x="27" y="2"/>
                    </a:cubicBezTo>
                    <a:close/>
                  </a:path>
                </a:pathLst>
              </a:cu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E4C8AD3B-C52F-0F4F-94C1-7A0EF2107A39}"/>
                  </a:ext>
                </a:extLst>
              </p:cNvPr>
              <p:cNvSpPr>
                <a:spLocks/>
              </p:cNvSpPr>
              <p:nvPr/>
            </p:nvSpPr>
            <p:spPr bwMode="auto">
              <a:xfrm>
                <a:off x="11501038" y="8117270"/>
                <a:ext cx="1419583" cy="149429"/>
              </a:xfrm>
              <a:custGeom>
                <a:avLst/>
                <a:gdLst>
                  <a:gd name="T0" fmla="*/ 2 w 104"/>
                  <a:gd name="T1" fmla="*/ 0 h 11"/>
                  <a:gd name="T2" fmla="*/ 9 w 104"/>
                  <a:gd name="T3" fmla="*/ 10 h 11"/>
                  <a:gd name="T4" fmla="*/ 94 w 104"/>
                  <a:gd name="T5" fmla="*/ 10 h 11"/>
                  <a:gd name="T6" fmla="*/ 102 w 104"/>
                  <a:gd name="T7" fmla="*/ 0 h 11"/>
                  <a:gd name="T8" fmla="*/ 2 w 104"/>
                  <a:gd name="T9" fmla="*/ 0 h 11"/>
                </a:gdLst>
                <a:ahLst/>
                <a:cxnLst>
                  <a:cxn ang="0">
                    <a:pos x="T0" y="T1"/>
                  </a:cxn>
                  <a:cxn ang="0">
                    <a:pos x="T2" y="T3"/>
                  </a:cxn>
                  <a:cxn ang="0">
                    <a:pos x="T4" y="T5"/>
                  </a:cxn>
                  <a:cxn ang="0">
                    <a:pos x="T6" y="T7"/>
                  </a:cxn>
                  <a:cxn ang="0">
                    <a:pos x="T8" y="T9"/>
                  </a:cxn>
                </a:cxnLst>
                <a:rect l="0" t="0" r="r" b="b"/>
                <a:pathLst>
                  <a:path w="104" h="11">
                    <a:moveTo>
                      <a:pt x="2" y="0"/>
                    </a:moveTo>
                    <a:cubicBezTo>
                      <a:pt x="2" y="0"/>
                      <a:pt x="0" y="9"/>
                      <a:pt x="9" y="10"/>
                    </a:cubicBezTo>
                    <a:cubicBezTo>
                      <a:pt x="94" y="10"/>
                      <a:pt x="94" y="10"/>
                      <a:pt x="94" y="10"/>
                    </a:cubicBezTo>
                    <a:cubicBezTo>
                      <a:pt x="94" y="10"/>
                      <a:pt x="104" y="11"/>
                      <a:pt x="102" y="0"/>
                    </a:cubicBezTo>
                    <a:lnTo>
                      <a:pt x="2" y="0"/>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
        <p:nvSpPr>
          <p:cNvPr id="11" name="Rounded Rectangle 10">
            <a:extLst>
              <a:ext uri="{FF2B5EF4-FFF2-40B4-BE49-F238E27FC236}">
                <a16:creationId xmlns:a16="http://schemas.microsoft.com/office/drawing/2014/main" id="{37A5DA3E-1CE6-A846-A733-0286B2958778}"/>
              </a:ext>
            </a:extLst>
          </p:cNvPr>
          <p:cNvSpPr/>
          <p:nvPr/>
        </p:nvSpPr>
        <p:spPr>
          <a:xfrm>
            <a:off x="1403349" y="3074960"/>
            <a:ext cx="3925508" cy="1419323"/>
          </a:xfrm>
          <a:prstGeom prst="roundRect">
            <a:avLst>
              <a:gd name="adj" fmla="val 21566"/>
            </a:avLst>
          </a:prstGeom>
          <a:solidFill>
            <a:schemeClr val="bg1">
              <a:alpha val="95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A718DAB9-5672-254E-86FF-A02130492A99}"/>
              </a:ext>
            </a:extLst>
          </p:cNvPr>
          <p:cNvSpPr txBox="1"/>
          <p:nvPr/>
        </p:nvSpPr>
        <p:spPr>
          <a:xfrm>
            <a:off x="2693287" y="3430678"/>
            <a:ext cx="2087431" cy="707886"/>
          </a:xfrm>
          <a:prstGeom prst="rect">
            <a:avLst/>
          </a:prstGeom>
          <a:noFill/>
        </p:spPr>
        <p:txBody>
          <a:bodyPr wrap="none" rtlCol="0">
            <a:spAutoFit/>
          </a:bodyPr>
          <a:lstStyle/>
          <a:p>
            <a:r>
              <a:rPr lang="en-US" sz="4000" b="1">
                <a:gradFill flip="none" rotWithShape="1">
                  <a:gsLst>
                    <a:gs pos="0">
                      <a:schemeClr val="accent1"/>
                    </a:gs>
                    <a:gs pos="55000">
                      <a:schemeClr val="accent2"/>
                    </a:gs>
                    <a:gs pos="100000">
                      <a:schemeClr val="accent5"/>
                    </a:gs>
                  </a:gsLst>
                  <a:lin ang="18900000" scaled="1"/>
                  <a:tileRect/>
                </a:gradFill>
                <a:effectLst>
                  <a:outerShdw blurRad="482600" dist="38100" dir="8100000" sx="102000" sy="102000" algn="tr" rotWithShape="0">
                    <a:schemeClr val="accent2">
                      <a:alpha val="26000"/>
                    </a:schemeClr>
                  </a:outerShdw>
                </a:effectLst>
                <a:latin typeface="Poppins" pitchFamily="2" charset="77"/>
                <a:cs typeface="Poppins" pitchFamily="2" charset="77"/>
              </a:rPr>
              <a:t>Lévient</a:t>
            </a:r>
            <a:endParaRPr sz="4000" b="1">
              <a:gradFill flip="none" rotWithShape="1">
                <a:gsLst>
                  <a:gs pos="0">
                    <a:schemeClr val="accent1"/>
                  </a:gs>
                  <a:gs pos="55000">
                    <a:schemeClr val="accent2"/>
                  </a:gs>
                  <a:gs pos="100000">
                    <a:schemeClr val="accent5"/>
                  </a:gs>
                </a:gsLst>
                <a:lin ang="18900000" scaled="1"/>
                <a:tileRect/>
              </a:gradFill>
              <a:effectLst>
                <a:outerShdw blurRad="482600" dist="38100" dir="8100000" sx="102000" sy="102000" algn="tr" rotWithShape="0">
                  <a:schemeClr val="accent2">
                    <a:alpha val="26000"/>
                  </a:schemeClr>
                </a:outerShdw>
              </a:effectLst>
              <a:latin typeface="Poppins" pitchFamily="2" charset="77"/>
              <a:cs typeface="Poppins" pitchFamily="2" charset="77"/>
            </a:endParaRPr>
          </a:p>
        </p:txBody>
      </p:sp>
      <p:sp>
        <p:nvSpPr>
          <p:cNvPr id="13" name="Oval 12">
            <a:extLst>
              <a:ext uri="{FF2B5EF4-FFF2-40B4-BE49-F238E27FC236}">
                <a16:creationId xmlns:a16="http://schemas.microsoft.com/office/drawing/2014/main" id="{4CB2E8C4-17D0-9241-AA50-604C428B8141}"/>
              </a:ext>
            </a:extLst>
          </p:cNvPr>
          <p:cNvSpPr/>
          <p:nvPr/>
        </p:nvSpPr>
        <p:spPr>
          <a:xfrm>
            <a:off x="1960260" y="3471270"/>
            <a:ext cx="626702" cy="626702"/>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89AD14ED-F378-7C42-9A0F-1551CD927248}"/>
              </a:ext>
            </a:extLst>
          </p:cNvPr>
          <p:cNvSpPr txBox="1"/>
          <p:nvPr/>
        </p:nvSpPr>
        <p:spPr>
          <a:xfrm>
            <a:off x="16244154" y="4047808"/>
            <a:ext cx="7194124" cy="2554545"/>
          </a:xfrm>
          <a:prstGeom prst="rect">
            <a:avLst/>
          </a:prstGeom>
          <a:noFill/>
        </p:spPr>
        <p:txBody>
          <a:bodyPr wrap="square" rtlCol="0">
            <a:spAutoFit/>
          </a:bodyPr>
          <a:lstStyle/>
          <a:p>
            <a:r>
              <a:rPr lang="en-US" sz="8000" b="1">
                <a:solidFill>
                  <a:schemeClr val="tx2"/>
                </a:solidFill>
                <a:latin typeface="Poppins" pitchFamily="2" charset="77"/>
                <a:ea typeface="Open Sans" panose="020B0606030504020204" pitchFamily="34" charset="0"/>
                <a:cs typeface="Poppins" pitchFamily="2" charset="77"/>
              </a:rPr>
              <a:t>Check Our New Site</a:t>
            </a:r>
            <a:endParaRPr sz="8000" b="1">
              <a:solidFill>
                <a:schemeClr val="tx2"/>
              </a:solidFill>
              <a:latin typeface="Poppins" pitchFamily="2" charset="77"/>
              <a:ea typeface="Open Sans" panose="020B0606030504020204" pitchFamily="34" charset="0"/>
              <a:cs typeface="Poppins" pitchFamily="2" charset="77"/>
            </a:endParaRPr>
          </a:p>
        </p:txBody>
      </p:sp>
      <p:sp>
        <p:nvSpPr>
          <p:cNvPr id="15" name="TextBox 14">
            <a:extLst>
              <a:ext uri="{FF2B5EF4-FFF2-40B4-BE49-F238E27FC236}">
                <a16:creationId xmlns:a16="http://schemas.microsoft.com/office/drawing/2014/main" id="{DB952C70-55D8-9E49-B63E-DED702263189}"/>
              </a:ext>
            </a:extLst>
          </p:cNvPr>
          <p:cNvSpPr txBox="1"/>
          <p:nvPr/>
        </p:nvSpPr>
        <p:spPr>
          <a:xfrm>
            <a:off x="16244155" y="7384177"/>
            <a:ext cx="6768246" cy="1695272"/>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Aslvitae ullamcorper metuso Sed sollicitudin  Donec</a:t>
            </a:r>
          </a:p>
        </p:txBody>
      </p:sp>
      <p:sp>
        <p:nvSpPr>
          <p:cNvPr id="16" name="TextBox 15">
            <a:extLst>
              <a:ext uri="{FF2B5EF4-FFF2-40B4-BE49-F238E27FC236}">
                <a16:creationId xmlns:a16="http://schemas.microsoft.com/office/drawing/2014/main" id="{DA9BDCF6-D299-5345-94A2-33C582BA2175}"/>
              </a:ext>
            </a:extLst>
          </p:cNvPr>
          <p:cNvSpPr txBox="1"/>
          <p:nvPr/>
        </p:nvSpPr>
        <p:spPr>
          <a:xfrm>
            <a:off x="16244154" y="3681833"/>
            <a:ext cx="1438214" cy="369332"/>
          </a:xfrm>
          <a:prstGeom prst="rect">
            <a:avLst/>
          </a:prstGeom>
          <a:noFill/>
        </p:spPr>
        <p:txBody>
          <a:bodyPr wrap="none" rtlCol="0">
            <a:spAutoFit/>
          </a:bodyPr>
          <a:lstStyle/>
          <a:p>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MOCKUP</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Rounded Rectangle 16">
            <a:extLst>
              <a:ext uri="{FF2B5EF4-FFF2-40B4-BE49-F238E27FC236}">
                <a16:creationId xmlns:a16="http://schemas.microsoft.com/office/drawing/2014/main" id="{F2912076-7E9D-7B40-8679-D4D81649ABB8}"/>
              </a:ext>
            </a:extLst>
          </p:cNvPr>
          <p:cNvSpPr/>
          <p:nvPr/>
        </p:nvSpPr>
        <p:spPr>
          <a:xfrm>
            <a:off x="16244152" y="9663662"/>
            <a:ext cx="3872647" cy="857250"/>
          </a:xfrm>
          <a:prstGeom prst="roundRect">
            <a:avLst>
              <a:gd name="adj" fmla="val 50000"/>
            </a:avLst>
          </a:prstGeom>
          <a:gradFill flip="none" rotWithShape="1">
            <a:gsLst>
              <a:gs pos="0">
                <a:schemeClr val="accent1"/>
              </a:gs>
              <a:gs pos="100000">
                <a:schemeClr val="accent5"/>
              </a:gs>
            </a:gsLst>
            <a:lin ang="13500000" scaled="1"/>
            <a:tileRect/>
          </a:gradFill>
          <a:ln>
            <a:noFill/>
          </a:ln>
          <a:effectLst>
            <a:outerShdw blurRad="457200" dist="38100" dir="8100000" sx="115000" sy="115000" algn="tr" rotWithShape="0">
              <a:schemeClr val="accent5">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56DDFEE7-C739-F244-8F4F-670694DE8F81}"/>
              </a:ext>
            </a:extLst>
          </p:cNvPr>
          <p:cNvSpPr txBox="1"/>
          <p:nvPr/>
        </p:nvSpPr>
        <p:spPr>
          <a:xfrm>
            <a:off x="16649041" y="9907621"/>
            <a:ext cx="3062868" cy="369332"/>
          </a:xfrm>
          <a:prstGeom prst="rect">
            <a:avLst/>
          </a:prstGeom>
          <a:noFill/>
        </p:spPr>
        <p:txBody>
          <a:bodyPr wrap="square" rtlCol="0">
            <a:spAutoFit/>
          </a:bodyPr>
          <a:lstStyle/>
          <a:p>
            <a:pPr algn="ctr"/>
            <a:r>
              <a:rPr lang="en-US" b="1" spc="300">
                <a:solidFill>
                  <a:schemeClr val="bg1"/>
                </a:solidFill>
                <a:latin typeface="Open Sans" panose="020B0606030504020204" pitchFamily="34" charset="0"/>
                <a:ea typeface="Open Sans" panose="020B0606030504020204" pitchFamily="34" charset="0"/>
                <a:cs typeface="Open Sans" panose="020B0606030504020204" pitchFamily="34" charset="0"/>
              </a:rPr>
              <a:t>WWW.LEVIENT.COM</a:t>
            </a:r>
            <a:endParaRPr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21" name="Straight Connector 20">
            <a:extLst>
              <a:ext uri="{FF2B5EF4-FFF2-40B4-BE49-F238E27FC236}">
                <a16:creationId xmlns:a16="http://schemas.microsoft.com/office/drawing/2014/main" id="{DAC410A9-458A-ED42-BE7D-DD44D9BEB960}"/>
              </a:ext>
            </a:extLst>
          </p:cNvPr>
          <p:cNvCxnSpPr>
            <a:cxnSpLocks/>
          </p:cNvCxnSpPr>
          <p:nvPr/>
        </p:nvCxnSpPr>
        <p:spPr>
          <a:xfrm flipH="1">
            <a:off x="9804400" y="1212112"/>
            <a:ext cx="14574838" cy="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7021E67-B49F-B845-9972-209CE8F3FBFA}"/>
              </a:ext>
            </a:extLst>
          </p:cNvPr>
          <p:cNvSpPr txBox="1"/>
          <p:nvPr/>
        </p:nvSpPr>
        <p:spPr>
          <a:xfrm>
            <a:off x="21941361" y="384082"/>
            <a:ext cx="1438215" cy="369332"/>
          </a:xfrm>
          <a:prstGeom prst="rect">
            <a:avLst/>
          </a:prstGeom>
          <a:noFill/>
        </p:spPr>
        <p:txBody>
          <a:bodyPr wrap="none" rtlCol="0">
            <a:spAutoFit/>
          </a:bodyPr>
          <a:lstStyle/>
          <a:p>
            <a:pPr algn="r"/>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MOCKUP</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1520802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026147C8-5AD8-E44A-B1EF-34A72C60C5A2}"/>
              </a:ext>
            </a:extLst>
          </p:cNvPr>
          <p:cNvSpPr/>
          <p:nvPr/>
        </p:nvSpPr>
        <p:spPr>
          <a:xfrm rot="10800000" flipH="1">
            <a:off x="13442741" y="1459475"/>
            <a:ext cx="9324895" cy="10797048"/>
          </a:xfrm>
          <a:custGeom>
            <a:avLst/>
            <a:gdLst>
              <a:gd name="connsiteX0" fmla="*/ 3470429 w 9324895"/>
              <a:gd name="connsiteY0" fmla="*/ 10797048 h 10797048"/>
              <a:gd name="connsiteX1" fmla="*/ 9324895 w 9324895"/>
              <a:gd name="connsiteY1" fmla="*/ 10797048 h 10797048"/>
              <a:gd name="connsiteX2" fmla="*/ 9324895 w 9324895"/>
              <a:gd name="connsiteY2" fmla="*/ 0 h 10797048"/>
              <a:gd name="connsiteX3" fmla="*/ 0 w 9324895"/>
              <a:gd name="connsiteY3" fmla="*/ 0 h 10797048"/>
              <a:gd name="connsiteX4" fmla="*/ 0 w 9324895"/>
              <a:gd name="connsiteY4" fmla="*/ 7326619 h 10797048"/>
              <a:gd name="connsiteX5" fmla="*/ 3470429 w 9324895"/>
              <a:gd name="connsiteY5" fmla="*/ 10797048 h 10797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24895" h="10797048">
                <a:moveTo>
                  <a:pt x="3470429" y="10797048"/>
                </a:moveTo>
                <a:lnTo>
                  <a:pt x="9324895" y="10797048"/>
                </a:lnTo>
                <a:lnTo>
                  <a:pt x="9324895" y="0"/>
                </a:lnTo>
                <a:lnTo>
                  <a:pt x="0" y="0"/>
                </a:lnTo>
                <a:lnTo>
                  <a:pt x="0" y="7326619"/>
                </a:lnTo>
                <a:cubicBezTo>
                  <a:pt x="0" y="9243284"/>
                  <a:pt x="1553764" y="10797048"/>
                  <a:pt x="3470429" y="10797048"/>
                </a:cubicBezTo>
                <a:close/>
              </a:path>
            </a:pathLst>
          </a:custGeom>
          <a:gradFill>
            <a:gsLst>
              <a:gs pos="0">
                <a:schemeClr val="accent5"/>
              </a:gs>
              <a:gs pos="100000">
                <a:schemeClr val="accent2">
                  <a:lumMod val="40000"/>
                  <a:lumOff val="60000"/>
                </a:schemeClr>
              </a:gs>
            </a:gsLst>
            <a:lin ang="13500000" scaled="1"/>
          </a:gradFill>
          <a:ln>
            <a:noFill/>
          </a:ln>
          <a:effectLst>
            <a:outerShdw blurRad="838200" dist="38100" dir="2700000" sx="110000" sy="110000" algn="tl" rotWithShape="0">
              <a:schemeClr val="accent2">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p>
        </p:txBody>
      </p:sp>
      <p:cxnSp>
        <p:nvCxnSpPr>
          <p:cNvPr id="11" name="Straight Connector 10">
            <a:extLst>
              <a:ext uri="{FF2B5EF4-FFF2-40B4-BE49-F238E27FC236}">
                <a16:creationId xmlns:a16="http://schemas.microsoft.com/office/drawing/2014/main" id="{363C5441-2B97-BB4D-B147-6273BD76C28B}"/>
              </a:ext>
            </a:extLst>
          </p:cNvPr>
          <p:cNvCxnSpPr>
            <a:cxnSpLocks/>
          </p:cNvCxnSpPr>
          <p:nvPr/>
        </p:nvCxnSpPr>
        <p:spPr>
          <a:xfrm>
            <a:off x="2952750" y="1459476"/>
            <a:ext cx="0" cy="10797049"/>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1D993D57-DAAD-3247-9B48-6BF0B9FC0101}"/>
              </a:ext>
            </a:extLst>
          </p:cNvPr>
          <p:cNvSpPr/>
          <p:nvPr/>
        </p:nvSpPr>
        <p:spPr>
          <a:xfrm>
            <a:off x="1819953" y="10949567"/>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168D3DBA-DD32-5D40-981F-60C650212092}"/>
              </a:ext>
            </a:extLst>
          </p:cNvPr>
          <p:cNvSpPr txBox="1"/>
          <p:nvPr/>
        </p:nvSpPr>
        <p:spPr>
          <a:xfrm rot="16200000">
            <a:off x="1296234" y="2538362"/>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20" name="TextBox 19">
            <a:extLst>
              <a:ext uri="{FF2B5EF4-FFF2-40B4-BE49-F238E27FC236}">
                <a16:creationId xmlns:a16="http://schemas.microsoft.com/office/drawing/2014/main" id="{4F8BDF7C-04BC-2F4F-99C0-8E9D24C3DEB0}"/>
              </a:ext>
            </a:extLst>
          </p:cNvPr>
          <p:cNvSpPr txBox="1"/>
          <p:nvPr/>
        </p:nvSpPr>
        <p:spPr>
          <a:xfrm>
            <a:off x="3947979" y="3041545"/>
            <a:ext cx="7228019" cy="2308324"/>
          </a:xfrm>
          <a:prstGeom prst="rect">
            <a:avLst/>
          </a:prstGeom>
          <a:noFill/>
        </p:spPr>
        <p:txBody>
          <a:bodyPr wrap="square" rtlCol="0">
            <a:spAutoFit/>
          </a:bodyPr>
          <a:lstStyle/>
          <a:p>
            <a:r>
              <a:rPr lang="en-ID" sz="7200" b="1">
                <a:solidFill>
                  <a:schemeClr val="tx2"/>
                </a:solidFill>
                <a:latin typeface="Poppins" pitchFamily="2" charset="77"/>
                <a:ea typeface="Open Sans" panose="020B0606030504020204" pitchFamily="34" charset="0"/>
                <a:cs typeface="Poppins" pitchFamily="2" charset="77"/>
              </a:rPr>
              <a:t>Easy Navigate Mobile Apps</a:t>
            </a:r>
            <a:endParaRPr sz="7200" b="1">
              <a:solidFill>
                <a:schemeClr val="tx2"/>
              </a:solidFill>
              <a:latin typeface="Poppins" pitchFamily="2" charset="77"/>
              <a:ea typeface="Open Sans" panose="020B0606030504020204" pitchFamily="34" charset="0"/>
              <a:cs typeface="Poppins" pitchFamily="2" charset="77"/>
            </a:endParaRPr>
          </a:p>
        </p:txBody>
      </p:sp>
      <p:sp>
        <p:nvSpPr>
          <p:cNvPr id="21" name="TextBox 20">
            <a:extLst>
              <a:ext uri="{FF2B5EF4-FFF2-40B4-BE49-F238E27FC236}">
                <a16:creationId xmlns:a16="http://schemas.microsoft.com/office/drawing/2014/main" id="{0FF8D898-9035-0545-A731-3159A453DD69}"/>
              </a:ext>
            </a:extLst>
          </p:cNvPr>
          <p:cNvSpPr txBox="1"/>
          <p:nvPr/>
        </p:nvSpPr>
        <p:spPr>
          <a:xfrm>
            <a:off x="3947978" y="2633808"/>
            <a:ext cx="1438214" cy="369332"/>
          </a:xfrm>
          <a:prstGeom prst="rect">
            <a:avLst/>
          </a:prstGeom>
          <a:noFill/>
        </p:spPr>
        <p:txBody>
          <a:bodyPr wrap="none" rtlCol="0">
            <a:spAutoFit/>
          </a:bodyPr>
          <a:lstStyle/>
          <a:p>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MOCKUP</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2" name="TextBox 21">
            <a:extLst>
              <a:ext uri="{FF2B5EF4-FFF2-40B4-BE49-F238E27FC236}">
                <a16:creationId xmlns:a16="http://schemas.microsoft.com/office/drawing/2014/main" id="{53916244-57B6-BE44-9DD5-382C1D4007C5}"/>
              </a:ext>
            </a:extLst>
          </p:cNvPr>
          <p:cNvSpPr txBox="1"/>
          <p:nvPr/>
        </p:nvSpPr>
        <p:spPr>
          <a:xfrm>
            <a:off x="5191009" y="7019453"/>
            <a:ext cx="6754682" cy="1141274"/>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amet blandit dolor</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3" name="TextBox 22">
            <a:extLst>
              <a:ext uri="{FF2B5EF4-FFF2-40B4-BE49-F238E27FC236}">
                <a16:creationId xmlns:a16="http://schemas.microsoft.com/office/drawing/2014/main" id="{E82CB48A-10D5-494F-9EC2-76D78E99F774}"/>
              </a:ext>
            </a:extLst>
          </p:cNvPr>
          <p:cNvSpPr txBox="1"/>
          <p:nvPr/>
        </p:nvSpPr>
        <p:spPr>
          <a:xfrm>
            <a:off x="5191007" y="6557788"/>
            <a:ext cx="2775119" cy="461665"/>
          </a:xfrm>
          <a:prstGeom prst="rect">
            <a:avLst/>
          </a:prstGeom>
          <a:noFill/>
        </p:spPr>
        <p:txBody>
          <a:bodyPr wrap="none" rtlCol="0">
            <a:spAutoFit/>
          </a:bodyPr>
          <a:lstStyle/>
          <a:p>
            <a:r>
              <a:rPr lang="en-US" sz="2400" b="1" spc="300">
                <a:solidFill>
                  <a:schemeClr val="tx2"/>
                </a:solidFill>
                <a:latin typeface="Open Sans" panose="020B0606030504020204" pitchFamily="34" charset="0"/>
                <a:ea typeface="Open Sans" panose="020B0606030504020204" pitchFamily="34" charset="0"/>
                <a:cs typeface="Open Sans" panose="020B0606030504020204" pitchFamily="34" charset="0"/>
              </a:rPr>
              <a:t>GOOD DESIGN</a:t>
            </a:r>
            <a:endParaRPr sz="2400"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Oval 23">
            <a:extLst>
              <a:ext uri="{FF2B5EF4-FFF2-40B4-BE49-F238E27FC236}">
                <a16:creationId xmlns:a16="http://schemas.microsoft.com/office/drawing/2014/main" id="{25017B69-1083-B246-B7CD-BEEEEF2C5B55}"/>
              </a:ext>
            </a:extLst>
          </p:cNvPr>
          <p:cNvSpPr/>
          <p:nvPr/>
        </p:nvSpPr>
        <p:spPr>
          <a:xfrm>
            <a:off x="3947978" y="6557789"/>
            <a:ext cx="907545" cy="907545"/>
          </a:xfrm>
          <a:prstGeom prst="ellipse">
            <a:avLst/>
          </a:prstGeom>
          <a:gradFill>
            <a:gsLst>
              <a:gs pos="0">
                <a:schemeClr val="accent2"/>
              </a:gs>
              <a:gs pos="100000">
                <a:schemeClr val="accent2">
                  <a:lumMod val="40000"/>
                  <a:lumOff val="60000"/>
                </a:schemeClr>
              </a:gs>
            </a:gsLst>
            <a:lin ang="13500000" scaled="1"/>
          </a:gradFill>
          <a:ln>
            <a:noFill/>
          </a:ln>
          <a:effectLst>
            <a:outerShdw blurRad="304800" dist="38100" dir="2700000" sx="110000" sy="110000" algn="tl" rotWithShape="0">
              <a:schemeClr val="accent2">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C1BAC219-0F07-9042-9BF5-11DBA59E7C6E}"/>
              </a:ext>
            </a:extLst>
          </p:cNvPr>
          <p:cNvSpPr txBox="1"/>
          <p:nvPr/>
        </p:nvSpPr>
        <p:spPr>
          <a:xfrm>
            <a:off x="5191009" y="9533181"/>
            <a:ext cx="6754682" cy="1141274"/>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amet blandit dolor</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TextBox 25">
            <a:extLst>
              <a:ext uri="{FF2B5EF4-FFF2-40B4-BE49-F238E27FC236}">
                <a16:creationId xmlns:a16="http://schemas.microsoft.com/office/drawing/2014/main" id="{C5E91D4E-B5F2-204E-ACC5-899C35E64B96}"/>
              </a:ext>
            </a:extLst>
          </p:cNvPr>
          <p:cNvSpPr txBox="1"/>
          <p:nvPr/>
        </p:nvSpPr>
        <p:spPr>
          <a:xfrm>
            <a:off x="5191007" y="9071516"/>
            <a:ext cx="4078361" cy="461665"/>
          </a:xfrm>
          <a:prstGeom prst="rect">
            <a:avLst/>
          </a:prstGeom>
          <a:noFill/>
        </p:spPr>
        <p:txBody>
          <a:bodyPr wrap="none" rtlCol="0">
            <a:spAutoFit/>
          </a:bodyPr>
          <a:lstStyle/>
          <a:p>
            <a:r>
              <a:rPr lang="en-US" sz="2400" b="1" spc="300">
                <a:solidFill>
                  <a:schemeClr val="tx2"/>
                </a:solidFill>
                <a:latin typeface="Open Sans" panose="020B0606030504020204" pitchFamily="34" charset="0"/>
                <a:ea typeface="Open Sans" panose="020B0606030504020204" pitchFamily="34" charset="0"/>
                <a:cs typeface="Open Sans" panose="020B0606030504020204" pitchFamily="34" charset="0"/>
              </a:rPr>
              <a:t>PROFESSIONAL TEAM</a:t>
            </a:r>
            <a:endParaRPr sz="2400"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7" name="Oval 26">
            <a:extLst>
              <a:ext uri="{FF2B5EF4-FFF2-40B4-BE49-F238E27FC236}">
                <a16:creationId xmlns:a16="http://schemas.microsoft.com/office/drawing/2014/main" id="{A7FBC238-3F4D-8849-AAFB-D8C57685E260}"/>
              </a:ext>
            </a:extLst>
          </p:cNvPr>
          <p:cNvSpPr/>
          <p:nvPr/>
        </p:nvSpPr>
        <p:spPr>
          <a:xfrm>
            <a:off x="3947978" y="9071517"/>
            <a:ext cx="907545" cy="907545"/>
          </a:xfrm>
          <a:prstGeom prst="ellipse">
            <a:avLst/>
          </a:prstGeom>
          <a:gradFill>
            <a:gsLst>
              <a:gs pos="0">
                <a:srgbClr val="FFEA9F"/>
              </a:gs>
              <a:gs pos="100000">
                <a:srgbClr val="FF0000">
                  <a:alpha val="36000"/>
                </a:srgbClr>
              </a:gs>
            </a:gsLst>
            <a:lin ang="13500000" scaled="1"/>
          </a:gradFill>
          <a:ln>
            <a:noFill/>
          </a:ln>
          <a:effectLst>
            <a:outerShdw blurRad="304800" dist="38100" dir="2700000" sx="110000" sy="110000" algn="tl" rotWithShape="0">
              <a:srgbClr val="FFC000">
                <a:alpha val="1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8" name="Freeform 27">
            <a:extLst>
              <a:ext uri="{FF2B5EF4-FFF2-40B4-BE49-F238E27FC236}">
                <a16:creationId xmlns:a16="http://schemas.microsoft.com/office/drawing/2014/main" id="{DEA72224-7838-634D-93E0-5D2A4BF19C10}"/>
              </a:ext>
            </a:extLst>
          </p:cNvPr>
          <p:cNvSpPr/>
          <p:nvPr/>
        </p:nvSpPr>
        <p:spPr>
          <a:xfrm>
            <a:off x="4155671" y="6813646"/>
            <a:ext cx="441729" cy="366450"/>
          </a:xfrm>
          <a:custGeom>
            <a:avLst/>
            <a:gdLst>
              <a:gd name="connsiteX0" fmla="*/ 909224 w 943793"/>
              <a:gd name="connsiteY0" fmla="*/ 16475 h 782953"/>
              <a:gd name="connsiteX1" fmla="*/ 791160 w 943793"/>
              <a:gd name="connsiteY1" fmla="*/ 34341 h 782953"/>
              <a:gd name="connsiteX2" fmla="*/ 791124 w 943793"/>
              <a:gd name="connsiteY2" fmla="*/ 34389 h 782953"/>
              <a:gd name="connsiteX3" fmla="*/ 390654 w 943793"/>
              <a:gd name="connsiteY3" fmla="*/ 577904 h 782953"/>
              <a:gd name="connsiteX4" fmla="*/ 136000 w 943793"/>
              <a:gd name="connsiteY4" fmla="*/ 374154 h 782953"/>
              <a:gd name="connsiteX5" fmla="*/ 17437 w 943793"/>
              <a:gd name="connsiteY5" fmla="*/ 389861 h 782953"/>
              <a:gd name="connsiteX6" fmla="*/ 30339 w 943793"/>
              <a:gd name="connsiteY6" fmla="*/ 506179 h 782953"/>
              <a:gd name="connsiteX7" fmla="*/ 353676 w 943793"/>
              <a:gd name="connsiteY7" fmla="*/ 764822 h 782953"/>
              <a:gd name="connsiteX8" fmla="*/ 473530 w 943793"/>
              <a:gd name="connsiteY8" fmla="*/ 750172 h 782953"/>
              <a:gd name="connsiteX9" fmla="*/ 474479 w 943793"/>
              <a:gd name="connsiteY9" fmla="*/ 748935 h 782953"/>
              <a:gd name="connsiteX10" fmla="*/ 927408 w 943793"/>
              <a:gd name="connsiteY10" fmla="*/ 134642 h 782953"/>
              <a:gd name="connsiteX11" fmla="*/ 909286 w 943793"/>
              <a:gd name="connsiteY11" fmla="*/ 16521 h 782953"/>
              <a:gd name="connsiteX12" fmla="*/ 909224 w 943793"/>
              <a:gd name="connsiteY12" fmla="*/ 16475 h 782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3793" h="782953">
                <a:moveTo>
                  <a:pt x="909224" y="16475"/>
                </a:moveTo>
                <a:cubicBezTo>
                  <a:pt x="871688" y="-11194"/>
                  <a:pt x="818829" y="-3195"/>
                  <a:pt x="791160" y="34341"/>
                </a:cubicBezTo>
                <a:cubicBezTo>
                  <a:pt x="791148" y="34357"/>
                  <a:pt x="791136" y="34373"/>
                  <a:pt x="791124" y="34389"/>
                </a:cubicBezTo>
                <a:lnTo>
                  <a:pt x="390654" y="577904"/>
                </a:lnTo>
                <a:lnTo>
                  <a:pt x="136000" y="374154"/>
                </a:lnTo>
                <a:cubicBezTo>
                  <a:pt x="98922" y="345751"/>
                  <a:pt x="45839" y="352784"/>
                  <a:pt x="17437" y="389861"/>
                </a:cubicBezTo>
                <a:cubicBezTo>
                  <a:pt x="-10116" y="425830"/>
                  <a:pt x="-4427" y="477123"/>
                  <a:pt x="30339" y="506179"/>
                </a:cubicBezTo>
                <a:lnTo>
                  <a:pt x="353676" y="764822"/>
                </a:lnTo>
                <a:cubicBezTo>
                  <a:pt x="390818" y="793873"/>
                  <a:pt x="444479" y="787314"/>
                  <a:pt x="473530" y="750172"/>
                </a:cubicBezTo>
                <a:cubicBezTo>
                  <a:pt x="473850" y="749763"/>
                  <a:pt x="474167" y="749350"/>
                  <a:pt x="474479" y="748935"/>
                </a:cubicBezTo>
                <a:lnTo>
                  <a:pt x="927408" y="134642"/>
                </a:lnTo>
                <a:cubicBezTo>
                  <a:pt x="955022" y="97019"/>
                  <a:pt x="946909" y="44135"/>
                  <a:pt x="909286" y="16521"/>
                </a:cubicBezTo>
                <a:cubicBezTo>
                  <a:pt x="909265" y="16505"/>
                  <a:pt x="909245" y="16490"/>
                  <a:pt x="909224" y="16475"/>
                </a:cubicBezTo>
                <a:close/>
              </a:path>
            </a:pathLst>
          </a:custGeom>
          <a:solidFill>
            <a:schemeClr val="bg2"/>
          </a:solidFill>
          <a:ln w="67469" cap="flat">
            <a:noFill/>
            <a:prstDash val="solid"/>
            <a:miter/>
          </a:ln>
        </p:spPr>
        <p:txBody>
          <a:bodyPr rtlCol="0" anchor="ctr"/>
          <a:lstStyle/>
          <a:p>
            <a:endParaRPr/>
          </a:p>
        </p:txBody>
      </p:sp>
      <p:sp>
        <p:nvSpPr>
          <p:cNvPr id="29" name="Freeform 28">
            <a:extLst>
              <a:ext uri="{FF2B5EF4-FFF2-40B4-BE49-F238E27FC236}">
                <a16:creationId xmlns:a16="http://schemas.microsoft.com/office/drawing/2014/main" id="{8D28EAB1-50B1-7346-9D8F-17CF5F5D3513}"/>
              </a:ext>
            </a:extLst>
          </p:cNvPr>
          <p:cNvSpPr/>
          <p:nvPr/>
        </p:nvSpPr>
        <p:spPr>
          <a:xfrm>
            <a:off x="4155671" y="9342064"/>
            <a:ext cx="441729" cy="366450"/>
          </a:xfrm>
          <a:custGeom>
            <a:avLst/>
            <a:gdLst>
              <a:gd name="connsiteX0" fmla="*/ 909224 w 943793"/>
              <a:gd name="connsiteY0" fmla="*/ 16475 h 782953"/>
              <a:gd name="connsiteX1" fmla="*/ 791160 w 943793"/>
              <a:gd name="connsiteY1" fmla="*/ 34341 h 782953"/>
              <a:gd name="connsiteX2" fmla="*/ 791124 w 943793"/>
              <a:gd name="connsiteY2" fmla="*/ 34389 h 782953"/>
              <a:gd name="connsiteX3" fmla="*/ 390654 w 943793"/>
              <a:gd name="connsiteY3" fmla="*/ 577904 h 782953"/>
              <a:gd name="connsiteX4" fmla="*/ 136000 w 943793"/>
              <a:gd name="connsiteY4" fmla="*/ 374154 h 782953"/>
              <a:gd name="connsiteX5" fmla="*/ 17437 w 943793"/>
              <a:gd name="connsiteY5" fmla="*/ 389861 h 782953"/>
              <a:gd name="connsiteX6" fmla="*/ 30339 w 943793"/>
              <a:gd name="connsiteY6" fmla="*/ 506179 h 782953"/>
              <a:gd name="connsiteX7" fmla="*/ 353676 w 943793"/>
              <a:gd name="connsiteY7" fmla="*/ 764822 h 782953"/>
              <a:gd name="connsiteX8" fmla="*/ 473530 w 943793"/>
              <a:gd name="connsiteY8" fmla="*/ 750172 h 782953"/>
              <a:gd name="connsiteX9" fmla="*/ 474479 w 943793"/>
              <a:gd name="connsiteY9" fmla="*/ 748935 h 782953"/>
              <a:gd name="connsiteX10" fmla="*/ 927408 w 943793"/>
              <a:gd name="connsiteY10" fmla="*/ 134642 h 782953"/>
              <a:gd name="connsiteX11" fmla="*/ 909286 w 943793"/>
              <a:gd name="connsiteY11" fmla="*/ 16521 h 782953"/>
              <a:gd name="connsiteX12" fmla="*/ 909224 w 943793"/>
              <a:gd name="connsiteY12" fmla="*/ 16475 h 782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3793" h="782953">
                <a:moveTo>
                  <a:pt x="909224" y="16475"/>
                </a:moveTo>
                <a:cubicBezTo>
                  <a:pt x="871688" y="-11194"/>
                  <a:pt x="818829" y="-3195"/>
                  <a:pt x="791160" y="34341"/>
                </a:cubicBezTo>
                <a:cubicBezTo>
                  <a:pt x="791148" y="34357"/>
                  <a:pt x="791136" y="34373"/>
                  <a:pt x="791124" y="34389"/>
                </a:cubicBezTo>
                <a:lnTo>
                  <a:pt x="390654" y="577904"/>
                </a:lnTo>
                <a:lnTo>
                  <a:pt x="136000" y="374154"/>
                </a:lnTo>
                <a:cubicBezTo>
                  <a:pt x="98922" y="345751"/>
                  <a:pt x="45839" y="352784"/>
                  <a:pt x="17437" y="389861"/>
                </a:cubicBezTo>
                <a:cubicBezTo>
                  <a:pt x="-10116" y="425830"/>
                  <a:pt x="-4427" y="477123"/>
                  <a:pt x="30339" y="506179"/>
                </a:cubicBezTo>
                <a:lnTo>
                  <a:pt x="353676" y="764822"/>
                </a:lnTo>
                <a:cubicBezTo>
                  <a:pt x="390818" y="793873"/>
                  <a:pt x="444479" y="787314"/>
                  <a:pt x="473530" y="750172"/>
                </a:cubicBezTo>
                <a:cubicBezTo>
                  <a:pt x="473850" y="749763"/>
                  <a:pt x="474167" y="749350"/>
                  <a:pt x="474479" y="748935"/>
                </a:cubicBezTo>
                <a:lnTo>
                  <a:pt x="927408" y="134642"/>
                </a:lnTo>
                <a:cubicBezTo>
                  <a:pt x="955022" y="97019"/>
                  <a:pt x="946909" y="44135"/>
                  <a:pt x="909286" y="16521"/>
                </a:cubicBezTo>
                <a:cubicBezTo>
                  <a:pt x="909265" y="16505"/>
                  <a:pt x="909245" y="16490"/>
                  <a:pt x="909224" y="16475"/>
                </a:cubicBezTo>
                <a:close/>
              </a:path>
            </a:pathLst>
          </a:custGeom>
          <a:solidFill>
            <a:schemeClr val="bg2"/>
          </a:solidFill>
          <a:ln w="67469" cap="flat">
            <a:noFill/>
            <a:prstDash val="solid"/>
            <a:miter/>
          </a:ln>
        </p:spPr>
        <p:txBody>
          <a:bodyPr rtlCol="0" anchor="ctr"/>
          <a:lstStyle/>
          <a:p>
            <a:endParaRPr/>
          </a:p>
        </p:txBody>
      </p:sp>
      <p:sp>
        <p:nvSpPr>
          <p:cNvPr id="14" name="Picture Placeholder 13">
            <a:extLst>
              <a:ext uri="{FF2B5EF4-FFF2-40B4-BE49-F238E27FC236}">
                <a16:creationId xmlns:a16="http://schemas.microsoft.com/office/drawing/2014/main" id="{120E7C86-CEB9-384E-9D8B-F935A129E4AF}"/>
              </a:ext>
            </a:extLst>
          </p:cNvPr>
          <p:cNvSpPr>
            <a:spLocks noGrp="1"/>
          </p:cNvSpPr>
          <p:nvPr>
            <p:ph type="pic" sz="quarter" idx="11"/>
          </p:nvPr>
        </p:nvSpPr>
        <p:spPr/>
      </p:sp>
      <p:grpSp>
        <p:nvGrpSpPr>
          <p:cNvPr id="3" name="Group 2">
            <a:extLst>
              <a:ext uri="{FF2B5EF4-FFF2-40B4-BE49-F238E27FC236}">
                <a16:creationId xmlns:a16="http://schemas.microsoft.com/office/drawing/2014/main" id="{BA9257A2-86C6-A84D-8394-829924221E15}"/>
              </a:ext>
            </a:extLst>
          </p:cNvPr>
          <p:cNvGrpSpPr/>
          <p:nvPr/>
        </p:nvGrpSpPr>
        <p:grpSpPr>
          <a:xfrm>
            <a:off x="14913234" y="3397876"/>
            <a:ext cx="6512373" cy="12962427"/>
            <a:chOff x="10000616" y="2502535"/>
            <a:chExt cx="4379595" cy="8717280"/>
          </a:xfrm>
        </p:grpSpPr>
        <p:sp>
          <p:nvSpPr>
            <p:cNvPr id="4" name="Freeform 16">
              <a:extLst>
                <a:ext uri="{FF2B5EF4-FFF2-40B4-BE49-F238E27FC236}">
                  <a16:creationId xmlns:a16="http://schemas.microsoft.com/office/drawing/2014/main" id="{941948E4-43A9-3741-B0A0-7D68329D7C01}"/>
                </a:ext>
              </a:extLst>
            </p:cNvPr>
            <p:cNvSpPr>
              <a:spLocks noEditPoints="1"/>
            </p:cNvSpPr>
            <p:nvPr/>
          </p:nvSpPr>
          <p:spPr bwMode="auto">
            <a:xfrm>
              <a:off x="10000616" y="2502535"/>
              <a:ext cx="4379595" cy="8717280"/>
            </a:xfrm>
            <a:custGeom>
              <a:avLst/>
              <a:gdLst>
                <a:gd name="T0" fmla="*/ 1435 w 1440"/>
                <a:gd name="T1" fmla="*/ 659 h 2868"/>
                <a:gd name="T2" fmla="*/ 1429 w 1440"/>
                <a:gd name="T3" fmla="*/ 659 h 2868"/>
                <a:gd name="T4" fmla="*/ 1429 w 1440"/>
                <a:gd name="T5" fmla="*/ 221 h 2868"/>
                <a:gd name="T6" fmla="*/ 1209 w 1440"/>
                <a:gd name="T7" fmla="*/ 0 h 2868"/>
                <a:gd name="T8" fmla="*/ 232 w 1440"/>
                <a:gd name="T9" fmla="*/ 0 h 2868"/>
                <a:gd name="T10" fmla="*/ 11 w 1440"/>
                <a:gd name="T11" fmla="*/ 221 h 2868"/>
                <a:gd name="T12" fmla="*/ 11 w 1440"/>
                <a:gd name="T13" fmla="*/ 387 h 2868"/>
                <a:gd name="T14" fmla="*/ 4 w 1440"/>
                <a:gd name="T15" fmla="*/ 387 h 2868"/>
                <a:gd name="T16" fmla="*/ 0 w 1440"/>
                <a:gd name="T17" fmla="*/ 392 h 2868"/>
                <a:gd name="T18" fmla="*/ 0 w 1440"/>
                <a:gd name="T19" fmla="*/ 498 h 2868"/>
                <a:gd name="T20" fmla="*/ 4 w 1440"/>
                <a:gd name="T21" fmla="*/ 502 h 2868"/>
                <a:gd name="T22" fmla="*/ 11 w 1440"/>
                <a:gd name="T23" fmla="*/ 502 h 2868"/>
                <a:gd name="T24" fmla="*/ 11 w 1440"/>
                <a:gd name="T25" fmla="*/ 593 h 2868"/>
                <a:gd name="T26" fmla="*/ 4 w 1440"/>
                <a:gd name="T27" fmla="*/ 593 h 2868"/>
                <a:gd name="T28" fmla="*/ 0 w 1440"/>
                <a:gd name="T29" fmla="*/ 597 h 2868"/>
                <a:gd name="T30" fmla="*/ 0 w 1440"/>
                <a:gd name="T31" fmla="*/ 798 h 2868"/>
                <a:gd name="T32" fmla="*/ 4 w 1440"/>
                <a:gd name="T33" fmla="*/ 802 h 2868"/>
                <a:gd name="T34" fmla="*/ 11 w 1440"/>
                <a:gd name="T35" fmla="*/ 802 h 2868"/>
                <a:gd name="T36" fmla="*/ 11 w 1440"/>
                <a:gd name="T37" fmla="*/ 855 h 2868"/>
                <a:gd name="T38" fmla="*/ 4 w 1440"/>
                <a:gd name="T39" fmla="*/ 855 h 2868"/>
                <a:gd name="T40" fmla="*/ 0 w 1440"/>
                <a:gd name="T41" fmla="*/ 860 h 2868"/>
                <a:gd name="T42" fmla="*/ 0 w 1440"/>
                <a:gd name="T43" fmla="*/ 1061 h 2868"/>
                <a:gd name="T44" fmla="*/ 4 w 1440"/>
                <a:gd name="T45" fmla="*/ 1065 h 2868"/>
                <a:gd name="T46" fmla="*/ 11 w 1440"/>
                <a:gd name="T47" fmla="*/ 1065 h 2868"/>
                <a:gd name="T48" fmla="*/ 11 w 1440"/>
                <a:gd name="T49" fmla="*/ 2647 h 2868"/>
                <a:gd name="T50" fmla="*/ 232 w 1440"/>
                <a:gd name="T51" fmla="*/ 2868 h 2868"/>
                <a:gd name="T52" fmla="*/ 1209 w 1440"/>
                <a:gd name="T53" fmla="*/ 2868 h 2868"/>
                <a:gd name="T54" fmla="*/ 1429 w 1440"/>
                <a:gd name="T55" fmla="*/ 2647 h 2868"/>
                <a:gd name="T56" fmla="*/ 1429 w 1440"/>
                <a:gd name="T57" fmla="*/ 1001 h 2868"/>
                <a:gd name="T58" fmla="*/ 1435 w 1440"/>
                <a:gd name="T59" fmla="*/ 1001 h 2868"/>
                <a:gd name="T60" fmla="*/ 1440 w 1440"/>
                <a:gd name="T61" fmla="*/ 996 h 2868"/>
                <a:gd name="T62" fmla="*/ 1440 w 1440"/>
                <a:gd name="T63" fmla="*/ 664 h 2868"/>
                <a:gd name="T64" fmla="*/ 1435 w 1440"/>
                <a:gd name="T65" fmla="*/ 659 h 2868"/>
                <a:gd name="T66" fmla="*/ 1341 w 1440"/>
                <a:gd name="T67" fmla="*/ 2657 h 2868"/>
                <a:gd name="T68" fmla="*/ 1220 w 1440"/>
                <a:gd name="T69" fmla="*/ 2778 h 2868"/>
                <a:gd name="T70" fmla="*/ 221 w 1440"/>
                <a:gd name="T71" fmla="*/ 2778 h 2868"/>
                <a:gd name="T72" fmla="*/ 99 w 1440"/>
                <a:gd name="T73" fmla="*/ 2657 h 2868"/>
                <a:gd name="T74" fmla="*/ 99 w 1440"/>
                <a:gd name="T75" fmla="*/ 211 h 2868"/>
                <a:gd name="T76" fmla="*/ 221 w 1440"/>
                <a:gd name="T77" fmla="*/ 89 h 2868"/>
                <a:gd name="T78" fmla="*/ 354 w 1440"/>
                <a:gd name="T79" fmla="*/ 89 h 2868"/>
                <a:gd name="T80" fmla="*/ 354 w 1440"/>
                <a:gd name="T81" fmla="*/ 89 h 2868"/>
                <a:gd name="T82" fmla="*/ 355 w 1440"/>
                <a:gd name="T83" fmla="*/ 89 h 2868"/>
                <a:gd name="T84" fmla="*/ 369 w 1440"/>
                <a:gd name="T85" fmla="*/ 103 h 2868"/>
                <a:gd name="T86" fmla="*/ 369 w 1440"/>
                <a:gd name="T87" fmla="*/ 103 h 2868"/>
                <a:gd name="T88" fmla="*/ 369 w 1440"/>
                <a:gd name="T89" fmla="*/ 104 h 2868"/>
                <a:gd name="T90" fmla="*/ 369 w 1440"/>
                <a:gd name="T91" fmla="*/ 109 h 2868"/>
                <a:gd name="T92" fmla="*/ 448 w 1440"/>
                <a:gd name="T93" fmla="*/ 189 h 2868"/>
                <a:gd name="T94" fmla="*/ 992 w 1440"/>
                <a:gd name="T95" fmla="*/ 189 h 2868"/>
                <a:gd name="T96" fmla="*/ 1072 w 1440"/>
                <a:gd name="T97" fmla="*/ 109 h 2868"/>
                <a:gd name="T98" fmla="*/ 1072 w 1440"/>
                <a:gd name="T99" fmla="*/ 104 h 2868"/>
                <a:gd name="T100" fmla="*/ 1072 w 1440"/>
                <a:gd name="T101" fmla="*/ 103 h 2868"/>
                <a:gd name="T102" fmla="*/ 1085 w 1440"/>
                <a:gd name="T103" fmla="*/ 89 h 2868"/>
                <a:gd name="T104" fmla="*/ 1086 w 1440"/>
                <a:gd name="T105" fmla="*/ 89 h 2868"/>
                <a:gd name="T106" fmla="*/ 1086 w 1440"/>
                <a:gd name="T107" fmla="*/ 89 h 2868"/>
                <a:gd name="T108" fmla="*/ 1220 w 1440"/>
                <a:gd name="T109" fmla="*/ 89 h 2868"/>
                <a:gd name="T110" fmla="*/ 1341 w 1440"/>
                <a:gd name="T111" fmla="*/ 211 h 2868"/>
                <a:gd name="T112" fmla="*/ 1341 w 1440"/>
                <a:gd name="T113" fmla="*/ 2657 h 2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40" h="2868">
                  <a:moveTo>
                    <a:pt x="1435" y="659"/>
                  </a:moveTo>
                  <a:cubicBezTo>
                    <a:pt x="1429" y="659"/>
                    <a:pt x="1429" y="659"/>
                    <a:pt x="1429" y="659"/>
                  </a:cubicBezTo>
                  <a:cubicBezTo>
                    <a:pt x="1429" y="221"/>
                    <a:pt x="1429" y="221"/>
                    <a:pt x="1429" y="221"/>
                  </a:cubicBezTo>
                  <a:cubicBezTo>
                    <a:pt x="1429" y="99"/>
                    <a:pt x="1331" y="0"/>
                    <a:pt x="1209" y="0"/>
                  </a:cubicBezTo>
                  <a:cubicBezTo>
                    <a:pt x="232" y="0"/>
                    <a:pt x="232" y="0"/>
                    <a:pt x="232" y="0"/>
                  </a:cubicBezTo>
                  <a:cubicBezTo>
                    <a:pt x="110" y="0"/>
                    <a:pt x="11" y="99"/>
                    <a:pt x="11" y="221"/>
                  </a:cubicBezTo>
                  <a:cubicBezTo>
                    <a:pt x="11" y="387"/>
                    <a:pt x="11" y="387"/>
                    <a:pt x="11" y="387"/>
                  </a:cubicBezTo>
                  <a:cubicBezTo>
                    <a:pt x="4" y="387"/>
                    <a:pt x="4" y="387"/>
                    <a:pt x="4" y="387"/>
                  </a:cubicBezTo>
                  <a:cubicBezTo>
                    <a:pt x="2" y="387"/>
                    <a:pt x="0" y="389"/>
                    <a:pt x="0" y="392"/>
                  </a:cubicBezTo>
                  <a:cubicBezTo>
                    <a:pt x="0" y="498"/>
                    <a:pt x="0" y="498"/>
                    <a:pt x="0" y="498"/>
                  </a:cubicBezTo>
                  <a:cubicBezTo>
                    <a:pt x="0" y="500"/>
                    <a:pt x="2" y="502"/>
                    <a:pt x="4" y="502"/>
                  </a:cubicBezTo>
                  <a:cubicBezTo>
                    <a:pt x="11" y="502"/>
                    <a:pt x="11" y="502"/>
                    <a:pt x="11" y="502"/>
                  </a:cubicBezTo>
                  <a:cubicBezTo>
                    <a:pt x="11" y="593"/>
                    <a:pt x="11" y="593"/>
                    <a:pt x="11" y="593"/>
                  </a:cubicBezTo>
                  <a:cubicBezTo>
                    <a:pt x="4" y="593"/>
                    <a:pt x="4" y="593"/>
                    <a:pt x="4" y="593"/>
                  </a:cubicBezTo>
                  <a:cubicBezTo>
                    <a:pt x="2" y="593"/>
                    <a:pt x="0" y="595"/>
                    <a:pt x="0" y="597"/>
                  </a:cubicBezTo>
                  <a:cubicBezTo>
                    <a:pt x="0" y="798"/>
                    <a:pt x="0" y="798"/>
                    <a:pt x="0" y="798"/>
                  </a:cubicBezTo>
                  <a:cubicBezTo>
                    <a:pt x="0" y="801"/>
                    <a:pt x="2" y="802"/>
                    <a:pt x="4" y="802"/>
                  </a:cubicBezTo>
                  <a:cubicBezTo>
                    <a:pt x="11" y="802"/>
                    <a:pt x="11" y="802"/>
                    <a:pt x="11" y="802"/>
                  </a:cubicBezTo>
                  <a:cubicBezTo>
                    <a:pt x="11" y="855"/>
                    <a:pt x="11" y="855"/>
                    <a:pt x="11" y="855"/>
                  </a:cubicBezTo>
                  <a:cubicBezTo>
                    <a:pt x="4" y="855"/>
                    <a:pt x="4" y="855"/>
                    <a:pt x="4" y="855"/>
                  </a:cubicBezTo>
                  <a:cubicBezTo>
                    <a:pt x="2" y="855"/>
                    <a:pt x="0" y="857"/>
                    <a:pt x="0" y="860"/>
                  </a:cubicBezTo>
                  <a:cubicBezTo>
                    <a:pt x="0" y="1061"/>
                    <a:pt x="0" y="1061"/>
                    <a:pt x="0" y="1061"/>
                  </a:cubicBezTo>
                  <a:cubicBezTo>
                    <a:pt x="0" y="1063"/>
                    <a:pt x="2" y="1065"/>
                    <a:pt x="4" y="1065"/>
                  </a:cubicBezTo>
                  <a:cubicBezTo>
                    <a:pt x="11" y="1065"/>
                    <a:pt x="11" y="1065"/>
                    <a:pt x="11" y="1065"/>
                  </a:cubicBezTo>
                  <a:cubicBezTo>
                    <a:pt x="11" y="2647"/>
                    <a:pt x="11" y="2647"/>
                    <a:pt x="11" y="2647"/>
                  </a:cubicBezTo>
                  <a:cubicBezTo>
                    <a:pt x="11" y="2769"/>
                    <a:pt x="110" y="2868"/>
                    <a:pt x="232" y="2868"/>
                  </a:cubicBezTo>
                  <a:cubicBezTo>
                    <a:pt x="1209" y="2868"/>
                    <a:pt x="1209" y="2868"/>
                    <a:pt x="1209" y="2868"/>
                  </a:cubicBezTo>
                  <a:cubicBezTo>
                    <a:pt x="1331" y="2868"/>
                    <a:pt x="1429" y="2769"/>
                    <a:pt x="1429" y="2647"/>
                  </a:cubicBezTo>
                  <a:cubicBezTo>
                    <a:pt x="1429" y="1001"/>
                    <a:pt x="1429" y="1001"/>
                    <a:pt x="1429" y="1001"/>
                  </a:cubicBezTo>
                  <a:cubicBezTo>
                    <a:pt x="1435" y="1001"/>
                    <a:pt x="1435" y="1001"/>
                    <a:pt x="1435" y="1001"/>
                  </a:cubicBezTo>
                  <a:cubicBezTo>
                    <a:pt x="1438" y="1001"/>
                    <a:pt x="1440" y="999"/>
                    <a:pt x="1440" y="996"/>
                  </a:cubicBezTo>
                  <a:cubicBezTo>
                    <a:pt x="1440" y="664"/>
                    <a:pt x="1440" y="664"/>
                    <a:pt x="1440" y="664"/>
                  </a:cubicBezTo>
                  <a:cubicBezTo>
                    <a:pt x="1440" y="661"/>
                    <a:pt x="1438" y="659"/>
                    <a:pt x="1435" y="659"/>
                  </a:cubicBezTo>
                  <a:close/>
                  <a:moveTo>
                    <a:pt x="1341" y="2657"/>
                  </a:moveTo>
                  <a:cubicBezTo>
                    <a:pt x="1341" y="2724"/>
                    <a:pt x="1287" y="2778"/>
                    <a:pt x="1220" y="2778"/>
                  </a:cubicBezTo>
                  <a:cubicBezTo>
                    <a:pt x="221" y="2778"/>
                    <a:pt x="221" y="2778"/>
                    <a:pt x="221" y="2778"/>
                  </a:cubicBezTo>
                  <a:cubicBezTo>
                    <a:pt x="154" y="2778"/>
                    <a:pt x="99" y="2724"/>
                    <a:pt x="99" y="2657"/>
                  </a:cubicBezTo>
                  <a:cubicBezTo>
                    <a:pt x="99" y="211"/>
                    <a:pt x="99" y="211"/>
                    <a:pt x="99" y="211"/>
                  </a:cubicBezTo>
                  <a:cubicBezTo>
                    <a:pt x="99" y="144"/>
                    <a:pt x="154" y="89"/>
                    <a:pt x="221" y="89"/>
                  </a:cubicBezTo>
                  <a:cubicBezTo>
                    <a:pt x="354" y="89"/>
                    <a:pt x="354" y="89"/>
                    <a:pt x="354" y="89"/>
                  </a:cubicBezTo>
                  <a:cubicBezTo>
                    <a:pt x="354" y="89"/>
                    <a:pt x="354" y="89"/>
                    <a:pt x="354" y="89"/>
                  </a:cubicBezTo>
                  <a:cubicBezTo>
                    <a:pt x="355" y="89"/>
                    <a:pt x="355" y="89"/>
                    <a:pt x="355" y="89"/>
                  </a:cubicBezTo>
                  <a:cubicBezTo>
                    <a:pt x="363" y="89"/>
                    <a:pt x="369" y="95"/>
                    <a:pt x="369" y="103"/>
                  </a:cubicBezTo>
                  <a:cubicBezTo>
                    <a:pt x="369" y="103"/>
                    <a:pt x="369" y="103"/>
                    <a:pt x="369" y="103"/>
                  </a:cubicBezTo>
                  <a:cubicBezTo>
                    <a:pt x="369" y="104"/>
                    <a:pt x="369" y="104"/>
                    <a:pt x="369" y="104"/>
                  </a:cubicBezTo>
                  <a:cubicBezTo>
                    <a:pt x="369" y="109"/>
                    <a:pt x="369" y="109"/>
                    <a:pt x="369" y="109"/>
                  </a:cubicBezTo>
                  <a:cubicBezTo>
                    <a:pt x="369" y="153"/>
                    <a:pt x="404" y="189"/>
                    <a:pt x="448" y="189"/>
                  </a:cubicBezTo>
                  <a:cubicBezTo>
                    <a:pt x="992" y="189"/>
                    <a:pt x="992" y="189"/>
                    <a:pt x="992" y="189"/>
                  </a:cubicBezTo>
                  <a:cubicBezTo>
                    <a:pt x="1036" y="189"/>
                    <a:pt x="1072" y="153"/>
                    <a:pt x="1072" y="109"/>
                  </a:cubicBezTo>
                  <a:cubicBezTo>
                    <a:pt x="1072" y="104"/>
                    <a:pt x="1072" y="104"/>
                    <a:pt x="1072" y="104"/>
                  </a:cubicBezTo>
                  <a:cubicBezTo>
                    <a:pt x="1072" y="103"/>
                    <a:pt x="1072" y="103"/>
                    <a:pt x="1072" y="103"/>
                  </a:cubicBezTo>
                  <a:cubicBezTo>
                    <a:pt x="1072" y="95"/>
                    <a:pt x="1078" y="89"/>
                    <a:pt x="1085" y="89"/>
                  </a:cubicBezTo>
                  <a:cubicBezTo>
                    <a:pt x="1085" y="89"/>
                    <a:pt x="1086" y="89"/>
                    <a:pt x="1086" y="89"/>
                  </a:cubicBezTo>
                  <a:cubicBezTo>
                    <a:pt x="1086" y="89"/>
                    <a:pt x="1086" y="89"/>
                    <a:pt x="1086" y="89"/>
                  </a:cubicBezTo>
                  <a:cubicBezTo>
                    <a:pt x="1220" y="89"/>
                    <a:pt x="1220" y="89"/>
                    <a:pt x="1220" y="89"/>
                  </a:cubicBezTo>
                  <a:cubicBezTo>
                    <a:pt x="1287" y="89"/>
                    <a:pt x="1341" y="144"/>
                    <a:pt x="1341" y="211"/>
                  </a:cubicBezTo>
                  <a:lnTo>
                    <a:pt x="1341" y="2657"/>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 name="Freeform 17">
              <a:extLst>
                <a:ext uri="{FF2B5EF4-FFF2-40B4-BE49-F238E27FC236}">
                  <a16:creationId xmlns:a16="http://schemas.microsoft.com/office/drawing/2014/main" id="{8DD4F6BF-E02B-9241-9123-201628531F18}"/>
                </a:ext>
              </a:extLst>
            </p:cNvPr>
            <p:cNvSpPr>
              <a:spLocks noEditPoints="1"/>
            </p:cNvSpPr>
            <p:nvPr/>
          </p:nvSpPr>
          <p:spPr bwMode="auto">
            <a:xfrm>
              <a:off x="10107138" y="2575878"/>
              <a:ext cx="4166553" cy="8567103"/>
            </a:xfrm>
            <a:custGeom>
              <a:avLst/>
              <a:gdLst>
                <a:gd name="T0" fmla="*/ 1171 w 1370"/>
                <a:gd name="T1" fmla="*/ 0 h 2819"/>
                <a:gd name="T2" fmla="*/ 199 w 1370"/>
                <a:gd name="T3" fmla="*/ 0 h 2819"/>
                <a:gd name="T4" fmla="*/ 0 w 1370"/>
                <a:gd name="T5" fmla="*/ 199 h 2819"/>
                <a:gd name="T6" fmla="*/ 0 w 1370"/>
                <a:gd name="T7" fmla="*/ 2621 h 2819"/>
                <a:gd name="T8" fmla="*/ 199 w 1370"/>
                <a:gd name="T9" fmla="*/ 2819 h 2819"/>
                <a:gd name="T10" fmla="*/ 1171 w 1370"/>
                <a:gd name="T11" fmla="*/ 2819 h 2819"/>
                <a:gd name="T12" fmla="*/ 1370 w 1370"/>
                <a:gd name="T13" fmla="*/ 2621 h 2819"/>
                <a:gd name="T14" fmla="*/ 1370 w 1370"/>
                <a:gd name="T15" fmla="*/ 199 h 2819"/>
                <a:gd name="T16" fmla="*/ 1171 w 1370"/>
                <a:gd name="T17" fmla="*/ 0 h 2819"/>
                <a:gd name="T18" fmla="*/ 1306 w 1370"/>
                <a:gd name="T19" fmla="*/ 2633 h 2819"/>
                <a:gd name="T20" fmla="*/ 1185 w 1370"/>
                <a:gd name="T21" fmla="*/ 2754 h 2819"/>
                <a:gd name="T22" fmla="*/ 186 w 1370"/>
                <a:gd name="T23" fmla="*/ 2754 h 2819"/>
                <a:gd name="T24" fmla="*/ 64 w 1370"/>
                <a:gd name="T25" fmla="*/ 2633 h 2819"/>
                <a:gd name="T26" fmla="*/ 64 w 1370"/>
                <a:gd name="T27" fmla="*/ 187 h 2819"/>
                <a:gd name="T28" fmla="*/ 186 w 1370"/>
                <a:gd name="T29" fmla="*/ 65 h 2819"/>
                <a:gd name="T30" fmla="*/ 319 w 1370"/>
                <a:gd name="T31" fmla="*/ 65 h 2819"/>
                <a:gd name="T32" fmla="*/ 319 w 1370"/>
                <a:gd name="T33" fmla="*/ 65 h 2819"/>
                <a:gd name="T34" fmla="*/ 320 w 1370"/>
                <a:gd name="T35" fmla="*/ 65 h 2819"/>
                <a:gd name="T36" fmla="*/ 334 w 1370"/>
                <a:gd name="T37" fmla="*/ 79 h 2819"/>
                <a:gd name="T38" fmla="*/ 334 w 1370"/>
                <a:gd name="T39" fmla="*/ 79 h 2819"/>
                <a:gd name="T40" fmla="*/ 334 w 1370"/>
                <a:gd name="T41" fmla="*/ 80 h 2819"/>
                <a:gd name="T42" fmla="*/ 334 w 1370"/>
                <a:gd name="T43" fmla="*/ 85 h 2819"/>
                <a:gd name="T44" fmla="*/ 413 w 1370"/>
                <a:gd name="T45" fmla="*/ 165 h 2819"/>
                <a:gd name="T46" fmla="*/ 957 w 1370"/>
                <a:gd name="T47" fmla="*/ 165 h 2819"/>
                <a:gd name="T48" fmla="*/ 1037 w 1370"/>
                <a:gd name="T49" fmla="*/ 85 h 2819"/>
                <a:gd name="T50" fmla="*/ 1037 w 1370"/>
                <a:gd name="T51" fmla="*/ 80 h 2819"/>
                <a:gd name="T52" fmla="*/ 1037 w 1370"/>
                <a:gd name="T53" fmla="*/ 79 h 2819"/>
                <a:gd name="T54" fmla="*/ 1050 w 1370"/>
                <a:gd name="T55" fmla="*/ 65 h 2819"/>
                <a:gd name="T56" fmla="*/ 1051 w 1370"/>
                <a:gd name="T57" fmla="*/ 65 h 2819"/>
                <a:gd name="T58" fmla="*/ 1051 w 1370"/>
                <a:gd name="T59" fmla="*/ 65 h 2819"/>
                <a:gd name="T60" fmla="*/ 1185 w 1370"/>
                <a:gd name="T61" fmla="*/ 65 h 2819"/>
                <a:gd name="T62" fmla="*/ 1306 w 1370"/>
                <a:gd name="T63" fmla="*/ 187 h 2819"/>
                <a:gd name="T64" fmla="*/ 1306 w 1370"/>
                <a:gd name="T65" fmla="*/ 2633 h 28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0" h="2819">
                  <a:moveTo>
                    <a:pt x="1171" y="0"/>
                  </a:moveTo>
                  <a:cubicBezTo>
                    <a:pt x="199" y="0"/>
                    <a:pt x="199" y="0"/>
                    <a:pt x="199" y="0"/>
                  </a:cubicBezTo>
                  <a:cubicBezTo>
                    <a:pt x="89" y="0"/>
                    <a:pt x="0" y="89"/>
                    <a:pt x="0" y="199"/>
                  </a:cubicBezTo>
                  <a:cubicBezTo>
                    <a:pt x="0" y="2621"/>
                    <a:pt x="0" y="2621"/>
                    <a:pt x="0" y="2621"/>
                  </a:cubicBezTo>
                  <a:cubicBezTo>
                    <a:pt x="0" y="2730"/>
                    <a:pt x="89" y="2819"/>
                    <a:pt x="199" y="2819"/>
                  </a:cubicBezTo>
                  <a:cubicBezTo>
                    <a:pt x="1171" y="2819"/>
                    <a:pt x="1171" y="2819"/>
                    <a:pt x="1171" y="2819"/>
                  </a:cubicBezTo>
                  <a:cubicBezTo>
                    <a:pt x="1281" y="2819"/>
                    <a:pt x="1370" y="2730"/>
                    <a:pt x="1370" y="2621"/>
                  </a:cubicBezTo>
                  <a:cubicBezTo>
                    <a:pt x="1370" y="199"/>
                    <a:pt x="1370" y="199"/>
                    <a:pt x="1370" y="199"/>
                  </a:cubicBezTo>
                  <a:cubicBezTo>
                    <a:pt x="1370" y="89"/>
                    <a:pt x="1281" y="0"/>
                    <a:pt x="1171" y="0"/>
                  </a:cubicBezTo>
                  <a:close/>
                  <a:moveTo>
                    <a:pt x="1306" y="2633"/>
                  </a:moveTo>
                  <a:cubicBezTo>
                    <a:pt x="1306" y="2700"/>
                    <a:pt x="1252" y="2754"/>
                    <a:pt x="1185" y="2754"/>
                  </a:cubicBezTo>
                  <a:cubicBezTo>
                    <a:pt x="186" y="2754"/>
                    <a:pt x="186" y="2754"/>
                    <a:pt x="186" y="2754"/>
                  </a:cubicBezTo>
                  <a:cubicBezTo>
                    <a:pt x="119" y="2754"/>
                    <a:pt x="64" y="2700"/>
                    <a:pt x="64" y="2633"/>
                  </a:cubicBezTo>
                  <a:cubicBezTo>
                    <a:pt x="64" y="187"/>
                    <a:pt x="64" y="187"/>
                    <a:pt x="64" y="187"/>
                  </a:cubicBezTo>
                  <a:cubicBezTo>
                    <a:pt x="64" y="120"/>
                    <a:pt x="119" y="65"/>
                    <a:pt x="186" y="65"/>
                  </a:cubicBezTo>
                  <a:cubicBezTo>
                    <a:pt x="319" y="65"/>
                    <a:pt x="319" y="65"/>
                    <a:pt x="319" y="65"/>
                  </a:cubicBezTo>
                  <a:cubicBezTo>
                    <a:pt x="319" y="65"/>
                    <a:pt x="319" y="65"/>
                    <a:pt x="319" y="65"/>
                  </a:cubicBezTo>
                  <a:cubicBezTo>
                    <a:pt x="320" y="65"/>
                    <a:pt x="320" y="65"/>
                    <a:pt x="320" y="65"/>
                  </a:cubicBezTo>
                  <a:cubicBezTo>
                    <a:pt x="328" y="65"/>
                    <a:pt x="334" y="71"/>
                    <a:pt x="334" y="79"/>
                  </a:cubicBezTo>
                  <a:cubicBezTo>
                    <a:pt x="334" y="79"/>
                    <a:pt x="334" y="79"/>
                    <a:pt x="334" y="79"/>
                  </a:cubicBezTo>
                  <a:cubicBezTo>
                    <a:pt x="334" y="80"/>
                    <a:pt x="334" y="80"/>
                    <a:pt x="334" y="80"/>
                  </a:cubicBezTo>
                  <a:cubicBezTo>
                    <a:pt x="334" y="85"/>
                    <a:pt x="334" y="85"/>
                    <a:pt x="334" y="85"/>
                  </a:cubicBezTo>
                  <a:cubicBezTo>
                    <a:pt x="334" y="129"/>
                    <a:pt x="369" y="165"/>
                    <a:pt x="413" y="165"/>
                  </a:cubicBezTo>
                  <a:cubicBezTo>
                    <a:pt x="957" y="165"/>
                    <a:pt x="957" y="165"/>
                    <a:pt x="957" y="165"/>
                  </a:cubicBezTo>
                  <a:cubicBezTo>
                    <a:pt x="1001" y="165"/>
                    <a:pt x="1037" y="129"/>
                    <a:pt x="1037" y="85"/>
                  </a:cubicBezTo>
                  <a:cubicBezTo>
                    <a:pt x="1037" y="80"/>
                    <a:pt x="1037" y="80"/>
                    <a:pt x="1037" y="80"/>
                  </a:cubicBezTo>
                  <a:cubicBezTo>
                    <a:pt x="1037" y="79"/>
                    <a:pt x="1037" y="79"/>
                    <a:pt x="1037" y="79"/>
                  </a:cubicBezTo>
                  <a:cubicBezTo>
                    <a:pt x="1037" y="71"/>
                    <a:pt x="1043" y="65"/>
                    <a:pt x="1050" y="65"/>
                  </a:cubicBezTo>
                  <a:cubicBezTo>
                    <a:pt x="1050" y="65"/>
                    <a:pt x="1051" y="65"/>
                    <a:pt x="1051" y="65"/>
                  </a:cubicBezTo>
                  <a:cubicBezTo>
                    <a:pt x="1051" y="65"/>
                    <a:pt x="1051" y="65"/>
                    <a:pt x="1051" y="65"/>
                  </a:cubicBezTo>
                  <a:cubicBezTo>
                    <a:pt x="1185" y="65"/>
                    <a:pt x="1185" y="65"/>
                    <a:pt x="1185" y="65"/>
                  </a:cubicBezTo>
                  <a:cubicBezTo>
                    <a:pt x="1252" y="65"/>
                    <a:pt x="1306" y="120"/>
                    <a:pt x="1306" y="187"/>
                  </a:cubicBezTo>
                  <a:lnTo>
                    <a:pt x="1306" y="263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18">
              <a:extLst>
                <a:ext uri="{FF2B5EF4-FFF2-40B4-BE49-F238E27FC236}">
                  <a16:creationId xmlns:a16="http://schemas.microsoft.com/office/drawing/2014/main" id="{16835D81-3F15-374A-9CBD-464182582E8F}"/>
                </a:ext>
              </a:extLst>
            </p:cNvPr>
            <p:cNvSpPr>
              <a:spLocks noEditPoints="1"/>
            </p:cNvSpPr>
            <p:nvPr/>
          </p:nvSpPr>
          <p:spPr bwMode="auto">
            <a:xfrm>
              <a:off x="11706703" y="2797652"/>
              <a:ext cx="1040765" cy="132715"/>
            </a:xfrm>
            <a:custGeom>
              <a:avLst/>
              <a:gdLst>
                <a:gd name="T0" fmla="*/ 13 w 342"/>
                <a:gd name="T1" fmla="*/ 9 h 44"/>
                <a:gd name="T2" fmla="*/ 0 w 342"/>
                <a:gd name="T3" fmla="*/ 22 h 44"/>
                <a:gd name="T4" fmla="*/ 13 w 342"/>
                <a:gd name="T5" fmla="*/ 35 h 44"/>
                <a:gd name="T6" fmla="*/ 26 w 342"/>
                <a:gd name="T7" fmla="*/ 22 h 44"/>
                <a:gd name="T8" fmla="*/ 13 w 342"/>
                <a:gd name="T9" fmla="*/ 9 h 44"/>
                <a:gd name="T10" fmla="*/ 234 w 342"/>
                <a:gd name="T11" fmla="*/ 13 h 44"/>
                <a:gd name="T12" fmla="*/ 86 w 342"/>
                <a:gd name="T13" fmla="*/ 13 h 44"/>
                <a:gd name="T14" fmla="*/ 77 w 342"/>
                <a:gd name="T15" fmla="*/ 22 h 44"/>
                <a:gd name="T16" fmla="*/ 86 w 342"/>
                <a:gd name="T17" fmla="*/ 31 h 44"/>
                <a:gd name="T18" fmla="*/ 234 w 342"/>
                <a:gd name="T19" fmla="*/ 31 h 44"/>
                <a:gd name="T20" fmla="*/ 243 w 342"/>
                <a:gd name="T21" fmla="*/ 22 h 44"/>
                <a:gd name="T22" fmla="*/ 234 w 342"/>
                <a:gd name="T23" fmla="*/ 13 h 44"/>
                <a:gd name="T24" fmla="*/ 320 w 342"/>
                <a:gd name="T25" fmla="*/ 0 h 44"/>
                <a:gd name="T26" fmla="*/ 298 w 342"/>
                <a:gd name="T27" fmla="*/ 22 h 44"/>
                <a:gd name="T28" fmla="*/ 320 w 342"/>
                <a:gd name="T29" fmla="*/ 44 h 44"/>
                <a:gd name="T30" fmla="*/ 342 w 342"/>
                <a:gd name="T31" fmla="*/ 22 h 44"/>
                <a:gd name="T32" fmla="*/ 320 w 342"/>
                <a:gd name="T33"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2" h="44">
                  <a:moveTo>
                    <a:pt x="13" y="9"/>
                  </a:moveTo>
                  <a:cubicBezTo>
                    <a:pt x="6" y="9"/>
                    <a:pt x="0" y="15"/>
                    <a:pt x="0" y="22"/>
                  </a:cubicBezTo>
                  <a:cubicBezTo>
                    <a:pt x="0" y="30"/>
                    <a:pt x="6" y="35"/>
                    <a:pt x="13" y="35"/>
                  </a:cubicBezTo>
                  <a:cubicBezTo>
                    <a:pt x="20" y="35"/>
                    <a:pt x="26" y="30"/>
                    <a:pt x="26" y="22"/>
                  </a:cubicBezTo>
                  <a:cubicBezTo>
                    <a:pt x="26" y="15"/>
                    <a:pt x="20" y="9"/>
                    <a:pt x="13" y="9"/>
                  </a:cubicBezTo>
                  <a:close/>
                  <a:moveTo>
                    <a:pt x="234" y="13"/>
                  </a:moveTo>
                  <a:cubicBezTo>
                    <a:pt x="86" y="13"/>
                    <a:pt x="86" y="13"/>
                    <a:pt x="86" y="13"/>
                  </a:cubicBezTo>
                  <a:cubicBezTo>
                    <a:pt x="81" y="13"/>
                    <a:pt x="77" y="17"/>
                    <a:pt x="77" y="22"/>
                  </a:cubicBezTo>
                  <a:cubicBezTo>
                    <a:pt x="77" y="27"/>
                    <a:pt x="81" y="31"/>
                    <a:pt x="86" y="31"/>
                  </a:cubicBezTo>
                  <a:cubicBezTo>
                    <a:pt x="234" y="31"/>
                    <a:pt x="234" y="31"/>
                    <a:pt x="234" y="31"/>
                  </a:cubicBezTo>
                  <a:cubicBezTo>
                    <a:pt x="239" y="31"/>
                    <a:pt x="243" y="27"/>
                    <a:pt x="243" y="22"/>
                  </a:cubicBezTo>
                  <a:cubicBezTo>
                    <a:pt x="243" y="17"/>
                    <a:pt x="239" y="13"/>
                    <a:pt x="234" y="13"/>
                  </a:cubicBezTo>
                  <a:close/>
                  <a:moveTo>
                    <a:pt x="320" y="0"/>
                  </a:moveTo>
                  <a:cubicBezTo>
                    <a:pt x="308" y="0"/>
                    <a:pt x="298" y="10"/>
                    <a:pt x="298" y="22"/>
                  </a:cubicBezTo>
                  <a:cubicBezTo>
                    <a:pt x="298" y="34"/>
                    <a:pt x="308" y="44"/>
                    <a:pt x="320" y="44"/>
                  </a:cubicBezTo>
                  <a:cubicBezTo>
                    <a:pt x="332" y="44"/>
                    <a:pt x="342" y="34"/>
                    <a:pt x="342" y="22"/>
                  </a:cubicBezTo>
                  <a:cubicBezTo>
                    <a:pt x="342" y="10"/>
                    <a:pt x="332" y="0"/>
                    <a:pt x="320" y="0"/>
                  </a:cubicBezTo>
                  <a:close/>
                </a:path>
              </a:pathLst>
            </a:custGeom>
            <a:solidFill>
              <a:srgbClr val="ECEC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Rectangle 19">
              <a:extLst>
                <a:ext uri="{FF2B5EF4-FFF2-40B4-BE49-F238E27FC236}">
                  <a16:creationId xmlns:a16="http://schemas.microsoft.com/office/drawing/2014/main" id="{2AFAA41E-83BD-5D43-9675-071F5694DF80}"/>
                </a:ext>
              </a:extLst>
            </p:cNvPr>
            <p:cNvSpPr>
              <a:spLocks noChangeArrowheads="1"/>
            </p:cNvSpPr>
            <p:nvPr/>
          </p:nvSpPr>
          <p:spPr bwMode="auto">
            <a:xfrm>
              <a:off x="10033795" y="3340735"/>
              <a:ext cx="73343" cy="68104"/>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Rectangle 20">
              <a:extLst>
                <a:ext uri="{FF2B5EF4-FFF2-40B4-BE49-F238E27FC236}">
                  <a16:creationId xmlns:a16="http://schemas.microsoft.com/office/drawing/2014/main" id="{B9C5CD04-A574-554D-A53D-31D7B1262437}"/>
                </a:ext>
              </a:extLst>
            </p:cNvPr>
            <p:cNvSpPr>
              <a:spLocks noChangeArrowheads="1"/>
            </p:cNvSpPr>
            <p:nvPr/>
          </p:nvSpPr>
          <p:spPr bwMode="auto">
            <a:xfrm>
              <a:off x="14273690" y="3340735"/>
              <a:ext cx="73343" cy="68104"/>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Rectangle 21">
              <a:extLst>
                <a:ext uri="{FF2B5EF4-FFF2-40B4-BE49-F238E27FC236}">
                  <a16:creationId xmlns:a16="http://schemas.microsoft.com/office/drawing/2014/main" id="{19536FF8-7529-4242-8C13-1ABFFF1F6CEC}"/>
                </a:ext>
              </a:extLst>
            </p:cNvPr>
            <p:cNvSpPr>
              <a:spLocks noChangeArrowheads="1"/>
            </p:cNvSpPr>
            <p:nvPr/>
          </p:nvSpPr>
          <p:spPr bwMode="auto">
            <a:xfrm>
              <a:off x="10033795" y="10320497"/>
              <a:ext cx="73343" cy="66358"/>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Rectangle 22">
              <a:extLst>
                <a:ext uri="{FF2B5EF4-FFF2-40B4-BE49-F238E27FC236}">
                  <a16:creationId xmlns:a16="http://schemas.microsoft.com/office/drawing/2014/main" id="{52AB7493-7B3E-DC4C-9246-13B4DA32E878}"/>
                </a:ext>
              </a:extLst>
            </p:cNvPr>
            <p:cNvSpPr>
              <a:spLocks noChangeArrowheads="1"/>
            </p:cNvSpPr>
            <p:nvPr/>
          </p:nvSpPr>
          <p:spPr bwMode="auto">
            <a:xfrm>
              <a:off x="14273690" y="10320497"/>
              <a:ext cx="73343" cy="66358"/>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6003751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Freeform 66">
            <a:extLst>
              <a:ext uri="{FF2B5EF4-FFF2-40B4-BE49-F238E27FC236}">
                <a16:creationId xmlns:a16="http://schemas.microsoft.com/office/drawing/2014/main" id="{B6D96479-AADF-C442-BDE8-BD9EF58D25B5}"/>
              </a:ext>
            </a:extLst>
          </p:cNvPr>
          <p:cNvSpPr/>
          <p:nvPr/>
        </p:nvSpPr>
        <p:spPr>
          <a:xfrm>
            <a:off x="9337580" y="4604917"/>
            <a:ext cx="5704078" cy="7726219"/>
          </a:xfrm>
          <a:custGeom>
            <a:avLst/>
            <a:gdLst>
              <a:gd name="connsiteX0" fmla="*/ 0 w 5704078"/>
              <a:gd name="connsiteY0" fmla="*/ 0 h 7726219"/>
              <a:gd name="connsiteX1" fmla="*/ 5704078 w 5704078"/>
              <a:gd name="connsiteY1" fmla="*/ 0 h 7726219"/>
              <a:gd name="connsiteX2" fmla="*/ 5704078 w 5704078"/>
              <a:gd name="connsiteY2" fmla="*/ 7726219 h 7726219"/>
              <a:gd name="connsiteX3" fmla="*/ 0 w 5704078"/>
              <a:gd name="connsiteY3" fmla="*/ 7726219 h 7726219"/>
            </a:gdLst>
            <a:ahLst/>
            <a:cxnLst>
              <a:cxn ang="0">
                <a:pos x="connsiteX0" y="connsiteY0"/>
              </a:cxn>
              <a:cxn ang="0">
                <a:pos x="connsiteX1" y="connsiteY1"/>
              </a:cxn>
              <a:cxn ang="0">
                <a:pos x="connsiteX2" y="connsiteY2"/>
              </a:cxn>
              <a:cxn ang="0">
                <a:pos x="connsiteX3" y="connsiteY3"/>
              </a:cxn>
            </a:cxnLst>
            <a:rect l="l" t="t" r="r" b="b"/>
            <a:pathLst>
              <a:path w="5704078" h="7726219">
                <a:moveTo>
                  <a:pt x="0" y="0"/>
                </a:moveTo>
                <a:lnTo>
                  <a:pt x="5704078" y="0"/>
                </a:lnTo>
                <a:lnTo>
                  <a:pt x="5704078" y="7726219"/>
                </a:lnTo>
                <a:lnTo>
                  <a:pt x="0" y="7726219"/>
                </a:lnTo>
                <a:close/>
              </a:path>
            </a:pathLst>
          </a:custGeom>
          <a:gradFill>
            <a:gsLst>
              <a:gs pos="0">
                <a:schemeClr val="accent1"/>
              </a:gs>
              <a:gs pos="100000">
                <a:schemeClr val="accent5"/>
              </a:gs>
            </a:gsLst>
            <a:lin ang="13500000" scaled="1"/>
          </a:gradFill>
          <a:ln>
            <a:noFill/>
          </a:ln>
          <a:effectLst>
            <a:outerShdw blurRad="812800" dist="38100" dir="8100000" sx="112000" sy="112000" algn="tr" rotWithShape="0">
              <a:schemeClr val="accent5">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p>
        </p:txBody>
      </p:sp>
      <p:sp>
        <p:nvSpPr>
          <p:cNvPr id="14" name="TextBox 13">
            <a:extLst>
              <a:ext uri="{FF2B5EF4-FFF2-40B4-BE49-F238E27FC236}">
                <a16:creationId xmlns:a16="http://schemas.microsoft.com/office/drawing/2014/main" id="{7DAD98E8-6EBB-A947-9BD3-B5C629D3ABED}"/>
              </a:ext>
            </a:extLst>
          </p:cNvPr>
          <p:cNvSpPr txBox="1"/>
          <p:nvPr/>
        </p:nvSpPr>
        <p:spPr>
          <a:xfrm>
            <a:off x="5291517" y="1384865"/>
            <a:ext cx="13796204" cy="1200329"/>
          </a:xfrm>
          <a:prstGeom prst="rect">
            <a:avLst/>
          </a:prstGeom>
          <a:noFill/>
        </p:spPr>
        <p:txBody>
          <a:bodyPr wrap="square" rtlCol="0">
            <a:spAutoFit/>
          </a:bodyPr>
          <a:lstStyle/>
          <a:p>
            <a:pPr algn="ctr"/>
            <a:r>
              <a:rPr lang="en-ID" sz="7200" b="1">
                <a:solidFill>
                  <a:schemeClr val="tx2"/>
                </a:solidFill>
                <a:latin typeface="Poppins" pitchFamily="2" charset="77"/>
                <a:ea typeface="Open Sans" panose="020B0606030504020204" pitchFamily="34" charset="0"/>
                <a:cs typeface="Poppins" pitchFamily="2" charset="77"/>
              </a:rPr>
              <a:t>Select Your Plan</a:t>
            </a:r>
            <a:endParaRPr sz="7200" b="1">
              <a:solidFill>
                <a:schemeClr val="tx2"/>
              </a:solidFill>
              <a:latin typeface="Poppins" pitchFamily="2" charset="77"/>
              <a:ea typeface="Open Sans" panose="020B0606030504020204" pitchFamily="34" charset="0"/>
              <a:cs typeface="Poppins" pitchFamily="2" charset="77"/>
            </a:endParaRPr>
          </a:p>
        </p:txBody>
      </p:sp>
      <p:sp>
        <p:nvSpPr>
          <p:cNvPr id="15" name="TextBox 14">
            <a:extLst>
              <a:ext uri="{FF2B5EF4-FFF2-40B4-BE49-F238E27FC236}">
                <a16:creationId xmlns:a16="http://schemas.microsoft.com/office/drawing/2014/main" id="{F68BA409-2287-7541-94AB-3CD4A5C8849A}"/>
              </a:ext>
            </a:extLst>
          </p:cNvPr>
          <p:cNvSpPr txBox="1"/>
          <p:nvPr/>
        </p:nvSpPr>
        <p:spPr>
          <a:xfrm>
            <a:off x="11486543" y="1003345"/>
            <a:ext cx="1406154" cy="369332"/>
          </a:xfrm>
          <a:prstGeom prst="rect">
            <a:avLst/>
          </a:prstGeom>
          <a:noFill/>
        </p:spPr>
        <p:txBody>
          <a:bodyPr wrap="none" rtlCol="0">
            <a:spAutoFit/>
          </a:bodyPr>
          <a:lstStyle/>
          <a:p>
            <a:pPr algn="ctr"/>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PRICING</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extBox 15">
            <a:extLst>
              <a:ext uri="{FF2B5EF4-FFF2-40B4-BE49-F238E27FC236}">
                <a16:creationId xmlns:a16="http://schemas.microsoft.com/office/drawing/2014/main" id="{2FFDB933-9EA9-3144-B222-DE6273C2FAEA}"/>
              </a:ext>
            </a:extLst>
          </p:cNvPr>
          <p:cNvSpPr txBox="1"/>
          <p:nvPr/>
        </p:nvSpPr>
        <p:spPr>
          <a:xfrm>
            <a:off x="6110325" y="2700253"/>
            <a:ext cx="12158589" cy="1141274"/>
          </a:xfrm>
          <a:prstGeom prst="rect">
            <a:avLst/>
          </a:prstGeom>
          <a:noFill/>
        </p:spPr>
        <p:txBody>
          <a:bodyPr wrap="square" rtlCol="0">
            <a:spAutoFit/>
          </a:bodyPr>
          <a:lstStyle/>
          <a:p>
            <a:pPr algn="ct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Fusce vehicula dolor arcu, sit amet blandit dolor mollis nec. Donec viverra eleifend lacus, vitae ullamcorper metus. </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Rectangle 16">
            <a:extLst>
              <a:ext uri="{FF2B5EF4-FFF2-40B4-BE49-F238E27FC236}">
                <a16:creationId xmlns:a16="http://schemas.microsoft.com/office/drawing/2014/main" id="{1E3771C8-1DBB-E743-A468-2CA3B3F11EAF}"/>
              </a:ext>
            </a:extLst>
          </p:cNvPr>
          <p:cNvSpPr/>
          <p:nvPr/>
        </p:nvSpPr>
        <p:spPr>
          <a:xfrm>
            <a:off x="2939354" y="4604916"/>
            <a:ext cx="5704078" cy="7726219"/>
          </a:xfrm>
          <a:prstGeom prst="rect">
            <a:avLst/>
          </a:prstGeom>
          <a:solidFill>
            <a:schemeClr val="bg1">
              <a:alpha val="9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45CA89BD-FA90-6445-AE59-D0A8DD8CD735}"/>
              </a:ext>
            </a:extLst>
          </p:cNvPr>
          <p:cNvSpPr txBox="1"/>
          <p:nvPr/>
        </p:nvSpPr>
        <p:spPr>
          <a:xfrm>
            <a:off x="5133340" y="5399584"/>
            <a:ext cx="1412566" cy="523220"/>
          </a:xfrm>
          <a:prstGeom prst="rect">
            <a:avLst/>
          </a:prstGeom>
          <a:noFill/>
        </p:spPr>
        <p:txBody>
          <a:bodyPr wrap="none" rtlCol="0">
            <a:spAutoFit/>
          </a:bodyPr>
          <a:lstStyle/>
          <a:p>
            <a:pPr algn="ctr"/>
            <a:r>
              <a:rPr lang="en-US" sz="28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BASIC</a:t>
            </a:r>
            <a:endParaRPr sz="28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3" name="TextBox 22">
            <a:extLst>
              <a:ext uri="{FF2B5EF4-FFF2-40B4-BE49-F238E27FC236}">
                <a16:creationId xmlns:a16="http://schemas.microsoft.com/office/drawing/2014/main" id="{186C9EAE-B209-FE4B-AA6D-6C8B0B7E9F70}"/>
              </a:ext>
            </a:extLst>
          </p:cNvPr>
          <p:cNvSpPr txBox="1"/>
          <p:nvPr/>
        </p:nvSpPr>
        <p:spPr>
          <a:xfrm>
            <a:off x="3959803" y="6055752"/>
            <a:ext cx="3663182" cy="1323439"/>
          </a:xfrm>
          <a:prstGeom prst="rect">
            <a:avLst/>
          </a:prstGeom>
          <a:noFill/>
        </p:spPr>
        <p:txBody>
          <a:bodyPr wrap="none" rtlCol="0">
            <a:spAutoFit/>
          </a:bodyPr>
          <a:lstStyle/>
          <a:p>
            <a:pPr algn="ctr"/>
            <a:r>
              <a:rPr lang="en-US" sz="8000" b="1">
                <a:gradFill flip="none" rotWithShape="1">
                  <a:gsLst>
                    <a:gs pos="0">
                      <a:schemeClr val="accent1"/>
                    </a:gs>
                    <a:gs pos="55000">
                      <a:schemeClr val="accent2"/>
                    </a:gs>
                    <a:gs pos="100000">
                      <a:schemeClr val="accent5"/>
                    </a:gs>
                  </a:gsLst>
                  <a:lin ang="18900000" scaled="1"/>
                  <a:tileRect/>
                </a:gradFill>
                <a:effectLst>
                  <a:outerShdw blurRad="482600" dist="38100" dir="8100000" sx="102000" sy="102000" algn="tr" rotWithShape="0">
                    <a:schemeClr val="accent2">
                      <a:alpha val="26000"/>
                    </a:schemeClr>
                  </a:outerShdw>
                </a:effectLst>
                <a:latin typeface="Poppins" pitchFamily="2" charset="77"/>
                <a:cs typeface="Poppins" pitchFamily="2" charset="77"/>
              </a:rPr>
              <a:t>$39.99</a:t>
            </a:r>
            <a:endParaRPr sz="8000" b="1">
              <a:gradFill flip="none" rotWithShape="1">
                <a:gsLst>
                  <a:gs pos="0">
                    <a:schemeClr val="accent1"/>
                  </a:gs>
                  <a:gs pos="55000">
                    <a:schemeClr val="accent2"/>
                  </a:gs>
                  <a:gs pos="100000">
                    <a:schemeClr val="accent5"/>
                  </a:gs>
                </a:gsLst>
                <a:lin ang="18900000" scaled="1"/>
                <a:tileRect/>
              </a:gradFill>
              <a:effectLst>
                <a:outerShdw blurRad="482600" dist="38100" dir="8100000" sx="102000" sy="102000" algn="tr" rotWithShape="0">
                  <a:schemeClr val="accent2">
                    <a:alpha val="26000"/>
                  </a:schemeClr>
                </a:outerShdw>
              </a:effectLst>
              <a:latin typeface="Poppins" pitchFamily="2" charset="77"/>
              <a:cs typeface="Poppins" pitchFamily="2" charset="77"/>
            </a:endParaRPr>
          </a:p>
        </p:txBody>
      </p:sp>
      <p:sp>
        <p:nvSpPr>
          <p:cNvPr id="24" name="TextBox 23">
            <a:extLst>
              <a:ext uri="{FF2B5EF4-FFF2-40B4-BE49-F238E27FC236}">
                <a16:creationId xmlns:a16="http://schemas.microsoft.com/office/drawing/2014/main" id="{0350D293-869D-B94C-BA37-AA61EFFEEA73}"/>
              </a:ext>
            </a:extLst>
          </p:cNvPr>
          <p:cNvSpPr txBox="1"/>
          <p:nvPr/>
        </p:nvSpPr>
        <p:spPr>
          <a:xfrm>
            <a:off x="4957810" y="7342862"/>
            <a:ext cx="1763624" cy="338554"/>
          </a:xfrm>
          <a:prstGeom prst="rect">
            <a:avLst/>
          </a:prstGeom>
          <a:noFill/>
        </p:spPr>
        <p:txBody>
          <a:bodyPr wrap="none" rtlCol="0">
            <a:spAutoFit/>
          </a:bodyPr>
          <a:lstStyle/>
          <a:p>
            <a:pPr algn="ctr"/>
            <a:r>
              <a:rPr lang="en-US" sz="1600" b="1" spc="300">
                <a:solidFill>
                  <a:schemeClr val="bg1">
                    <a:lumMod val="75000"/>
                  </a:schemeClr>
                </a:solidFill>
                <a:latin typeface="Open Sans" panose="020B0606030504020204" pitchFamily="34" charset="0"/>
                <a:ea typeface="Open Sans" panose="020B0606030504020204" pitchFamily="34" charset="0"/>
                <a:cs typeface="Open Sans" panose="020B0606030504020204" pitchFamily="34" charset="0"/>
              </a:rPr>
              <a:t>PER MONTH</a:t>
            </a:r>
            <a:endParaRPr sz="1600" b="1" spc="300">
              <a:solidFill>
                <a:schemeClr val="bg1">
                  <a:lumMod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5" name="TextBox 24">
            <a:extLst>
              <a:ext uri="{FF2B5EF4-FFF2-40B4-BE49-F238E27FC236}">
                <a16:creationId xmlns:a16="http://schemas.microsoft.com/office/drawing/2014/main" id="{0D47C663-7945-4049-BA8C-A14E5311242D}"/>
              </a:ext>
            </a:extLst>
          </p:cNvPr>
          <p:cNvSpPr txBox="1"/>
          <p:nvPr/>
        </p:nvSpPr>
        <p:spPr>
          <a:xfrm>
            <a:off x="4835109" y="8370426"/>
            <a:ext cx="2335896" cy="461665"/>
          </a:xfrm>
          <a:prstGeom prst="rect">
            <a:avLst/>
          </a:prstGeom>
          <a:noFill/>
        </p:spPr>
        <p:txBody>
          <a:bodyPr wrap="none" rtlCol="0">
            <a:spAutoFit/>
          </a:bodyPr>
          <a:lstStyle/>
          <a:p>
            <a:r>
              <a:rPr lang="en-US" sz="2400" b="1" spc="300">
                <a:solidFill>
                  <a:schemeClr val="tx2"/>
                </a:solidFill>
                <a:latin typeface="Open Sans" panose="020B0606030504020204" pitchFamily="34" charset="0"/>
                <a:ea typeface="Open Sans" panose="020B0606030504020204" pitchFamily="34" charset="0"/>
                <a:cs typeface="Open Sans" panose="020B0606030504020204" pitchFamily="34" charset="0"/>
              </a:rPr>
              <a:t>FEATURES 1</a:t>
            </a:r>
            <a:endParaRPr sz="2400"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Oval 25">
            <a:extLst>
              <a:ext uri="{FF2B5EF4-FFF2-40B4-BE49-F238E27FC236}">
                <a16:creationId xmlns:a16="http://schemas.microsoft.com/office/drawing/2014/main" id="{42F2498E-DEFF-F54F-A080-9A01710CBD09}"/>
              </a:ext>
            </a:extLst>
          </p:cNvPr>
          <p:cNvSpPr/>
          <p:nvPr/>
        </p:nvSpPr>
        <p:spPr>
          <a:xfrm>
            <a:off x="3972559" y="8258956"/>
            <a:ext cx="684605" cy="684605"/>
          </a:xfrm>
          <a:prstGeom prst="ellipse">
            <a:avLst/>
          </a:prstGeom>
          <a:gradFill>
            <a:gsLst>
              <a:gs pos="0">
                <a:schemeClr val="accent5">
                  <a:lumMod val="40000"/>
                  <a:lumOff val="60000"/>
                </a:schemeClr>
              </a:gs>
              <a:gs pos="100000">
                <a:schemeClr val="accent4"/>
              </a:gs>
            </a:gsLst>
            <a:lin ang="13500000" scaled="1"/>
          </a:gradFill>
          <a:ln>
            <a:noFill/>
          </a:ln>
          <a:effectLst>
            <a:outerShdw blurRad="304800" dist="38100" dir="2700000" sx="110000" sy="110000" algn="tl" rotWithShape="0">
              <a:schemeClr val="accent2">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7" name="Freeform 26">
            <a:extLst>
              <a:ext uri="{FF2B5EF4-FFF2-40B4-BE49-F238E27FC236}">
                <a16:creationId xmlns:a16="http://schemas.microsoft.com/office/drawing/2014/main" id="{DC83BFC9-AF8A-1143-A524-93388F9BEEF4}"/>
              </a:ext>
            </a:extLst>
          </p:cNvPr>
          <p:cNvSpPr/>
          <p:nvPr/>
        </p:nvSpPr>
        <p:spPr>
          <a:xfrm>
            <a:off x="4150504" y="8464911"/>
            <a:ext cx="328714" cy="272695"/>
          </a:xfrm>
          <a:custGeom>
            <a:avLst/>
            <a:gdLst>
              <a:gd name="connsiteX0" fmla="*/ 909224 w 943793"/>
              <a:gd name="connsiteY0" fmla="*/ 16475 h 782953"/>
              <a:gd name="connsiteX1" fmla="*/ 791160 w 943793"/>
              <a:gd name="connsiteY1" fmla="*/ 34341 h 782953"/>
              <a:gd name="connsiteX2" fmla="*/ 791124 w 943793"/>
              <a:gd name="connsiteY2" fmla="*/ 34389 h 782953"/>
              <a:gd name="connsiteX3" fmla="*/ 390654 w 943793"/>
              <a:gd name="connsiteY3" fmla="*/ 577904 h 782953"/>
              <a:gd name="connsiteX4" fmla="*/ 136000 w 943793"/>
              <a:gd name="connsiteY4" fmla="*/ 374154 h 782953"/>
              <a:gd name="connsiteX5" fmla="*/ 17437 w 943793"/>
              <a:gd name="connsiteY5" fmla="*/ 389861 h 782953"/>
              <a:gd name="connsiteX6" fmla="*/ 30339 w 943793"/>
              <a:gd name="connsiteY6" fmla="*/ 506179 h 782953"/>
              <a:gd name="connsiteX7" fmla="*/ 353676 w 943793"/>
              <a:gd name="connsiteY7" fmla="*/ 764822 h 782953"/>
              <a:gd name="connsiteX8" fmla="*/ 473530 w 943793"/>
              <a:gd name="connsiteY8" fmla="*/ 750172 h 782953"/>
              <a:gd name="connsiteX9" fmla="*/ 474479 w 943793"/>
              <a:gd name="connsiteY9" fmla="*/ 748935 h 782953"/>
              <a:gd name="connsiteX10" fmla="*/ 927408 w 943793"/>
              <a:gd name="connsiteY10" fmla="*/ 134642 h 782953"/>
              <a:gd name="connsiteX11" fmla="*/ 909286 w 943793"/>
              <a:gd name="connsiteY11" fmla="*/ 16521 h 782953"/>
              <a:gd name="connsiteX12" fmla="*/ 909224 w 943793"/>
              <a:gd name="connsiteY12" fmla="*/ 16475 h 782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3793" h="782953">
                <a:moveTo>
                  <a:pt x="909224" y="16475"/>
                </a:moveTo>
                <a:cubicBezTo>
                  <a:pt x="871688" y="-11194"/>
                  <a:pt x="818829" y="-3195"/>
                  <a:pt x="791160" y="34341"/>
                </a:cubicBezTo>
                <a:cubicBezTo>
                  <a:pt x="791148" y="34357"/>
                  <a:pt x="791136" y="34373"/>
                  <a:pt x="791124" y="34389"/>
                </a:cubicBezTo>
                <a:lnTo>
                  <a:pt x="390654" y="577904"/>
                </a:lnTo>
                <a:lnTo>
                  <a:pt x="136000" y="374154"/>
                </a:lnTo>
                <a:cubicBezTo>
                  <a:pt x="98922" y="345751"/>
                  <a:pt x="45839" y="352784"/>
                  <a:pt x="17437" y="389861"/>
                </a:cubicBezTo>
                <a:cubicBezTo>
                  <a:pt x="-10116" y="425830"/>
                  <a:pt x="-4427" y="477123"/>
                  <a:pt x="30339" y="506179"/>
                </a:cubicBezTo>
                <a:lnTo>
                  <a:pt x="353676" y="764822"/>
                </a:lnTo>
                <a:cubicBezTo>
                  <a:pt x="390818" y="793873"/>
                  <a:pt x="444479" y="787314"/>
                  <a:pt x="473530" y="750172"/>
                </a:cubicBezTo>
                <a:cubicBezTo>
                  <a:pt x="473850" y="749763"/>
                  <a:pt x="474167" y="749350"/>
                  <a:pt x="474479" y="748935"/>
                </a:cubicBezTo>
                <a:lnTo>
                  <a:pt x="927408" y="134642"/>
                </a:lnTo>
                <a:cubicBezTo>
                  <a:pt x="955022" y="97019"/>
                  <a:pt x="946909" y="44135"/>
                  <a:pt x="909286" y="16521"/>
                </a:cubicBezTo>
                <a:cubicBezTo>
                  <a:pt x="909265" y="16505"/>
                  <a:pt x="909245" y="16490"/>
                  <a:pt x="909224" y="16475"/>
                </a:cubicBezTo>
                <a:close/>
              </a:path>
            </a:pathLst>
          </a:custGeom>
          <a:solidFill>
            <a:schemeClr val="bg2"/>
          </a:solidFill>
          <a:ln w="67469" cap="flat">
            <a:noFill/>
            <a:prstDash val="solid"/>
            <a:miter/>
          </a:ln>
        </p:spPr>
        <p:txBody>
          <a:bodyPr rtlCol="0" anchor="ctr"/>
          <a:lstStyle/>
          <a:p>
            <a:endParaRPr/>
          </a:p>
        </p:txBody>
      </p:sp>
      <p:sp>
        <p:nvSpPr>
          <p:cNvPr id="30" name="TextBox 29">
            <a:extLst>
              <a:ext uri="{FF2B5EF4-FFF2-40B4-BE49-F238E27FC236}">
                <a16:creationId xmlns:a16="http://schemas.microsoft.com/office/drawing/2014/main" id="{12E6CCE8-E554-3E4E-BB19-7EC75D6ECE14}"/>
              </a:ext>
            </a:extLst>
          </p:cNvPr>
          <p:cNvSpPr txBox="1"/>
          <p:nvPr/>
        </p:nvSpPr>
        <p:spPr>
          <a:xfrm>
            <a:off x="4835109" y="9484510"/>
            <a:ext cx="2335896" cy="461665"/>
          </a:xfrm>
          <a:prstGeom prst="rect">
            <a:avLst/>
          </a:prstGeom>
          <a:noFill/>
        </p:spPr>
        <p:txBody>
          <a:bodyPr wrap="none" rtlCol="0">
            <a:spAutoFit/>
          </a:bodyPr>
          <a:lstStyle/>
          <a:p>
            <a:r>
              <a:rPr lang="en-US" sz="2400" b="1" spc="300">
                <a:solidFill>
                  <a:schemeClr val="tx2"/>
                </a:solidFill>
                <a:latin typeface="Open Sans" panose="020B0606030504020204" pitchFamily="34" charset="0"/>
                <a:ea typeface="Open Sans" panose="020B0606030504020204" pitchFamily="34" charset="0"/>
                <a:cs typeface="Open Sans" panose="020B0606030504020204" pitchFamily="34" charset="0"/>
              </a:rPr>
              <a:t>FEATURES 2</a:t>
            </a:r>
            <a:endParaRPr sz="2400"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1" name="Oval 30">
            <a:extLst>
              <a:ext uri="{FF2B5EF4-FFF2-40B4-BE49-F238E27FC236}">
                <a16:creationId xmlns:a16="http://schemas.microsoft.com/office/drawing/2014/main" id="{FE466A5F-DE6D-4046-8AD9-7E67AC862AF8}"/>
              </a:ext>
            </a:extLst>
          </p:cNvPr>
          <p:cNvSpPr/>
          <p:nvPr/>
        </p:nvSpPr>
        <p:spPr>
          <a:xfrm>
            <a:off x="3972559" y="9373040"/>
            <a:ext cx="684605" cy="684605"/>
          </a:xfrm>
          <a:prstGeom prst="ellipse">
            <a:avLst/>
          </a:prstGeom>
          <a:gradFill>
            <a:gsLst>
              <a:gs pos="0">
                <a:srgbClr val="FF0000">
                  <a:alpha val="42000"/>
                </a:srgbClr>
              </a:gs>
              <a:gs pos="100000">
                <a:srgbClr val="FFD76B"/>
              </a:gs>
            </a:gsLst>
            <a:lin ang="13500000" scaled="1"/>
          </a:gradFill>
          <a:ln>
            <a:noFill/>
          </a:ln>
          <a:effectLst>
            <a:outerShdw blurRad="304800" dist="38100" dir="2700000" sx="110000" sy="110000" algn="tl" rotWithShape="0">
              <a:schemeClr val="accent2">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2" name="Freeform 31">
            <a:extLst>
              <a:ext uri="{FF2B5EF4-FFF2-40B4-BE49-F238E27FC236}">
                <a16:creationId xmlns:a16="http://schemas.microsoft.com/office/drawing/2014/main" id="{B528DAAC-3C4B-C245-87EE-34CD4A5DD762}"/>
              </a:ext>
            </a:extLst>
          </p:cNvPr>
          <p:cNvSpPr/>
          <p:nvPr/>
        </p:nvSpPr>
        <p:spPr>
          <a:xfrm>
            <a:off x="4150504" y="9578995"/>
            <a:ext cx="328714" cy="272695"/>
          </a:xfrm>
          <a:custGeom>
            <a:avLst/>
            <a:gdLst>
              <a:gd name="connsiteX0" fmla="*/ 909224 w 943793"/>
              <a:gd name="connsiteY0" fmla="*/ 16475 h 782953"/>
              <a:gd name="connsiteX1" fmla="*/ 791160 w 943793"/>
              <a:gd name="connsiteY1" fmla="*/ 34341 h 782953"/>
              <a:gd name="connsiteX2" fmla="*/ 791124 w 943793"/>
              <a:gd name="connsiteY2" fmla="*/ 34389 h 782953"/>
              <a:gd name="connsiteX3" fmla="*/ 390654 w 943793"/>
              <a:gd name="connsiteY3" fmla="*/ 577904 h 782953"/>
              <a:gd name="connsiteX4" fmla="*/ 136000 w 943793"/>
              <a:gd name="connsiteY4" fmla="*/ 374154 h 782953"/>
              <a:gd name="connsiteX5" fmla="*/ 17437 w 943793"/>
              <a:gd name="connsiteY5" fmla="*/ 389861 h 782953"/>
              <a:gd name="connsiteX6" fmla="*/ 30339 w 943793"/>
              <a:gd name="connsiteY6" fmla="*/ 506179 h 782953"/>
              <a:gd name="connsiteX7" fmla="*/ 353676 w 943793"/>
              <a:gd name="connsiteY7" fmla="*/ 764822 h 782953"/>
              <a:gd name="connsiteX8" fmla="*/ 473530 w 943793"/>
              <a:gd name="connsiteY8" fmla="*/ 750172 h 782953"/>
              <a:gd name="connsiteX9" fmla="*/ 474479 w 943793"/>
              <a:gd name="connsiteY9" fmla="*/ 748935 h 782953"/>
              <a:gd name="connsiteX10" fmla="*/ 927408 w 943793"/>
              <a:gd name="connsiteY10" fmla="*/ 134642 h 782953"/>
              <a:gd name="connsiteX11" fmla="*/ 909286 w 943793"/>
              <a:gd name="connsiteY11" fmla="*/ 16521 h 782953"/>
              <a:gd name="connsiteX12" fmla="*/ 909224 w 943793"/>
              <a:gd name="connsiteY12" fmla="*/ 16475 h 782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3793" h="782953">
                <a:moveTo>
                  <a:pt x="909224" y="16475"/>
                </a:moveTo>
                <a:cubicBezTo>
                  <a:pt x="871688" y="-11194"/>
                  <a:pt x="818829" y="-3195"/>
                  <a:pt x="791160" y="34341"/>
                </a:cubicBezTo>
                <a:cubicBezTo>
                  <a:pt x="791148" y="34357"/>
                  <a:pt x="791136" y="34373"/>
                  <a:pt x="791124" y="34389"/>
                </a:cubicBezTo>
                <a:lnTo>
                  <a:pt x="390654" y="577904"/>
                </a:lnTo>
                <a:lnTo>
                  <a:pt x="136000" y="374154"/>
                </a:lnTo>
                <a:cubicBezTo>
                  <a:pt x="98922" y="345751"/>
                  <a:pt x="45839" y="352784"/>
                  <a:pt x="17437" y="389861"/>
                </a:cubicBezTo>
                <a:cubicBezTo>
                  <a:pt x="-10116" y="425830"/>
                  <a:pt x="-4427" y="477123"/>
                  <a:pt x="30339" y="506179"/>
                </a:cubicBezTo>
                <a:lnTo>
                  <a:pt x="353676" y="764822"/>
                </a:lnTo>
                <a:cubicBezTo>
                  <a:pt x="390818" y="793873"/>
                  <a:pt x="444479" y="787314"/>
                  <a:pt x="473530" y="750172"/>
                </a:cubicBezTo>
                <a:cubicBezTo>
                  <a:pt x="473850" y="749763"/>
                  <a:pt x="474167" y="749350"/>
                  <a:pt x="474479" y="748935"/>
                </a:cubicBezTo>
                <a:lnTo>
                  <a:pt x="927408" y="134642"/>
                </a:lnTo>
                <a:cubicBezTo>
                  <a:pt x="955022" y="97019"/>
                  <a:pt x="946909" y="44135"/>
                  <a:pt x="909286" y="16521"/>
                </a:cubicBezTo>
                <a:cubicBezTo>
                  <a:pt x="909265" y="16505"/>
                  <a:pt x="909245" y="16490"/>
                  <a:pt x="909224" y="16475"/>
                </a:cubicBezTo>
                <a:close/>
              </a:path>
            </a:pathLst>
          </a:custGeom>
          <a:solidFill>
            <a:schemeClr val="bg2"/>
          </a:solidFill>
          <a:ln w="67469" cap="flat">
            <a:noFill/>
            <a:prstDash val="solid"/>
            <a:miter/>
          </a:ln>
        </p:spPr>
        <p:txBody>
          <a:bodyPr rtlCol="0" anchor="ctr"/>
          <a:lstStyle/>
          <a:p>
            <a:endParaRPr/>
          </a:p>
        </p:txBody>
      </p:sp>
      <p:sp>
        <p:nvSpPr>
          <p:cNvPr id="37" name="Rounded Rectangle 36">
            <a:extLst>
              <a:ext uri="{FF2B5EF4-FFF2-40B4-BE49-F238E27FC236}">
                <a16:creationId xmlns:a16="http://schemas.microsoft.com/office/drawing/2014/main" id="{F6A8B931-1676-6F4D-BED9-2845A01694E1}"/>
              </a:ext>
            </a:extLst>
          </p:cNvPr>
          <p:cNvSpPr/>
          <p:nvPr/>
        </p:nvSpPr>
        <p:spPr>
          <a:xfrm>
            <a:off x="4425787" y="10621006"/>
            <a:ext cx="2731212" cy="857250"/>
          </a:xfrm>
          <a:prstGeom prst="roundRect">
            <a:avLst>
              <a:gd name="adj" fmla="val 50000"/>
            </a:avLst>
          </a:prstGeom>
          <a:noFill/>
          <a:ln w="38100">
            <a:gradFill>
              <a:gsLst>
                <a:gs pos="0">
                  <a:schemeClr val="accent5"/>
                </a:gs>
                <a:gs pos="100000">
                  <a:schemeClr val="accent1"/>
                </a:gs>
              </a:gsLst>
              <a:lin ang="5400000" scaled="1"/>
            </a:gradFill>
          </a:ln>
          <a:effectLst>
            <a:outerShdw blurRad="457200" dist="38100" dir="8100000" sx="115000" sy="115000" algn="tr" rotWithShape="0">
              <a:schemeClr val="accent5">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8" name="TextBox 37">
            <a:extLst>
              <a:ext uri="{FF2B5EF4-FFF2-40B4-BE49-F238E27FC236}">
                <a16:creationId xmlns:a16="http://schemas.microsoft.com/office/drawing/2014/main" id="{4787386F-733B-974D-967A-195F77802EC9}"/>
              </a:ext>
            </a:extLst>
          </p:cNvPr>
          <p:cNvSpPr txBox="1"/>
          <p:nvPr/>
        </p:nvSpPr>
        <p:spPr>
          <a:xfrm>
            <a:off x="4626172" y="10864965"/>
            <a:ext cx="2330443" cy="369332"/>
          </a:xfrm>
          <a:prstGeom prst="rect">
            <a:avLst/>
          </a:prstGeom>
          <a:noFill/>
        </p:spPr>
        <p:txBody>
          <a:bodyPr wrap="square" rtlCol="0">
            <a:spAutoFit/>
          </a:bodyPr>
          <a:lstStyle/>
          <a:p>
            <a:pPr algn="ctr"/>
            <a:r>
              <a:rPr lang="en-US" b="1" spc="300">
                <a:solidFill>
                  <a:schemeClr val="accent5"/>
                </a:solidFill>
                <a:latin typeface="Open Sans" panose="020B0606030504020204" pitchFamily="34" charset="0"/>
                <a:ea typeface="Open Sans" panose="020B0606030504020204" pitchFamily="34" charset="0"/>
                <a:cs typeface="Open Sans" panose="020B0606030504020204" pitchFamily="34" charset="0"/>
              </a:rPr>
              <a:t>START NOW</a:t>
            </a:r>
            <a:endParaRPr b="1" spc="300">
              <a:solidFill>
                <a:schemeClr val="accent5"/>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2" name="TextBox 41">
            <a:extLst>
              <a:ext uri="{FF2B5EF4-FFF2-40B4-BE49-F238E27FC236}">
                <a16:creationId xmlns:a16="http://schemas.microsoft.com/office/drawing/2014/main" id="{EF9E8512-15DC-F54A-86EA-BD3E3550B420}"/>
              </a:ext>
            </a:extLst>
          </p:cNvPr>
          <p:cNvSpPr txBox="1"/>
          <p:nvPr/>
        </p:nvSpPr>
        <p:spPr>
          <a:xfrm>
            <a:off x="11146045" y="5399584"/>
            <a:ext cx="2183611" cy="523220"/>
          </a:xfrm>
          <a:prstGeom prst="rect">
            <a:avLst/>
          </a:prstGeom>
          <a:noFill/>
        </p:spPr>
        <p:txBody>
          <a:bodyPr wrap="none" rtlCol="0">
            <a:spAutoFit/>
          </a:bodyPr>
          <a:lstStyle/>
          <a:p>
            <a:pPr algn="ctr"/>
            <a:r>
              <a:rPr lang="en-US" sz="2800" b="1" spc="300">
                <a:solidFill>
                  <a:schemeClr val="bg1"/>
                </a:solidFill>
                <a:latin typeface="Open Sans" panose="020B0606030504020204" pitchFamily="34" charset="0"/>
                <a:ea typeface="Open Sans" panose="020B0606030504020204" pitchFamily="34" charset="0"/>
                <a:cs typeface="Open Sans" panose="020B0606030504020204" pitchFamily="34" charset="0"/>
              </a:rPr>
              <a:t>PREMIUM</a:t>
            </a:r>
            <a:endParaRPr sz="2800"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3" name="TextBox 42">
            <a:extLst>
              <a:ext uri="{FF2B5EF4-FFF2-40B4-BE49-F238E27FC236}">
                <a16:creationId xmlns:a16="http://schemas.microsoft.com/office/drawing/2014/main" id="{9C086A77-ABE3-EF40-A144-9C470467E14D}"/>
              </a:ext>
            </a:extLst>
          </p:cNvPr>
          <p:cNvSpPr txBox="1"/>
          <p:nvPr/>
        </p:nvSpPr>
        <p:spPr>
          <a:xfrm>
            <a:off x="10341197" y="6055752"/>
            <a:ext cx="3696846" cy="1323439"/>
          </a:xfrm>
          <a:prstGeom prst="rect">
            <a:avLst/>
          </a:prstGeom>
          <a:noFill/>
        </p:spPr>
        <p:txBody>
          <a:bodyPr wrap="none" rtlCol="0">
            <a:spAutoFit/>
          </a:bodyPr>
          <a:lstStyle/>
          <a:p>
            <a:pPr algn="ctr"/>
            <a:r>
              <a:rPr lang="en-US" sz="8000" b="1">
                <a:solidFill>
                  <a:schemeClr val="bg1"/>
                </a:solidFill>
                <a:effectLst>
                  <a:outerShdw blurRad="482600" dist="38100" dir="8100000" sx="102000" sy="102000" algn="tr" rotWithShape="0">
                    <a:schemeClr val="accent2">
                      <a:alpha val="26000"/>
                    </a:schemeClr>
                  </a:outerShdw>
                </a:effectLst>
                <a:latin typeface="Poppins" pitchFamily="2" charset="77"/>
                <a:cs typeface="Poppins" pitchFamily="2" charset="77"/>
              </a:rPr>
              <a:t>$69.99</a:t>
            </a:r>
            <a:endParaRPr sz="8000" b="1">
              <a:solidFill>
                <a:schemeClr val="bg1"/>
              </a:solidFill>
              <a:effectLst>
                <a:outerShdw blurRad="482600" dist="38100" dir="8100000" sx="102000" sy="102000" algn="tr" rotWithShape="0">
                  <a:schemeClr val="accent2">
                    <a:alpha val="26000"/>
                  </a:schemeClr>
                </a:outerShdw>
              </a:effectLst>
              <a:latin typeface="Poppins" pitchFamily="2" charset="77"/>
              <a:cs typeface="Poppins" pitchFamily="2" charset="77"/>
            </a:endParaRPr>
          </a:p>
        </p:txBody>
      </p:sp>
      <p:sp>
        <p:nvSpPr>
          <p:cNvPr id="44" name="TextBox 43">
            <a:extLst>
              <a:ext uri="{FF2B5EF4-FFF2-40B4-BE49-F238E27FC236}">
                <a16:creationId xmlns:a16="http://schemas.microsoft.com/office/drawing/2014/main" id="{8970C47F-A275-194F-B428-4472A25711B7}"/>
              </a:ext>
            </a:extLst>
          </p:cNvPr>
          <p:cNvSpPr txBox="1"/>
          <p:nvPr/>
        </p:nvSpPr>
        <p:spPr>
          <a:xfrm>
            <a:off x="11356036" y="7342862"/>
            <a:ext cx="1763624" cy="338554"/>
          </a:xfrm>
          <a:prstGeom prst="rect">
            <a:avLst/>
          </a:prstGeom>
          <a:noFill/>
        </p:spPr>
        <p:txBody>
          <a:bodyPr wrap="none" rtlCol="0">
            <a:spAutoFit/>
          </a:bodyPr>
          <a:lstStyle/>
          <a:p>
            <a:pPr algn="ctr"/>
            <a:r>
              <a:rPr lang="en-US" sz="1600" b="1" spc="300">
                <a:solidFill>
                  <a:schemeClr val="bg2">
                    <a:lumMod val="90000"/>
                  </a:schemeClr>
                </a:solidFill>
                <a:latin typeface="Open Sans" panose="020B0606030504020204" pitchFamily="34" charset="0"/>
                <a:ea typeface="Open Sans" panose="020B0606030504020204" pitchFamily="34" charset="0"/>
                <a:cs typeface="Open Sans" panose="020B0606030504020204" pitchFamily="34" charset="0"/>
              </a:rPr>
              <a:t>PER MONTH</a:t>
            </a:r>
            <a:endParaRPr sz="1600" b="1" spc="300">
              <a:solidFill>
                <a:schemeClr val="bg2">
                  <a:lumMod val="9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TextBox 44">
            <a:extLst>
              <a:ext uri="{FF2B5EF4-FFF2-40B4-BE49-F238E27FC236}">
                <a16:creationId xmlns:a16="http://schemas.microsoft.com/office/drawing/2014/main" id="{E52C553F-5CF0-D347-B3F7-86E11236C739}"/>
              </a:ext>
            </a:extLst>
          </p:cNvPr>
          <p:cNvSpPr txBox="1"/>
          <p:nvPr/>
        </p:nvSpPr>
        <p:spPr>
          <a:xfrm>
            <a:off x="11233335" y="8370426"/>
            <a:ext cx="2335896" cy="461665"/>
          </a:xfrm>
          <a:prstGeom prst="rect">
            <a:avLst/>
          </a:prstGeom>
          <a:noFill/>
        </p:spPr>
        <p:txBody>
          <a:bodyPr wrap="none" rtlCol="0">
            <a:spAutoFit/>
          </a:bodyPr>
          <a:lstStyle/>
          <a:p>
            <a:r>
              <a:rPr lang="en-US" sz="2400" b="1" spc="300">
                <a:solidFill>
                  <a:schemeClr val="bg2"/>
                </a:solidFill>
                <a:latin typeface="Open Sans" panose="020B0606030504020204" pitchFamily="34" charset="0"/>
                <a:ea typeface="Open Sans" panose="020B0606030504020204" pitchFamily="34" charset="0"/>
                <a:cs typeface="Open Sans" panose="020B0606030504020204" pitchFamily="34" charset="0"/>
              </a:rPr>
              <a:t>FEATURES 1</a:t>
            </a:r>
            <a:endParaRPr sz="2400" b="1" spc="30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6" name="Oval 45">
            <a:extLst>
              <a:ext uri="{FF2B5EF4-FFF2-40B4-BE49-F238E27FC236}">
                <a16:creationId xmlns:a16="http://schemas.microsoft.com/office/drawing/2014/main" id="{3C79546F-4ABA-3644-9F25-C38A377DDA78}"/>
              </a:ext>
            </a:extLst>
          </p:cNvPr>
          <p:cNvSpPr/>
          <p:nvPr/>
        </p:nvSpPr>
        <p:spPr>
          <a:xfrm>
            <a:off x="10370785" y="8258956"/>
            <a:ext cx="684605" cy="684605"/>
          </a:xfrm>
          <a:prstGeom prst="ellipse">
            <a:avLst/>
          </a:prstGeom>
          <a:gradFill>
            <a:gsLst>
              <a:gs pos="0">
                <a:schemeClr val="accent5">
                  <a:lumMod val="40000"/>
                  <a:lumOff val="60000"/>
                </a:schemeClr>
              </a:gs>
              <a:gs pos="100000">
                <a:schemeClr val="bg2"/>
              </a:gs>
            </a:gsLst>
            <a:lin ang="13500000" scaled="1"/>
          </a:gradFill>
          <a:ln>
            <a:noFill/>
          </a:ln>
          <a:effectLst>
            <a:outerShdw blurRad="304800" dist="38100" dir="2700000" sx="110000" sy="110000" algn="tl" rotWithShape="0">
              <a:schemeClr val="accent2">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Freeform 46">
            <a:extLst>
              <a:ext uri="{FF2B5EF4-FFF2-40B4-BE49-F238E27FC236}">
                <a16:creationId xmlns:a16="http://schemas.microsoft.com/office/drawing/2014/main" id="{664CD444-8EE5-994C-8678-54C4BE8BF9DD}"/>
              </a:ext>
            </a:extLst>
          </p:cNvPr>
          <p:cNvSpPr/>
          <p:nvPr/>
        </p:nvSpPr>
        <p:spPr>
          <a:xfrm>
            <a:off x="10548730" y="8464911"/>
            <a:ext cx="328714" cy="272695"/>
          </a:xfrm>
          <a:custGeom>
            <a:avLst/>
            <a:gdLst>
              <a:gd name="connsiteX0" fmla="*/ 909224 w 943793"/>
              <a:gd name="connsiteY0" fmla="*/ 16475 h 782953"/>
              <a:gd name="connsiteX1" fmla="*/ 791160 w 943793"/>
              <a:gd name="connsiteY1" fmla="*/ 34341 h 782953"/>
              <a:gd name="connsiteX2" fmla="*/ 791124 w 943793"/>
              <a:gd name="connsiteY2" fmla="*/ 34389 h 782953"/>
              <a:gd name="connsiteX3" fmla="*/ 390654 w 943793"/>
              <a:gd name="connsiteY3" fmla="*/ 577904 h 782953"/>
              <a:gd name="connsiteX4" fmla="*/ 136000 w 943793"/>
              <a:gd name="connsiteY4" fmla="*/ 374154 h 782953"/>
              <a:gd name="connsiteX5" fmla="*/ 17437 w 943793"/>
              <a:gd name="connsiteY5" fmla="*/ 389861 h 782953"/>
              <a:gd name="connsiteX6" fmla="*/ 30339 w 943793"/>
              <a:gd name="connsiteY6" fmla="*/ 506179 h 782953"/>
              <a:gd name="connsiteX7" fmla="*/ 353676 w 943793"/>
              <a:gd name="connsiteY7" fmla="*/ 764822 h 782953"/>
              <a:gd name="connsiteX8" fmla="*/ 473530 w 943793"/>
              <a:gd name="connsiteY8" fmla="*/ 750172 h 782953"/>
              <a:gd name="connsiteX9" fmla="*/ 474479 w 943793"/>
              <a:gd name="connsiteY9" fmla="*/ 748935 h 782953"/>
              <a:gd name="connsiteX10" fmla="*/ 927408 w 943793"/>
              <a:gd name="connsiteY10" fmla="*/ 134642 h 782953"/>
              <a:gd name="connsiteX11" fmla="*/ 909286 w 943793"/>
              <a:gd name="connsiteY11" fmla="*/ 16521 h 782953"/>
              <a:gd name="connsiteX12" fmla="*/ 909224 w 943793"/>
              <a:gd name="connsiteY12" fmla="*/ 16475 h 782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3793" h="782953">
                <a:moveTo>
                  <a:pt x="909224" y="16475"/>
                </a:moveTo>
                <a:cubicBezTo>
                  <a:pt x="871688" y="-11194"/>
                  <a:pt x="818829" y="-3195"/>
                  <a:pt x="791160" y="34341"/>
                </a:cubicBezTo>
                <a:cubicBezTo>
                  <a:pt x="791148" y="34357"/>
                  <a:pt x="791136" y="34373"/>
                  <a:pt x="791124" y="34389"/>
                </a:cubicBezTo>
                <a:lnTo>
                  <a:pt x="390654" y="577904"/>
                </a:lnTo>
                <a:lnTo>
                  <a:pt x="136000" y="374154"/>
                </a:lnTo>
                <a:cubicBezTo>
                  <a:pt x="98922" y="345751"/>
                  <a:pt x="45839" y="352784"/>
                  <a:pt x="17437" y="389861"/>
                </a:cubicBezTo>
                <a:cubicBezTo>
                  <a:pt x="-10116" y="425830"/>
                  <a:pt x="-4427" y="477123"/>
                  <a:pt x="30339" y="506179"/>
                </a:cubicBezTo>
                <a:lnTo>
                  <a:pt x="353676" y="764822"/>
                </a:lnTo>
                <a:cubicBezTo>
                  <a:pt x="390818" y="793873"/>
                  <a:pt x="444479" y="787314"/>
                  <a:pt x="473530" y="750172"/>
                </a:cubicBezTo>
                <a:cubicBezTo>
                  <a:pt x="473850" y="749763"/>
                  <a:pt x="474167" y="749350"/>
                  <a:pt x="474479" y="748935"/>
                </a:cubicBezTo>
                <a:lnTo>
                  <a:pt x="927408" y="134642"/>
                </a:lnTo>
                <a:cubicBezTo>
                  <a:pt x="955022" y="97019"/>
                  <a:pt x="946909" y="44135"/>
                  <a:pt x="909286" y="16521"/>
                </a:cubicBezTo>
                <a:cubicBezTo>
                  <a:pt x="909265" y="16505"/>
                  <a:pt x="909245" y="16490"/>
                  <a:pt x="909224" y="16475"/>
                </a:cubicBezTo>
                <a:close/>
              </a:path>
            </a:pathLst>
          </a:custGeom>
          <a:solidFill>
            <a:schemeClr val="accent5"/>
          </a:solidFill>
          <a:ln w="67469" cap="flat">
            <a:noFill/>
            <a:prstDash val="solid"/>
            <a:miter/>
          </a:ln>
        </p:spPr>
        <p:txBody>
          <a:bodyPr rtlCol="0" anchor="ctr"/>
          <a:lstStyle/>
          <a:p>
            <a:endParaRPr/>
          </a:p>
        </p:txBody>
      </p:sp>
      <p:sp>
        <p:nvSpPr>
          <p:cNvPr id="48" name="TextBox 47">
            <a:extLst>
              <a:ext uri="{FF2B5EF4-FFF2-40B4-BE49-F238E27FC236}">
                <a16:creationId xmlns:a16="http://schemas.microsoft.com/office/drawing/2014/main" id="{4EF3F1AE-51DB-D948-8336-2B54B7F9B9AE}"/>
              </a:ext>
            </a:extLst>
          </p:cNvPr>
          <p:cNvSpPr txBox="1"/>
          <p:nvPr/>
        </p:nvSpPr>
        <p:spPr>
          <a:xfrm>
            <a:off x="11233335" y="9484510"/>
            <a:ext cx="2335896" cy="461665"/>
          </a:xfrm>
          <a:prstGeom prst="rect">
            <a:avLst/>
          </a:prstGeom>
          <a:noFill/>
        </p:spPr>
        <p:txBody>
          <a:bodyPr wrap="none" rtlCol="0">
            <a:spAutoFit/>
          </a:bodyPr>
          <a:lstStyle/>
          <a:p>
            <a:r>
              <a:rPr lang="en-US" sz="2400" b="1" spc="300">
                <a:solidFill>
                  <a:schemeClr val="bg2"/>
                </a:solidFill>
                <a:latin typeface="Open Sans" panose="020B0606030504020204" pitchFamily="34" charset="0"/>
                <a:ea typeface="Open Sans" panose="020B0606030504020204" pitchFamily="34" charset="0"/>
                <a:cs typeface="Open Sans" panose="020B0606030504020204" pitchFamily="34" charset="0"/>
              </a:rPr>
              <a:t>FEATURES 2</a:t>
            </a:r>
            <a:endParaRPr sz="2400" b="1" spc="30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 name="Oval 48">
            <a:extLst>
              <a:ext uri="{FF2B5EF4-FFF2-40B4-BE49-F238E27FC236}">
                <a16:creationId xmlns:a16="http://schemas.microsoft.com/office/drawing/2014/main" id="{D10BE25E-DA9A-AB47-9777-1EB1CE92C0D3}"/>
              </a:ext>
            </a:extLst>
          </p:cNvPr>
          <p:cNvSpPr/>
          <p:nvPr/>
        </p:nvSpPr>
        <p:spPr>
          <a:xfrm>
            <a:off x="10370785" y="9373040"/>
            <a:ext cx="684605" cy="684605"/>
          </a:xfrm>
          <a:prstGeom prst="ellipse">
            <a:avLst/>
          </a:prstGeom>
          <a:gradFill>
            <a:gsLst>
              <a:gs pos="0">
                <a:schemeClr val="accent6">
                  <a:lumMod val="90000"/>
                </a:schemeClr>
              </a:gs>
              <a:gs pos="100000">
                <a:schemeClr val="bg2"/>
              </a:gs>
            </a:gsLst>
            <a:lin ang="13500000" scaled="1"/>
          </a:gradFill>
          <a:ln>
            <a:noFill/>
          </a:ln>
          <a:effectLst>
            <a:outerShdw blurRad="304800" dist="38100" dir="2700000" sx="110000" sy="110000" algn="tl" rotWithShape="0">
              <a:schemeClr val="accent2">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0" name="Freeform 49">
            <a:extLst>
              <a:ext uri="{FF2B5EF4-FFF2-40B4-BE49-F238E27FC236}">
                <a16:creationId xmlns:a16="http://schemas.microsoft.com/office/drawing/2014/main" id="{02A2CCD5-0A3E-0245-9F36-6FC5D561F948}"/>
              </a:ext>
            </a:extLst>
          </p:cNvPr>
          <p:cNvSpPr/>
          <p:nvPr/>
        </p:nvSpPr>
        <p:spPr>
          <a:xfrm>
            <a:off x="10548730" y="9578995"/>
            <a:ext cx="328714" cy="272695"/>
          </a:xfrm>
          <a:custGeom>
            <a:avLst/>
            <a:gdLst>
              <a:gd name="connsiteX0" fmla="*/ 909224 w 943793"/>
              <a:gd name="connsiteY0" fmla="*/ 16475 h 782953"/>
              <a:gd name="connsiteX1" fmla="*/ 791160 w 943793"/>
              <a:gd name="connsiteY1" fmla="*/ 34341 h 782953"/>
              <a:gd name="connsiteX2" fmla="*/ 791124 w 943793"/>
              <a:gd name="connsiteY2" fmla="*/ 34389 h 782953"/>
              <a:gd name="connsiteX3" fmla="*/ 390654 w 943793"/>
              <a:gd name="connsiteY3" fmla="*/ 577904 h 782953"/>
              <a:gd name="connsiteX4" fmla="*/ 136000 w 943793"/>
              <a:gd name="connsiteY4" fmla="*/ 374154 h 782953"/>
              <a:gd name="connsiteX5" fmla="*/ 17437 w 943793"/>
              <a:gd name="connsiteY5" fmla="*/ 389861 h 782953"/>
              <a:gd name="connsiteX6" fmla="*/ 30339 w 943793"/>
              <a:gd name="connsiteY6" fmla="*/ 506179 h 782953"/>
              <a:gd name="connsiteX7" fmla="*/ 353676 w 943793"/>
              <a:gd name="connsiteY7" fmla="*/ 764822 h 782953"/>
              <a:gd name="connsiteX8" fmla="*/ 473530 w 943793"/>
              <a:gd name="connsiteY8" fmla="*/ 750172 h 782953"/>
              <a:gd name="connsiteX9" fmla="*/ 474479 w 943793"/>
              <a:gd name="connsiteY9" fmla="*/ 748935 h 782953"/>
              <a:gd name="connsiteX10" fmla="*/ 927408 w 943793"/>
              <a:gd name="connsiteY10" fmla="*/ 134642 h 782953"/>
              <a:gd name="connsiteX11" fmla="*/ 909286 w 943793"/>
              <a:gd name="connsiteY11" fmla="*/ 16521 h 782953"/>
              <a:gd name="connsiteX12" fmla="*/ 909224 w 943793"/>
              <a:gd name="connsiteY12" fmla="*/ 16475 h 782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3793" h="782953">
                <a:moveTo>
                  <a:pt x="909224" y="16475"/>
                </a:moveTo>
                <a:cubicBezTo>
                  <a:pt x="871688" y="-11194"/>
                  <a:pt x="818829" y="-3195"/>
                  <a:pt x="791160" y="34341"/>
                </a:cubicBezTo>
                <a:cubicBezTo>
                  <a:pt x="791148" y="34357"/>
                  <a:pt x="791136" y="34373"/>
                  <a:pt x="791124" y="34389"/>
                </a:cubicBezTo>
                <a:lnTo>
                  <a:pt x="390654" y="577904"/>
                </a:lnTo>
                <a:lnTo>
                  <a:pt x="136000" y="374154"/>
                </a:lnTo>
                <a:cubicBezTo>
                  <a:pt x="98922" y="345751"/>
                  <a:pt x="45839" y="352784"/>
                  <a:pt x="17437" y="389861"/>
                </a:cubicBezTo>
                <a:cubicBezTo>
                  <a:pt x="-10116" y="425830"/>
                  <a:pt x="-4427" y="477123"/>
                  <a:pt x="30339" y="506179"/>
                </a:cubicBezTo>
                <a:lnTo>
                  <a:pt x="353676" y="764822"/>
                </a:lnTo>
                <a:cubicBezTo>
                  <a:pt x="390818" y="793873"/>
                  <a:pt x="444479" y="787314"/>
                  <a:pt x="473530" y="750172"/>
                </a:cubicBezTo>
                <a:cubicBezTo>
                  <a:pt x="473850" y="749763"/>
                  <a:pt x="474167" y="749350"/>
                  <a:pt x="474479" y="748935"/>
                </a:cubicBezTo>
                <a:lnTo>
                  <a:pt x="927408" y="134642"/>
                </a:lnTo>
                <a:cubicBezTo>
                  <a:pt x="955022" y="97019"/>
                  <a:pt x="946909" y="44135"/>
                  <a:pt x="909286" y="16521"/>
                </a:cubicBezTo>
                <a:cubicBezTo>
                  <a:pt x="909265" y="16505"/>
                  <a:pt x="909245" y="16490"/>
                  <a:pt x="909224" y="16475"/>
                </a:cubicBezTo>
                <a:close/>
              </a:path>
            </a:pathLst>
          </a:custGeom>
          <a:solidFill>
            <a:schemeClr val="accent5"/>
          </a:solidFill>
          <a:ln w="67469" cap="flat">
            <a:noFill/>
            <a:prstDash val="solid"/>
            <a:miter/>
          </a:ln>
        </p:spPr>
        <p:txBody>
          <a:bodyPr rtlCol="0" anchor="ctr"/>
          <a:lstStyle/>
          <a:p>
            <a:endParaRPr/>
          </a:p>
        </p:txBody>
      </p:sp>
      <p:sp>
        <p:nvSpPr>
          <p:cNvPr id="51" name="Rounded Rectangle 50">
            <a:extLst>
              <a:ext uri="{FF2B5EF4-FFF2-40B4-BE49-F238E27FC236}">
                <a16:creationId xmlns:a16="http://schemas.microsoft.com/office/drawing/2014/main" id="{098A1291-EB3A-AB41-998A-8EB956BAAF5D}"/>
              </a:ext>
            </a:extLst>
          </p:cNvPr>
          <p:cNvSpPr/>
          <p:nvPr/>
        </p:nvSpPr>
        <p:spPr>
          <a:xfrm>
            <a:off x="10824013" y="10621006"/>
            <a:ext cx="2731212" cy="857250"/>
          </a:xfrm>
          <a:prstGeom prst="roundRect">
            <a:avLst>
              <a:gd name="adj" fmla="val 50000"/>
            </a:avLst>
          </a:prstGeom>
          <a:solidFill>
            <a:schemeClr val="bg2"/>
          </a:solidFill>
          <a:ln w="38100">
            <a:noFill/>
          </a:ln>
          <a:effectLst>
            <a:outerShdw blurRad="457200" dist="38100" dir="8100000" sx="115000" sy="115000" algn="tr" rotWithShape="0">
              <a:schemeClr val="accent5">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2" name="TextBox 51">
            <a:extLst>
              <a:ext uri="{FF2B5EF4-FFF2-40B4-BE49-F238E27FC236}">
                <a16:creationId xmlns:a16="http://schemas.microsoft.com/office/drawing/2014/main" id="{5AB846AF-D8C6-3245-83D6-8E9B2EEB4A27}"/>
              </a:ext>
            </a:extLst>
          </p:cNvPr>
          <p:cNvSpPr txBox="1"/>
          <p:nvPr/>
        </p:nvSpPr>
        <p:spPr>
          <a:xfrm>
            <a:off x="11024398" y="10864965"/>
            <a:ext cx="2330443" cy="369332"/>
          </a:xfrm>
          <a:prstGeom prst="rect">
            <a:avLst/>
          </a:prstGeom>
          <a:noFill/>
        </p:spPr>
        <p:txBody>
          <a:bodyPr wrap="square" rtlCol="0">
            <a:spAutoFit/>
          </a:bodyPr>
          <a:lstStyle/>
          <a:p>
            <a:pPr algn="ctr"/>
            <a:r>
              <a:rPr lang="en-US" b="1" spc="300">
                <a:solidFill>
                  <a:schemeClr val="accent5"/>
                </a:solidFill>
                <a:latin typeface="Open Sans" panose="020B0606030504020204" pitchFamily="34" charset="0"/>
                <a:ea typeface="Open Sans" panose="020B0606030504020204" pitchFamily="34" charset="0"/>
                <a:cs typeface="Open Sans" panose="020B0606030504020204" pitchFamily="34" charset="0"/>
              </a:rPr>
              <a:t>START NOW</a:t>
            </a:r>
            <a:endParaRPr b="1" spc="300">
              <a:solidFill>
                <a:schemeClr val="accent5"/>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4" name="Rectangle 53">
            <a:extLst>
              <a:ext uri="{FF2B5EF4-FFF2-40B4-BE49-F238E27FC236}">
                <a16:creationId xmlns:a16="http://schemas.microsoft.com/office/drawing/2014/main" id="{D7AE5E3A-D64D-FB4B-A22F-6CE2A145B849}"/>
              </a:ext>
            </a:extLst>
          </p:cNvPr>
          <p:cNvSpPr/>
          <p:nvPr/>
        </p:nvSpPr>
        <p:spPr>
          <a:xfrm>
            <a:off x="15735806" y="4604916"/>
            <a:ext cx="5704078" cy="7726219"/>
          </a:xfrm>
          <a:prstGeom prst="rect">
            <a:avLst/>
          </a:prstGeom>
          <a:solidFill>
            <a:schemeClr val="bg1">
              <a:alpha val="9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5" name="TextBox 54">
            <a:extLst>
              <a:ext uri="{FF2B5EF4-FFF2-40B4-BE49-F238E27FC236}">
                <a16:creationId xmlns:a16="http://schemas.microsoft.com/office/drawing/2014/main" id="{3F1C7FC8-9151-2A40-8E4F-B0C04D4FFE9F}"/>
              </a:ext>
            </a:extLst>
          </p:cNvPr>
          <p:cNvSpPr txBox="1"/>
          <p:nvPr/>
        </p:nvSpPr>
        <p:spPr>
          <a:xfrm>
            <a:off x="17532254" y="5399584"/>
            <a:ext cx="2207657" cy="523220"/>
          </a:xfrm>
          <a:prstGeom prst="rect">
            <a:avLst/>
          </a:prstGeom>
          <a:noFill/>
        </p:spPr>
        <p:txBody>
          <a:bodyPr wrap="none" rtlCol="0">
            <a:spAutoFit/>
          </a:bodyPr>
          <a:lstStyle/>
          <a:p>
            <a:pPr algn="ctr"/>
            <a:r>
              <a:rPr lang="en-US" sz="28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BUSINESS</a:t>
            </a:r>
            <a:endParaRPr sz="2800"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6" name="TextBox 55">
            <a:extLst>
              <a:ext uri="{FF2B5EF4-FFF2-40B4-BE49-F238E27FC236}">
                <a16:creationId xmlns:a16="http://schemas.microsoft.com/office/drawing/2014/main" id="{A58BED3C-1C0B-2049-85E5-3B2D44F92FE8}"/>
              </a:ext>
            </a:extLst>
          </p:cNvPr>
          <p:cNvSpPr txBox="1"/>
          <p:nvPr/>
        </p:nvSpPr>
        <p:spPr>
          <a:xfrm>
            <a:off x="16733814" y="6055752"/>
            <a:ext cx="3708066" cy="1323439"/>
          </a:xfrm>
          <a:prstGeom prst="rect">
            <a:avLst/>
          </a:prstGeom>
          <a:noFill/>
        </p:spPr>
        <p:txBody>
          <a:bodyPr wrap="none" rtlCol="0">
            <a:spAutoFit/>
          </a:bodyPr>
          <a:lstStyle/>
          <a:p>
            <a:pPr algn="ctr"/>
            <a:r>
              <a:rPr lang="en-US" sz="8000" b="1">
                <a:gradFill flip="none" rotWithShape="1">
                  <a:gsLst>
                    <a:gs pos="0">
                      <a:schemeClr val="accent5"/>
                    </a:gs>
                    <a:gs pos="55000">
                      <a:schemeClr val="accent5"/>
                    </a:gs>
                    <a:gs pos="100000">
                      <a:schemeClr val="accent4">
                        <a:lumMod val="60000"/>
                        <a:lumOff val="40000"/>
                      </a:schemeClr>
                    </a:gs>
                  </a:gsLst>
                  <a:lin ang="18900000" scaled="1"/>
                  <a:tileRect/>
                </a:gradFill>
                <a:effectLst>
                  <a:outerShdw blurRad="482600" dist="38100" dir="8100000" sx="102000" sy="102000" algn="tr" rotWithShape="0">
                    <a:schemeClr val="accent5">
                      <a:alpha val="26000"/>
                    </a:schemeClr>
                  </a:outerShdw>
                </a:effectLst>
                <a:latin typeface="Poppins" pitchFamily="2" charset="77"/>
                <a:cs typeface="Poppins" pitchFamily="2" charset="77"/>
              </a:rPr>
              <a:t>$89.99</a:t>
            </a:r>
            <a:endParaRPr sz="8000" b="1">
              <a:gradFill flip="none" rotWithShape="1">
                <a:gsLst>
                  <a:gs pos="0">
                    <a:schemeClr val="accent5"/>
                  </a:gs>
                  <a:gs pos="55000">
                    <a:schemeClr val="accent5"/>
                  </a:gs>
                  <a:gs pos="100000">
                    <a:schemeClr val="accent4">
                      <a:lumMod val="60000"/>
                      <a:lumOff val="40000"/>
                    </a:schemeClr>
                  </a:gs>
                </a:gsLst>
                <a:lin ang="18900000" scaled="1"/>
                <a:tileRect/>
              </a:gradFill>
              <a:effectLst>
                <a:outerShdw blurRad="482600" dist="38100" dir="8100000" sx="102000" sy="102000" algn="tr" rotWithShape="0">
                  <a:schemeClr val="accent5">
                    <a:alpha val="26000"/>
                  </a:schemeClr>
                </a:outerShdw>
              </a:effectLst>
              <a:latin typeface="Poppins" pitchFamily="2" charset="77"/>
              <a:cs typeface="Poppins" pitchFamily="2" charset="77"/>
            </a:endParaRPr>
          </a:p>
        </p:txBody>
      </p:sp>
      <p:sp>
        <p:nvSpPr>
          <p:cNvPr id="57" name="TextBox 56">
            <a:extLst>
              <a:ext uri="{FF2B5EF4-FFF2-40B4-BE49-F238E27FC236}">
                <a16:creationId xmlns:a16="http://schemas.microsoft.com/office/drawing/2014/main" id="{1941263E-9990-ED4E-9125-50FA50D26468}"/>
              </a:ext>
            </a:extLst>
          </p:cNvPr>
          <p:cNvSpPr txBox="1"/>
          <p:nvPr/>
        </p:nvSpPr>
        <p:spPr>
          <a:xfrm>
            <a:off x="17754262" y="7342862"/>
            <a:ext cx="1763624" cy="338554"/>
          </a:xfrm>
          <a:prstGeom prst="rect">
            <a:avLst/>
          </a:prstGeom>
          <a:noFill/>
        </p:spPr>
        <p:txBody>
          <a:bodyPr wrap="none" rtlCol="0">
            <a:spAutoFit/>
          </a:bodyPr>
          <a:lstStyle/>
          <a:p>
            <a:pPr algn="ctr"/>
            <a:r>
              <a:rPr lang="en-US" sz="1600" b="1" spc="300">
                <a:solidFill>
                  <a:schemeClr val="bg1">
                    <a:lumMod val="75000"/>
                  </a:schemeClr>
                </a:solidFill>
                <a:latin typeface="Open Sans" panose="020B0606030504020204" pitchFamily="34" charset="0"/>
                <a:ea typeface="Open Sans" panose="020B0606030504020204" pitchFamily="34" charset="0"/>
                <a:cs typeface="Open Sans" panose="020B0606030504020204" pitchFamily="34" charset="0"/>
              </a:rPr>
              <a:t>PER MONTH</a:t>
            </a:r>
            <a:endParaRPr sz="1600" b="1" spc="300">
              <a:solidFill>
                <a:schemeClr val="bg1">
                  <a:lumMod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8" name="TextBox 57">
            <a:extLst>
              <a:ext uri="{FF2B5EF4-FFF2-40B4-BE49-F238E27FC236}">
                <a16:creationId xmlns:a16="http://schemas.microsoft.com/office/drawing/2014/main" id="{76CF78C0-81F3-CA41-B2DC-941DF090D6E0}"/>
              </a:ext>
            </a:extLst>
          </p:cNvPr>
          <p:cNvSpPr txBox="1"/>
          <p:nvPr/>
        </p:nvSpPr>
        <p:spPr>
          <a:xfrm>
            <a:off x="17631561" y="8370426"/>
            <a:ext cx="2335896" cy="461665"/>
          </a:xfrm>
          <a:prstGeom prst="rect">
            <a:avLst/>
          </a:prstGeom>
          <a:noFill/>
        </p:spPr>
        <p:txBody>
          <a:bodyPr wrap="none" rtlCol="0">
            <a:spAutoFit/>
          </a:bodyPr>
          <a:lstStyle/>
          <a:p>
            <a:r>
              <a:rPr lang="en-US" sz="2400" b="1" spc="300">
                <a:solidFill>
                  <a:schemeClr val="tx2"/>
                </a:solidFill>
                <a:latin typeface="Open Sans" panose="020B0606030504020204" pitchFamily="34" charset="0"/>
                <a:ea typeface="Open Sans" panose="020B0606030504020204" pitchFamily="34" charset="0"/>
                <a:cs typeface="Open Sans" panose="020B0606030504020204" pitchFamily="34" charset="0"/>
              </a:rPr>
              <a:t>FEATURES 1</a:t>
            </a:r>
            <a:endParaRPr sz="2400"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9" name="Oval 58">
            <a:extLst>
              <a:ext uri="{FF2B5EF4-FFF2-40B4-BE49-F238E27FC236}">
                <a16:creationId xmlns:a16="http://schemas.microsoft.com/office/drawing/2014/main" id="{44020316-20FC-3E46-9BB0-551BB2FF5118}"/>
              </a:ext>
            </a:extLst>
          </p:cNvPr>
          <p:cNvSpPr/>
          <p:nvPr/>
        </p:nvSpPr>
        <p:spPr>
          <a:xfrm>
            <a:off x="16769011" y="8258956"/>
            <a:ext cx="684605" cy="684605"/>
          </a:xfrm>
          <a:prstGeom prst="ellipse">
            <a:avLst/>
          </a:prstGeom>
          <a:gradFill>
            <a:gsLst>
              <a:gs pos="0">
                <a:schemeClr val="accent3">
                  <a:lumMod val="90000"/>
                </a:schemeClr>
              </a:gs>
              <a:gs pos="100000">
                <a:schemeClr val="accent2">
                  <a:lumMod val="40000"/>
                  <a:lumOff val="60000"/>
                </a:schemeClr>
              </a:gs>
            </a:gsLst>
            <a:lin ang="13500000" scaled="1"/>
          </a:gradFill>
          <a:ln>
            <a:noFill/>
          </a:ln>
          <a:effectLst>
            <a:outerShdw blurRad="304800" dist="38100" dir="2700000" sx="110000" sy="110000" algn="tl" rotWithShape="0">
              <a:schemeClr val="accent2">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0" name="Freeform 59">
            <a:extLst>
              <a:ext uri="{FF2B5EF4-FFF2-40B4-BE49-F238E27FC236}">
                <a16:creationId xmlns:a16="http://schemas.microsoft.com/office/drawing/2014/main" id="{408888B8-FFAD-0B4F-830C-5353800BD1D1}"/>
              </a:ext>
            </a:extLst>
          </p:cNvPr>
          <p:cNvSpPr/>
          <p:nvPr/>
        </p:nvSpPr>
        <p:spPr>
          <a:xfrm>
            <a:off x="16946956" y="8464911"/>
            <a:ext cx="328714" cy="272695"/>
          </a:xfrm>
          <a:custGeom>
            <a:avLst/>
            <a:gdLst>
              <a:gd name="connsiteX0" fmla="*/ 909224 w 943793"/>
              <a:gd name="connsiteY0" fmla="*/ 16475 h 782953"/>
              <a:gd name="connsiteX1" fmla="*/ 791160 w 943793"/>
              <a:gd name="connsiteY1" fmla="*/ 34341 h 782953"/>
              <a:gd name="connsiteX2" fmla="*/ 791124 w 943793"/>
              <a:gd name="connsiteY2" fmla="*/ 34389 h 782953"/>
              <a:gd name="connsiteX3" fmla="*/ 390654 w 943793"/>
              <a:gd name="connsiteY3" fmla="*/ 577904 h 782953"/>
              <a:gd name="connsiteX4" fmla="*/ 136000 w 943793"/>
              <a:gd name="connsiteY4" fmla="*/ 374154 h 782953"/>
              <a:gd name="connsiteX5" fmla="*/ 17437 w 943793"/>
              <a:gd name="connsiteY5" fmla="*/ 389861 h 782953"/>
              <a:gd name="connsiteX6" fmla="*/ 30339 w 943793"/>
              <a:gd name="connsiteY6" fmla="*/ 506179 h 782953"/>
              <a:gd name="connsiteX7" fmla="*/ 353676 w 943793"/>
              <a:gd name="connsiteY7" fmla="*/ 764822 h 782953"/>
              <a:gd name="connsiteX8" fmla="*/ 473530 w 943793"/>
              <a:gd name="connsiteY8" fmla="*/ 750172 h 782953"/>
              <a:gd name="connsiteX9" fmla="*/ 474479 w 943793"/>
              <a:gd name="connsiteY9" fmla="*/ 748935 h 782953"/>
              <a:gd name="connsiteX10" fmla="*/ 927408 w 943793"/>
              <a:gd name="connsiteY10" fmla="*/ 134642 h 782953"/>
              <a:gd name="connsiteX11" fmla="*/ 909286 w 943793"/>
              <a:gd name="connsiteY11" fmla="*/ 16521 h 782953"/>
              <a:gd name="connsiteX12" fmla="*/ 909224 w 943793"/>
              <a:gd name="connsiteY12" fmla="*/ 16475 h 782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3793" h="782953">
                <a:moveTo>
                  <a:pt x="909224" y="16475"/>
                </a:moveTo>
                <a:cubicBezTo>
                  <a:pt x="871688" y="-11194"/>
                  <a:pt x="818829" y="-3195"/>
                  <a:pt x="791160" y="34341"/>
                </a:cubicBezTo>
                <a:cubicBezTo>
                  <a:pt x="791148" y="34357"/>
                  <a:pt x="791136" y="34373"/>
                  <a:pt x="791124" y="34389"/>
                </a:cubicBezTo>
                <a:lnTo>
                  <a:pt x="390654" y="577904"/>
                </a:lnTo>
                <a:lnTo>
                  <a:pt x="136000" y="374154"/>
                </a:lnTo>
                <a:cubicBezTo>
                  <a:pt x="98922" y="345751"/>
                  <a:pt x="45839" y="352784"/>
                  <a:pt x="17437" y="389861"/>
                </a:cubicBezTo>
                <a:cubicBezTo>
                  <a:pt x="-10116" y="425830"/>
                  <a:pt x="-4427" y="477123"/>
                  <a:pt x="30339" y="506179"/>
                </a:cubicBezTo>
                <a:lnTo>
                  <a:pt x="353676" y="764822"/>
                </a:lnTo>
                <a:cubicBezTo>
                  <a:pt x="390818" y="793873"/>
                  <a:pt x="444479" y="787314"/>
                  <a:pt x="473530" y="750172"/>
                </a:cubicBezTo>
                <a:cubicBezTo>
                  <a:pt x="473850" y="749763"/>
                  <a:pt x="474167" y="749350"/>
                  <a:pt x="474479" y="748935"/>
                </a:cubicBezTo>
                <a:lnTo>
                  <a:pt x="927408" y="134642"/>
                </a:lnTo>
                <a:cubicBezTo>
                  <a:pt x="955022" y="97019"/>
                  <a:pt x="946909" y="44135"/>
                  <a:pt x="909286" y="16521"/>
                </a:cubicBezTo>
                <a:cubicBezTo>
                  <a:pt x="909265" y="16505"/>
                  <a:pt x="909245" y="16490"/>
                  <a:pt x="909224" y="16475"/>
                </a:cubicBezTo>
                <a:close/>
              </a:path>
            </a:pathLst>
          </a:custGeom>
          <a:solidFill>
            <a:schemeClr val="bg2"/>
          </a:solidFill>
          <a:ln w="67469" cap="flat">
            <a:noFill/>
            <a:prstDash val="solid"/>
            <a:miter/>
          </a:ln>
        </p:spPr>
        <p:txBody>
          <a:bodyPr rtlCol="0" anchor="ctr"/>
          <a:lstStyle/>
          <a:p>
            <a:endParaRPr/>
          </a:p>
        </p:txBody>
      </p:sp>
      <p:sp>
        <p:nvSpPr>
          <p:cNvPr id="61" name="TextBox 60">
            <a:extLst>
              <a:ext uri="{FF2B5EF4-FFF2-40B4-BE49-F238E27FC236}">
                <a16:creationId xmlns:a16="http://schemas.microsoft.com/office/drawing/2014/main" id="{53D7558A-CA0F-A045-B150-7B5286CE7965}"/>
              </a:ext>
            </a:extLst>
          </p:cNvPr>
          <p:cNvSpPr txBox="1"/>
          <p:nvPr/>
        </p:nvSpPr>
        <p:spPr>
          <a:xfrm>
            <a:off x="17631561" y="9484510"/>
            <a:ext cx="2335896" cy="461665"/>
          </a:xfrm>
          <a:prstGeom prst="rect">
            <a:avLst/>
          </a:prstGeom>
          <a:noFill/>
        </p:spPr>
        <p:txBody>
          <a:bodyPr wrap="none" rtlCol="0">
            <a:spAutoFit/>
          </a:bodyPr>
          <a:lstStyle/>
          <a:p>
            <a:r>
              <a:rPr lang="en-US" sz="2400" b="1" spc="300">
                <a:solidFill>
                  <a:schemeClr val="tx2"/>
                </a:solidFill>
                <a:latin typeface="Open Sans" panose="020B0606030504020204" pitchFamily="34" charset="0"/>
                <a:ea typeface="Open Sans" panose="020B0606030504020204" pitchFamily="34" charset="0"/>
                <a:cs typeface="Open Sans" panose="020B0606030504020204" pitchFamily="34" charset="0"/>
              </a:rPr>
              <a:t>FEATURES 2</a:t>
            </a:r>
            <a:endParaRPr sz="2400"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2" name="Oval 61">
            <a:extLst>
              <a:ext uri="{FF2B5EF4-FFF2-40B4-BE49-F238E27FC236}">
                <a16:creationId xmlns:a16="http://schemas.microsoft.com/office/drawing/2014/main" id="{EA4B87D1-B317-E540-BE8E-5CEB8CC17267}"/>
              </a:ext>
            </a:extLst>
          </p:cNvPr>
          <p:cNvSpPr/>
          <p:nvPr/>
        </p:nvSpPr>
        <p:spPr>
          <a:xfrm>
            <a:off x="16769011" y="9373040"/>
            <a:ext cx="684605" cy="684605"/>
          </a:xfrm>
          <a:prstGeom prst="ellipse">
            <a:avLst/>
          </a:prstGeom>
          <a:gradFill>
            <a:gsLst>
              <a:gs pos="0">
                <a:schemeClr val="accent4"/>
              </a:gs>
              <a:gs pos="100000">
                <a:schemeClr val="accent5"/>
              </a:gs>
            </a:gsLst>
            <a:lin ang="13500000" scaled="1"/>
          </a:gradFill>
          <a:ln>
            <a:noFill/>
          </a:ln>
          <a:effectLst>
            <a:outerShdw blurRad="304800" dist="38100" dir="2700000" sx="110000" sy="110000" algn="tl" rotWithShape="0">
              <a:schemeClr val="accent2">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3" name="Freeform 62">
            <a:extLst>
              <a:ext uri="{FF2B5EF4-FFF2-40B4-BE49-F238E27FC236}">
                <a16:creationId xmlns:a16="http://schemas.microsoft.com/office/drawing/2014/main" id="{603B94E2-088E-9846-96A3-29DB4AC09599}"/>
              </a:ext>
            </a:extLst>
          </p:cNvPr>
          <p:cNvSpPr/>
          <p:nvPr/>
        </p:nvSpPr>
        <p:spPr>
          <a:xfrm>
            <a:off x="16946956" y="9578995"/>
            <a:ext cx="328714" cy="272695"/>
          </a:xfrm>
          <a:custGeom>
            <a:avLst/>
            <a:gdLst>
              <a:gd name="connsiteX0" fmla="*/ 909224 w 943793"/>
              <a:gd name="connsiteY0" fmla="*/ 16475 h 782953"/>
              <a:gd name="connsiteX1" fmla="*/ 791160 w 943793"/>
              <a:gd name="connsiteY1" fmla="*/ 34341 h 782953"/>
              <a:gd name="connsiteX2" fmla="*/ 791124 w 943793"/>
              <a:gd name="connsiteY2" fmla="*/ 34389 h 782953"/>
              <a:gd name="connsiteX3" fmla="*/ 390654 w 943793"/>
              <a:gd name="connsiteY3" fmla="*/ 577904 h 782953"/>
              <a:gd name="connsiteX4" fmla="*/ 136000 w 943793"/>
              <a:gd name="connsiteY4" fmla="*/ 374154 h 782953"/>
              <a:gd name="connsiteX5" fmla="*/ 17437 w 943793"/>
              <a:gd name="connsiteY5" fmla="*/ 389861 h 782953"/>
              <a:gd name="connsiteX6" fmla="*/ 30339 w 943793"/>
              <a:gd name="connsiteY6" fmla="*/ 506179 h 782953"/>
              <a:gd name="connsiteX7" fmla="*/ 353676 w 943793"/>
              <a:gd name="connsiteY7" fmla="*/ 764822 h 782953"/>
              <a:gd name="connsiteX8" fmla="*/ 473530 w 943793"/>
              <a:gd name="connsiteY8" fmla="*/ 750172 h 782953"/>
              <a:gd name="connsiteX9" fmla="*/ 474479 w 943793"/>
              <a:gd name="connsiteY9" fmla="*/ 748935 h 782953"/>
              <a:gd name="connsiteX10" fmla="*/ 927408 w 943793"/>
              <a:gd name="connsiteY10" fmla="*/ 134642 h 782953"/>
              <a:gd name="connsiteX11" fmla="*/ 909286 w 943793"/>
              <a:gd name="connsiteY11" fmla="*/ 16521 h 782953"/>
              <a:gd name="connsiteX12" fmla="*/ 909224 w 943793"/>
              <a:gd name="connsiteY12" fmla="*/ 16475 h 782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3793" h="782953">
                <a:moveTo>
                  <a:pt x="909224" y="16475"/>
                </a:moveTo>
                <a:cubicBezTo>
                  <a:pt x="871688" y="-11194"/>
                  <a:pt x="818829" y="-3195"/>
                  <a:pt x="791160" y="34341"/>
                </a:cubicBezTo>
                <a:cubicBezTo>
                  <a:pt x="791148" y="34357"/>
                  <a:pt x="791136" y="34373"/>
                  <a:pt x="791124" y="34389"/>
                </a:cubicBezTo>
                <a:lnTo>
                  <a:pt x="390654" y="577904"/>
                </a:lnTo>
                <a:lnTo>
                  <a:pt x="136000" y="374154"/>
                </a:lnTo>
                <a:cubicBezTo>
                  <a:pt x="98922" y="345751"/>
                  <a:pt x="45839" y="352784"/>
                  <a:pt x="17437" y="389861"/>
                </a:cubicBezTo>
                <a:cubicBezTo>
                  <a:pt x="-10116" y="425830"/>
                  <a:pt x="-4427" y="477123"/>
                  <a:pt x="30339" y="506179"/>
                </a:cubicBezTo>
                <a:lnTo>
                  <a:pt x="353676" y="764822"/>
                </a:lnTo>
                <a:cubicBezTo>
                  <a:pt x="390818" y="793873"/>
                  <a:pt x="444479" y="787314"/>
                  <a:pt x="473530" y="750172"/>
                </a:cubicBezTo>
                <a:cubicBezTo>
                  <a:pt x="473850" y="749763"/>
                  <a:pt x="474167" y="749350"/>
                  <a:pt x="474479" y="748935"/>
                </a:cubicBezTo>
                <a:lnTo>
                  <a:pt x="927408" y="134642"/>
                </a:lnTo>
                <a:cubicBezTo>
                  <a:pt x="955022" y="97019"/>
                  <a:pt x="946909" y="44135"/>
                  <a:pt x="909286" y="16521"/>
                </a:cubicBezTo>
                <a:cubicBezTo>
                  <a:pt x="909265" y="16505"/>
                  <a:pt x="909245" y="16490"/>
                  <a:pt x="909224" y="16475"/>
                </a:cubicBezTo>
                <a:close/>
              </a:path>
            </a:pathLst>
          </a:custGeom>
          <a:solidFill>
            <a:schemeClr val="bg2"/>
          </a:solidFill>
          <a:ln w="67469" cap="flat">
            <a:noFill/>
            <a:prstDash val="solid"/>
            <a:miter/>
          </a:ln>
        </p:spPr>
        <p:txBody>
          <a:bodyPr rtlCol="0" anchor="ctr"/>
          <a:lstStyle/>
          <a:p>
            <a:endParaRPr/>
          </a:p>
        </p:txBody>
      </p:sp>
      <p:sp>
        <p:nvSpPr>
          <p:cNvPr id="64" name="Rounded Rectangle 63">
            <a:extLst>
              <a:ext uri="{FF2B5EF4-FFF2-40B4-BE49-F238E27FC236}">
                <a16:creationId xmlns:a16="http://schemas.microsoft.com/office/drawing/2014/main" id="{E6EAFC3D-B1F9-9646-924F-A58BC204442F}"/>
              </a:ext>
            </a:extLst>
          </p:cNvPr>
          <p:cNvSpPr/>
          <p:nvPr/>
        </p:nvSpPr>
        <p:spPr>
          <a:xfrm>
            <a:off x="17222239" y="10621006"/>
            <a:ext cx="2731212" cy="857250"/>
          </a:xfrm>
          <a:prstGeom prst="roundRect">
            <a:avLst>
              <a:gd name="adj" fmla="val 50000"/>
            </a:avLst>
          </a:prstGeom>
          <a:noFill/>
          <a:ln w="38100">
            <a:gradFill>
              <a:gsLst>
                <a:gs pos="0">
                  <a:schemeClr val="accent5"/>
                </a:gs>
                <a:gs pos="100000">
                  <a:schemeClr val="accent1"/>
                </a:gs>
              </a:gsLst>
              <a:lin ang="5400000" scaled="1"/>
            </a:gradFill>
          </a:ln>
          <a:effectLst>
            <a:outerShdw blurRad="457200" dist="38100" dir="8100000" sx="115000" sy="115000" algn="tr" rotWithShape="0">
              <a:schemeClr val="accent5">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5" name="TextBox 64">
            <a:extLst>
              <a:ext uri="{FF2B5EF4-FFF2-40B4-BE49-F238E27FC236}">
                <a16:creationId xmlns:a16="http://schemas.microsoft.com/office/drawing/2014/main" id="{1D2F61A4-319A-9449-9340-51008EAE8DFE}"/>
              </a:ext>
            </a:extLst>
          </p:cNvPr>
          <p:cNvSpPr txBox="1"/>
          <p:nvPr/>
        </p:nvSpPr>
        <p:spPr>
          <a:xfrm>
            <a:off x="17422624" y="10864965"/>
            <a:ext cx="2330443" cy="369332"/>
          </a:xfrm>
          <a:prstGeom prst="rect">
            <a:avLst/>
          </a:prstGeom>
          <a:noFill/>
        </p:spPr>
        <p:txBody>
          <a:bodyPr wrap="square" rtlCol="0">
            <a:spAutoFit/>
          </a:bodyPr>
          <a:lstStyle/>
          <a:p>
            <a:pPr algn="ctr"/>
            <a:r>
              <a:rPr lang="en-US" b="1" spc="300">
                <a:solidFill>
                  <a:schemeClr val="accent5"/>
                </a:solidFill>
                <a:latin typeface="Open Sans" panose="020B0606030504020204" pitchFamily="34" charset="0"/>
                <a:ea typeface="Open Sans" panose="020B0606030504020204" pitchFamily="34" charset="0"/>
                <a:cs typeface="Open Sans" panose="020B0606030504020204" pitchFamily="34" charset="0"/>
              </a:rPr>
              <a:t>START NOW</a:t>
            </a:r>
            <a:endParaRPr b="1" spc="300">
              <a:solidFill>
                <a:schemeClr val="accent5"/>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68" name="Straight Connector 67">
            <a:extLst>
              <a:ext uri="{FF2B5EF4-FFF2-40B4-BE49-F238E27FC236}">
                <a16:creationId xmlns:a16="http://schemas.microsoft.com/office/drawing/2014/main" id="{40BB9AFA-FD6E-8E4B-ADBA-9E3D5C124CAA}"/>
              </a:ext>
            </a:extLst>
          </p:cNvPr>
          <p:cNvCxnSpPr>
            <a:cxnSpLocks/>
          </p:cNvCxnSpPr>
          <p:nvPr/>
        </p:nvCxnSpPr>
        <p:spPr>
          <a:xfrm>
            <a:off x="1634313" y="0"/>
            <a:ext cx="0" cy="1371600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D8F46AA7-6944-5847-A91E-31DDDE27C03E}"/>
              </a:ext>
            </a:extLst>
          </p:cNvPr>
          <p:cNvSpPr/>
          <p:nvPr/>
        </p:nvSpPr>
        <p:spPr>
          <a:xfrm>
            <a:off x="393318" y="598208"/>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0" name="TextBox 69">
            <a:extLst>
              <a:ext uri="{FF2B5EF4-FFF2-40B4-BE49-F238E27FC236}">
                <a16:creationId xmlns:a16="http://schemas.microsoft.com/office/drawing/2014/main" id="{F706E386-816C-7749-BE67-8C40C25F59B7}"/>
              </a:ext>
            </a:extLst>
          </p:cNvPr>
          <p:cNvSpPr txBox="1"/>
          <p:nvPr/>
        </p:nvSpPr>
        <p:spPr>
          <a:xfrm rot="16200000">
            <a:off x="-130401" y="2425394"/>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71" name="TextBox 70">
            <a:extLst>
              <a:ext uri="{FF2B5EF4-FFF2-40B4-BE49-F238E27FC236}">
                <a16:creationId xmlns:a16="http://schemas.microsoft.com/office/drawing/2014/main" id="{E579ABA6-338E-FB47-9D0F-D69EC3DDE694}"/>
              </a:ext>
            </a:extLst>
          </p:cNvPr>
          <p:cNvSpPr txBox="1"/>
          <p:nvPr/>
        </p:nvSpPr>
        <p:spPr>
          <a:xfrm rot="16200000">
            <a:off x="-486268" y="11469386"/>
            <a:ext cx="2616422"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MASDIKASTUDIO</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3037613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348E8BA-152D-9945-86D5-AAF728FE5F3C}"/>
              </a:ext>
            </a:extLst>
          </p:cNvPr>
          <p:cNvCxnSpPr>
            <a:cxnSpLocks/>
          </p:cNvCxnSpPr>
          <p:nvPr/>
        </p:nvCxnSpPr>
        <p:spPr>
          <a:xfrm>
            <a:off x="2952750" y="1459476"/>
            <a:ext cx="0" cy="10797049"/>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AD275089-AE8C-3C43-A94F-B7D6E12D0500}"/>
              </a:ext>
            </a:extLst>
          </p:cNvPr>
          <p:cNvSpPr/>
          <p:nvPr/>
        </p:nvSpPr>
        <p:spPr>
          <a:xfrm>
            <a:off x="1819953" y="10949567"/>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96FE12BD-FF51-0244-9CC3-65CA12E92040}"/>
              </a:ext>
            </a:extLst>
          </p:cNvPr>
          <p:cNvSpPr txBox="1"/>
          <p:nvPr/>
        </p:nvSpPr>
        <p:spPr>
          <a:xfrm rot="16200000">
            <a:off x="1296234" y="2538362"/>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8" name="TextBox 7">
            <a:extLst>
              <a:ext uri="{FF2B5EF4-FFF2-40B4-BE49-F238E27FC236}">
                <a16:creationId xmlns:a16="http://schemas.microsoft.com/office/drawing/2014/main" id="{84358A67-EFEE-1C4D-B4CF-E63929C535A5}"/>
              </a:ext>
            </a:extLst>
          </p:cNvPr>
          <p:cNvSpPr txBox="1"/>
          <p:nvPr/>
        </p:nvSpPr>
        <p:spPr>
          <a:xfrm>
            <a:off x="3947979" y="3041545"/>
            <a:ext cx="7228019" cy="1200329"/>
          </a:xfrm>
          <a:prstGeom prst="rect">
            <a:avLst/>
          </a:prstGeom>
          <a:noFill/>
        </p:spPr>
        <p:txBody>
          <a:bodyPr wrap="square" rtlCol="0">
            <a:spAutoFit/>
          </a:bodyPr>
          <a:lstStyle/>
          <a:p>
            <a:r>
              <a:rPr lang="en-ID" sz="7200" b="1">
                <a:solidFill>
                  <a:schemeClr val="tx2"/>
                </a:solidFill>
                <a:latin typeface="Poppins" pitchFamily="2" charset="77"/>
                <a:ea typeface="Open Sans" panose="020B0606030504020204" pitchFamily="34" charset="0"/>
                <a:cs typeface="Poppins" pitchFamily="2" charset="77"/>
              </a:rPr>
              <a:t>Get in Touch!</a:t>
            </a:r>
            <a:endParaRPr sz="7200" b="1">
              <a:solidFill>
                <a:schemeClr val="tx2"/>
              </a:solidFill>
              <a:latin typeface="Poppins" pitchFamily="2" charset="77"/>
              <a:ea typeface="Open Sans" panose="020B0606030504020204" pitchFamily="34" charset="0"/>
              <a:cs typeface="Poppins" pitchFamily="2" charset="77"/>
            </a:endParaRPr>
          </a:p>
        </p:txBody>
      </p:sp>
      <p:sp>
        <p:nvSpPr>
          <p:cNvPr id="9" name="TextBox 8">
            <a:extLst>
              <a:ext uri="{FF2B5EF4-FFF2-40B4-BE49-F238E27FC236}">
                <a16:creationId xmlns:a16="http://schemas.microsoft.com/office/drawing/2014/main" id="{EF139362-523F-A240-867A-8DC3FD8C29B1}"/>
              </a:ext>
            </a:extLst>
          </p:cNvPr>
          <p:cNvSpPr txBox="1"/>
          <p:nvPr/>
        </p:nvSpPr>
        <p:spPr>
          <a:xfrm>
            <a:off x="3947978" y="2633808"/>
            <a:ext cx="1545616" cy="369332"/>
          </a:xfrm>
          <a:prstGeom prst="rect">
            <a:avLst/>
          </a:prstGeom>
          <a:noFill/>
        </p:spPr>
        <p:txBody>
          <a:bodyPr wrap="none" rtlCol="0">
            <a:spAutoFit/>
          </a:bodyPr>
          <a:lstStyle/>
          <a:p>
            <a:r>
              <a:rPr lang="en-US"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rPr>
              <a:t>CONTACT</a:t>
            </a:r>
            <a:endParaRPr b="1" spc="300">
              <a:solidFill>
                <a:schemeClr val="tx2">
                  <a:lumMod val="25000"/>
                  <a:lumOff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Rounded Rectangle 9">
            <a:extLst>
              <a:ext uri="{FF2B5EF4-FFF2-40B4-BE49-F238E27FC236}">
                <a16:creationId xmlns:a16="http://schemas.microsoft.com/office/drawing/2014/main" id="{AD1C3218-B261-974B-B85E-B589A6B4C0AB}"/>
              </a:ext>
            </a:extLst>
          </p:cNvPr>
          <p:cNvSpPr/>
          <p:nvPr/>
        </p:nvSpPr>
        <p:spPr>
          <a:xfrm>
            <a:off x="3944811" y="5659361"/>
            <a:ext cx="6392987" cy="2501831"/>
          </a:xfrm>
          <a:prstGeom prst="roundRect">
            <a:avLst>
              <a:gd name="adj" fmla="val 15670"/>
            </a:avLst>
          </a:prstGeom>
          <a:gradFill flip="none" rotWithShape="1">
            <a:gsLst>
              <a:gs pos="0">
                <a:srgbClr val="FF0000">
                  <a:alpha val="57000"/>
                </a:srgbClr>
              </a:gs>
              <a:gs pos="100000">
                <a:srgbClr val="FFC000">
                  <a:alpha val="41000"/>
                </a:srgbClr>
              </a:gs>
            </a:gsLst>
            <a:lin ang="13500000" scaled="1"/>
            <a:tileRect/>
          </a:gradFill>
          <a:ln>
            <a:noFill/>
          </a:ln>
          <a:effectLst>
            <a:outerShdw blurRad="457200" dist="38100" dir="8100000" sx="115000" sy="115000" algn="tr" rotWithShape="0">
              <a:srgbClr val="FFC000">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ounded Rectangle 10">
            <a:extLst>
              <a:ext uri="{FF2B5EF4-FFF2-40B4-BE49-F238E27FC236}">
                <a16:creationId xmlns:a16="http://schemas.microsoft.com/office/drawing/2014/main" id="{8CCEDEEE-ACCD-4B4F-9517-DDE297700BDB}"/>
              </a:ext>
            </a:extLst>
          </p:cNvPr>
          <p:cNvSpPr/>
          <p:nvPr/>
        </p:nvSpPr>
        <p:spPr>
          <a:xfrm>
            <a:off x="3944810" y="8580361"/>
            <a:ext cx="2977631" cy="2501831"/>
          </a:xfrm>
          <a:prstGeom prst="roundRect">
            <a:avLst>
              <a:gd name="adj" fmla="val 15670"/>
            </a:avLst>
          </a:prstGeom>
          <a:gradFill flip="none" rotWithShape="1">
            <a:gsLst>
              <a:gs pos="0">
                <a:schemeClr val="accent4">
                  <a:lumMod val="60000"/>
                  <a:lumOff val="40000"/>
                </a:schemeClr>
              </a:gs>
              <a:gs pos="100000">
                <a:schemeClr val="accent5"/>
              </a:gs>
            </a:gsLst>
            <a:lin ang="13500000" scaled="1"/>
            <a:tileRect/>
          </a:gradFill>
          <a:ln>
            <a:noFill/>
          </a:ln>
          <a:effectLst>
            <a:outerShdw blurRad="457200" dist="38100" dir="8100000" sx="115000" sy="115000" algn="tr" rotWithShape="0">
              <a:schemeClr val="accent5">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ounded Rectangle 11">
            <a:extLst>
              <a:ext uri="{FF2B5EF4-FFF2-40B4-BE49-F238E27FC236}">
                <a16:creationId xmlns:a16="http://schemas.microsoft.com/office/drawing/2014/main" id="{4469C53A-4CC6-9B47-B6C7-F8DCE0B51DE9}"/>
              </a:ext>
            </a:extLst>
          </p:cNvPr>
          <p:cNvSpPr/>
          <p:nvPr/>
        </p:nvSpPr>
        <p:spPr>
          <a:xfrm>
            <a:off x="7360167" y="8580361"/>
            <a:ext cx="2977631" cy="2501831"/>
          </a:xfrm>
          <a:prstGeom prst="roundRect">
            <a:avLst>
              <a:gd name="adj" fmla="val 15670"/>
            </a:avLst>
          </a:prstGeom>
          <a:gradFill flip="none" rotWithShape="1">
            <a:gsLst>
              <a:gs pos="0">
                <a:schemeClr val="accent2">
                  <a:lumMod val="60000"/>
                  <a:lumOff val="40000"/>
                </a:schemeClr>
              </a:gs>
              <a:gs pos="100000">
                <a:schemeClr val="accent1">
                  <a:lumMod val="40000"/>
                  <a:lumOff val="60000"/>
                </a:schemeClr>
              </a:gs>
            </a:gsLst>
            <a:lin ang="13500000" scaled="1"/>
            <a:tileRect/>
          </a:gradFill>
          <a:ln>
            <a:noFill/>
          </a:ln>
          <a:effectLst>
            <a:outerShdw blurRad="457200" dist="38100" dir="8100000" sx="115000" sy="115000" algn="tr" rotWithShape="0">
              <a:schemeClr val="accent3">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BDC849ED-5B12-844B-8D47-719CE488B7C0}"/>
              </a:ext>
            </a:extLst>
          </p:cNvPr>
          <p:cNvSpPr txBox="1"/>
          <p:nvPr/>
        </p:nvSpPr>
        <p:spPr>
          <a:xfrm>
            <a:off x="6297966" y="7168173"/>
            <a:ext cx="1686680" cy="400110"/>
          </a:xfrm>
          <a:prstGeom prst="rect">
            <a:avLst/>
          </a:prstGeom>
          <a:noFill/>
        </p:spPr>
        <p:txBody>
          <a:bodyPr wrap="none" rtlCol="0">
            <a:spAutoFit/>
          </a:bodyPr>
          <a:lstStyle/>
          <a:p>
            <a:pPr algn="ctr"/>
            <a:r>
              <a:rPr lang="en-US" sz="2000" b="1" spc="300">
                <a:solidFill>
                  <a:schemeClr val="bg1"/>
                </a:solidFill>
                <a:latin typeface="Open Sans" panose="020B0606030504020204" pitchFamily="34" charset="0"/>
                <a:ea typeface="Open Sans" panose="020B0606030504020204" pitchFamily="34" charset="0"/>
                <a:cs typeface="Open Sans" panose="020B0606030504020204" pitchFamily="34" charset="0"/>
              </a:rPr>
              <a:t>EMAIL US</a:t>
            </a:r>
            <a:endParaRPr sz="2000"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extBox 13">
            <a:extLst>
              <a:ext uri="{FF2B5EF4-FFF2-40B4-BE49-F238E27FC236}">
                <a16:creationId xmlns:a16="http://schemas.microsoft.com/office/drawing/2014/main" id="{5DB402FA-DA2A-834B-9389-F62EE8124E13}"/>
              </a:ext>
            </a:extLst>
          </p:cNvPr>
          <p:cNvSpPr txBox="1"/>
          <p:nvPr/>
        </p:nvSpPr>
        <p:spPr>
          <a:xfrm>
            <a:off x="4685664" y="10228846"/>
            <a:ext cx="1495923" cy="400110"/>
          </a:xfrm>
          <a:prstGeom prst="rect">
            <a:avLst/>
          </a:prstGeom>
          <a:noFill/>
        </p:spPr>
        <p:txBody>
          <a:bodyPr wrap="none" rtlCol="0">
            <a:spAutoFit/>
          </a:bodyPr>
          <a:lstStyle/>
          <a:p>
            <a:pPr algn="ctr"/>
            <a:r>
              <a:rPr lang="en-US" sz="2000" b="1" spc="300">
                <a:solidFill>
                  <a:schemeClr val="bg1"/>
                </a:solidFill>
                <a:latin typeface="Open Sans" panose="020B0606030504020204" pitchFamily="34" charset="0"/>
                <a:ea typeface="Open Sans" panose="020B0606030504020204" pitchFamily="34" charset="0"/>
                <a:cs typeface="Open Sans" panose="020B0606030504020204" pitchFamily="34" charset="0"/>
              </a:rPr>
              <a:t>LÉVIENT</a:t>
            </a:r>
            <a:endParaRPr sz="2000"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extBox 14">
            <a:extLst>
              <a:ext uri="{FF2B5EF4-FFF2-40B4-BE49-F238E27FC236}">
                <a16:creationId xmlns:a16="http://schemas.microsoft.com/office/drawing/2014/main" id="{0A898B77-31FC-244A-BE2D-96051A05182D}"/>
              </a:ext>
            </a:extLst>
          </p:cNvPr>
          <p:cNvSpPr txBox="1"/>
          <p:nvPr/>
        </p:nvSpPr>
        <p:spPr>
          <a:xfrm>
            <a:off x="7747559" y="10228846"/>
            <a:ext cx="2202847" cy="400110"/>
          </a:xfrm>
          <a:prstGeom prst="rect">
            <a:avLst/>
          </a:prstGeom>
          <a:noFill/>
        </p:spPr>
        <p:txBody>
          <a:bodyPr wrap="none" rtlCol="0">
            <a:spAutoFit/>
          </a:bodyPr>
          <a:lstStyle/>
          <a:p>
            <a:pPr algn="ctr"/>
            <a:r>
              <a:rPr lang="en-US" sz="2000" b="1" spc="300">
                <a:solidFill>
                  <a:schemeClr val="bg1"/>
                </a:solidFill>
                <a:latin typeface="Open Sans" panose="020B0606030504020204" pitchFamily="34" charset="0"/>
                <a:ea typeface="Open Sans" panose="020B0606030504020204" pitchFamily="34" charset="0"/>
                <a:cs typeface="Open Sans" panose="020B0606030504020204" pitchFamily="34" charset="0"/>
              </a:rPr>
              <a:t>LEVIENT.STD</a:t>
            </a:r>
            <a:endParaRPr sz="2000"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extBox 15">
            <a:extLst>
              <a:ext uri="{FF2B5EF4-FFF2-40B4-BE49-F238E27FC236}">
                <a16:creationId xmlns:a16="http://schemas.microsoft.com/office/drawing/2014/main" id="{68E364AB-553D-284D-A0DF-5E7939A9D93A}"/>
              </a:ext>
            </a:extLst>
          </p:cNvPr>
          <p:cNvSpPr txBox="1"/>
          <p:nvPr/>
        </p:nvSpPr>
        <p:spPr>
          <a:xfrm>
            <a:off x="3944810" y="4226382"/>
            <a:ext cx="6392981" cy="587277"/>
          </a:xfrm>
          <a:prstGeom prst="rect">
            <a:avLst/>
          </a:prstGeom>
          <a:noFill/>
        </p:spPr>
        <p:txBody>
          <a:bodyPr wrap="square" rtlCol="0">
            <a:spAutoFit/>
          </a:bodyPr>
          <a:lstStyle/>
          <a:p>
            <a:pPr>
              <a:lnSpc>
                <a:spcPct val="150000"/>
              </a:lnSpc>
            </a:pPr>
            <a:r>
              <a:rPr lang="en-US"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Send email and go to our social media</a:t>
            </a:r>
            <a:endParaRPr sz="240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TextBox 16">
            <a:extLst>
              <a:ext uri="{FF2B5EF4-FFF2-40B4-BE49-F238E27FC236}">
                <a16:creationId xmlns:a16="http://schemas.microsoft.com/office/drawing/2014/main" id="{CBCFC1D0-C337-7745-8652-F2E3B1A117B4}"/>
              </a:ext>
            </a:extLst>
          </p:cNvPr>
          <p:cNvSpPr txBox="1"/>
          <p:nvPr/>
        </p:nvSpPr>
        <p:spPr>
          <a:xfrm>
            <a:off x="4525901" y="6379673"/>
            <a:ext cx="5230797" cy="769441"/>
          </a:xfrm>
          <a:prstGeom prst="rect">
            <a:avLst/>
          </a:prstGeom>
          <a:noFill/>
        </p:spPr>
        <p:txBody>
          <a:bodyPr wrap="square" rtlCol="0">
            <a:spAutoFit/>
          </a:bodyPr>
          <a:lstStyle/>
          <a:p>
            <a:pPr algn="ctr"/>
            <a:r>
              <a:rPr lang="en-ID" sz="4400" b="1">
                <a:solidFill>
                  <a:schemeClr val="bg1"/>
                </a:solidFill>
                <a:latin typeface="Poppins" pitchFamily="2" charset="77"/>
                <a:ea typeface="Open Sans" panose="020B0606030504020204" pitchFamily="34" charset="0"/>
                <a:cs typeface="Poppins" pitchFamily="2" charset="77"/>
              </a:rPr>
              <a:t>hi@levient.com</a:t>
            </a:r>
            <a:endParaRPr sz="4400" b="1">
              <a:solidFill>
                <a:schemeClr val="bg1"/>
              </a:solidFill>
              <a:latin typeface="Poppins" pitchFamily="2" charset="77"/>
              <a:ea typeface="Open Sans" panose="020B0606030504020204" pitchFamily="34" charset="0"/>
              <a:cs typeface="Poppins" pitchFamily="2" charset="77"/>
            </a:endParaRPr>
          </a:p>
        </p:txBody>
      </p:sp>
      <p:sp>
        <p:nvSpPr>
          <p:cNvPr id="20" name="Graphic 18">
            <a:extLst>
              <a:ext uri="{FF2B5EF4-FFF2-40B4-BE49-F238E27FC236}">
                <a16:creationId xmlns:a16="http://schemas.microsoft.com/office/drawing/2014/main" id="{BE85189C-6E60-AD44-BC88-07036EABE9F6}"/>
              </a:ext>
            </a:extLst>
          </p:cNvPr>
          <p:cNvSpPr/>
          <p:nvPr/>
        </p:nvSpPr>
        <p:spPr>
          <a:xfrm>
            <a:off x="8453374" y="9157908"/>
            <a:ext cx="791217" cy="790741"/>
          </a:xfrm>
          <a:custGeom>
            <a:avLst/>
            <a:gdLst>
              <a:gd name="connsiteX0" fmla="*/ 791217 w 791217"/>
              <a:gd name="connsiteY0" fmla="*/ 395641 h 790741"/>
              <a:gd name="connsiteX1" fmla="*/ 395641 w 791217"/>
              <a:gd name="connsiteY1" fmla="*/ 0 h 790741"/>
              <a:gd name="connsiteX2" fmla="*/ 207035 w 791217"/>
              <a:gd name="connsiteY2" fmla="*/ 47835 h 790741"/>
              <a:gd name="connsiteX3" fmla="*/ 205387 w 791217"/>
              <a:gd name="connsiteY3" fmla="*/ 47835 h 790741"/>
              <a:gd name="connsiteX4" fmla="*/ 0 w 791217"/>
              <a:gd name="connsiteY4" fmla="*/ 395641 h 790741"/>
              <a:gd name="connsiteX5" fmla="*/ 89342 w 791217"/>
              <a:gd name="connsiteY5" fmla="*/ 645534 h 790741"/>
              <a:gd name="connsiteX6" fmla="*/ 89342 w 791217"/>
              <a:gd name="connsiteY6" fmla="*/ 645534 h 790741"/>
              <a:gd name="connsiteX7" fmla="*/ 89342 w 791217"/>
              <a:gd name="connsiteY7" fmla="*/ 645534 h 790741"/>
              <a:gd name="connsiteX8" fmla="*/ 646021 w 791217"/>
              <a:gd name="connsiteY8" fmla="*/ 701389 h 790741"/>
              <a:gd name="connsiteX9" fmla="*/ 791217 w 791217"/>
              <a:gd name="connsiteY9" fmla="*/ 395641 h 790741"/>
              <a:gd name="connsiteX10" fmla="*/ 661655 w 791217"/>
              <a:gd name="connsiteY10" fmla="*/ 201793 h 790741"/>
              <a:gd name="connsiteX11" fmla="*/ 725282 w 791217"/>
              <a:gd name="connsiteY11" fmla="*/ 384103 h 790741"/>
              <a:gd name="connsiteX12" fmla="*/ 638908 w 791217"/>
              <a:gd name="connsiteY12" fmla="*/ 379487 h 790741"/>
              <a:gd name="connsiteX13" fmla="*/ 501434 w 791217"/>
              <a:gd name="connsiteY13" fmla="*/ 392015 h 790741"/>
              <a:gd name="connsiteX14" fmla="*/ 472093 w 791217"/>
              <a:gd name="connsiteY14" fmla="*/ 326080 h 790741"/>
              <a:gd name="connsiteX15" fmla="*/ 661655 w 791217"/>
              <a:gd name="connsiteY15" fmla="*/ 201793 h 790741"/>
              <a:gd name="connsiteX16" fmla="*/ 617809 w 791217"/>
              <a:gd name="connsiteY16" fmla="*/ 153001 h 790741"/>
              <a:gd name="connsiteX17" fmla="*/ 439125 w 791217"/>
              <a:gd name="connsiteY17" fmla="*/ 267398 h 790741"/>
              <a:gd name="connsiteX18" fmla="*/ 285168 w 791217"/>
              <a:gd name="connsiteY18" fmla="*/ 85418 h 790741"/>
              <a:gd name="connsiteX19" fmla="*/ 617809 w 791217"/>
              <a:gd name="connsiteY19" fmla="*/ 151353 h 790741"/>
              <a:gd name="connsiteX20" fmla="*/ 220222 w 791217"/>
              <a:gd name="connsiteY20" fmla="*/ 117067 h 790741"/>
              <a:gd name="connsiteX21" fmla="*/ 376817 w 791217"/>
              <a:gd name="connsiteY21" fmla="*/ 291794 h 790741"/>
              <a:gd name="connsiteX22" fmla="*/ 143408 w 791217"/>
              <a:gd name="connsiteY22" fmla="*/ 329706 h 790741"/>
              <a:gd name="connsiteX23" fmla="*/ 73188 w 791217"/>
              <a:gd name="connsiteY23" fmla="*/ 326080 h 790741"/>
              <a:gd name="connsiteX24" fmla="*/ 220222 w 791217"/>
              <a:gd name="connsiteY24" fmla="*/ 117067 h 790741"/>
              <a:gd name="connsiteX25" fmla="*/ 65935 w 791217"/>
              <a:gd name="connsiteY25" fmla="*/ 393004 h 790741"/>
              <a:gd name="connsiteX26" fmla="*/ 143078 w 791217"/>
              <a:gd name="connsiteY26" fmla="*/ 397290 h 790741"/>
              <a:gd name="connsiteX27" fmla="*/ 409785 w 791217"/>
              <a:gd name="connsiteY27" fmla="*/ 350476 h 790741"/>
              <a:gd name="connsiteX28" fmla="*/ 435499 w 791217"/>
              <a:gd name="connsiteY28" fmla="*/ 406850 h 790741"/>
              <a:gd name="connsiteX29" fmla="*/ 119342 w 791217"/>
              <a:gd name="connsiteY29" fmla="*/ 575313 h 790741"/>
              <a:gd name="connsiteX30" fmla="*/ 65935 w 791217"/>
              <a:gd name="connsiteY30" fmla="*/ 393004 h 790741"/>
              <a:gd name="connsiteX31" fmla="*/ 160551 w 791217"/>
              <a:gd name="connsiteY31" fmla="*/ 626413 h 790741"/>
              <a:gd name="connsiteX32" fmla="*/ 457258 w 791217"/>
              <a:gd name="connsiteY32" fmla="*/ 468829 h 790741"/>
              <a:gd name="connsiteX33" fmla="*/ 488247 w 791217"/>
              <a:gd name="connsiteY33" fmla="*/ 679490 h 790741"/>
              <a:gd name="connsiteX34" fmla="*/ 488247 w 791217"/>
              <a:gd name="connsiteY34" fmla="*/ 712458 h 790741"/>
              <a:gd name="connsiteX35" fmla="*/ 160551 w 791217"/>
              <a:gd name="connsiteY35" fmla="*/ 626413 h 790741"/>
              <a:gd name="connsiteX36" fmla="*/ 556160 w 791217"/>
              <a:gd name="connsiteY36" fmla="*/ 684435 h 790741"/>
              <a:gd name="connsiteX37" fmla="*/ 556160 w 791217"/>
              <a:gd name="connsiteY37" fmla="*/ 679490 h 790741"/>
              <a:gd name="connsiteX38" fmla="*/ 523192 w 791217"/>
              <a:gd name="connsiteY38" fmla="*/ 455312 h 790741"/>
              <a:gd name="connsiteX39" fmla="*/ 638578 w 791217"/>
              <a:gd name="connsiteY39" fmla="*/ 445422 h 790741"/>
              <a:gd name="connsiteX40" fmla="*/ 720667 w 791217"/>
              <a:gd name="connsiteY40" fmla="*/ 450037 h 790741"/>
              <a:gd name="connsiteX41" fmla="*/ 554511 w 791217"/>
              <a:gd name="connsiteY41" fmla="*/ 684435 h 790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91217" h="790741">
                <a:moveTo>
                  <a:pt x="791217" y="395641"/>
                </a:moveTo>
                <a:cubicBezTo>
                  <a:pt x="791235" y="177153"/>
                  <a:pt x="614130" y="18"/>
                  <a:pt x="395641" y="0"/>
                </a:cubicBezTo>
                <a:cubicBezTo>
                  <a:pt x="329771" y="-5"/>
                  <a:pt x="264941" y="16437"/>
                  <a:pt x="207035" y="47835"/>
                </a:cubicBezTo>
                <a:lnTo>
                  <a:pt x="205387" y="47835"/>
                </a:lnTo>
                <a:cubicBezTo>
                  <a:pt x="78899" y="117927"/>
                  <a:pt x="298" y="251031"/>
                  <a:pt x="0" y="395641"/>
                </a:cubicBezTo>
                <a:cubicBezTo>
                  <a:pt x="-43" y="486769"/>
                  <a:pt x="31533" y="575089"/>
                  <a:pt x="89342" y="645534"/>
                </a:cubicBezTo>
                <a:lnTo>
                  <a:pt x="89342" y="645534"/>
                </a:lnTo>
                <a:lnTo>
                  <a:pt x="89342" y="645534"/>
                </a:lnTo>
                <a:cubicBezTo>
                  <a:pt x="227641" y="814681"/>
                  <a:pt x="476875" y="839688"/>
                  <a:pt x="646021" y="701389"/>
                </a:cubicBezTo>
                <a:cubicBezTo>
                  <a:pt x="737776" y="626368"/>
                  <a:pt x="791061" y="514161"/>
                  <a:pt x="791217" y="395641"/>
                </a:cubicBezTo>
                <a:close/>
                <a:moveTo>
                  <a:pt x="661655" y="201793"/>
                </a:moveTo>
                <a:cubicBezTo>
                  <a:pt x="700712" y="254783"/>
                  <a:pt x="722886" y="318318"/>
                  <a:pt x="725282" y="384103"/>
                </a:cubicBezTo>
                <a:cubicBezTo>
                  <a:pt x="696271" y="381136"/>
                  <a:pt x="665282" y="379487"/>
                  <a:pt x="638908" y="379487"/>
                </a:cubicBezTo>
                <a:cubicBezTo>
                  <a:pt x="592807" y="379670"/>
                  <a:pt x="546809" y="383862"/>
                  <a:pt x="501434" y="392015"/>
                </a:cubicBezTo>
                <a:cubicBezTo>
                  <a:pt x="492533" y="369267"/>
                  <a:pt x="482972" y="346849"/>
                  <a:pt x="472093" y="326080"/>
                </a:cubicBezTo>
                <a:cubicBezTo>
                  <a:pt x="540945" y="294012"/>
                  <a:pt x="604794" y="252149"/>
                  <a:pt x="661655" y="201793"/>
                </a:cubicBezTo>
                <a:close/>
                <a:moveTo>
                  <a:pt x="617809" y="153001"/>
                </a:moveTo>
                <a:cubicBezTo>
                  <a:pt x="564212" y="199732"/>
                  <a:pt x="504000" y="238282"/>
                  <a:pt x="439125" y="267398"/>
                </a:cubicBezTo>
                <a:cubicBezTo>
                  <a:pt x="397315" y="199293"/>
                  <a:pt x="345404" y="137934"/>
                  <a:pt x="285168" y="85418"/>
                </a:cubicBezTo>
                <a:cubicBezTo>
                  <a:pt x="399660" y="43547"/>
                  <a:pt x="527944" y="68975"/>
                  <a:pt x="617809" y="151353"/>
                </a:cubicBezTo>
                <a:close/>
                <a:moveTo>
                  <a:pt x="220222" y="117067"/>
                </a:moveTo>
                <a:cubicBezTo>
                  <a:pt x="281558" y="166424"/>
                  <a:pt x="334448" y="225438"/>
                  <a:pt x="376817" y="291794"/>
                </a:cubicBezTo>
                <a:cubicBezTo>
                  <a:pt x="301612" y="317115"/>
                  <a:pt x="222761" y="329923"/>
                  <a:pt x="143408" y="329706"/>
                </a:cubicBezTo>
                <a:cubicBezTo>
                  <a:pt x="120001" y="329706"/>
                  <a:pt x="96594" y="329706"/>
                  <a:pt x="73188" y="326080"/>
                </a:cubicBezTo>
                <a:cubicBezTo>
                  <a:pt x="92104" y="239474"/>
                  <a:pt x="145103" y="164136"/>
                  <a:pt x="220222" y="117067"/>
                </a:cubicBezTo>
                <a:close/>
                <a:moveTo>
                  <a:pt x="65935" y="393004"/>
                </a:moveTo>
                <a:cubicBezTo>
                  <a:pt x="91649" y="395641"/>
                  <a:pt x="117364" y="397290"/>
                  <a:pt x="143078" y="397290"/>
                </a:cubicBezTo>
                <a:cubicBezTo>
                  <a:pt x="234014" y="397173"/>
                  <a:pt x="324245" y="381335"/>
                  <a:pt x="409785" y="350476"/>
                </a:cubicBezTo>
                <a:cubicBezTo>
                  <a:pt x="419235" y="368938"/>
                  <a:pt x="427807" y="387729"/>
                  <a:pt x="435499" y="406850"/>
                </a:cubicBezTo>
                <a:cubicBezTo>
                  <a:pt x="318524" y="437851"/>
                  <a:pt x="210313" y="495510"/>
                  <a:pt x="119342" y="575313"/>
                </a:cubicBezTo>
                <a:cubicBezTo>
                  <a:pt x="83856" y="521184"/>
                  <a:pt x="65266" y="457725"/>
                  <a:pt x="65935" y="393004"/>
                </a:cubicBezTo>
                <a:close/>
                <a:moveTo>
                  <a:pt x="160551" y="626413"/>
                </a:moveTo>
                <a:cubicBezTo>
                  <a:pt x="245607" y="551171"/>
                  <a:pt x="347290" y="497166"/>
                  <a:pt x="457258" y="468829"/>
                </a:cubicBezTo>
                <a:cubicBezTo>
                  <a:pt x="477848" y="537153"/>
                  <a:pt x="488289" y="608131"/>
                  <a:pt x="488247" y="679490"/>
                </a:cubicBezTo>
                <a:cubicBezTo>
                  <a:pt x="488247" y="690370"/>
                  <a:pt x="488247" y="701249"/>
                  <a:pt x="488247" y="712458"/>
                </a:cubicBezTo>
                <a:cubicBezTo>
                  <a:pt x="371512" y="746849"/>
                  <a:pt x="245332" y="713717"/>
                  <a:pt x="160551" y="626413"/>
                </a:cubicBezTo>
                <a:close/>
                <a:moveTo>
                  <a:pt x="556160" y="684435"/>
                </a:moveTo>
                <a:cubicBezTo>
                  <a:pt x="556160" y="684435"/>
                  <a:pt x="556160" y="681139"/>
                  <a:pt x="556160" y="679490"/>
                </a:cubicBezTo>
                <a:cubicBezTo>
                  <a:pt x="555924" y="603574"/>
                  <a:pt x="544822" y="528082"/>
                  <a:pt x="523192" y="455312"/>
                </a:cubicBezTo>
                <a:cubicBezTo>
                  <a:pt x="561331" y="448959"/>
                  <a:pt x="599915" y="445652"/>
                  <a:pt x="638578" y="445422"/>
                </a:cubicBezTo>
                <a:cubicBezTo>
                  <a:pt x="663963" y="445422"/>
                  <a:pt x="693304" y="447070"/>
                  <a:pt x="720667" y="450037"/>
                </a:cubicBezTo>
                <a:cubicBezTo>
                  <a:pt x="704032" y="549464"/>
                  <a:pt x="642821" y="635816"/>
                  <a:pt x="554511" y="684435"/>
                </a:cubicBezTo>
                <a:close/>
              </a:path>
            </a:pathLst>
          </a:custGeom>
          <a:solidFill>
            <a:schemeClr val="bg2"/>
          </a:solidFill>
          <a:ln w="32941" cap="flat">
            <a:noFill/>
            <a:prstDash val="solid"/>
            <a:miter/>
          </a:ln>
        </p:spPr>
        <p:txBody>
          <a:bodyPr rtlCol="0" anchor="ctr"/>
          <a:lstStyle/>
          <a:p>
            <a:endParaRPr/>
          </a:p>
        </p:txBody>
      </p:sp>
      <p:grpSp>
        <p:nvGrpSpPr>
          <p:cNvPr id="23" name="Graphic 21">
            <a:extLst>
              <a:ext uri="{FF2B5EF4-FFF2-40B4-BE49-F238E27FC236}">
                <a16:creationId xmlns:a16="http://schemas.microsoft.com/office/drawing/2014/main" id="{840D313E-9C1C-EC4C-A89A-4D21452DA67C}"/>
              </a:ext>
            </a:extLst>
          </p:cNvPr>
          <p:cNvGrpSpPr/>
          <p:nvPr/>
        </p:nvGrpSpPr>
        <p:grpSpPr>
          <a:xfrm>
            <a:off x="4980739" y="9113488"/>
            <a:ext cx="905773" cy="905773"/>
            <a:chOff x="5040707" y="9138888"/>
            <a:chExt cx="905773" cy="905773"/>
          </a:xfrm>
          <a:solidFill>
            <a:schemeClr val="bg2"/>
          </a:solidFill>
        </p:grpSpPr>
        <p:sp>
          <p:nvSpPr>
            <p:cNvPr id="24" name="Freeform 23">
              <a:extLst>
                <a:ext uri="{FF2B5EF4-FFF2-40B4-BE49-F238E27FC236}">
                  <a16:creationId xmlns:a16="http://schemas.microsoft.com/office/drawing/2014/main" id="{261E62E9-E86E-1140-99F7-C72579F33560}"/>
                </a:ext>
              </a:extLst>
            </p:cNvPr>
            <p:cNvSpPr/>
            <p:nvPr/>
          </p:nvSpPr>
          <p:spPr>
            <a:xfrm>
              <a:off x="5116188" y="9459682"/>
              <a:ext cx="188702" cy="528367"/>
            </a:xfrm>
            <a:custGeom>
              <a:avLst/>
              <a:gdLst>
                <a:gd name="connsiteX0" fmla="*/ 169832 w 188702"/>
                <a:gd name="connsiteY0" fmla="*/ 0 h 528367"/>
                <a:gd name="connsiteX1" fmla="*/ 188703 w 188702"/>
                <a:gd name="connsiteY1" fmla="*/ 18870 h 528367"/>
                <a:gd name="connsiteX2" fmla="*/ 188703 w 188702"/>
                <a:gd name="connsiteY2" fmla="*/ 509497 h 528367"/>
                <a:gd name="connsiteX3" fmla="*/ 169832 w 188702"/>
                <a:gd name="connsiteY3" fmla="*/ 528368 h 528367"/>
                <a:gd name="connsiteX4" fmla="*/ 18870 w 188702"/>
                <a:gd name="connsiteY4" fmla="*/ 528368 h 528367"/>
                <a:gd name="connsiteX5" fmla="*/ 0 w 188702"/>
                <a:gd name="connsiteY5" fmla="*/ 509497 h 528367"/>
                <a:gd name="connsiteX6" fmla="*/ 0 w 188702"/>
                <a:gd name="connsiteY6" fmla="*/ 18870 h 528367"/>
                <a:gd name="connsiteX7" fmla="*/ 18870 w 188702"/>
                <a:gd name="connsiteY7" fmla="*/ 0 h 528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8702" h="528367">
                  <a:moveTo>
                    <a:pt x="169832" y="0"/>
                  </a:moveTo>
                  <a:cubicBezTo>
                    <a:pt x="180254" y="0"/>
                    <a:pt x="188703" y="8449"/>
                    <a:pt x="188703" y="18870"/>
                  </a:cubicBezTo>
                  <a:lnTo>
                    <a:pt x="188703" y="509497"/>
                  </a:lnTo>
                  <a:cubicBezTo>
                    <a:pt x="188703" y="519919"/>
                    <a:pt x="180254" y="528368"/>
                    <a:pt x="169832" y="528368"/>
                  </a:cubicBezTo>
                  <a:lnTo>
                    <a:pt x="18870" y="528368"/>
                  </a:lnTo>
                  <a:cubicBezTo>
                    <a:pt x="8449" y="528368"/>
                    <a:pt x="0" y="519919"/>
                    <a:pt x="0" y="509497"/>
                  </a:cubicBezTo>
                  <a:lnTo>
                    <a:pt x="0" y="18870"/>
                  </a:lnTo>
                  <a:cubicBezTo>
                    <a:pt x="0" y="8449"/>
                    <a:pt x="8449" y="0"/>
                    <a:pt x="18870" y="0"/>
                  </a:cubicBezTo>
                  <a:close/>
                </a:path>
              </a:pathLst>
            </a:custGeom>
            <a:grpFill/>
            <a:ln w="37703" cap="flat">
              <a:noFill/>
              <a:prstDash val="solid"/>
              <a:miter/>
            </a:ln>
          </p:spPr>
          <p:txBody>
            <a:bodyPr rtlCol="0" anchor="ctr"/>
            <a:lstStyle/>
            <a:p>
              <a:endParaRPr/>
            </a:p>
          </p:txBody>
        </p:sp>
        <p:sp>
          <p:nvSpPr>
            <p:cNvPr id="25" name="Freeform 24">
              <a:extLst>
                <a:ext uri="{FF2B5EF4-FFF2-40B4-BE49-F238E27FC236}">
                  <a16:creationId xmlns:a16="http://schemas.microsoft.com/office/drawing/2014/main" id="{7E5FE30A-8BA2-284A-9AE1-18F30FEB62C6}"/>
                </a:ext>
              </a:extLst>
            </p:cNvPr>
            <p:cNvSpPr/>
            <p:nvPr/>
          </p:nvSpPr>
          <p:spPr>
            <a:xfrm>
              <a:off x="5116188" y="9195498"/>
              <a:ext cx="187193" cy="188702"/>
            </a:xfrm>
            <a:custGeom>
              <a:avLst/>
              <a:gdLst>
                <a:gd name="connsiteX0" fmla="*/ 187193 w 187193"/>
                <a:gd name="connsiteY0" fmla="*/ 94351 h 188702"/>
                <a:gd name="connsiteX1" fmla="*/ 93597 w 187193"/>
                <a:gd name="connsiteY1" fmla="*/ 188703 h 188702"/>
                <a:gd name="connsiteX2" fmla="*/ 0 w 187193"/>
                <a:gd name="connsiteY2" fmla="*/ 94351 h 188702"/>
                <a:gd name="connsiteX3" fmla="*/ 93597 w 187193"/>
                <a:gd name="connsiteY3" fmla="*/ 0 h 188702"/>
                <a:gd name="connsiteX4" fmla="*/ 187193 w 187193"/>
                <a:gd name="connsiteY4" fmla="*/ 94351 h 188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193" h="188702">
                  <a:moveTo>
                    <a:pt x="187193" y="94351"/>
                  </a:moveTo>
                  <a:cubicBezTo>
                    <a:pt x="187193" y="146460"/>
                    <a:pt x="145288" y="188703"/>
                    <a:pt x="93597" y="188703"/>
                  </a:cubicBezTo>
                  <a:cubicBezTo>
                    <a:pt x="41905" y="188703"/>
                    <a:pt x="0" y="146460"/>
                    <a:pt x="0" y="94351"/>
                  </a:cubicBezTo>
                  <a:cubicBezTo>
                    <a:pt x="0" y="42243"/>
                    <a:pt x="41905" y="0"/>
                    <a:pt x="93597" y="0"/>
                  </a:cubicBezTo>
                  <a:cubicBezTo>
                    <a:pt x="145288" y="0"/>
                    <a:pt x="187193" y="42243"/>
                    <a:pt x="187193" y="94351"/>
                  </a:cubicBezTo>
                  <a:close/>
                </a:path>
              </a:pathLst>
            </a:custGeom>
            <a:grpFill/>
            <a:ln w="37703" cap="flat">
              <a:noFill/>
              <a:prstDash val="solid"/>
              <a:miter/>
            </a:ln>
          </p:spPr>
          <p:txBody>
            <a:bodyPr rtlCol="0" anchor="ctr"/>
            <a:lstStyle/>
            <a:p>
              <a:endParaRPr/>
            </a:p>
          </p:txBody>
        </p:sp>
        <p:sp>
          <p:nvSpPr>
            <p:cNvPr id="26" name="Freeform 25">
              <a:extLst>
                <a:ext uri="{FF2B5EF4-FFF2-40B4-BE49-F238E27FC236}">
                  <a16:creationId xmlns:a16="http://schemas.microsoft.com/office/drawing/2014/main" id="{0C3C6700-078A-E444-A220-ED7D5B143BA0}"/>
                </a:ext>
              </a:extLst>
            </p:cNvPr>
            <p:cNvSpPr/>
            <p:nvPr/>
          </p:nvSpPr>
          <p:spPr>
            <a:xfrm>
              <a:off x="5380371" y="9440706"/>
              <a:ext cx="490627" cy="547344"/>
            </a:xfrm>
            <a:custGeom>
              <a:avLst/>
              <a:gdLst>
                <a:gd name="connsiteX0" fmla="*/ 358535 w 490627"/>
                <a:gd name="connsiteY0" fmla="*/ 547344 h 547344"/>
                <a:gd name="connsiteX1" fmla="*/ 471757 w 490627"/>
                <a:gd name="connsiteY1" fmla="*/ 547344 h 547344"/>
                <a:gd name="connsiteX2" fmla="*/ 490627 w 490627"/>
                <a:gd name="connsiteY2" fmla="*/ 528474 h 547344"/>
                <a:gd name="connsiteX3" fmla="*/ 490627 w 490627"/>
                <a:gd name="connsiteY3" fmla="*/ 211453 h 547344"/>
                <a:gd name="connsiteX4" fmla="*/ 297773 w 490627"/>
                <a:gd name="connsiteY4" fmla="*/ 106 h 547344"/>
                <a:gd name="connsiteX5" fmla="*/ 178135 w 490627"/>
                <a:gd name="connsiteY5" fmla="*/ 48037 h 547344"/>
                <a:gd name="connsiteX6" fmla="*/ 156309 w 490627"/>
                <a:gd name="connsiteY6" fmla="*/ 49610 h 547344"/>
                <a:gd name="connsiteX7" fmla="*/ 150962 w 490627"/>
                <a:gd name="connsiteY7" fmla="*/ 37847 h 547344"/>
                <a:gd name="connsiteX8" fmla="*/ 132092 w 490627"/>
                <a:gd name="connsiteY8" fmla="*/ 18977 h 547344"/>
                <a:gd name="connsiteX9" fmla="*/ 18870 w 490627"/>
                <a:gd name="connsiteY9" fmla="*/ 18977 h 547344"/>
                <a:gd name="connsiteX10" fmla="*/ 0 w 490627"/>
                <a:gd name="connsiteY10" fmla="*/ 37847 h 547344"/>
                <a:gd name="connsiteX11" fmla="*/ 0 w 490627"/>
                <a:gd name="connsiteY11" fmla="*/ 528474 h 547344"/>
                <a:gd name="connsiteX12" fmla="*/ 18870 w 490627"/>
                <a:gd name="connsiteY12" fmla="*/ 547344 h 547344"/>
                <a:gd name="connsiteX13" fmla="*/ 132092 w 490627"/>
                <a:gd name="connsiteY13" fmla="*/ 547344 h 547344"/>
                <a:gd name="connsiteX14" fmla="*/ 150962 w 490627"/>
                <a:gd name="connsiteY14" fmla="*/ 528474 h 547344"/>
                <a:gd name="connsiteX15" fmla="*/ 150962 w 490627"/>
                <a:gd name="connsiteY15" fmla="*/ 245420 h 547344"/>
                <a:gd name="connsiteX16" fmla="*/ 245314 w 490627"/>
                <a:gd name="connsiteY16" fmla="*/ 151068 h 547344"/>
                <a:gd name="connsiteX17" fmla="*/ 339665 w 490627"/>
                <a:gd name="connsiteY17" fmla="*/ 245420 h 547344"/>
                <a:gd name="connsiteX18" fmla="*/ 339665 w 490627"/>
                <a:gd name="connsiteY18" fmla="*/ 528474 h 547344"/>
                <a:gd name="connsiteX19" fmla="*/ 358535 w 490627"/>
                <a:gd name="connsiteY19" fmla="*/ 547344 h 54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90627" h="547344">
                  <a:moveTo>
                    <a:pt x="358535" y="547344"/>
                  </a:moveTo>
                  <a:lnTo>
                    <a:pt x="471757" y="547344"/>
                  </a:lnTo>
                  <a:cubicBezTo>
                    <a:pt x="482179" y="547344"/>
                    <a:pt x="490627" y="538896"/>
                    <a:pt x="490627" y="528474"/>
                  </a:cubicBezTo>
                  <a:lnTo>
                    <a:pt x="490627" y="211453"/>
                  </a:lnTo>
                  <a:cubicBezTo>
                    <a:pt x="490627" y="69172"/>
                    <a:pt x="410240" y="106"/>
                    <a:pt x="297773" y="106"/>
                  </a:cubicBezTo>
                  <a:cubicBezTo>
                    <a:pt x="252913" y="-1534"/>
                    <a:pt x="209453" y="15877"/>
                    <a:pt x="178135" y="48037"/>
                  </a:cubicBezTo>
                  <a:cubicBezTo>
                    <a:pt x="172543" y="54498"/>
                    <a:pt x="162770" y="55203"/>
                    <a:pt x="156309" y="49610"/>
                  </a:cubicBezTo>
                  <a:cubicBezTo>
                    <a:pt x="152897" y="46656"/>
                    <a:pt x="150944" y="42360"/>
                    <a:pt x="150962" y="37847"/>
                  </a:cubicBezTo>
                  <a:cubicBezTo>
                    <a:pt x="150962" y="27425"/>
                    <a:pt x="142514" y="18977"/>
                    <a:pt x="132092" y="18977"/>
                  </a:cubicBezTo>
                  <a:lnTo>
                    <a:pt x="18870" y="18977"/>
                  </a:lnTo>
                  <a:cubicBezTo>
                    <a:pt x="8449" y="18977"/>
                    <a:pt x="0" y="27425"/>
                    <a:pt x="0" y="37847"/>
                  </a:cubicBezTo>
                  <a:lnTo>
                    <a:pt x="0" y="528474"/>
                  </a:lnTo>
                  <a:cubicBezTo>
                    <a:pt x="0" y="538896"/>
                    <a:pt x="8449" y="547344"/>
                    <a:pt x="18870" y="547344"/>
                  </a:cubicBezTo>
                  <a:lnTo>
                    <a:pt x="132092" y="547344"/>
                  </a:lnTo>
                  <a:cubicBezTo>
                    <a:pt x="142514" y="547344"/>
                    <a:pt x="150962" y="538896"/>
                    <a:pt x="150962" y="528474"/>
                  </a:cubicBezTo>
                  <a:lnTo>
                    <a:pt x="150962" y="245420"/>
                  </a:lnTo>
                  <a:cubicBezTo>
                    <a:pt x="150962" y="193311"/>
                    <a:pt x="193205" y="151068"/>
                    <a:pt x="245314" y="151068"/>
                  </a:cubicBezTo>
                  <a:cubicBezTo>
                    <a:pt x="297422" y="151068"/>
                    <a:pt x="339665" y="193311"/>
                    <a:pt x="339665" y="245420"/>
                  </a:cubicBezTo>
                  <a:lnTo>
                    <a:pt x="339665" y="528474"/>
                  </a:lnTo>
                  <a:cubicBezTo>
                    <a:pt x="339665" y="538896"/>
                    <a:pt x="348113" y="547344"/>
                    <a:pt x="358535" y="547344"/>
                  </a:cubicBezTo>
                  <a:close/>
                </a:path>
              </a:pathLst>
            </a:custGeom>
            <a:grpFill/>
            <a:ln w="37703" cap="flat">
              <a:noFill/>
              <a:prstDash val="solid"/>
              <a:miter/>
            </a:ln>
          </p:spPr>
          <p:txBody>
            <a:bodyPr rtlCol="0" anchor="ctr"/>
            <a:lstStyle/>
            <a:p>
              <a:endParaRPr/>
            </a:p>
          </p:txBody>
        </p:sp>
      </p:grpSp>
      <p:sp>
        <p:nvSpPr>
          <p:cNvPr id="6" name="Picture Placeholder 5">
            <a:extLst>
              <a:ext uri="{FF2B5EF4-FFF2-40B4-BE49-F238E27FC236}">
                <a16:creationId xmlns:a16="http://schemas.microsoft.com/office/drawing/2014/main" id="{C394BF25-A4A7-2B40-BFB8-0A703E439967}"/>
              </a:ext>
            </a:extLst>
          </p:cNvPr>
          <p:cNvSpPr>
            <a:spLocks noGrp="1"/>
          </p:cNvSpPr>
          <p:nvPr>
            <p:ph type="pic" sz="quarter" idx="12"/>
          </p:nvPr>
        </p:nvSpPr>
        <p:spPr/>
      </p:sp>
    </p:spTree>
    <p:extLst>
      <p:ext uri="{BB962C8B-B14F-4D97-AF65-F5344CB8AC3E}">
        <p14:creationId xmlns:p14="http://schemas.microsoft.com/office/powerpoint/2010/main" val="25164801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ounded Rectangle 14">
            <a:extLst>
              <a:ext uri="{FF2B5EF4-FFF2-40B4-BE49-F238E27FC236}">
                <a16:creationId xmlns:a16="http://schemas.microsoft.com/office/drawing/2014/main" id="{2E294F1A-17FA-3B4A-B1AB-4DA696E3FACA}"/>
              </a:ext>
            </a:extLst>
          </p:cNvPr>
          <p:cNvSpPr/>
          <p:nvPr/>
        </p:nvSpPr>
        <p:spPr>
          <a:xfrm>
            <a:off x="5747784" y="3218032"/>
            <a:ext cx="12883671" cy="7279937"/>
          </a:xfrm>
          <a:prstGeom prst="roundRect">
            <a:avLst>
              <a:gd name="adj" fmla="val 11701"/>
            </a:avLst>
          </a:prstGeom>
          <a:solidFill>
            <a:schemeClr val="bg1">
              <a:alpha val="80000"/>
            </a:schemeClr>
          </a:solidFill>
          <a:ln>
            <a:noFill/>
          </a:ln>
          <a:effectLst>
            <a:outerShdw blurRad="647700" dist="38100" dir="8100000" sx="105000" sy="105000" algn="tr" rotWithShape="0">
              <a:schemeClr val="tx2">
                <a:alpha val="8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6" name="Straight Connector 5">
            <a:extLst>
              <a:ext uri="{FF2B5EF4-FFF2-40B4-BE49-F238E27FC236}">
                <a16:creationId xmlns:a16="http://schemas.microsoft.com/office/drawing/2014/main" id="{E2E2A971-5F57-1848-A5A1-98433F22DB59}"/>
              </a:ext>
            </a:extLst>
          </p:cNvPr>
          <p:cNvCxnSpPr>
            <a:cxnSpLocks/>
          </p:cNvCxnSpPr>
          <p:nvPr/>
        </p:nvCxnSpPr>
        <p:spPr>
          <a:xfrm>
            <a:off x="1634313" y="0"/>
            <a:ext cx="0" cy="1371600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DDCB0E10-42DC-2043-934F-F766AD086232}"/>
              </a:ext>
            </a:extLst>
          </p:cNvPr>
          <p:cNvSpPr/>
          <p:nvPr/>
        </p:nvSpPr>
        <p:spPr>
          <a:xfrm>
            <a:off x="393318" y="598208"/>
            <a:ext cx="857250" cy="857250"/>
          </a:xfrm>
          <a:prstGeom prst="ellipse">
            <a:avLst/>
          </a:prstGeom>
          <a:gradFill>
            <a:gsLst>
              <a:gs pos="0">
                <a:schemeClr val="accent1"/>
              </a:gs>
              <a:gs pos="67000">
                <a:schemeClr val="accent4"/>
              </a:gs>
              <a:gs pos="34000">
                <a:schemeClr val="accent2"/>
              </a:gs>
              <a:gs pos="100000">
                <a:schemeClr val="accent5"/>
              </a:gs>
            </a:gsLst>
            <a:lin ang="18900000" scaled="1"/>
          </a:gradFill>
          <a:ln>
            <a:noFill/>
          </a:ln>
          <a:effectLst>
            <a:outerShdw blurRad="393700" dist="38100" dir="8100000" sx="122000" sy="122000" algn="tr" rotWithShape="0">
              <a:schemeClr val="accent2">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E48DF522-36DE-E945-B691-02441C2C1021}"/>
              </a:ext>
            </a:extLst>
          </p:cNvPr>
          <p:cNvSpPr txBox="1"/>
          <p:nvPr/>
        </p:nvSpPr>
        <p:spPr>
          <a:xfrm rot="16200000">
            <a:off x="-130401" y="2425394"/>
            <a:ext cx="1904689" cy="646331"/>
          </a:xfrm>
          <a:prstGeom prst="rect">
            <a:avLst/>
          </a:prstGeom>
          <a:noFill/>
        </p:spPr>
        <p:txBody>
          <a:bodyPr wrap="none" rtlCol="0">
            <a:spAutoFit/>
          </a:bodyPr>
          <a:lstStyle/>
          <a:p>
            <a:r>
              <a:rPr lang="en-US" sz="3600" b="1">
                <a:solidFill>
                  <a:schemeClr val="tx2"/>
                </a:solidFill>
                <a:latin typeface="Poppins" pitchFamily="2" charset="77"/>
                <a:ea typeface="Open Sans" panose="020B0606030504020204" pitchFamily="34" charset="0"/>
                <a:cs typeface="Poppins" pitchFamily="2" charset="77"/>
              </a:rPr>
              <a:t>Lévient</a:t>
            </a:r>
            <a:endParaRPr sz="3600" b="1">
              <a:solidFill>
                <a:schemeClr val="tx2"/>
              </a:solidFill>
              <a:latin typeface="Poppins" pitchFamily="2" charset="77"/>
              <a:ea typeface="Open Sans" panose="020B0606030504020204" pitchFamily="34" charset="0"/>
              <a:cs typeface="Poppins" pitchFamily="2" charset="77"/>
            </a:endParaRPr>
          </a:p>
        </p:txBody>
      </p:sp>
      <p:sp>
        <p:nvSpPr>
          <p:cNvPr id="9" name="TextBox 8">
            <a:extLst>
              <a:ext uri="{FF2B5EF4-FFF2-40B4-BE49-F238E27FC236}">
                <a16:creationId xmlns:a16="http://schemas.microsoft.com/office/drawing/2014/main" id="{709DEC5F-7052-5647-9B09-E32E5836BE74}"/>
              </a:ext>
            </a:extLst>
          </p:cNvPr>
          <p:cNvSpPr txBox="1"/>
          <p:nvPr/>
        </p:nvSpPr>
        <p:spPr>
          <a:xfrm rot="16200000">
            <a:off x="-486268" y="11469386"/>
            <a:ext cx="2616422"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MASDIKASTUDIO</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10" name="Straight Connector 9">
            <a:extLst>
              <a:ext uri="{FF2B5EF4-FFF2-40B4-BE49-F238E27FC236}">
                <a16:creationId xmlns:a16="http://schemas.microsoft.com/office/drawing/2014/main" id="{9DE70F50-9D7E-924C-AAA9-8A738AA8E20D}"/>
              </a:ext>
            </a:extLst>
          </p:cNvPr>
          <p:cNvCxnSpPr>
            <a:cxnSpLocks/>
          </p:cNvCxnSpPr>
          <p:nvPr/>
        </p:nvCxnSpPr>
        <p:spPr>
          <a:xfrm flipH="1">
            <a:off x="1634313" y="12533925"/>
            <a:ext cx="22744925" cy="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099E588-7D36-6A41-9CDF-9B58D4838DF1}"/>
              </a:ext>
            </a:extLst>
          </p:cNvPr>
          <p:cNvSpPr txBox="1"/>
          <p:nvPr/>
        </p:nvSpPr>
        <p:spPr>
          <a:xfrm>
            <a:off x="20396237" y="12962263"/>
            <a:ext cx="3345724" cy="369332"/>
          </a:xfrm>
          <a:prstGeom prst="rect">
            <a:avLst/>
          </a:prstGeom>
          <a:noFill/>
        </p:spPr>
        <p:txBody>
          <a:bodyPr wrap="none" rtlCol="0">
            <a:spAutoFit/>
          </a:bodyPr>
          <a:lstStyle/>
          <a:p>
            <a:r>
              <a:rPr lang="en-US" b="1" spc="300">
                <a:solidFill>
                  <a:schemeClr val="tx2"/>
                </a:solidFill>
                <a:latin typeface="Open Sans" panose="020B0606030504020204" pitchFamily="34" charset="0"/>
                <a:ea typeface="Open Sans" panose="020B0606030504020204" pitchFamily="34" charset="0"/>
                <a:cs typeface="Open Sans" panose="020B0606030504020204" pitchFamily="34" charset="0"/>
              </a:rPr>
              <a:t>2020 COMPANY NAME</a:t>
            </a:r>
            <a:endParaRPr b="1" spc="3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extBox 13">
            <a:extLst>
              <a:ext uri="{FF2B5EF4-FFF2-40B4-BE49-F238E27FC236}">
                <a16:creationId xmlns:a16="http://schemas.microsoft.com/office/drawing/2014/main" id="{8A38B8EF-108B-4143-B395-13D96CD39096}"/>
              </a:ext>
            </a:extLst>
          </p:cNvPr>
          <p:cNvSpPr txBox="1"/>
          <p:nvPr/>
        </p:nvSpPr>
        <p:spPr>
          <a:xfrm>
            <a:off x="7031411" y="5015882"/>
            <a:ext cx="10316416" cy="3154710"/>
          </a:xfrm>
          <a:prstGeom prst="rect">
            <a:avLst/>
          </a:prstGeom>
          <a:noFill/>
        </p:spPr>
        <p:txBody>
          <a:bodyPr wrap="square" rtlCol="0">
            <a:spAutoFit/>
          </a:bodyPr>
          <a:lstStyle/>
          <a:p>
            <a:pPr algn="ctr"/>
            <a:r>
              <a:rPr lang="en-US" sz="19900" b="1">
                <a:gradFill flip="none" rotWithShape="1">
                  <a:gsLst>
                    <a:gs pos="0">
                      <a:schemeClr val="accent1"/>
                    </a:gs>
                    <a:gs pos="55000">
                      <a:schemeClr val="accent2"/>
                    </a:gs>
                    <a:gs pos="100000">
                      <a:schemeClr val="accent5"/>
                    </a:gs>
                  </a:gsLst>
                  <a:lin ang="18900000" scaled="1"/>
                  <a:tileRect/>
                </a:gradFill>
                <a:effectLst>
                  <a:outerShdw blurRad="482600" dist="38100" dir="8100000" sx="102000" sy="102000" algn="tr" rotWithShape="0">
                    <a:schemeClr val="accent2">
                      <a:alpha val="26000"/>
                    </a:schemeClr>
                  </a:outerShdw>
                </a:effectLst>
                <a:latin typeface="Poppins" pitchFamily="2" charset="77"/>
                <a:cs typeface="Poppins" pitchFamily="2" charset="77"/>
              </a:rPr>
              <a:t>Thanks</a:t>
            </a:r>
            <a:endParaRPr sz="19900" b="1">
              <a:gradFill flip="none" rotWithShape="1">
                <a:gsLst>
                  <a:gs pos="0">
                    <a:schemeClr val="accent1"/>
                  </a:gs>
                  <a:gs pos="55000">
                    <a:schemeClr val="accent2"/>
                  </a:gs>
                  <a:gs pos="100000">
                    <a:schemeClr val="accent5"/>
                  </a:gs>
                </a:gsLst>
                <a:lin ang="18900000" scaled="1"/>
                <a:tileRect/>
              </a:gradFill>
              <a:effectLst>
                <a:outerShdw blurRad="482600" dist="38100" dir="8100000" sx="102000" sy="102000" algn="tr" rotWithShape="0">
                  <a:schemeClr val="accent2">
                    <a:alpha val="26000"/>
                  </a:schemeClr>
                </a:outerShdw>
              </a:effectLst>
              <a:latin typeface="Poppins" pitchFamily="2" charset="77"/>
              <a:cs typeface="Poppins" pitchFamily="2" charset="77"/>
            </a:endParaRPr>
          </a:p>
        </p:txBody>
      </p:sp>
      <p:sp>
        <p:nvSpPr>
          <p:cNvPr id="16" name="Rounded Rectangle 15">
            <a:extLst>
              <a:ext uri="{FF2B5EF4-FFF2-40B4-BE49-F238E27FC236}">
                <a16:creationId xmlns:a16="http://schemas.microsoft.com/office/drawing/2014/main" id="{4A7EB4B5-5AF9-7E48-A353-30723871C031}"/>
              </a:ext>
            </a:extLst>
          </p:cNvPr>
          <p:cNvSpPr/>
          <p:nvPr/>
        </p:nvSpPr>
        <p:spPr>
          <a:xfrm>
            <a:off x="10477581" y="7956136"/>
            <a:ext cx="3424077" cy="857250"/>
          </a:xfrm>
          <a:prstGeom prst="roundRect">
            <a:avLst>
              <a:gd name="adj" fmla="val 50000"/>
            </a:avLst>
          </a:prstGeom>
          <a:gradFill flip="none" rotWithShape="1">
            <a:gsLst>
              <a:gs pos="0">
                <a:schemeClr val="accent1"/>
              </a:gs>
              <a:gs pos="100000">
                <a:schemeClr val="accent5"/>
              </a:gs>
            </a:gsLst>
            <a:lin ang="13500000" scaled="1"/>
            <a:tileRect/>
          </a:gradFill>
          <a:ln>
            <a:noFill/>
          </a:ln>
          <a:effectLst>
            <a:outerShdw blurRad="457200" dist="38100" dir="8100000" sx="115000" sy="115000" algn="tr" rotWithShape="0">
              <a:schemeClr val="accent5">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A0A3A564-5F33-D348-BF0B-396A08398375}"/>
              </a:ext>
            </a:extLst>
          </p:cNvPr>
          <p:cNvSpPr txBox="1"/>
          <p:nvPr/>
        </p:nvSpPr>
        <p:spPr>
          <a:xfrm>
            <a:off x="10706357" y="8200095"/>
            <a:ext cx="2966525" cy="369332"/>
          </a:xfrm>
          <a:prstGeom prst="rect">
            <a:avLst/>
          </a:prstGeom>
          <a:noFill/>
        </p:spPr>
        <p:txBody>
          <a:bodyPr wrap="square" rtlCol="0">
            <a:spAutoFit/>
          </a:bodyPr>
          <a:lstStyle/>
          <a:p>
            <a:pPr algn="ctr"/>
            <a:r>
              <a:rPr lang="en-US" b="1" spc="300">
                <a:solidFill>
                  <a:schemeClr val="bg1"/>
                </a:solidFill>
                <a:latin typeface="Open Sans" panose="020B0606030504020204" pitchFamily="34" charset="0"/>
                <a:ea typeface="Open Sans" panose="020B0606030504020204" pitchFamily="34" charset="0"/>
                <a:cs typeface="Open Sans" panose="020B0606030504020204" pitchFamily="34" charset="0"/>
              </a:rPr>
              <a:t>FOR WATCHING</a:t>
            </a:r>
            <a:endParaRPr b="1"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18" name="Straight Connector 17">
            <a:extLst>
              <a:ext uri="{FF2B5EF4-FFF2-40B4-BE49-F238E27FC236}">
                <a16:creationId xmlns:a16="http://schemas.microsoft.com/office/drawing/2014/main" id="{AF75F5FD-7F3F-B843-AC4F-74C4B5534309}"/>
              </a:ext>
            </a:extLst>
          </p:cNvPr>
          <p:cNvCxnSpPr>
            <a:cxnSpLocks/>
          </p:cNvCxnSpPr>
          <p:nvPr/>
        </p:nvCxnSpPr>
        <p:spPr>
          <a:xfrm flipH="1">
            <a:off x="1634313" y="1284679"/>
            <a:ext cx="22744925" cy="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9957600"/>
      </p:ext>
    </p:extLst>
  </p:cSld>
  <p:clrMapOvr>
    <a:masterClrMapping/>
  </p:clrMapOvr>
</p:sld>
</file>

<file path=ppt/theme/theme1.xml><?xml version="1.0" encoding="utf-8"?>
<a:theme xmlns:a="http://schemas.openxmlformats.org/drawingml/2006/main" name="1_Office Theme">
  <a:themeElements>
    <a:clrScheme name="GRADIENT-BLUR">
      <a:dk1>
        <a:srgbClr val="000000"/>
      </a:dk1>
      <a:lt1>
        <a:srgbClr val="FFFFFF"/>
      </a:lt1>
      <a:dk2>
        <a:srgbClr val="131F49"/>
      </a:dk2>
      <a:lt2>
        <a:srgbClr val="F8FAFE"/>
      </a:lt2>
      <a:accent1>
        <a:srgbClr val="9E6EFB"/>
      </a:accent1>
      <a:accent2>
        <a:srgbClr val="D17DFC"/>
      </a:accent2>
      <a:accent3>
        <a:srgbClr val="F1CDFC"/>
      </a:accent3>
      <a:accent4>
        <a:srgbClr val="8BD8FD"/>
      </a:accent4>
      <a:accent5>
        <a:srgbClr val="72C0FD"/>
      </a:accent5>
      <a:accent6>
        <a:srgbClr val="F8FAFE"/>
      </a:accent6>
      <a:hlink>
        <a:srgbClr val="9E6EFB"/>
      </a:hlink>
      <a:folHlink>
        <a:srgbClr val="D17DFC"/>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1417</TotalTime>
  <Words>1654</Words>
  <Application>Microsoft Macintosh PowerPoint</Application>
  <PresentationFormat>Custom</PresentationFormat>
  <Paragraphs>356</Paragraphs>
  <Slides>40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Calibri</vt:lpstr>
      <vt:lpstr>Lora Italic</vt:lpstr>
      <vt:lpstr>Open Sans</vt:lpstr>
      <vt:lpstr>Poppins</vt:lpstr>
      <vt:lpstr>WORK SANS REGULAR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Septiandika Pratama</dc:creator>
  <cp:lastModifiedBy>Pratama Septiandika</cp:lastModifiedBy>
  <cp:revision>333</cp:revision>
  <dcterms:created xsi:type="dcterms:W3CDTF">2019-03-14T23:44:23Z</dcterms:created>
  <dcterms:modified xsi:type="dcterms:W3CDTF">2020-11-23T10:04:20Z</dcterms:modified>
</cp:coreProperties>
</file>