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948" r:id="rId2"/>
    <p:sldId id="949" r:id="rId3"/>
    <p:sldId id="920" r:id="rId4"/>
    <p:sldId id="923" r:id="rId5"/>
    <p:sldId id="924" r:id="rId6"/>
    <p:sldId id="925" r:id="rId7"/>
    <p:sldId id="926" r:id="rId8"/>
    <p:sldId id="927" r:id="rId9"/>
    <p:sldId id="928" r:id="rId10"/>
    <p:sldId id="929" r:id="rId11"/>
    <p:sldId id="921" r:id="rId12"/>
    <p:sldId id="930" r:id="rId13"/>
    <p:sldId id="931" r:id="rId14"/>
    <p:sldId id="922" r:id="rId15"/>
    <p:sldId id="932" r:id="rId16"/>
    <p:sldId id="933" r:id="rId17"/>
    <p:sldId id="934" r:id="rId18"/>
    <p:sldId id="93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CAF1"/>
    <a:srgbClr val="6585D9"/>
    <a:srgbClr val="436CD1"/>
    <a:srgbClr val="98ADE5"/>
    <a:srgbClr val="79A3E7"/>
    <a:srgbClr val="8CB0EB"/>
    <a:srgbClr val="FFFFFD"/>
    <a:srgbClr val="FDB477"/>
    <a:srgbClr val="FBBA79"/>
    <a:srgbClr val="F99C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5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B07A-521A-4E33-BD45-B8CFD642A868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DB65-A38C-455E-B626-165A9CA985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B07A-521A-4E33-BD45-B8CFD642A868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DB65-A38C-455E-B626-165A9CA985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B07A-521A-4E33-BD45-B8CFD642A868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DB65-A38C-455E-B626-165A9CA985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B07A-521A-4E33-BD45-B8CFD642A868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DB65-A38C-455E-B626-165A9CA985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B07A-521A-4E33-BD45-B8CFD642A868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DB65-A38C-455E-B626-165A9CA985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B07A-521A-4E33-BD45-B8CFD642A868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DB65-A38C-455E-B626-165A9CA985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B07A-521A-4E33-BD45-B8CFD642A868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DB65-A38C-455E-B626-165A9CA985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B07A-521A-4E33-BD45-B8CFD642A868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DB65-A38C-455E-B626-165A9CA985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B07A-521A-4E33-BD45-B8CFD642A868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DB65-A38C-455E-B626-165A9CA985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B07A-521A-4E33-BD45-B8CFD642A868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DB65-A38C-455E-B626-165A9CA985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B07A-521A-4E33-BD45-B8CFD642A868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DB65-A38C-455E-B626-165A9CA985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12192000" cy="6509512"/>
          </a:xfrm>
          <a:prstGeom prst="rect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210457" y="163286"/>
            <a:ext cx="11771086" cy="5890419"/>
            <a:chOff x="203200" y="163286"/>
            <a:chExt cx="11771086" cy="5890419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203200" y="163286"/>
              <a:ext cx="0" cy="589041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1974286" y="163286"/>
              <a:ext cx="0" cy="589041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矩形 20"/>
          <p:cNvSpPr/>
          <p:nvPr userDrawn="1"/>
        </p:nvSpPr>
        <p:spPr>
          <a:xfrm rot="5400000" flipV="1">
            <a:off x="5987143" y="-5987143"/>
            <a:ext cx="217714" cy="12192000"/>
          </a:xfrm>
          <a:prstGeom prst="rect">
            <a:avLst/>
          </a:prstGeom>
          <a:solidFill>
            <a:srgbClr val="B2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2" name="任意多边形: 形状 21"/>
          <p:cNvSpPr/>
          <p:nvPr userDrawn="1"/>
        </p:nvSpPr>
        <p:spPr>
          <a:xfrm rot="16200000">
            <a:off x="4987923" y="-346081"/>
            <a:ext cx="2216160" cy="12192000"/>
          </a:xfrm>
          <a:custGeom>
            <a:avLst/>
            <a:gdLst>
              <a:gd name="connsiteX0" fmla="*/ 0 w 775543"/>
              <a:gd name="connsiteY0" fmla="*/ 6858000 h 6858000"/>
              <a:gd name="connsiteX1" fmla="*/ 705056 w 775543"/>
              <a:gd name="connsiteY1" fmla="*/ 6858000 h 6858000"/>
              <a:gd name="connsiteX2" fmla="*/ 729831 w 775543"/>
              <a:gd name="connsiteY2" fmla="*/ 6720136 h 6858000"/>
              <a:gd name="connsiteX3" fmla="*/ 218678 w 775543"/>
              <a:gd name="connsiteY3" fmla="*/ 4251077 h 6858000"/>
              <a:gd name="connsiteX4" fmla="*/ 444177 w 775543"/>
              <a:gd name="connsiteY4" fmla="*/ 2020018 h 6858000"/>
              <a:gd name="connsiteX5" fmla="*/ 603011 w 775543"/>
              <a:gd name="connsiteY5" fmla="*/ 78701 h 6858000"/>
              <a:gd name="connsiteX6" fmla="*/ 653312 w 775543"/>
              <a:gd name="connsiteY6" fmla="*/ 0 h 6858000"/>
              <a:gd name="connsiteX7" fmla="*/ 0 w 775543"/>
              <a:gd name="connsiteY7" fmla="*/ 0 h 6858000"/>
              <a:gd name="connsiteX0-1" fmla="*/ 0 w 775543"/>
              <a:gd name="connsiteY0-2" fmla="*/ 6858000 h 6858000"/>
              <a:gd name="connsiteX1-3" fmla="*/ 705056 w 775543"/>
              <a:gd name="connsiteY1-4" fmla="*/ 6858000 h 6858000"/>
              <a:gd name="connsiteX2-5" fmla="*/ 729831 w 775543"/>
              <a:gd name="connsiteY2-6" fmla="*/ 6720136 h 6858000"/>
              <a:gd name="connsiteX3-7" fmla="*/ 218678 w 775543"/>
              <a:gd name="connsiteY3-8" fmla="*/ 4251077 h 6858000"/>
              <a:gd name="connsiteX4-9" fmla="*/ 444177 w 775543"/>
              <a:gd name="connsiteY4-10" fmla="*/ 2020018 h 6858000"/>
              <a:gd name="connsiteX5-11" fmla="*/ 603011 w 775543"/>
              <a:gd name="connsiteY5-12" fmla="*/ 78701 h 6858000"/>
              <a:gd name="connsiteX6-13" fmla="*/ 653312 w 775543"/>
              <a:gd name="connsiteY6-14" fmla="*/ 0 h 6858000"/>
              <a:gd name="connsiteX7-15" fmla="*/ 0 w 775543"/>
              <a:gd name="connsiteY7-16" fmla="*/ 0 h 6858000"/>
              <a:gd name="connsiteX8" fmla="*/ 0 w 775543"/>
              <a:gd name="connsiteY8" fmla="*/ 6858000 h 6858000"/>
              <a:gd name="connsiteX0-17" fmla="*/ 0 w 773815"/>
              <a:gd name="connsiteY0-18" fmla="*/ 6858000 h 6858000"/>
              <a:gd name="connsiteX1-19" fmla="*/ 705056 w 773815"/>
              <a:gd name="connsiteY1-20" fmla="*/ 6858000 h 6858000"/>
              <a:gd name="connsiteX2-21" fmla="*/ 729831 w 773815"/>
              <a:gd name="connsiteY2-22" fmla="*/ 6720136 h 6858000"/>
              <a:gd name="connsiteX3-23" fmla="*/ 183202 w 773815"/>
              <a:gd name="connsiteY3-24" fmla="*/ 4267407 h 6858000"/>
              <a:gd name="connsiteX4-25" fmla="*/ 444177 w 773815"/>
              <a:gd name="connsiteY4-26" fmla="*/ 2020018 h 6858000"/>
              <a:gd name="connsiteX5-27" fmla="*/ 603011 w 773815"/>
              <a:gd name="connsiteY5-28" fmla="*/ 78701 h 6858000"/>
              <a:gd name="connsiteX6-29" fmla="*/ 653312 w 773815"/>
              <a:gd name="connsiteY6-30" fmla="*/ 0 h 6858000"/>
              <a:gd name="connsiteX7-31" fmla="*/ 0 w 773815"/>
              <a:gd name="connsiteY7-32" fmla="*/ 0 h 6858000"/>
              <a:gd name="connsiteX8-33" fmla="*/ 0 w 773815"/>
              <a:gd name="connsiteY8-34" fmla="*/ 6858000 h 6858000"/>
              <a:gd name="connsiteX0-35" fmla="*/ 0 w 773815"/>
              <a:gd name="connsiteY0-36" fmla="*/ 6858000 h 6858000"/>
              <a:gd name="connsiteX1-37" fmla="*/ 705056 w 773815"/>
              <a:gd name="connsiteY1-38" fmla="*/ 6858000 h 6858000"/>
              <a:gd name="connsiteX2-39" fmla="*/ 729831 w 773815"/>
              <a:gd name="connsiteY2-40" fmla="*/ 6720136 h 6858000"/>
              <a:gd name="connsiteX3-41" fmla="*/ 183202 w 773815"/>
              <a:gd name="connsiteY3-42" fmla="*/ 4267407 h 6858000"/>
              <a:gd name="connsiteX4-43" fmla="*/ 444177 w 773815"/>
              <a:gd name="connsiteY4-44" fmla="*/ 2020018 h 6858000"/>
              <a:gd name="connsiteX5-45" fmla="*/ 603011 w 773815"/>
              <a:gd name="connsiteY5-46" fmla="*/ 78701 h 6858000"/>
              <a:gd name="connsiteX6-47" fmla="*/ 653312 w 773815"/>
              <a:gd name="connsiteY6-48" fmla="*/ 0 h 6858000"/>
              <a:gd name="connsiteX7-49" fmla="*/ 0 w 773815"/>
              <a:gd name="connsiteY7-50" fmla="*/ 0 h 6858000"/>
              <a:gd name="connsiteX8-51" fmla="*/ 0 w 773815"/>
              <a:gd name="connsiteY8-52" fmla="*/ 6858000 h 6858000"/>
              <a:gd name="connsiteX0-53" fmla="*/ 0 w 773815"/>
              <a:gd name="connsiteY0-54" fmla="*/ 6858000 h 6858000"/>
              <a:gd name="connsiteX1-55" fmla="*/ 705056 w 773815"/>
              <a:gd name="connsiteY1-56" fmla="*/ 6858000 h 6858000"/>
              <a:gd name="connsiteX2-57" fmla="*/ 729831 w 773815"/>
              <a:gd name="connsiteY2-58" fmla="*/ 6720136 h 6858000"/>
              <a:gd name="connsiteX3-59" fmla="*/ 183202 w 773815"/>
              <a:gd name="connsiteY3-60" fmla="*/ 4267407 h 6858000"/>
              <a:gd name="connsiteX4-61" fmla="*/ 444177 w 773815"/>
              <a:gd name="connsiteY4-62" fmla="*/ 2020018 h 6858000"/>
              <a:gd name="connsiteX5-63" fmla="*/ 603011 w 773815"/>
              <a:gd name="connsiteY5-64" fmla="*/ 78701 h 6858000"/>
              <a:gd name="connsiteX6-65" fmla="*/ 653312 w 773815"/>
              <a:gd name="connsiteY6-66" fmla="*/ 0 h 6858000"/>
              <a:gd name="connsiteX7-67" fmla="*/ 0 w 773815"/>
              <a:gd name="connsiteY7-68" fmla="*/ 0 h 6858000"/>
              <a:gd name="connsiteX8-69" fmla="*/ 0 w 773815"/>
              <a:gd name="connsiteY8-70" fmla="*/ 6858000 h 6858000"/>
              <a:gd name="connsiteX0-71" fmla="*/ 0 w 773815"/>
              <a:gd name="connsiteY0-72" fmla="*/ 6858000 h 6858000"/>
              <a:gd name="connsiteX1-73" fmla="*/ 705056 w 773815"/>
              <a:gd name="connsiteY1-74" fmla="*/ 6858000 h 6858000"/>
              <a:gd name="connsiteX2-75" fmla="*/ 729831 w 773815"/>
              <a:gd name="connsiteY2-76" fmla="*/ 6720136 h 6858000"/>
              <a:gd name="connsiteX3-77" fmla="*/ 183202 w 773815"/>
              <a:gd name="connsiteY3-78" fmla="*/ 4267407 h 6858000"/>
              <a:gd name="connsiteX4-79" fmla="*/ 444177 w 773815"/>
              <a:gd name="connsiteY4-80" fmla="*/ 2020018 h 6858000"/>
              <a:gd name="connsiteX5-81" fmla="*/ 603011 w 773815"/>
              <a:gd name="connsiteY5-82" fmla="*/ 78701 h 6858000"/>
              <a:gd name="connsiteX6-83" fmla="*/ 653312 w 773815"/>
              <a:gd name="connsiteY6-84" fmla="*/ 0 h 6858000"/>
              <a:gd name="connsiteX7-85" fmla="*/ 0 w 773815"/>
              <a:gd name="connsiteY7-86" fmla="*/ 0 h 6858000"/>
              <a:gd name="connsiteX8-87" fmla="*/ 0 w 773815"/>
              <a:gd name="connsiteY8-8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33" y="connsiteY8-34"/>
              </a:cxn>
            </a:cxnLst>
            <a:rect l="l" t="t" r="r" b="b"/>
            <a:pathLst>
              <a:path w="773815" h="6858000">
                <a:moveTo>
                  <a:pt x="0" y="6858000"/>
                </a:moveTo>
                <a:lnTo>
                  <a:pt x="705056" y="6858000"/>
                </a:lnTo>
                <a:lnTo>
                  <a:pt x="729831" y="6720136"/>
                </a:lnTo>
                <a:cubicBezTo>
                  <a:pt x="964208" y="5279152"/>
                  <a:pt x="185689" y="5133815"/>
                  <a:pt x="183202" y="4267407"/>
                </a:cubicBezTo>
                <a:cubicBezTo>
                  <a:pt x="180634" y="3373050"/>
                  <a:pt x="759373" y="3199829"/>
                  <a:pt x="444177" y="2020018"/>
                </a:cubicBezTo>
                <a:cubicBezTo>
                  <a:pt x="263086" y="1342176"/>
                  <a:pt x="6542" y="739288"/>
                  <a:pt x="603011" y="78701"/>
                </a:cubicBezTo>
                <a:lnTo>
                  <a:pt x="65331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B2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3" name="任意多边形: 形状 22"/>
          <p:cNvSpPr/>
          <p:nvPr userDrawn="1"/>
        </p:nvSpPr>
        <p:spPr>
          <a:xfrm rot="16200000">
            <a:off x="5237281" y="-96723"/>
            <a:ext cx="1717444" cy="12192000"/>
          </a:xfrm>
          <a:custGeom>
            <a:avLst/>
            <a:gdLst>
              <a:gd name="connsiteX0" fmla="*/ 0 w 775543"/>
              <a:gd name="connsiteY0" fmla="*/ 6858000 h 6858000"/>
              <a:gd name="connsiteX1" fmla="*/ 704041 w 775543"/>
              <a:gd name="connsiteY1" fmla="*/ 6858000 h 6858000"/>
              <a:gd name="connsiteX2" fmla="*/ 729831 w 775543"/>
              <a:gd name="connsiteY2" fmla="*/ 6714491 h 6858000"/>
              <a:gd name="connsiteX3" fmla="*/ 218678 w 775543"/>
              <a:gd name="connsiteY3" fmla="*/ 4245431 h 6858000"/>
              <a:gd name="connsiteX4" fmla="*/ 444177 w 775543"/>
              <a:gd name="connsiteY4" fmla="*/ 2014372 h 6858000"/>
              <a:gd name="connsiteX5" fmla="*/ 603011 w 775543"/>
              <a:gd name="connsiteY5" fmla="*/ 73055 h 6858000"/>
              <a:gd name="connsiteX6" fmla="*/ 649704 w 775543"/>
              <a:gd name="connsiteY6" fmla="*/ 0 h 6858000"/>
              <a:gd name="connsiteX7" fmla="*/ 0 w 775543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543" h="6858000">
                <a:moveTo>
                  <a:pt x="0" y="6858000"/>
                </a:moveTo>
                <a:lnTo>
                  <a:pt x="704041" y="6858000"/>
                </a:lnTo>
                <a:lnTo>
                  <a:pt x="729831" y="6714491"/>
                </a:lnTo>
                <a:cubicBezTo>
                  <a:pt x="964208" y="5273506"/>
                  <a:pt x="221166" y="5111839"/>
                  <a:pt x="218678" y="4245431"/>
                </a:cubicBezTo>
                <a:cubicBezTo>
                  <a:pt x="216110" y="3351074"/>
                  <a:pt x="715271" y="3310981"/>
                  <a:pt x="444177" y="2014372"/>
                </a:cubicBezTo>
                <a:cubicBezTo>
                  <a:pt x="190027" y="798800"/>
                  <a:pt x="229533" y="660162"/>
                  <a:pt x="603011" y="73055"/>
                </a:cubicBezTo>
                <a:lnTo>
                  <a:pt x="6497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348488"/>
            <a:ext cx="12192000" cy="6509512"/>
          </a:xfrm>
          <a:prstGeom prst="rect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210457" y="849086"/>
            <a:ext cx="11771086" cy="5890419"/>
            <a:chOff x="203200" y="163286"/>
            <a:chExt cx="11771086" cy="5890419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203200" y="163286"/>
              <a:ext cx="0" cy="589041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11974286" y="163286"/>
              <a:ext cx="0" cy="589041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2"/>
          <p:cNvSpPr/>
          <p:nvPr userDrawn="1"/>
        </p:nvSpPr>
        <p:spPr>
          <a:xfrm rot="5400000" flipV="1">
            <a:off x="5987143" y="653142"/>
            <a:ext cx="217714" cy="12192000"/>
          </a:xfrm>
          <a:prstGeom prst="rect">
            <a:avLst/>
          </a:prstGeom>
          <a:solidFill>
            <a:srgbClr val="B2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 flipV="1">
            <a:off x="0" y="803210"/>
            <a:ext cx="12192000" cy="2216160"/>
            <a:chOff x="3" y="4641839"/>
            <a:chExt cx="12192000" cy="2216160"/>
          </a:xfrm>
        </p:grpSpPr>
        <p:sp>
          <p:nvSpPr>
            <p:cNvPr id="15" name="任意多边形: 形状 14"/>
            <p:cNvSpPr/>
            <p:nvPr/>
          </p:nvSpPr>
          <p:spPr>
            <a:xfrm rot="16200000">
              <a:off x="4987923" y="-346081"/>
              <a:ext cx="2216160" cy="12192000"/>
            </a:xfrm>
            <a:custGeom>
              <a:avLst/>
              <a:gdLst>
                <a:gd name="connsiteX0" fmla="*/ 0 w 775543"/>
                <a:gd name="connsiteY0" fmla="*/ 6858000 h 6858000"/>
                <a:gd name="connsiteX1" fmla="*/ 705056 w 775543"/>
                <a:gd name="connsiteY1" fmla="*/ 6858000 h 6858000"/>
                <a:gd name="connsiteX2" fmla="*/ 729831 w 775543"/>
                <a:gd name="connsiteY2" fmla="*/ 6720136 h 6858000"/>
                <a:gd name="connsiteX3" fmla="*/ 218678 w 775543"/>
                <a:gd name="connsiteY3" fmla="*/ 4251077 h 6858000"/>
                <a:gd name="connsiteX4" fmla="*/ 444177 w 775543"/>
                <a:gd name="connsiteY4" fmla="*/ 2020018 h 6858000"/>
                <a:gd name="connsiteX5" fmla="*/ 603011 w 775543"/>
                <a:gd name="connsiteY5" fmla="*/ 78701 h 6858000"/>
                <a:gd name="connsiteX6" fmla="*/ 653312 w 775543"/>
                <a:gd name="connsiteY6" fmla="*/ 0 h 6858000"/>
                <a:gd name="connsiteX7" fmla="*/ 0 w 775543"/>
                <a:gd name="connsiteY7" fmla="*/ 0 h 6858000"/>
                <a:gd name="connsiteX0-1" fmla="*/ 0 w 775543"/>
                <a:gd name="connsiteY0-2" fmla="*/ 6858000 h 6858000"/>
                <a:gd name="connsiteX1-3" fmla="*/ 705056 w 775543"/>
                <a:gd name="connsiteY1-4" fmla="*/ 6858000 h 6858000"/>
                <a:gd name="connsiteX2-5" fmla="*/ 729831 w 775543"/>
                <a:gd name="connsiteY2-6" fmla="*/ 6720136 h 6858000"/>
                <a:gd name="connsiteX3-7" fmla="*/ 218678 w 775543"/>
                <a:gd name="connsiteY3-8" fmla="*/ 4251077 h 6858000"/>
                <a:gd name="connsiteX4-9" fmla="*/ 444177 w 775543"/>
                <a:gd name="connsiteY4-10" fmla="*/ 2020018 h 6858000"/>
                <a:gd name="connsiteX5-11" fmla="*/ 603011 w 775543"/>
                <a:gd name="connsiteY5-12" fmla="*/ 78701 h 6858000"/>
                <a:gd name="connsiteX6-13" fmla="*/ 653312 w 775543"/>
                <a:gd name="connsiteY6-14" fmla="*/ 0 h 6858000"/>
                <a:gd name="connsiteX7-15" fmla="*/ 0 w 775543"/>
                <a:gd name="connsiteY7-16" fmla="*/ 0 h 6858000"/>
                <a:gd name="connsiteX8" fmla="*/ 0 w 775543"/>
                <a:gd name="connsiteY8" fmla="*/ 6858000 h 6858000"/>
                <a:gd name="connsiteX0-17" fmla="*/ 0 w 773815"/>
                <a:gd name="connsiteY0-18" fmla="*/ 6858000 h 6858000"/>
                <a:gd name="connsiteX1-19" fmla="*/ 705056 w 773815"/>
                <a:gd name="connsiteY1-20" fmla="*/ 6858000 h 6858000"/>
                <a:gd name="connsiteX2-21" fmla="*/ 729831 w 773815"/>
                <a:gd name="connsiteY2-22" fmla="*/ 6720136 h 6858000"/>
                <a:gd name="connsiteX3-23" fmla="*/ 183202 w 773815"/>
                <a:gd name="connsiteY3-24" fmla="*/ 4267407 h 6858000"/>
                <a:gd name="connsiteX4-25" fmla="*/ 444177 w 773815"/>
                <a:gd name="connsiteY4-26" fmla="*/ 2020018 h 6858000"/>
                <a:gd name="connsiteX5-27" fmla="*/ 603011 w 773815"/>
                <a:gd name="connsiteY5-28" fmla="*/ 78701 h 6858000"/>
                <a:gd name="connsiteX6-29" fmla="*/ 653312 w 773815"/>
                <a:gd name="connsiteY6-30" fmla="*/ 0 h 6858000"/>
                <a:gd name="connsiteX7-31" fmla="*/ 0 w 773815"/>
                <a:gd name="connsiteY7-32" fmla="*/ 0 h 6858000"/>
                <a:gd name="connsiteX8-33" fmla="*/ 0 w 773815"/>
                <a:gd name="connsiteY8-34" fmla="*/ 6858000 h 6858000"/>
                <a:gd name="connsiteX0-35" fmla="*/ 0 w 773815"/>
                <a:gd name="connsiteY0-36" fmla="*/ 6858000 h 6858000"/>
                <a:gd name="connsiteX1-37" fmla="*/ 705056 w 773815"/>
                <a:gd name="connsiteY1-38" fmla="*/ 6858000 h 6858000"/>
                <a:gd name="connsiteX2-39" fmla="*/ 729831 w 773815"/>
                <a:gd name="connsiteY2-40" fmla="*/ 6720136 h 6858000"/>
                <a:gd name="connsiteX3-41" fmla="*/ 183202 w 773815"/>
                <a:gd name="connsiteY3-42" fmla="*/ 4267407 h 6858000"/>
                <a:gd name="connsiteX4-43" fmla="*/ 444177 w 773815"/>
                <a:gd name="connsiteY4-44" fmla="*/ 2020018 h 6858000"/>
                <a:gd name="connsiteX5-45" fmla="*/ 603011 w 773815"/>
                <a:gd name="connsiteY5-46" fmla="*/ 78701 h 6858000"/>
                <a:gd name="connsiteX6-47" fmla="*/ 653312 w 773815"/>
                <a:gd name="connsiteY6-48" fmla="*/ 0 h 6858000"/>
                <a:gd name="connsiteX7-49" fmla="*/ 0 w 773815"/>
                <a:gd name="connsiteY7-50" fmla="*/ 0 h 6858000"/>
                <a:gd name="connsiteX8-51" fmla="*/ 0 w 773815"/>
                <a:gd name="connsiteY8-52" fmla="*/ 6858000 h 6858000"/>
                <a:gd name="connsiteX0-53" fmla="*/ 0 w 773815"/>
                <a:gd name="connsiteY0-54" fmla="*/ 6858000 h 6858000"/>
                <a:gd name="connsiteX1-55" fmla="*/ 705056 w 773815"/>
                <a:gd name="connsiteY1-56" fmla="*/ 6858000 h 6858000"/>
                <a:gd name="connsiteX2-57" fmla="*/ 729831 w 773815"/>
                <a:gd name="connsiteY2-58" fmla="*/ 6720136 h 6858000"/>
                <a:gd name="connsiteX3-59" fmla="*/ 183202 w 773815"/>
                <a:gd name="connsiteY3-60" fmla="*/ 4267407 h 6858000"/>
                <a:gd name="connsiteX4-61" fmla="*/ 444177 w 773815"/>
                <a:gd name="connsiteY4-62" fmla="*/ 2020018 h 6858000"/>
                <a:gd name="connsiteX5-63" fmla="*/ 603011 w 773815"/>
                <a:gd name="connsiteY5-64" fmla="*/ 78701 h 6858000"/>
                <a:gd name="connsiteX6-65" fmla="*/ 653312 w 773815"/>
                <a:gd name="connsiteY6-66" fmla="*/ 0 h 6858000"/>
                <a:gd name="connsiteX7-67" fmla="*/ 0 w 773815"/>
                <a:gd name="connsiteY7-68" fmla="*/ 0 h 6858000"/>
                <a:gd name="connsiteX8-69" fmla="*/ 0 w 773815"/>
                <a:gd name="connsiteY8-70" fmla="*/ 6858000 h 6858000"/>
                <a:gd name="connsiteX0-71" fmla="*/ 0 w 773815"/>
                <a:gd name="connsiteY0-72" fmla="*/ 6858000 h 6858000"/>
                <a:gd name="connsiteX1-73" fmla="*/ 705056 w 773815"/>
                <a:gd name="connsiteY1-74" fmla="*/ 6858000 h 6858000"/>
                <a:gd name="connsiteX2-75" fmla="*/ 729831 w 773815"/>
                <a:gd name="connsiteY2-76" fmla="*/ 6720136 h 6858000"/>
                <a:gd name="connsiteX3-77" fmla="*/ 183202 w 773815"/>
                <a:gd name="connsiteY3-78" fmla="*/ 4267407 h 6858000"/>
                <a:gd name="connsiteX4-79" fmla="*/ 444177 w 773815"/>
                <a:gd name="connsiteY4-80" fmla="*/ 2020018 h 6858000"/>
                <a:gd name="connsiteX5-81" fmla="*/ 603011 w 773815"/>
                <a:gd name="connsiteY5-82" fmla="*/ 78701 h 6858000"/>
                <a:gd name="connsiteX6-83" fmla="*/ 653312 w 773815"/>
                <a:gd name="connsiteY6-84" fmla="*/ 0 h 6858000"/>
                <a:gd name="connsiteX7-85" fmla="*/ 0 w 773815"/>
                <a:gd name="connsiteY7-86" fmla="*/ 0 h 6858000"/>
                <a:gd name="connsiteX8-87" fmla="*/ 0 w 773815"/>
                <a:gd name="connsiteY8-88" fmla="*/ 6858000 h 6858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773815" h="6858000">
                  <a:moveTo>
                    <a:pt x="0" y="6858000"/>
                  </a:moveTo>
                  <a:lnTo>
                    <a:pt x="705056" y="6858000"/>
                  </a:lnTo>
                  <a:lnTo>
                    <a:pt x="729831" y="6720136"/>
                  </a:lnTo>
                  <a:cubicBezTo>
                    <a:pt x="964208" y="5279152"/>
                    <a:pt x="185689" y="5133815"/>
                    <a:pt x="183202" y="4267407"/>
                  </a:cubicBezTo>
                  <a:cubicBezTo>
                    <a:pt x="180634" y="3373050"/>
                    <a:pt x="759373" y="3199829"/>
                    <a:pt x="444177" y="2020018"/>
                  </a:cubicBezTo>
                  <a:cubicBezTo>
                    <a:pt x="263086" y="1342176"/>
                    <a:pt x="6542" y="739288"/>
                    <a:pt x="603011" y="78701"/>
                  </a:cubicBezTo>
                  <a:lnTo>
                    <a:pt x="653312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B2CA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/>
          </p:nvSpPr>
          <p:spPr>
            <a:xfrm rot="16200000">
              <a:off x="5237281" y="-96723"/>
              <a:ext cx="1717444" cy="12192000"/>
            </a:xfrm>
            <a:custGeom>
              <a:avLst/>
              <a:gdLst>
                <a:gd name="connsiteX0" fmla="*/ 0 w 775543"/>
                <a:gd name="connsiteY0" fmla="*/ 6858000 h 6858000"/>
                <a:gd name="connsiteX1" fmla="*/ 704041 w 775543"/>
                <a:gd name="connsiteY1" fmla="*/ 6858000 h 6858000"/>
                <a:gd name="connsiteX2" fmla="*/ 729831 w 775543"/>
                <a:gd name="connsiteY2" fmla="*/ 6714491 h 6858000"/>
                <a:gd name="connsiteX3" fmla="*/ 218678 w 775543"/>
                <a:gd name="connsiteY3" fmla="*/ 4245431 h 6858000"/>
                <a:gd name="connsiteX4" fmla="*/ 444177 w 775543"/>
                <a:gd name="connsiteY4" fmla="*/ 2014372 h 6858000"/>
                <a:gd name="connsiteX5" fmla="*/ 603011 w 775543"/>
                <a:gd name="connsiteY5" fmla="*/ 73055 h 6858000"/>
                <a:gd name="connsiteX6" fmla="*/ 649704 w 775543"/>
                <a:gd name="connsiteY6" fmla="*/ 0 h 6858000"/>
                <a:gd name="connsiteX7" fmla="*/ 0 w 775543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543" h="6858000">
                  <a:moveTo>
                    <a:pt x="0" y="6858000"/>
                  </a:moveTo>
                  <a:lnTo>
                    <a:pt x="704041" y="6858000"/>
                  </a:lnTo>
                  <a:lnTo>
                    <a:pt x="729831" y="6714491"/>
                  </a:lnTo>
                  <a:cubicBezTo>
                    <a:pt x="964208" y="5273506"/>
                    <a:pt x="221166" y="5111839"/>
                    <a:pt x="218678" y="4245431"/>
                  </a:cubicBezTo>
                  <a:cubicBezTo>
                    <a:pt x="216110" y="3351074"/>
                    <a:pt x="715271" y="3310981"/>
                    <a:pt x="444177" y="2014372"/>
                  </a:cubicBezTo>
                  <a:cubicBezTo>
                    <a:pt x="190027" y="798800"/>
                    <a:pt x="229533" y="660162"/>
                    <a:pt x="603011" y="73055"/>
                  </a:cubicBezTo>
                  <a:lnTo>
                    <a:pt x="6497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 userDrawn="1"/>
        </p:nvSpPr>
        <p:spPr>
          <a:xfrm rot="5400000" flipV="1">
            <a:off x="5618786" y="-5618787"/>
            <a:ext cx="954427" cy="121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BB07A-521A-4E33-BD45-B8CFD642A868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FDB65-A38C-455E-B626-165A9CA985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825495" y="3536743"/>
            <a:ext cx="6541010" cy="492443"/>
          </a:xfrm>
          <a:prstGeom prst="roundRect">
            <a:avLst>
              <a:gd name="adj" fmla="val 50000"/>
            </a:avLst>
          </a:prstGeom>
          <a:solidFill>
            <a:srgbClr val="98A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3509599" y="4390670"/>
            <a:ext cx="5172802" cy="246221"/>
            <a:chOff x="4577905" y="4577250"/>
            <a:chExt cx="5172802" cy="246221"/>
          </a:xfrm>
        </p:grpSpPr>
        <p:sp>
          <p:nvSpPr>
            <p:cNvPr id="30" name="文本框 29"/>
            <p:cNvSpPr txBox="1"/>
            <p:nvPr/>
          </p:nvSpPr>
          <p:spPr>
            <a:xfrm>
              <a:off x="4577905" y="4577250"/>
              <a:ext cx="228781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cs typeface="+mn-cs"/>
                </a:rPr>
                <a:t>答辩人：代用名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462893" y="4577250"/>
              <a:ext cx="228781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cs typeface="+mn-cs"/>
                </a:rPr>
                <a:t>指导老师：代用名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046664" y="1916442"/>
            <a:ext cx="6098673" cy="1440000"/>
            <a:chOff x="3443758" y="2067360"/>
            <a:chExt cx="5388893" cy="1272409"/>
          </a:xfrm>
          <a:solidFill>
            <a:schemeClr val="bg1"/>
          </a:solidFill>
        </p:grpSpPr>
        <p:sp>
          <p:nvSpPr>
            <p:cNvPr id="33" name="椭圆 32"/>
            <p:cNvSpPr/>
            <p:nvPr/>
          </p:nvSpPr>
          <p:spPr>
            <a:xfrm>
              <a:off x="3443758" y="2067360"/>
              <a:ext cx="1272409" cy="1272409"/>
            </a:xfrm>
            <a:prstGeom prst="ellipse">
              <a:avLst/>
            </a:prstGeom>
            <a:grpFill/>
            <a:ln w="38100">
              <a:solidFill>
                <a:srgbClr val="B2C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4815919" y="2067360"/>
              <a:ext cx="1272409" cy="1272409"/>
            </a:xfrm>
            <a:prstGeom prst="ellipse">
              <a:avLst/>
            </a:prstGeom>
            <a:grpFill/>
            <a:ln w="38100">
              <a:solidFill>
                <a:srgbClr val="B2C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6188080" y="2067360"/>
              <a:ext cx="1272409" cy="1272409"/>
            </a:xfrm>
            <a:prstGeom prst="ellipse">
              <a:avLst/>
            </a:prstGeom>
            <a:grpFill/>
            <a:ln w="38100">
              <a:solidFill>
                <a:srgbClr val="B2C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7560242" y="2067360"/>
              <a:ext cx="1272409" cy="1272409"/>
            </a:xfrm>
            <a:prstGeom prst="ellipse">
              <a:avLst/>
            </a:prstGeom>
            <a:grpFill/>
            <a:ln w="38100">
              <a:solidFill>
                <a:srgbClr val="B2CA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3248291" y="2053321"/>
            <a:ext cx="569541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0" b="1" u="none" strike="noStrike" kern="1200" cap="none" spc="0" normalizeH="0" baseline="0" noProof="0" dirty="0">
                <a:ln>
                  <a:noFill/>
                </a:ln>
                <a:solidFill>
                  <a:srgbClr val="6585D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开题答辩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3580051" y="3567521"/>
            <a:ext cx="5031899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简约开题报告答辩模板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262084" y="3704931"/>
            <a:ext cx="5667833" cy="156067"/>
            <a:chOff x="3262084" y="3631108"/>
            <a:chExt cx="5667833" cy="156067"/>
          </a:xfrm>
          <a:solidFill>
            <a:schemeClr val="bg1"/>
          </a:solidFill>
        </p:grpSpPr>
        <p:sp>
          <p:nvSpPr>
            <p:cNvPr id="49" name="椭圆 48"/>
            <p:cNvSpPr/>
            <p:nvPr/>
          </p:nvSpPr>
          <p:spPr>
            <a:xfrm>
              <a:off x="3262084" y="3631108"/>
              <a:ext cx="156067" cy="1560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8773850" y="3631108"/>
              <a:ext cx="156067" cy="1560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直接连接符 95"/>
          <p:cNvCxnSpPr/>
          <p:nvPr/>
        </p:nvCxnSpPr>
        <p:spPr>
          <a:xfrm>
            <a:off x="6096000" y="3319965"/>
            <a:ext cx="0" cy="2688949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顶角 27"/>
          <p:cNvSpPr/>
          <p:nvPr/>
        </p:nvSpPr>
        <p:spPr>
          <a:xfrm rot="16200000">
            <a:off x="1266088" y="3555666"/>
            <a:ext cx="584775" cy="65596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2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93067" y="3591261"/>
            <a:ext cx="946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32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endParaRPr kumimoji="0" lang="zh-CN" altLang="en-US" sz="32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顶角 29"/>
          <p:cNvSpPr/>
          <p:nvPr/>
        </p:nvSpPr>
        <p:spPr>
          <a:xfrm rot="5400000" flipH="1">
            <a:off x="3458012" y="2096358"/>
            <a:ext cx="584775" cy="35745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116132" y="3683593"/>
            <a:ext cx="2812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选题背景和意义</a:t>
            </a:r>
          </a:p>
        </p:txBody>
      </p:sp>
      <p:sp>
        <p:nvSpPr>
          <p:cNvPr id="24" name="矩形: 圆顶角 23"/>
          <p:cNvSpPr/>
          <p:nvPr/>
        </p:nvSpPr>
        <p:spPr>
          <a:xfrm rot="16200000">
            <a:off x="1266089" y="5012040"/>
            <a:ext cx="584775" cy="65596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2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93067" y="5049248"/>
            <a:ext cx="946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200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endParaRPr lang="zh-CN" altLang="en-US" sz="3200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顶角 25"/>
          <p:cNvSpPr/>
          <p:nvPr/>
        </p:nvSpPr>
        <p:spPr>
          <a:xfrm rot="5400000" flipH="1">
            <a:off x="3458009" y="3552733"/>
            <a:ext cx="584775" cy="357457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16132" y="5141580"/>
            <a:ext cx="2812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研究内容与</a:t>
            </a:r>
            <a:r>
              <a:rPr lang="zh-CN" altLang="en-US" sz="2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思路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9" name="矩形: 圆顶角 38"/>
          <p:cNvSpPr/>
          <p:nvPr/>
        </p:nvSpPr>
        <p:spPr>
          <a:xfrm rot="16200000">
            <a:off x="6827339" y="3552442"/>
            <a:ext cx="584775" cy="65596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2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654317" y="3591263"/>
            <a:ext cx="946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200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endParaRPr lang="zh-CN" altLang="en-US" sz="3200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: 圆顶角 40"/>
          <p:cNvSpPr/>
          <p:nvPr/>
        </p:nvSpPr>
        <p:spPr>
          <a:xfrm rot="5400000" flipH="1">
            <a:off x="9019259" y="2093135"/>
            <a:ext cx="584775" cy="357457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677381" y="3683595"/>
            <a:ext cx="2659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研究方法与过程</a:t>
            </a:r>
          </a:p>
        </p:txBody>
      </p:sp>
      <p:sp>
        <p:nvSpPr>
          <p:cNvPr id="35" name="矩形: 圆顶角 34"/>
          <p:cNvSpPr/>
          <p:nvPr/>
        </p:nvSpPr>
        <p:spPr>
          <a:xfrm rot="16200000">
            <a:off x="6827339" y="5012041"/>
            <a:ext cx="584775" cy="65596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2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654317" y="5052474"/>
            <a:ext cx="946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200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endParaRPr lang="zh-CN" altLang="en-US" sz="3200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: 圆顶角 36"/>
          <p:cNvSpPr/>
          <p:nvPr/>
        </p:nvSpPr>
        <p:spPr>
          <a:xfrm rot="5400000" flipH="1">
            <a:off x="9019259" y="3552734"/>
            <a:ext cx="584775" cy="357457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677381" y="5144806"/>
            <a:ext cx="2659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30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预期研究目标</a:t>
            </a:r>
          </a:p>
        </p:txBody>
      </p:sp>
      <p:sp>
        <p:nvSpPr>
          <p:cNvPr id="43" name="矩形: 圆角 42"/>
          <p:cNvSpPr/>
          <p:nvPr/>
        </p:nvSpPr>
        <p:spPr>
          <a:xfrm>
            <a:off x="3775906" y="371422"/>
            <a:ext cx="4640188" cy="74670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6585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171681" y="420560"/>
            <a:ext cx="3848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6585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·CONTENTS·</a:t>
            </a:r>
            <a:endParaRPr lang="zh-CN" altLang="en-US" sz="3200" b="1" dirty="0">
              <a:solidFill>
                <a:srgbClr val="6585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891126" y="3737318"/>
            <a:ext cx="4409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选题的背景和意义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3775906" y="2212796"/>
            <a:ext cx="4640188" cy="10045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68B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8B7E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81574" y="2161077"/>
            <a:ext cx="34288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rgbClr val="6585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3576605" y="3951671"/>
            <a:ext cx="5038791" cy="156067"/>
            <a:chOff x="3891126" y="3631108"/>
            <a:chExt cx="5038791" cy="156067"/>
          </a:xfrm>
          <a:solidFill>
            <a:schemeClr val="bg1"/>
          </a:solidFill>
        </p:grpSpPr>
        <p:sp>
          <p:nvSpPr>
            <p:cNvPr id="8" name="椭圆 7"/>
            <p:cNvSpPr/>
            <p:nvPr/>
          </p:nvSpPr>
          <p:spPr>
            <a:xfrm>
              <a:off x="3891126" y="3631108"/>
              <a:ext cx="156067" cy="1560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8773850" y="3631108"/>
              <a:ext cx="156067" cy="1560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>
              <a:defRPr/>
            </a:pPr>
            <a:r>
              <a:rPr lang="zh-CN" altLang="en-US" dirty="0"/>
              <a:t>选题背景</a:t>
            </a:r>
          </a:p>
        </p:txBody>
      </p:sp>
      <p:sp>
        <p:nvSpPr>
          <p:cNvPr id="4" name="矩形 3"/>
          <p:cNvSpPr/>
          <p:nvPr/>
        </p:nvSpPr>
        <p:spPr>
          <a:xfrm>
            <a:off x="6959602" y="787400"/>
            <a:ext cx="5153098" cy="19304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 r="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959602" y="4848616"/>
            <a:ext cx="5153098" cy="19304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 r="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59602" y="2815468"/>
            <a:ext cx="5153098" cy="1935480"/>
          </a:xfrm>
          <a:prstGeom prst="rect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2"/>
          <p:cNvSpPr txBox="1"/>
          <p:nvPr/>
        </p:nvSpPr>
        <p:spPr>
          <a:xfrm flipH="1">
            <a:off x="7581363" y="3453952"/>
            <a:ext cx="4072513" cy="1106008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</a:t>
            </a:r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移动。本模板精心设计，模板所有素材均可自由编辑替换移动。</a:t>
            </a:r>
            <a:endParaRPr lang="zh-CN" altLang="en-US" sz="1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 flipH="1">
            <a:off x="7601108" y="3006735"/>
            <a:ext cx="3995431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单击此处键入标题</a:t>
            </a:r>
            <a:endParaRPr lang="en-US" altLang="zh-CN" sz="2000">
              <a:solidFill>
                <a:schemeClr val="bg1"/>
              </a:solidFill>
              <a:latin typeface="Impact" panose="020B080603090205020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9" name="文本框 22"/>
          <p:cNvSpPr txBox="1"/>
          <p:nvPr/>
        </p:nvSpPr>
        <p:spPr>
          <a:xfrm flipH="1">
            <a:off x="646076" y="4914141"/>
            <a:ext cx="5153096" cy="136454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单击此处添加本章节的简要内容。本模板精心设计，模板所有素材均可自由编辑替换移动。单击此处添加本章节的简要内容。处添加本章节的简要内容。</a:t>
            </a:r>
          </a:p>
        </p:txBody>
      </p:sp>
      <p:sp>
        <p:nvSpPr>
          <p:cNvPr id="10" name="文本框 22"/>
          <p:cNvSpPr txBox="1"/>
          <p:nvPr/>
        </p:nvSpPr>
        <p:spPr>
          <a:xfrm flipH="1">
            <a:off x="646076" y="1336848"/>
            <a:ext cx="4675224" cy="954107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just"/>
            <a:r>
              <a:rPr lang="zh-CN" alt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</a:t>
            </a:r>
            <a:endParaRPr lang="en-US" altLang="zh-CN" sz="280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  <a:p>
            <a:pPr algn="just"/>
            <a:r>
              <a:rPr lang="zh-CN" alt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添加</a:t>
            </a: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本章节的</a:t>
            </a:r>
            <a:r>
              <a:rPr lang="zh-CN" alt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简要内容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740835" y="2952626"/>
            <a:ext cx="1364541" cy="1364541"/>
          </a:xfrm>
          <a:prstGeom prst="ellips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2589034" y="2952626"/>
            <a:ext cx="1364541" cy="1364541"/>
          </a:xfrm>
          <a:prstGeom prst="ellips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437234" y="2952626"/>
            <a:ext cx="1364541" cy="1364541"/>
          </a:xfrm>
          <a:prstGeom prst="ellips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Freeform 493"/>
          <p:cNvSpPr/>
          <p:nvPr/>
        </p:nvSpPr>
        <p:spPr>
          <a:xfrm>
            <a:off x="3003722" y="3286647"/>
            <a:ext cx="512108" cy="635000"/>
          </a:xfrm>
          <a:custGeom>
            <a:avLst/>
            <a:gdLst>
              <a:gd name="connsiteX0" fmla="*/ 308670 w 487254"/>
              <a:gd name="connsiteY0" fmla="*/ 392838 h 604181"/>
              <a:gd name="connsiteX1" fmla="*/ 355568 w 487254"/>
              <a:gd name="connsiteY1" fmla="*/ 574617 h 604181"/>
              <a:gd name="connsiteX2" fmla="*/ 338569 w 487254"/>
              <a:gd name="connsiteY2" fmla="*/ 603423 h 604181"/>
              <a:gd name="connsiteX3" fmla="*/ 332650 w 487254"/>
              <a:gd name="connsiteY3" fmla="*/ 604181 h 604181"/>
              <a:gd name="connsiteX4" fmla="*/ 309581 w 487254"/>
              <a:gd name="connsiteY4" fmla="*/ 586443 h 604181"/>
              <a:gd name="connsiteX5" fmla="*/ 266173 w 487254"/>
              <a:gd name="connsiteY5" fmla="*/ 417853 h 604181"/>
              <a:gd name="connsiteX6" fmla="*/ 288939 w 487254"/>
              <a:gd name="connsiteY6" fmla="*/ 411031 h 604181"/>
              <a:gd name="connsiteX7" fmla="*/ 308670 w 487254"/>
              <a:gd name="connsiteY7" fmla="*/ 392838 h 604181"/>
              <a:gd name="connsiteX8" fmla="*/ 177814 w 487254"/>
              <a:gd name="connsiteY8" fmla="*/ 391150 h 604181"/>
              <a:gd name="connsiteX9" fmla="*/ 177825 w 487254"/>
              <a:gd name="connsiteY9" fmla="*/ 391161 h 604181"/>
              <a:gd name="connsiteX10" fmla="*/ 177825 w 487254"/>
              <a:gd name="connsiteY10" fmla="*/ 391163 h 604181"/>
              <a:gd name="connsiteX11" fmla="*/ 197242 w 487254"/>
              <a:gd name="connsiteY11" fmla="*/ 410555 h 604181"/>
              <a:gd name="connsiteX12" fmla="*/ 197248 w 487254"/>
              <a:gd name="connsiteY12" fmla="*/ 410557 h 604181"/>
              <a:gd name="connsiteX13" fmla="*/ 219844 w 487254"/>
              <a:gd name="connsiteY13" fmla="*/ 417676 h 604181"/>
              <a:gd name="connsiteX14" fmla="*/ 219846 w 487254"/>
              <a:gd name="connsiteY14" fmla="*/ 417668 h 604181"/>
              <a:gd name="connsiteX15" fmla="*/ 219876 w 487254"/>
              <a:gd name="connsiteY15" fmla="*/ 417677 h 604181"/>
              <a:gd name="connsiteX16" fmla="*/ 219864 w 487254"/>
              <a:gd name="connsiteY16" fmla="*/ 417723 h 604181"/>
              <a:gd name="connsiteX17" fmla="*/ 219869 w 487254"/>
              <a:gd name="connsiteY17" fmla="*/ 417723 h 604181"/>
              <a:gd name="connsiteX18" fmla="*/ 176441 w 487254"/>
              <a:gd name="connsiteY18" fmla="*/ 586441 h 604181"/>
              <a:gd name="connsiteX19" fmla="*/ 153505 w 487254"/>
              <a:gd name="connsiteY19" fmla="*/ 604181 h 604181"/>
              <a:gd name="connsiteX20" fmla="*/ 147582 w 487254"/>
              <a:gd name="connsiteY20" fmla="*/ 603423 h 604181"/>
              <a:gd name="connsiteX21" fmla="*/ 130570 w 487254"/>
              <a:gd name="connsiteY21" fmla="*/ 574614 h 604181"/>
              <a:gd name="connsiteX22" fmla="*/ 177801 w 487254"/>
              <a:gd name="connsiteY22" fmla="*/ 391171 h 604181"/>
              <a:gd name="connsiteX23" fmla="*/ 177804 w 487254"/>
              <a:gd name="connsiteY23" fmla="*/ 391189 h 604181"/>
              <a:gd name="connsiteX24" fmla="*/ 278019 w 487254"/>
              <a:gd name="connsiteY24" fmla="*/ 368294 h 604181"/>
              <a:gd name="connsiteX25" fmla="*/ 295884 w 487254"/>
              <a:gd name="connsiteY25" fmla="*/ 370886 h 604181"/>
              <a:gd name="connsiteX26" fmla="*/ 306831 w 487254"/>
              <a:gd name="connsiteY26" fmla="*/ 385402 h 604181"/>
              <a:gd name="connsiteX27" fmla="*/ 308653 w 487254"/>
              <a:gd name="connsiteY27" fmla="*/ 392824 h 604181"/>
              <a:gd name="connsiteX28" fmla="*/ 288914 w 487254"/>
              <a:gd name="connsiteY28" fmla="*/ 411001 h 604181"/>
              <a:gd name="connsiteX29" fmla="*/ 266159 w 487254"/>
              <a:gd name="connsiteY29" fmla="*/ 417811 h 604181"/>
              <a:gd name="connsiteX30" fmla="*/ 260861 w 487254"/>
              <a:gd name="connsiteY30" fmla="*/ 397254 h 604181"/>
              <a:gd name="connsiteX31" fmla="*/ 278019 w 487254"/>
              <a:gd name="connsiteY31" fmla="*/ 368294 h 604181"/>
              <a:gd name="connsiteX32" fmla="*/ 208172 w 487254"/>
              <a:gd name="connsiteY32" fmla="*/ 368294 h 604181"/>
              <a:gd name="connsiteX33" fmla="*/ 215512 w 487254"/>
              <a:gd name="connsiteY33" fmla="*/ 373846 h 604181"/>
              <a:gd name="connsiteX34" fmla="*/ 222632 w 487254"/>
              <a:gd name="connsiteY34" fmla="*/ 379233 h 604181"/>
              <a:gd name="connsiteX35" fmla="*/ 225153 w 487254"/>
              <a:gd name="connsiteY35" fmla="*/ 397223 h 604181"/>
              <a:gd name="connsiteX36" fmla="*/ 219846 w 487254"/>
              <a:gd name="connsiteY36" fmla="*/ 417668 h 604181"/>
              <a:gd name="connsiteX37" fmla="*/ 197249 w 487254"/>
              <a:gd name="connsiteY37" fmla="*/ 410552 h 604181"/>
              <a:gd name="connsiteX38" fmla="*/ 177825 w 487254"/>
              <a:gd name="connsiteY38" fmla="*/ 391161 h 604181"/>
              <a:gd name="connsiteX39" fmla="*/ 179342 w 487254"/>
              <a:gd name="connsiteY39" fmla="*/ 385406 h 604181"/>
              <a:gd name="connsiteX40" fmla="*/ 190162 w 487254"/>
              <a:gd name="connsiteY40" fmla="*/ 370890 h 604181"/>
              <a:gd name="connsiteX41" fmla="*/ 285137 w 487254"/>
              <a:gd name="connsiteY41" fmla="*/ 155738 h 604181"/>
              <a:gd name="connsiteX42" fmla="*/ 290454 w 487254"/>
              <a:gd name="connsiteY42" fmla="*/ 155738 h 604181"/>
              <a:gd name="connsiteX43" fmla="*/ 326153 w 487254"/>
              <a:gd name="connsiteY43" fmla="*/ 191205 h 604181"/>
              <a:gd name="connsiteX44" fmla="*/ 326153 w 487254"/>
              <a:gd name="connsiteY44" fmla="*/ 252440 h 604181"/>
              <a:gd name="connsiteX45" fmla="*/ 290454 w 487254"/>
              <a:gd name="connsiteY45" fmla="*/ 287907 h 604181"/>
              <a:gd name="connsiteX46" fmla="*/ 285137 w 487254"/>
              <a:gd name="connsiteY46" fmla="*/ 287907 h 604181"/>
              <a:gd name="connsiteX47" fmla="*/ 249590 w 487254"/>
              <a:gd name="connsiteY47" fmla="*/ 252440 h 604181"/>
              <a:gd name="connsiteX48" fmla="*/ 249590 w 487254"/>
              <a:gd name="connsiteY48" fmla="*/ 191205 h 604181"/>
              <a:gd name="connsiteX49" fmla="*/ 285137 w 487254"/>
              <a:gd name="connsiteY49" fmla="*/ 155738 h 604181"/>
              <a:gd name="connsiteX50" fmla="*/ 184336 w 487254"/>
              <a:gd name="connsiteY50" fmla="*/ 113257 h 604181"/>
              <a:gd name="connsiteX51" fmla="*/ 189648 w 487254"/>
              <a:gd name="connsiteY51" fmla="*/ 113257 h 604181"/>
              <a:gd name="connsiteX52" fmla="*/ 225315 w 487254"/>
              <a:gd name="connsiteY52" fmla="*/ 148733 h 604181"/>
              <a:gd name="connsiteX53" fmla="*/ 225315 w 487254"/>
              <a:gd name="connsiteY53" fmla="*/ 252430 h 604181"/>
              <a:gd name="connsiteX54" fmla="*/ 189648 w 487254"/>
              <a:gd name="connsiteY54" fmla="*/ 287906 h 604181"/>
              <a:gd name="connsiteX55" fmla="*/ 184336 w 487254"/>
              <a:gd name="connsiteY55" fmla="*/ 287906 h 604181"/>
              <a:gd name="connsiteX56" fmla="*/ 148822 w 487254"/>
              <a:gd name="connsiteY56" fmla="*/ 252430 h 604181"/>
              <a:gd name="connsiteX57" fmla="*/ 148822 w 487254"/>
              <a:gd name="connsiteY57" fmla="*/ 148733 h 604181"/>
              <a:gd name="connsiteX58" fmla="*/ 184336 w 487254"/>
              <a:gd name="connsiteY58" fmla="*/ 113257 h 604181"/>
              <a:gd name="connsiteX59" fmla="*/ 69998 w 487254"/>
              <a:gd name="connsiteY59" fmla="*/ 88700 h 604181"/>
              <a:gd name="connsiteX60" fmla="*/ 57092 w 487254"/>
              <a:gd name="connsiteY60" fmla="*/ 96129 h 604181"/>
              <a:gd name="connsiteX61" fmla="*/ 57092 w 487254"/>
              <a:gd name="connsiteY61" fmla="*/ 309919 h 604181"/>
              <a:gd name="connsiteX62" fmla="*/ 69998 w 487254"/>
              <a:gd name="connsiteY62" fmla="*/ 317197 h 604181"/>
              <a:gd name="connsiteX63" fmla="*/ 417256 w 487254"/>
              <a:gd name="connsiteY63" fmla="*/ 317197 h 604181"/>
              <a:gd name="connsiteX64" fmla="*/ 430162 w 487254"/>
              <a:gd name="connsiteY64" fmla="*/ 309919 h 604181"/>
              <a:gd name="connsiteX65" fmla="*/ 430162 w 487254"/>
              <a:gd name="connsiteY65" fmla="*/ 96129 h 604181"/>
              <a:gd name="connsiteX66" fmla="*/ 417256 w 487254"/>
              <a:gd name="connsiteY66" fmla="*/ 88700 h 604181"/>
              <a:gd name="connsiteX67" fmla="*/ 93533 w 487254"/>
              <a:gd name="connsiteY67" fmla="*/ 0 h 604181"/>
              <a:gd name="connsiteX68" fmla="*/ 174312 w 487254"/>
              <a:gd name="connsiteY68" fmla="*/ 0 h 604181"/>
              <a:gd name="connsiteX69" fmla="*/ 312942 w 487254"/>
              <a:gd name="connsiteY69" fmla="*/ 0 h 604181"/>
              <a:gd name="connsiteX70" fmla="*/ 393721 w 487254"/>
              <a:gd name="connsiteY70" fmla="*/ 0 h 604181"/>
              <a:gd name="connsiteX71" fmla="*/ 412245 w 487254"/>
              <a:gd name="connsiteY71" fmla="*/ 18498 h 604181"/>
              <a:gd name="connsiteX72" fmla="*/ 412245 w 487254"/>
              <a:gd name="connsiteY72" fmla="*/ 39271 h 604181"/>
              <a:gd name="connsiteX73" fmla="*/ 449750 w 487254"/>
              <a:gd name="connsiteY73" fmla="*/ 39271 h 604181"/>
              <a:gd name="connsiteX74" fmla="*/ 487254 w 487254"/>
              <a:gd name="connsiteY74" fmla="*/ 85364 h 604181"/>
              <a:gd name="connsiteX75" fmla="*/ 487254 w 487254"/>
              <a:gd name="connsiteY75" fmla="*/ 330236 h 604181"/>
              <a:gd name="connsiteX76" fmla="*/ 441095 w 487254"/>
              <a:gd name="connsiteY76" fmla="*/ 376330 h 604181"/>
              <a:gd name="connsiteX77" fmla="*/ 310665 w 487254"/>
              <a:gd name="connsiteY77" fmla="*/ 376330 h 604181"/>
              <a:gd name="connsiteX78" fmla="*/ 310665 w 487254"/>
              <a:gd name="connsiteY78" fmla="*/ 384518 h 604181"/>
              <a:gd name="connsiteX79" fmla="*/ 308691 w 487254"/>
              <a:gd name="connsiteY79" fmla="*/ 392857 h 604181"/>
              <a:gd name="connsiteX80" fmla="*/ 306869 w 487254"/>
              <a:gd name="connsiteY80" fmla="*/ 385428 h 604181"/>
              <a:gd name="connsiteX81" fmla="*/ 295917 w 487254"/>
              <a:gd name="connsiteY81" fmla="*/ 370891 h 604181"/>
              <a:gd name="connsiteX82" fmla="*/ 295884 w 487254"/>
              <a:gd name="connsiteY82" fmla="*/ 370886 h 604181"/>
              <a:gd name="connsiteX83" fmla="*/ 295880 w 487254"/>
              <a:gd name="connsiteY83" fmla="*/ 370880 h 604181"/>
              <a:gd name="connsiteX84" fmla="*/ 277981 w 487254"/>
              <a:gd name="connsiteY84" fmla="*/ 368286 h 604181"/>
              <a:gd name="connsiteX85" fmla="*/ 260823 w 487254"/>
              <a:gd name="connsiteY85" fmla="*/ 397217 h 604181"/>
              <a:gd name="connsiteX86" fmla="*/ 266137 w 487254"/>
              <a:gd name="connsiteY86" fmla="*/ 417817 h 604181"/>
              <a:gd name="connsiteX87" fmla="*/ 266159 w 487254"/>
              <a:gd name="connsiteY87" fmla="*/ 417811 h 604181"/>
              <a:gd name="connsiteX88" fmla="*/ 266175 w 487254"/>
              <a:gd name="connsiteY88" fmla="*/ 417875 h 604181"/>
              <a:gd name="connsiteX89" fmla="*/ 251295 w 487254"/>
              <a:gd name="connsiteY89" fmla="*/ 419088 h 604181"/>
              <a:gd name="connsiteX90" fmla="*/ 235959 w 487254"/>
              <a:gd name="connsiteY90" fmla="*/ 419088 h 604181"/>
              <a:gd name="connsiteX91" fmla="*/ 219869 w 487254"/>
              <a:gd name="connsiteY91" fmla="*/ 417723 h 604181"/>
              <a:gd name="connsiteX92" fmla="*/ 219881 w 487254"/>
              <a:gd name="connsiteY92" fmla="*/ 417679 h 604181"/>
              <a:gd name="connsiteX93" fmla="*/ 219876 w 487254"/>
              <a:gd name="connsiteY93" fmla="*/ 417677 h 604181"/>
              <a:gd name="connsiteX94" fmla="*/ 225178 w 487254"/>
              <a:gd name="connsiteY94" fmla="*/ 397254 h 604181"/>
              <a:gd name="connsiteX95" fmla="*/ 222654 w 487254"/>
              <a:gd name="connsiteY95" fmla="*/ 379249 h 604181"/>
              <a:gd name="connsiteX96" fmla="*/ 215512 w 487254"/>
              <a:gd name="connsiteY96" fmla="*/ 373846 h 604181"/>
              <a:gd name="connsiteX97" fmla="*/ 208164 w 487254"/>
              <a:gd name="connsiteY97" fmla="*/ 368287 h 604181"/>
              <a:gd name="connsiteX98" fmla="*/ 190169 w 487254"/>
              <a:gd name="connsiteY98" fmla="*/ 370881 h 604181"/>
              <a:gd name="connsiteX99" fmla="*/ 190162 w 487254"/>
              <a:gd name="connsiteY99" fmla="*/ 370890 h 604181"/>
              <a:gd name="connsiteX100" fmla="*/ 190160 w 487254"/>
              <a:gd name="connsiteY100" fmla="*/ 370891 h 604181"/>
              <a:gd name="connsiteX101" fmla="*/ 179323 w 487254"/>
              <a:gd name="connsiteY101" fmla="*/ 385428 h 604181"/>
              <a:gd name="connsiteX102" fmla="*/ 177814 w 487254"/>
              <a:gd name="connsiteY102" fmla="*/ 391150 h 604181"/>
              <a:gd name="connsiteX103" fmla="*/ 177808 w 487254"/>
              <a:gd name="connsiteY103" fmla="*/ 391144 h 604181"/>
              <a:gd name="connsiteX104" fmla="*/ 177801 w 487254"/>
              <a:gd name="connsiteY104" fmla="*/ 391171 h 604181"/>
              <a:gd name="connsiteX105" fmla="*/ 176589 w 487254"/>
              <a:gd name="connsiteY105" fmla="*/ 384518 h 604181"/>
              <a:gd name="connsiteX106" fmla="*/ 176589 w 487254"/>
              <a:gd name="connsiteY106" fmla="*/ 376330 h 604181"/>
              <a:gd name="connsiteX107" fmla="*/ 46159 w 487254"/>
              <a:gd name="connsiteY107" fmla="*/ 376330 h 604181"/>
              <a:gd name="connsiteX108" fmla="*/ 0 w 487254"/>
              <a:gd name="connsiteY108" fmla="*/ 330236 h 604181"/>
              <a:gd name="connsiteX109" fmla="*/ 0 w 487254"/>
              <a:gd name="connsiteY109" fmla="*/ 85364 h 604181"/>
              <a:gd name="connsiteX110" fmla="*/ 37504 w 487254"/>
              <a:gd name="connsiteY110" fmla="*/ 39271 h 604181"/>
              <a:gd name="connsiteX111" fmla="*/ 75009 w 487254"/>
              <a:gd name="connsiteY111" fmla="*/ 39271 h 604181"/>
              <a:gd name="connsiteX112" fmla="*/ 75009 w 487254"/>
              <a:gd name="connsiteY112" fmla="*/ 18498 h 604181"/>
              <a:gd name="connsiteX113" fmla="*/ 93533 w 487254"/>
              <a:gd name="connsiteY113" fmla="*/ 0 h 604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487254" h="604181">
                <a:moveTo>
                  <a:pt x="308670" y="392838"/>
                </a:moveTo>
                <a:lnTo>
                  <a:pt x="355568" y="574617"/>
                </a:lnTo>
                <a:cubicBezTo>
                  <a:pt x="358755" y="587352"/>
                  <a:pt x="351167" y="600239"/>
                  <a:pt x="338569" y="603423"/>
                </a:cubicBezTo>
                <a:cubicBezTo>
                  <a:pt x="336596" y="604029"/>
                  <a:pt x="334471" y="604181"/>
                  <a:pt x="332650" y="604181"/>
                </a:cubicBezTo>
                <a:cubicBezTo>
                  <a:pt x="322026" y="604181"/>
                  <a:pt x="312464" y="597055"/>
                  <a:pt x="309581" y="586443"/>
                </a:cubicBezTo>
                <a:lnTo>
                  <a:pt x="266173" y="417853"/>
                </a:lnTo>
                <a:cubicBezTo>
                  <a:pt x="274673" y="416489"/>
                  <a:pt x="282413" y="414215"/>
                  <a:pt x="288939" y="411031"/>
                </a:cubicBezTo>
                <a:cubicBezTo>
                  <a:pt x="298501" y="406331"/>
                  <a:pt x="305634" y="400115"/>
                  <a:pt x="308670" y="392838"/>
                </a:cubicBezTo>
                <a:close/>
                <a:moveTo>
                  <a:pt x="177814" y="391150"/>
                </a:moveTo>
                <a:lnTo>
                  <a:pt x="177825" y="391161"/>
                </a:lnTo>
                <a:lnTo>
                  <a:pt x="177825" y="391163"/>
                </a:lnTo>
                <a:cubicBezTo>
                  <a:pt x="180404" y="398890"/>
                  <a:pt x="187533" y="405556"/>
                  <a:pt x="197242" y="410555"/>
                </a:cubicBezTo>
                <a:lnTo>
                  <a:pt x="197248" y="410557"/>
                </a:lnTo>
                <a:lnTo>
                  <a:pt x="219844" y="417676"/>
                </a:lnTo>
                <a:lnTo>
                  <a:pt x="219846" y="417668"/>
                </a:lnTo>
                <a:lnTo>
                  <a:pt x="219876" y="417677"/>
                </a:lnTo>
                <a:lnTo>
                  <a:pt x="219864" y="417723"/>
                </a:lnTo>
                <a:lnTo>
                  <a:pt x="219869" y="417723"/>
                </a:lnTo>
                <a:lnTo>
                  <a:pt x="176441" y="586441"/>
                </a:lnTo>
                <a:cubicBezTo>
                  <a:pt x="173707" y="597054"/>
                  <a:pt x="163986" y="604181"/>
                  <a:pt x="153505" y="604181"/>
                </a:cubicBezTo>
                <a:cubicBezTo>
                  <a:pt x="151531" y="604181"/>
                  <a:pt x="149556" y="604029"/>
                  <a:pt x="147582" y="603423"/>
                </a:cubicBezTo>
                <a:cubicBezTo>
                  <a:pt x="134823" y="600239"/>
                  <a:pt x="127229" y="587350"/>
                  <a:pt x="130570" y="574614"/>
                </a:cubicBezTo>
                <a:lnTo>
                  <a:pt x="177801" y="391171"/>
                </a:lnTo>
                <a:lnTo>
                  <a:pt x="177804" y="391189"/>
                </a:lnTo>
                <a:close/>
                <a:moveTo>
                  <a:pt x="278019" y="368294"/>
                </a:moveTo>
                <a:lnTo>
                  <a:pt x="295884" y="370886"/>
                </a:lnTo>
                <a:lnTo>
                  <a:pt x="306831" y="385402"/>
                </a:lnTo>
                <a:lnTo>
                  <a:pt x="308653" y="392824"/>
                </a:lnTo>
                <a:cubicBezTo>
                  <a:pt x="305616" y="400095"/>
                  <a:pt x="298480" y="406305"/>
                  <a:pt x="288914" y="411001"/>
                </a:cubicBezTo>
                <a:lnTo>
                  <a:pt x="266159" y="417811"/>
                </a:lnTo>
                <a:lnTo>
                  <a:pt x="260861" y="397254"/>
                </a:lnTo>
                <a:cubicBezTo>
                  <a:pt x="257672" y="384518"/>
                  <a:pt x="265264" y="371630"/>
                  <a:pt x="278019" y="368294"/>
                </a:cubicBezTo>
                <a:close/>
                <a:moveTo>
                  <a:pt x="208172" y="368294"/>
                </a:moveTo>
                <a:lnTo>
                  <a:pt x="215512" y="373846"/>
                </a:lnTo>
                <a:lnTo>
                  <a:pt x="222632" y="379233"/>
                </a:lnTo>
                <a:cubicBezTo>
                  <a:pt x="225722" y="384459"/>
                  <a:pt x="226822" y="390860"/>
                  <a:pt x="225153" y="397223"/>
                </a:cubicBezTo>
                <a:lnTo>
                  <a:pt x="219846" y="417668"/>
                </a:lnTo>
                <a:lnTo>
                  <a:pt x="197249" y="410552"/>
                </a:lnTo>
                <a:lnTo>
                  <a:pt x="177825" y="391161"/>
                </a:lnTo>
                <a:lnTo>
                  <a:pt x="179342" y="385406"/>
                </a:lnTo>
                <a:lnTo>
                  <a:pt x="190162" y="370890"/>
                </a:lnTo>
                <a:close/>
                <a:moveTo>
                  <a:pt x="285137" y="155738"/>
                </a:moveTo>
                <a:lnTo>
                  <a:pt x="290454" y="155738"/>
                </a:lnTo>
                <a:cubicBezTo>
                  <a:pt x="310203" y="155738"/>
                  <a:pt x="326153" y="171653"/>
                  <a:pt x="326153" y="191205"/>
                </a:cubicBezTo>
                <a:lnTo>
                  <a:pt x="326153" y="252440"/>
                </a:lnTo>
                <a:cubicBezTo>
                  <a:pt x="326153" y="271992"/>
                  <a:pt x="310203" y="287907"/>
                  <a:pt x="290454" y="287907"/>
                </a:cubicBezTo>
                <a:lnTo>
                  <a:pt x="285137" y="287907"/>
                </a:lnTo>
                <a:cubicBezTo>
                  <a:pt x="265541" y="287907"/>
                  <a:pt x="249590" y="271992"/>
                  <a:pt x="249590" y="252440"/>
                </a:cubicBezTo>
                <a:lnTo>
                  <a:pt x="249590" y="191205"/>
                </a:lnTo>
                <a:cubicBezTo>
                  <a:pt x="249590" y="171653"/>
                  <a:pt x="265541" y="155738"/>
                  <a:pt x="285137" y="155738"/>
                </a:cubicBezTo>
                <a:close/>
                <a:moveTo>
                  <a:pt x="184336" y="113257"/>
                </a:moveTo>
                <a:lnTo>
                  <a:pt x="189648" y="113257"/>
                </a:lnTo>
                <a:cubicBezTo>
                  <a:pt x="209379" y="113257"/>
                  <a:pt x="225315" y="129176"/>
                  <a:pt x="225315" y="148733"/>
                </a:cubicBezTo>
                <a:lnTo>
                  <a:pt x="225315" y="252430"/>
                </a:lnTo>
                <a:cubicBezTo>
                  <a:pt x="225315" y="271987"/>
                  <a:pt x="209379" y="287906"/>
                  <a:pt x="189648" y="287906"/>
                </a:cubicBezTo>
                <a:lnTo>
                  <a:pt x="184336" y="287906"/>
                </a:lnTo>
                <a:cubicBezTo>
                  <a:pt x="164758" y="287906"/>
                  <a:pt x="148822" y="271987"/>
                  <a:pt x="148822" y="252430"/>
                </a:cubicBezTo>
                <a:lnTo>
                  <a:pt x="148822" y="148733"/>
                </a:lnTo>
                <a:cubicBezTo>
                  <a:pt x="148822" y="129176"/>
                  <a:pt x="164758" y="113257"/>
                  <a:pt x="184336" y="113257"/>
                </a:cubicBezTo>
                <a:close/>
                <a:moveTo>
                  <a:pt x="69998" y="88700"/>
                </a:moveTo>
                <a:cubicBezTo>
                  <a:pt x="62861" y="88700"/>
                  <a:pt x="57092" y="92036"/>
                  <a:pt x="57092" y="96129"/>
                </a:cubicBezTo>
                <a:lnTo>
                  <a:pt x="57092" y="309919"/>
                </a:lnTo>
                <a:cubicBezTo>
                  <a:pt x="57092" y="314013"/>
                  <a:pt x="62861" y="317197"/>
                  <a:pt x="69998" y="317197"/>
                </a:cubicBezTo>
                <a:lnTo>
                  <a:pt x="417256" y="317197"/>
                </a:lnTo>
                <a:cubicBezTo>
                  <a:pt x="424393" y="317197"/>
                  <a:pt x="430162" y="314013"/>
                  <a:pt x="430162" y="309919"/>
                </a:cubicBezTo>
                <a:lnTo>
                  <a:pt x="430162" y="96129"/>
                </a:lnTo>
                <a:cubicBezTo>
                  <a:pt x="430162" y="92036"/>
                  <a:pt x="424393" y="88700"/>
                  <a:pt x="417256" y="88700"/>
                </a:cubicBezTo>
                <a:close/>
                <a:moveTo>
                  <a:pt x="93533" y="0"/>
                </a:moveTo>
                <a:lnTo>
                  <a:pt x="174312" y="0"/>
                </a:lnTo>
                <a:lnTo>
                  <a:pt x="312942" y="0"/>
                </a:lnTo>
                <a:lnTo>
                  <a:pt x="393721" y="0"/>
                </a:lnTo>
                <a:cubicBezTo>
                  <a:pt x="404046" y="0"/>
                  <a:pt x="412245" y="8188"/>
                  <a:pt x="412245" y="18498"/>
                </a:cubicBezTo>
                <a:lnTo>
                  <a:pt x="412245" y="39271"/>
                </a:lnTo>
                <a:lnTo>
                  <a:pt x="449750" y="39271"/>
                </a:lnTo>
                <a:cubicBezTo>
                  <a:pt x="470552" y="39271"/>
                  <a:pt x="487254" y="59891"/>
                  <a:pt x="487254" y="85364"/>
                </a:cubicBezTo>
                <a:lnTo>
                  <a:pt x="487254" y="330236"/>
                </a:lnTo>
                <a:cubicBezTo>
                  <a:pt x="487254" y="355709"/>
                  <a:pt x="466604" y="376330"/>
                  <a:pt x="441095" y="376330"/>
                </a:cubicBezTo>
                <a:lnTo>
                  <a:pt x="310665" y="376330"/>
                </a:lnTo>
                <a:lnTo>
                  <a:pt x="310665" y="384518"/>
                </a:lnTo>
                <a:cubicBezTo>
                  <a:pt x="310665" y="387399"/>
                  <a:pt x="309905" y="390128"/>
                  <a:pt x="308691" y="392857"/>
                </a:cubicBezTo>
                <a:lnTo>
                  <a:pt x="306869" y="385428"/>
                </a:lnTo>
                <a:cubicBezTo>
                  <a:pt x="305198" y="379060"/>
                  <a:pt x="301137" y="373980"/>
                  <a:pt x="295917" y="370891"/>
                </a:cubicBezTo>
                <a:lnTo>
                  <a:pt x="295884" y="370886"/>
                </a:lnTo>
                <a:lnTo>
                  <a:pt x="295880" y="370880"/>
                </a:lnTo>
                <a:cubicBezTo>
                  <a:pt x="290660" y="367794"/>
                  <a:pt x="284283" y="366696"/>
                  <a:pt x="277981" y="368286"/>
                </a:cubicBezTo>
                <a:cubicBezTo>
                  <a:pt x="265226" y="371618"/>
                  <a:pt x="257634" y="384493"/>
                  <a:pt x="260823" y="397217"/>
                </a:cubicBezTo>
                <a:lnTo>
                  <a:pt x="266137" y="417817"/>
                </a:lnTo>
                <a:lnTo>
                  <a:pt x="266159" y="417811"/>
                </a:lnTo>
                <a:lnTo>
                  <a:pt x="266175" y="417875"/>
                </a:lnTo>
                <a:cubicBezTo>
                  <a:pt x="261468" y="418633"/>
                  <a:pt x="256610" y="419088"/>
                  <a:pt x="251295" y="419088"/>
                </a:cubicBezTo>
                <a:lnTo>
                  <a:pt x="235959" y="419088"/>
                </a:lnTo>
                <a:lnTo>
                  <a:pt x="219869" y="417723"/>
                </a:lnTo>
                <a:lnTo>
                  <a:pt x="219881" y="417679"/>
                </a:lnTo>
                <a:lnTo>
                  <a:pt x="219876" y="417677"/>
                </a:lnTo>
                <a:lnTo>
                  <a:pt x="225178" y="397254"/>
                </a:lnTo>
                <a:cubicBezTo>
                  <a:pt x="226849" y="390886"/>
                  <a:pt x="225748" y="384480"/>
                  <a:pt x="222654" y="379249"/>
                </a:cubicBezTo>
                <a:lnTo>
                  <a:pt x="215512" y="373846"/>
                </a:lnTo>
                <a:lnTo>
                  <a:pt x="208164" y="368287"/>
                </a:lnTo>
                <a:cubicBezTo>
                  <a:pt x="201793" y="366696"/>
                  <a:pt x="195383" y="367794"/>
                  <a:pt x="190169" y="370881"/>
                </a:cubicBezTo>
                <a:lnTo>
                  <a:pt x="190162" y="370890"/>
                </a:lnTo>
                <a:lnTo>
                  <a:pt x="190160" y="370891"/>
                </a:lnTo>
                <a:cubicBezTo>
                  <a:pt x="184941" y="373980"/>
                  <a:pt x="180917" y="379060"/>
                  <a:pt x="179323" y="385428"/>
                </a:cubicBezTo>
                <a:lnTo>
                  <a:pt x="177814" y="391150"/>
                </a:lnTo>
                <a:lnTo>
                  <a:pt x="177808" y="391144"/>
                </a:lnTo>
                <a:lnTo>
                  <a:pt x="177801" y="391171"/>
                </a:lnTo>
                <a:lnTo>
                  <a:pt x="176589" y="384518"/>
                </a:lnTo>
                <a:lnTo>
                  <a:pt x="176589" y="376330"/>
                </a:lnTo>
                <a:lnTo>
                  <a:pt x="46159" y="376330"/>
                </a:lnTo>
                <a:cubicBezTo>
                  <a:pt x="20650" y="376330"/>
                  <a:pt x="0" y="355709"/>
                  <a:pt x="0" y="330236"/>
                </a:cubicBezTo>
                <a:lnTo>
                  <a:pt x="0" y="85364"/>
                </a:lnTo>
                <a:cubicBezTo>
                  <a:pt x="0" y="59891"/>
                  <a:pt x="16702" y="39271"/>
                  <a:pt x="37504" y="39271"/>
                </a:cubicBezTo>
                <a:lnTo>
                  <a:pt x="75009" y="39271"/>
                </a:lnTo>
                <a:lnTo>
                  <a:pt x="75009" y="18498"/>
                </a:lnTo>
                <a:cubicBezTo>
                  <a:pt x="75009" y="8188"/>
                  <a:pt x="83360" y="0"/>
                  <a:pt x="93533" y="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8" name="Freeform 34"/>
          <p:cNvSpPr>
            <a:spLocks noEditPoints="1"/>
          </p:cNvSpPr>
          <p:nvPr/>
        </p:nvSpPr>
        <p:spPr>
          <a:xfrm>
            <a:off x="1221022" y="3273947"/>
            <a:ext cx="420370" cy="660400"/>
          </a:xfrm>
          <a:custGeom>
            <a:avLst/>
            <a:gdLst/>
            <a:ahLst/>
            <a:cxnLst>
              <a:cxn ang="0">
                <a:pos x="159498" y="27985"/>
              </a:cxn>
              <a:cxn ang="0">
                <a:pos x="173489" y="142726"/>
              </a:cxn>
              <a:cxn ang="0">
                <a:pos x="142709" y="181906"/>
              </a:cxn>
              <a:cxn ang="0">
                <a:pos x="153901" y="181906"/>
              </a:cxn>
              <a:cxn ang="0">
                <a:pos x="159498" y="204294"/>
              </a:cxn>
              <a:cxn ang="0">
                <a:pos x="156700" y="221085"/>
              </a:cxn>
              <a:cxn ang="0">
                <a:pos x="159498" y="240675"/>
              </a:cxn>
              <a:cxn ang="0">
                <a:pos x="153901" y="260265"/>
              </a:cxn>
              <a:cxn ang="0">
                <a:pos x="41973" y="271459"/>
              </a:cxn>
              <a:cxn ang="0">
                <a:pos x="33579" y="263063"/>
              </a:cxn>
              <a:cxn ang="0">
                <a:pos x="33579" y="232279"/>
              </a:cxn>
              <a:cxn ang="0">
                <a:pos x="33579" y="229481"/>
              </a:cxn>
              <a:cxn ang="0">
                <a:pos x="33579" y="198697"/>
              </a:cxn>
              <a:cxn ang="0">
                <a:pos x="39175" y="193100"/>
              </a:cxn>
              <a:cxn ang="0">
                <a:pos x="44771" y="173510"/>
              </a:cxn>
              <a:cxn ang="0">
                <a:pos x="0" y="95151"/>
              </a:cxn>
              <a:cxn ang="0">
                <a:pos x="92341" y="0"/>
              </a:cxn>
              <a:cxn ang="0">
                <a:pos x="78350" y="111942"/>
              </a:cxn>
              <a:cxn ang="0">
                <a:pos x="83946" y="109143"/>
              </a:cxn>
              <a:cxn ang="0">
                <a:pos x="92341" y="114740"/>
              </a:cxn>
              <a:cxn ang="0">
                <a:pos x="100736" y="109143"/>
              </a:cxn>
              <a:cxn ang="0">
                <a:pos x="109130" y="114740"/>
              </a:cxn>
              <a:cxn ang="0">
                <a:pos x="120323" y="106345"/>
              </a:cxn>
              <a:cxn ang="0">
                <a:pos x="109130" y="142726"/>
              </a:cxn>
              <a:cxn ang="0">
                <a:pos x="123121" y="184704"/>
              </a:cxn>
              <a:cxn ang="0">
                <a:pos x="123121" y="162316"/>
              </a:cxn>
              <a:cxn ang="0">
                <a:pos x="156700" y="131532"/>
              </a:cxn>
              <a:cxn ang="0">
                <a:pos x="145507" y="41978"/>
              </a:cxn>
              <a:cxn ang="0">
                <a:pos x="39175" y="41978"/>
              </a:cxn>
              <a:cxn ang="0">
                <a:pos x="30780" y="131532"/>
              </a:cxn>
              <a:cxn ang="0">
                <a:pos x="64359" y="162316"/>
              </a:cxn>
              <a:cxn ang="0">
                <a:pos x="64359" y="187503"/>
              </a:cxn>
              <a:cxn ang="0">
                <a:pos x="81148" y="142726"/>
              </a:cxn>
              <a:cxn ang="0">
                <a:pos x="69955" y="106345"/>
              </a:cxn>
              <a:cxn ang="0">
                <a:pos x="111928" y="117539"/>
              </a:cxn>
              <a:cxn ang="0">
                <a:pos x="100736" y="114740"/>
              </a:cxn>
              <a:cxn ang="0">
                <a:pos x="83946" y="114740"/>
              </a:cxn>
              <a:cxn ang="0">
                <a:pos x="75552" y="117539"/>
              </a:cxn>
              <a:cxn ang="0">
                <a:pos x="89543" y="139927"/>
              </a:cxn>
              <a:cxn ang="0">
                <a:pos x="89543" y="187503"/>
              </a:cxn>
              <a:cxn ang="0">
                <a:pos x="97937" y="142726"/>
              </a:cxn>
              <a:cxn ang="0">
                <a:pos x="97937" y="139927"/>
              </a:cxn>
              <a:cxn ang="0">
                <a:pos x="120323" y="268661"/>
              </a:cxn>
              <a:cxn ang="0">
                <a:pos x="95139" y="296646"/>
              </a:cxn>
              <a:cxn ang="0">
                <a:pos x="120323" y="268661"/>
              </a:cxn>
              <a:cxn ang="0">
                <a:pos x="47570" y="246272"/>
              </a:cxn>
              <a:cxn ang="0">
                <a:pos x="47570" y="249071"/>
              </a:cxn>
              <a:cxn ang="0">
                <a:pos x="139910" y="240675"/>
              </a:cxn>
              <a:cxn ang="0">
                <a:pos x="139910" y="204294"/>
              </a:cxn>
              <a:cxn ang="0">
                <a:pos x="47570" y="212690"/>
              </a:cxn>
              <a:cxn ang="0">
                <a:pos x="139910" y="207092"/>
              </a:cxn>
              <a:cxn ang="0">
                <a:pos x="139910" y="204294"/>
              </a:cxn>
            </a:cxnLst>
            <a:rect l="0" t="0" r="0" b="0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4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5"/>
                  <a:pt x="56" y="59"/>
                  <a:pt x="51" y="62"/>
                </a:cubicBezTo>
                <a:cubicBezTo>
                  <a:pt x="51" y="65"/>
                  <a:pt x="51" y="65"/>
                  <a:pt x="51" y="65"/>
                </a:cubicBezTo>
                <a:cubicBezTo>
                  <a:pt x="52" y="65"/>
                  <a:pt x="52" y="65"/>
                  <a:pt x="52" y="65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7"/>
                  <a:pt x="56" y="67"/>
                  <a:pt x="56" y="67"/>
                </a:cubicBezTo>
                <a:cubicBezTo>
                  <a:pt x="57" y="69"/>
                  <a:pt x="57" y="71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79"/>
                  <a:pt x="56" y="79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89"/>
                  <a:pt x="56" y="91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3"/>
                  <a:pt x="53" y="93"/>
                  <a:pt x="53" y="93"/>
                </a:cubicBezTo>
                <a:cubicBezTo>
                  <a:pt x="15" y="97"/>
                  <a:pt x="15" y="97"/>
                  <a:pt x="15" y="97"/>
                </a:cubicBezTo>
                <a:cubicBezTo>
                  <a:pt x="12" y="97"/>
                  <a:pt x="12" y="97"/>
                  <a:pt x="12" y="97"/>
                </a:cubicBezTo>
                <a:cubicBezTo>
                  <a:pt x="12" y="94"/>
                  <a:pt x="12" y="94"/>
                  <a:pt x="12" y="94"/>
                </a:cubicBezTo>
                <a:cubicBezTo>
                  <a:pt x="11" y="93"/>
                  <a:pt x="10" y="91"/>
                  <a:pt x="10" y="89"/>
                </a:cubicBezTo>
                <a:cubicBezTo>
                  <a:pt x="10" y="87"/>
                  <a:pt x="11" y="85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0"/>
                  <a:pt x="10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4" y="69"/>
                  <a:pt x="14" y="69"/>
                  <a:pt x="14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2"/>
                  <a:pt x="16" y="62"/>
                  <a:pt x="16" y="62"/>
                </a:cubicBezTo>
                <a:cubicBezTo>
                  <a:pt x="11" y="60"/>
                  <a:pt x="7" y="56"/>
                  <a:pt x="5" y="51"/>
                </a:cubicBezTo>
                <a:cubicBezTo>
                  <a:pt x="1" y="46"/>
                  <a:pt x="0" y="40"/>
                  <a:pt x="0" y="34"/>
                </a:cubicBezTo>
                <a:cubicBezTo>
                  <a:pt x="0" y="24"/>
                  <a:pt x="3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6" y="40"/>
                  <a:pt x="27" y="40"/>
                  <a:pt x="28" y="40"/>
                </a:cubicBezTo>
                <a:cubicBezTo>
                  <a:pt x="28" y="40"/>
                  <a:pt x="29" y="40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0"/>
                  <a:pt x="32" y="41"/>
                  <a:pt x="33" y="41"/>
                </a:cubicBezTo>
                <a:cubicBezTo>
                  <a:pt x="34" y="41"/>
                  <a:pt x="35" y="40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0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1"/>
                  <a:pt x="39" y="51"/>
                  <a:pt x="39" y="51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1"/>
                  <a:pt x="56" y="47"/>
                </a:cubicBezTo>
                <a:cubicBezTo>
                  <a:pt x="58" y="43"/>
                  <a:pt x="60" y="39"/>
                  <a:pt x="60" y="34"/>
                </a:cubicBezTo>
                <a:cubicBezTo>
                  <a:pt x="60" y="26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4" y="15"/>
                </a:cubicBezTo>
                <a:cubicBezTo>
                  <a:pt x="10" y="20"/>
                  <a:pt x="7" y="26"/>
                  <a:pt x="7" y="34"/>
                </a:cubicBezTo>
                <a:cubicBezTo>
                  <a:pt x="7" y="39"/>
                  <a:pt x="8" y="43"/>
                  <a:pt x="11" y="47"/>
                </a:cubicBezTo>
                <a:cubicBezTo>
                  <a:pt x="13" y="52"/>
                  <a:pt x="17" y="55"/>
                  <a:pt x="21" y="57"/>
                </a:cubicBezTo>
                <a:cubicBezTo>
                  <a:pt x="23" y="58"/>
                  <a:pt x="23" y="58"/>
                  <a:pt x="23" y="58"/>
                </a:cubicBezTo>
                <a:cubicBezTo>
                  <a:pt x="23" y="60"/>
                  <a:pt x="23" y="60"/>
                  <a:pt x="23" y="60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1"/>
                  <a:pt x="29" y="51"/>
                  <a:pt x="29" y="51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2"/>
                </a:moveTo>
                <a:cubicBezTo>
                  <a:pt x="40" y="42"/>
                  <a:pt x="40" y="42"/>
                  <a:pt x="39" y="42"/>
                </a:cubicBezTo>
                <a:cubicBezTo>
                  <a:pt x="38" y="43"/>
                  <a:pt x="37" y="42"/>
                  <a:pt x="36" y="41"/>
                </a:cubicBezTo>
                <a:cubicBezTo>
                  <a:pt x="35" y="42"/>
                  <a:pt x="34" y="43"/>
                  <a:pt x="33" y="42"/>
                </a:cubicBezTo>
                <a:cubicBezTo>
                  <a:pt x="32" y="42"/>
                  <a:pt x="31" y="42"/>
                  <a:pt x="30" y="41"/>
                </a:cubicBezTo>
                <a:cubicBezTo>
                  <a:pt x="29" y="42"/>
                  <a:pt x="28" y="42"/>
                  <a:pt x="28" y="42"/>
                </a:cubicBezTo>
                <a:cubicBezTo>
                  <a:pt x="27" y="42"/>
                  <a:pt x="27" y="42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2"/>
                  <a:pt x="40" y="42"/>
                  <a:pt x="40" y="42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6"/>
                  <a:pt x="43" y="96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8"/>
                  <a:pt x="17" y="89"/>
                  <a:pt x="17" y="89"/>
                </a:cubicBezTo>
                <a:cubicBezTo>
                  <a:pt x="17" y="89"/>
                  <a:pt x="17" y="89"/>
                  <a:pt x="17" y="89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6"/>
                  <a:pt x="50" y="86"/>
                  <a:pt x="50" y="86"/>
                </a:cubicBezTo>
                <a:cubicBezTo>
                  <a:pt x="50" y="85"/>
                  <a:pt x="50" y="85"/>
                  <a:pt x="50" y="85"/>
                </a:cubicBezTo>
                <a:close/>
                <a:moveTo>
                  <a:pt x="50" y="73"/>
                </a:moveTo>
                <a:cubicBezTo>
                  <a:pt x="17" y="75"/>
                  <a:pt x="17" y="75"/>
                  <a:pt x="17" y="75"/>
                </a:cubicBezTo>
                <a:cubicBezTo>
                  <a:pt x="17" y="76"/>
                  <a:pt x="17" y="76"/>
                  <a:pt x="17" y="76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3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投影仪"/>
          <p:cNvSpPr/>
          <p:nvPr/>
        </p:nvSpPr>
        <p:spPr bwMode="auto">
          <a:xfrm>
            <a:off x="4878161" y="3291092"/>
            <a:ext cx="466481" cy="626110"/>
          </a:xfrm>
          <a:custGeom>
            <a:avLst/>
            <a:gdLst>
              <a:gd name="connsiteX0" fmla="*/ 0 w 452878"/>
              <a:gd name="connsiteY0" fmla="*/ 585552 h 607851"/>
              <a:gd name="connsiteX1" fmla="*/ 130362 w 452878"/>
              <a:gd name="connsiteY1" fmla="*/ 585552 h 607851"/>
              <a:gd name="connsiteX2" fmla="*/ 152839 w 452878"/>
              <a:gd name="connsiteY2" fmla="*/ 585552 h 607851"/>
              <a:gd name="connsiteX3" fmla="*/ 257969 w 452878"/>
              <a:gd name="connsiteY3" fmla="*/ 585552 h 607851"/>
              <a:gd name="connsiteX4" fmla="*/ 281606 w 452878"/>
              <a:gd name="connsiteY4" fmla="*/ 585552 h 607851"/>
              <a:gd name="connsiteX5" fmla="*/ 291176 w 452878"/>
              <a:gd name="connsiteY5" fmla="*/ 585552 h 607851"/>
              <a:gd name="connsiteX6" fmla="*/ 318438 w 452878"/>
              <a:gd name="connsiteY6" fmla="*/ 585552 h 607851"/>
              <a:gd name="connsiteX7" fmla="*/ 448655 w 452878"/>
              <a:gd name="connsiteY7" fmla="*/ 585552 h 607851"/>
              <a:gd name="connsiteX8" fmla="*/ 448655 w 452878"/>
              <a:gd name="connsiteY8" fmla="*/ 607851 h 607851"/>
              <a:gd name="connsiteX9" fmla="*/ 292481 w 452878"/>
              <a:gd name="connsiteY9" fmla="*/ 607851 h 607851"/>
              <a:gd name="connsiteX10" fmla="*/ 263190 w 452878"/>
              <a:gd name="connsiteY10" fmla="*/ 607851 h 607851"/>
              <a:gd name="connsiteX11" fmla="*/ 210117 w 452878"/>
              <a:gd name="connsiteY11" fmla="*/ 607851 h 607851"/>
              <a:gd name="connsiteX12" fmla="*/ 0 w 452878"/>
              <a:gd name="connsiteY12" fmla="*/ 607851 h 607851"/>
              <a:gd name="connsiteX13" fmla="*/ 143683 w 452878"/>
              <a:gd name="connsiteY13" fmla="*/ 0 h 607851"/>
              <a:gd name="connsiteX14" fmla="*/ 391963 w 452878"/>
              <a:gd name="connsiteY14" fmla="*/ 333181 h 607851"/>
              <a:gd name="connsiteX15" fmla="*/ 426914 w 452878"/>
              <a:gd name="connsiteY15" fmla="*/ 294520 h 607851"/>
              <a:gd name="connsiteX16" fmla="*/ 452873 w 452878"/>
              <a:gd name="connsiteY16" fmla="*/ 431064 h 607851"/>
              <a:gd name="connsiteX17" fmla="*/ 352807 w 452878"/>
              <a:gd name="connsiteY17" fmla="*/ 554288 h 607851"/>
              <a:gd name="connsiteX18" fmla="*/ 352807 w 452878"/>
              <a:gd name="connsiteY18" fmla="*/ 554143 h 607851"/>
              <a:gd name="connsiteX19" fmla="*/ 340335 w 452878"/>
              <a:gd name="connsiteY19" fmla="*/ 562396 h 607851"/>
              <a:gd name="connsiteX20" fmla="*/ 350776 w 452878"/>
              <a:gd name="connsiteY20" fmla="*/ 548930 h 607851"/>
              <a:gd name="connsiteX21" fmla="*/ 369339 w 452878"/>
              <a:gd name="connsiteY21" fmla="*/ 501726 h 607851"/>
              <a:gd name="connsiteX22" fmla="*/ 346716 w 452878"/>
              <a:gd name="connsiteY22" fmla="*/ 428168 h 607851"/>
              <a:gd name="connsiteX23" fmla="*/ 343380 w 452878"/>
              <a:gd name="connsiteY23" fmla="*/ 365326 h 607851"/>
              <a:gd name="connsiteX24" fmla="*/ 320467 w 452878"/>
              <a:gd name="connsiteY24" fmla="*/ 387914 h 607851"/>
              <a:gd name="connsiteX25" fmla="*/ 239543 w 452878"/>
              <a:gd name="connsiteY25" fmla="*/ 263678 h 607851"/>
              <a:gd name="connsiteX26" fmla="*/ 230842 w 452878"/>
              <a:gd name="connsiteY26" fmla="*/ 415137 h 607851"/>
              <a:gd name="connsiteX27" fmla="*/ 200532 w 452878"/>
              <a:gd name="connsiteY27" fmla="*/ 507373 h 607851"/>
              <a:gd name="connsiteX28" fmla="*/ 142668 w 452878"/>
              <a:gd name="connsiteY28" fmla="*/ 362140 h 607851"/>
              <a:gd name="connsiteX29" fmla="*/ 102206 w 452878"/>
              <a:gd name="connsiteY29" fmla="*/ 428748 h 607851"/>
              <a:gd name="connsiteX30" fmla="*/ 97856 w 452878"/>
              <a:gd name="connsiteY30" fmla="*/ 535029 h 607851"/>
              <a:gd name="connsiteX31" fmla="*/ 99161 w 452878"/>
              <a:gd name="connsiteY31" fmla="*/ 540966 h 607851"/>
              <a:gd name="connsiteX32" fmla="*/ 109893 w 452878"/>
              <a:gd name="connsiteY32" fmla="*/ 565582 h 607851"/>
              <a:gd name="connsiteX33" fmla="*/ 94230 w 452878"/>
              <a:gd name="connsiteY33" fmla="*/ 554143 h 607851"/>
              <a:gd name="connsiteX34" fmla="*/ 94085 w 452878"/>
              <a:gd name="connsiteY34" fmla="*/ 554288 h 607851"/>
              <a:gd name="connsiteX35" fmla="*/ 1850 w 452878"/>
              <a:gd name="connsiteY35" fmla="*/ 431064 h 607851"/>
              <a:gd name="connsiteX36" fmla="*/ 27809 w 452878"/>
              <a:gd name="connsiteY36" fmla="*/ 294520 h 607851"/>
              <a:gd name="connsiteX37" fmla="*/ 56669 w 452878"/>
              <a:gd name="connsiteY37" fmla="*/ 327823 h 607851"/>
              <a:gd name="connsiteX38" fmla="*/ 159636 w 452878"/>
              <a:gd name="connsiteY38" fmla="*/ 166952 h 607851"/>
              <a:gd name="connsiteX39" fmla="*/ 188350 w 452878"/>
              <a:gd name="connsiteY39" fmla="*/ 378213 h 607851"/>
              <a:gd name="connsiteX40" fmla="*/ 201692 w 452878"/>
              <a:gd name="connsiteY40" fmla="*/ 210247 h 607851"/>
              <a:gd name="connsiteX41" fmla="*/ 143683 w 452878"/>
              <a:gd name="connsiteY41" fmla="*/ 0 h 607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452878" h="607851">
                <a:moveTo>
                  <a:pt x="0" y="585552"/>
                </a:moveTo>
                <a:lnTo>
                  <a:pt x="130362" y="585552"/>
                </a:lnTo>
                <a:lnTo>
                  <a:pt x="152839" y="585552"/>
                </a:lnTo>
                <a:lnTo>
                  <a:pt x="257969" y="585552"/>
                </a:lnTo>
                <a:lnTo>
                  <a:pt x="281606" y="585552"/>
                </a:lnTo>
                <a:lnTo>
                  <a:pt x="291176" y="585552"/>
                </a:lnTo>
                <a:lnTo>
                  <a:pt x="318438" y="585552"/>
                </a:lnTo>
                <a:lnTo>
                  <a:pt x="448655" y="585552"/>
                </a:lnTo>
                <a:lnTo>
                  <a:pt x="448655" y="607851"/>
                </a:lnTo>
                <a:lnTo>
                  <a:pt x="292481" y="607851"/>
                </a:lnTo>
                <a:lnTo>
                  <a:pt x="263190" y="607851"/>
                </a:lnTo>
                <a:lnTo>
                  <a:pt x="210117" y="607851"/>
                </a:lnTo>
                <a:lnTo>
                  <a:pt x="0" y="607851"/>
                </a:lnTo>
                <a:close/>
                <a:moveTo>
                  <a:pt x="143683" y="0"/>
                </a:moveTo>
                <a:cubicBezTo>
                  <a:pt x="143683" y="0"/>
                  <a:pt x="345266" y="129160"/>
                  <a:pt x="391963" y="333181"/>
                </a:cubicBezTo>
                <a:cubicBezTo>
                  <a:pt x="411686" y="304945"/>
                  <a:pt x="428799" y="289452"/>
                  <a:pt x="426914" y="294520"/>
                </a:cubicBezTo>
                <a:cubicBezTo>
                  <a:pt x="405740" y="349109"/>
                  <a:pt x="453453" y="373435"/>
                  <a:pt x="452873" y="431064"/>
                </a:cubicBezTo>
                <a:cubicBezTo>
                  <a:pt x="452148" y="488549"/>
                  <a:pt x="352807" y="554288"/>
                  <a:pt x="352807" y="554288"/>
                </a:cubicBezTo>
                <a:cubicBezTo>
                  <a:pt x="352807" y="554288"/>
                  <a:pt x="352807" y="554288"/>
                  <a:pt x="352807" y="554143"/>
                </a:cubicBezTo>
                <a:cubicBezTo>
                  <a:pt x="348891" y="557039"/>
                  <a:pt x="344685" y="559790"/>
                  <a:pt x="340335" y="562396"/>
                </a:cubicBezTo>
                <a:cubicBezTo>
                  <a:pt x="344105" y="558052"/>
                  <a:pt x="347586" y="553564"/>
                  <a:pt x="350776" y="548930"/>
                </a:cubicBezTo>
                <a:cubicBezTo>
                  <a:pt x="361508" y="533581"/>
                  <a:pt x="369194" y="517364"/>
                  <a:pt x="369339" y="501726"/>
                </a:cubicBezTo>
                <a:cubicBezTo>
                  <a:pt x="369629" y="470884"/>
                  <a:pt x="356142" y="449599"/>
                  <a:pt x="346716" y="428168"/>
                </a:cubicBezTo>
                <a:cubicBezTo>
                  <a:pt x="338594" y="409489"/>
                  <a:pt x="333519" y="390666"/>
                  <a:pt x="343380" y="365326"/>
                </a:cubicBezTo>
                <a:cubicBezTo>
                  <a:pt x="344830" y="361272"/>
                  <a:pt x="334534" y="370104"/>
                  <a:pt x="320467" y="387914"/>
                </a:cubicBezTo>
                <a:cubicBezTo>
                  <a:pt x="292912" y="313488"/>
                  <a:pt x="239543" y="263678"/>
                  <a:pt x="239543" y="263678"/>
                </a:cubicBezTo>
                <a:cubicBezTo>
                  <a:pt x="239543" y="263678"/>
                  <a:pt x="265213" y="350267"/>
                  <a:pt x="230842" y="415137"/>
                </a:cubicBezTo>
                <a:cubicBezTo>
                  <a:pt x="198502" y="476097"/>
                  <a:pt x="200532" y="507373"/>
                  <a:pt x="200532" y="507373"/>
                </a:cubicBezTo>
                <a:cubicBezTo>
                  <a:pt x="141798" y="451336"/>
                  <a:pt x="142668" y="362140"/>
                  <a:pt x="142668" y="362140"/>
                </a:cubicBezTo>
                <a:cubicBezTo>
                  <a:pt x="121349" y="380819"/>
                  <a:pt x="109167" y="404711"/>
                  <a:pt x="102206" y="428748"/>
                </a:cubicBezTo>
                <a:cubicBezTo>
                  <a:pt x="87704" y="479137"/>
                  <a:pt x="97130" y="530106"/>
                  <a:pt x="97856" y="535029"/>
                </a:cubicBezTo>
                <a:cubicBezTo>
                  <a:pt x="98146" y="537057"/>
                  <a:pt x="98581" y="538939"/>
                  <a:pt x="99161" y="540966"/>
                </a:cubicBezTo>
                <a:cubicBezTo>
                  <a:pt x="101191" y="550233"/>
                  <a:pt x="104817" y="558342"/>
                  <a:pt x="109893" y="565582"/>
                </a:cubicBezTo>
                <a:cubicBezTo>
                  <a:pt x="104382" y="562107"/>
                  <a:pt x="99161" y="558342"/>
                  <a:pt x="94230" y="554143"/>
                </a:cubicBezTo>
                <a:cubicBezTo>
                  <a:pt x="94085" y="554288"/>
                  <a:pt x="94085" y="554288"/>
                  <a:pt x="94085" y="554288"/>
                </a:cubicBezTo>
                <a:cubicBezTo>
                  <a:pt x="94085" y="554288"/>
                  <a:pt x="2575" y="488549"/>
                  <a:pt x="1850" y="431064"/>
                </a:cubicBezTo>
                <a:cubicBezTo>
                  <a:pt x="1270" y="373579"/>
                  <a:pt x="48983" y="349109"/>
                  <a:pt x="27809" y="294520"/>
                </a:cubicBezTo>
                <a:cubicBezTo>
                  <a:pt x="26069" y="289886"/>
                  <a:pt x="39991" y="302918"/>
                  <a:pt x="56669" y="327823"/>
                </a:cubicBezTo>
                <a:cubicBezTo>
                  <a:pt x="73347" y="276565"/>
                  <a:pt x="104092" y="215894"/>
                  <a:pt x="159636" y="166952"/>
                </a:cubicBezTo>
                <a:cubicBezTo>
                  <a:pt x="159636" y="166952"/>
                  <a:pt x="129326" y="297560"/>
                  <a:pt x="188350" y="378213"/>
                </a:cubicBezTo>
                <a:cubicBezTo>
                  <a:pt x="188350" y="378213"/>
                  <a:pt x="167612" y="315226"/>
                  <a:pt x="201692" y="210247"/>
                </a:cubicBezTo>
                <a:cubicBezTo>
                  <a:pt x="235628" y="105413"/>
                  <a:pt x="143683" y="0"/>
                  <a:pt x="14368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/>
              <a:t>研究意义</a:t>
            </a:r>
            <a:endParaRPr lang="en-US" altLang="zh-CN" dirty="0"/>
          </a:p>
        </p:txBody>
      </p:sp>
      <p:sp>
        <p:nvSpPr>
          <p:cNvPr id="4" name="同侧圆角矩形 11"/>
          <p:cNvSpPr/>
          <p:nvPr/>
        </p:nvSpPr>
        <p:spPr>
          <a:xfrm rot="16200000">
            <a:off x="-34670" y="2693100"/>
            <a:ext cx="3636330" cy="2451925"/>
          </a:xfrm>
          <a:prstGeom prst="rect">
            <a:avLst/>
          </a:prstGeom>
          <a:solidFill>
            <a:srgbClr val="B2CAF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同侧圆角矩形 17"/>
          <p:cNvSpPr/>
          <p:nvPr/>
        </p:nvSpPr>
        <p:spPr>
          <a:xfrm rot="16200000">
            <a:off x="3903008" y="2693015"/>
            <a:ext cx="3636329" cy="2451456"/>
          </a:xfrm>
          <a:prstGeom prst="rect">
            <a:avLst/>
          </a:prstGeom>
          <a:solidFill>
            <a:srgbClr val="B2CAF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同侧圆角矩形 24"/>
          <p:cNvSpPr/>
          <p:nvPr/>
        </p:nvSpPr>
        <p:spPr>
          <a:xfrm rot="16200000">
            <a:off x="7840008" y="2693015"/>
            <a:ext cx="3636329" cy="2451456"/>
          </a:xfrm>
          <a:prstGeom prst="rect">
            <a:avLst/>
          </a:prstGeom>
          <a:solidFill>
            <a:srgbClr val="B2CAF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/>
        </p:nvSpPr>
        <p:spPr>
          <a:xfrm flipH="1">
            <a:off x="1492250" y="1500505"/>
            <a:ext cx="828040" cy="828040"/>
          </a:xfrm>
          <a:prstGeom prst="rtTriangle">
            <a:avLst/>
          </a:prstGeom>
          <a:solidFill>
            <a:srgbClr val="436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同侧圆角矩形 11"/>
          <p:cNvSpPr/>
          <p:nvPr/>
        </p:nvSpPr>
        <p:spPr>
          <a:xfrm rot="16200000">
            <a:off x="472758" y="2534921"/>
            <a:ext cx="3636330" cy="3123883"/>
          </a:xfrm>
          <a:prstGeom prst="rect">
            <a:avLst/>
          </a:prstGeom>
          <a:solidFill>
            <a:schemeClr val="bg1"/>
          </a:solidFill>
          <a:ln>
            <a:solidFill>
              <a:srgbClr val="436CD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 rot="5400000">
            <a:off x="2319655" y="1500505"/>
            <a:ext cx="1546860" cy="1545590"/>
          </a:xfrm>
          <a:prstGeom prst="triangle">
            <a:avLst/>
          </a:prstGeom>
          <a:solidFill>
            <a:srgbClr val="6585D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10" name="文本框 22"/>
          <p:cNvSpPr txBox="1"/>
          <p:nvPr/>
        </p:nvSpPr>
        <p:spPr>
          <a:xfrm flipH="1">
            <a:off x="888365" y="3856190"/>
            <a:ext cx="2789555" cy="1623073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</a:t>
            </a:r>
          </a:p>
        </p:txBody>
      </p:sp>
      <p:sp>
        <p:nvSpPr>
          <p:cNvPr id="11" name="文本框 20"/>
          <p:cNvSpPr txBox="1"/>
          <p:nvPr/>
        </p:nvSpPr>
        <p:spPr>
          <a:xfrm flipH="1">
            <a:off x="888365" y="3405446"/>
            <a:ext cx="1765300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3" name="直角三角形 12"/>
          <p:cNvSpPr/>
          <p:nvPr/>
        </p:nvSpPr>
        <p:spPr>
          <a:xfrm flipH="1">
            <a:off x="5429885" y="1500505"/>
            <a:ext cx="828040" cy="828040"/>
          </a:xfrm>
          <a:prstGeom prst="rtTriangle">
            <a:avLst/>
          </a:prstGeom>
          <a:solidFill>
            <a:srgbClr val="436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同侧圆角矩形 17"/>
          <p:cNvSpPr/>
          <p:nvPr/>
        </p:nvSpPr>
        <p:spPr>
          <a:xfrm rot="16200000">
            <a:off x="4410372" y="2534901"/>
            <a:ext cx="3636329" cy="3123285"/>
          </a:xfrm>
          <a:prstGeom prst="rect">
            <a:avLst/>
          </a:prstGeom>
          <a:solidFill>
            <a:schemeClr val="bg1"/>
          </a:solidFill>
          <a:ln>
            <a:solidFill>
              <a:srgbClr val="436CD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/>
          <p:cNvSpPr/>
          <p:nvPr/>
        </p:nvSpPr>
        <p:spPr>
          <a:xfrm rot="5400000">
            <a:off x="6257290" y="1500505"/>
            <a:ext cx="1546860" cy="1545590"/>
          </a:xfrm>
          <a:prstGeom prst="triangle">
            <a:avLst/>
          </a:prstGeom>
          <a:solidFill>
            <a:srgbClr val="6585D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16" name="文本框 22"/>
          <p:cNvSpPr txBox="1"/>
          <p:nvPr/>
        </p:nvSpPr>
        <p:spPr>
          <a:xfrm flipH="1">
            <a:off x="4826000" y="3856190"/>
            <a:ext cx="2788920" cy="1623073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</a:t>
            </a:r>
          </a:p>
        </p:txBody>
      </p:sp>
      <p:sp>
        <p:nvSpPr>
          <p:cNvPr id="17" name="文本框 16"/>
          <p:cNvSpPr txBox="1"/>
          <p:nvPr/>
        </p:nvSpPr>
        <p:spPr>
          <a:xfrm flipH="1">
            <a:off x="4826000" y="3405446"/>
            <a:ext cx="1765300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8" name="直角三角形 17"/>
          <p:cNvSpPr/>
          <p:nvPr/>
        </p:nvSpPr>
        <p:spPr>
          <a:xfrm flipH="1">
            <a:off x="9366885" y="1500505"/>
            <a:ext cx="828040" cy="828040"/>
          </a:xfrm>
          <a:prstGeom prst="rtTriangle">
            <a:avLst/>
          </a:prstGeom>
          <a:solidFill>
            <a:srgbClr val="436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同侧圆角矩形 24"/>
          <p:cNvSpPr/>
          <p:nvPr/>
        </p:nvSpPr>
        <p:spPr>
          <a:xfrm rot="16200000">
            <a:off x="8347372" y="2534901"/>
            <a:ext cx="3636329" cy="3123285"/>
          </a:xfrm>
          <a:prstGeom prst="rect">
            <a:avLst/>
          </a:prstGeom>
          <a:solidFill>
            <a:schemeClr val="bg1"/>
          </a:solidFill>
          <a:ln>
            <a:solidFill>
              <a:srgbClr val="436CD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等腰三角形 19"/>
          <p:cNvSpPr/>
          <p:nvPr/>
        </p:nvSpPr>
        <p:spPr>
          <a:xfrm rot="5400000">
            <a:off x="10194290" y="1500505"/>
            <a:ext cx="1546860" cy="1545590"/>
          </a:xfrm>
          <a:prstGeom prst="triangle">
            <a:avLst/>
          </a:prstGeom>
          <a:solidFill>
            <a:srgbClr val="6585D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21" name="文本框 22"/>
          <p:cNvSpPr txBox="1"/>
          <p:nvPr/>
        </p:nvSpPr>
        <p:spPr>
          <a:xfrm flipH="1">
            <a:off x="8763000" y="3856190"/>
            <a:ext cx="2788920" cy="1623073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</a:t>
            </a:r>
          </a:p>
        </p:txBody>
      </p:sp>
      <p:sp>
        <p:nvSpPr>
          <p:cNvPr id="22" name="文本框 20"/>
          <p:cNvSpPr txBox="1"/>
          <p:nvPr/>
        </p:nvSpPr>
        <p:spPr>
          <a:xfrm flipH="1">
            <a:off x="8763000" y="3405446"/>
            <a:ext cx="1765300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5" name="文本框 20"/>
          <p:cNvSpPr txBox="1"/>
          <p:nvPr/>
        </p:nvSpPr>
        <p:spPr>
          <a:xfrm flipH="1">
            <a:off x="863601" y="2328545"/>
            <a:ext cx="1765300" cy="1107996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en-US" altLang="zh-CN" sz="6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1.</a:t>
            </a:r>
            <a:endParaRPr lang="zh-CN" altLang="en-US" sz="6600" i="1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0"/>
          <p:cNvSpPr txBox="1"/>
          <p:nvPr/>
        </p:nvSpPr>
        <p:spPr>
          <a:xfrm flipH="1">
            <a:off x="4812664" y="2292043"/>
            <a:ext cx="1765300" cy="1107996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en-US" altLang="zh-CN" sz="6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2.</a:t>
            </a:r>
            <a:endParaRPr lang="zh-CN" altLang="en-US" sz="6600" i="1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0"/>
          <p:cNvSpPr txBox="1"/>
          <p:nvPr/>
        </p:nvSpPr>
        <p:spPr>
          <a:xfrm flipH="1">
            <a:off x="8836100" y="2292043"/>
            <a:ext cx="1765300" cy="1107996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en-US" altLang="zh-CN" sz="6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3.</a:t>
            </a:r>
            <a:endParaRPr lang="zh-CN" altLang="en-US" sz="6600" i="1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灯泡"/>
          <p:cNvSpPr/>
          <p:nvPr/>
        </p:nvSpPr>
        <p:spPr>
          <a:xfrm>
            <a:off x="10480375" y="1875801"/>
            <a:ext cx="595880" cy="654685"/>
          </a:xfrm>
          <a:custGeom>
            <a:avLst/>
            <a:gdLst>
              <a:gd name="T0" fmla="*/ 461 w 536"/>
              <a:gd name="T1" fmla="*/ 441 h 590"/>
              <a:gd name="T2" fmla="*/ 404 w 536"/>
              <a:gd name="T3" fmla="*/ 467 h 590"/>
              <a:gd name="T4" fmla="*/ 175 w 536"/>
              <a:gd name="T5" fmla="*/ 427 h 590"/>
              <a:gd name="T6" fmla="*/ 339 w 536"/>
              <a:gd name="T7" fmla="*/ 337 h 590"/>
              <a:gd name="T8" fmla="*/ 381 w 536"/>
              <a:gd name="T9" fmla="*/ 350 h 590"/>
              <a:gd name="T10" fmla="*/ 456 w 536"/>
              <a:gd name="T11" fmla="*/ 275 h 590"/>
              <a:gd name="T12" fmla="*/ 381 w 536"/>
              <a:gd name="T13" fmla="*/ 201 h 590"/>
              <a:gd name="T14" fmla="*/ 362 w 536"/>
              <a:gd name="T15" fmla="*/ 203 h 590"/>
              <a:gd name="T16" fmla="*/ 260 w 536"/>
              <a:gd name="T17" fmla="*/ 105 h 590"/>
              <a:gd name="T18" fmla="*/ 267 w 536"/>
              <a:gd name="T19" fmla="*/ 75 h 590"/>
              <a:gd name="T20" fmla="*/ 192 w 536"/>
              <a:gd name="T21" fmla="*/ 0 h 590"/>
              <a:gd name="T22" fmla="*/ 117 w 536"/>
              <a:gd name="T23" fmla="*/ 75 h 590"/>
              <a:gd name="T24" fmla="*/ 192 w 536"/>
              <a:gd name="T25" fmla="*/ 150 h 590"/>
              <a:gd name="T26" fmla="*/ 209 w 536"/>
              <a:gd name="T27" fmla="*/ 148 h 590"/>
              <a:gd name="T28" fmla="*/ 312 w 536"/>
              <a:gd name="T29" fmla="*/ 248 h 590"/>
              <a:gd name="T30" fmla="*/ 307 w 536"/>
              <a:gd name="T31" fmla="*/ 275 h 590"/>
              <a:gd name="T32" fmla="*/ 307 w 536"/>
              <a:gd name="T33" fmla="*/ 279 h 590"/>
              <a:gd name="T34" fmla="*/ 114 w 536"/>
              <a:gd name="T35" fmla="*/ 385 h 590"/>
              <a:gd name="T36" fmla="*/ 75 w 536"/>
              <a:gd name="T37" fmla="*/ 374 h 590"/>
              <a:gd name="T38" fmla="*/ 0 w 536"/>
              <a:gd name="T39" fmla="*/ 449 h 590"/>
              <a:gd name="T40" fmla="*/ 75 w 536"/>
              <a:gd name="T41" fmla="*/ 524 h 590"/>
              <a:gd name="T42" fmla="*/ 138 w 536"/>
              <a:gd name="T43" fmla="*/ 489 h 590"/>
              <a:gd name="T44" fmla="*/ 389 w 536"/>
              <a:gd name="T45" fmla="*/ 532 h 590"/>
              <a:gd name="T46" fmla="*/ 462 w 536"/>
              <a:gd name="T47" fmla="*/ 590 h 590"/>
              <a:gd name="T48" fmla="*/ 536 w 536"/>
              <a:gd name="T49" fmla="*/ 515 h 590"/>
              <a:gd name="T50" fmla="*/ 461 w 536"/>
              <a:gd name="T51" fmla="*/ 441 h 590"/>
              <a:gd name="T52" fmla="*/ 416 w 536"/>
              <a:gd name="T53" fmla="*/ 275 h 590"/>
              <a:gd name="T54" fmla="*/ 381 w 536"/>
              <a:gd name="T55" fmla="*/ 310 h 590"/>
              <a:gd name="T56" fmla="*/ 347 w 536"/>
              <a:gd name="T57" fmla="*/ 275 h 590"/>
              <a:gd name="T58" fmla="*/ 381 w 536"/>
              <a:gd name="T59" fmla="*/ 241 h 590"/>
              <a:gd name="T60" fmla="*/ 416 w 536"/>
              <a:gd name="T61" fmla="*/ 275 h 590"/>
              <a:gd name="T62" fmla="*/ 157 w 536"/>
              <a:gd name="T63" fmla="*/ 75 h 590"/>
              <a:gd name="T64" fmla="*/ 192 w 536"/>
              <a:gd name="T65" fmla="*/ 40 h 590"/>
              <a:gd name="T66" fmla="*/ 227 w 536"/>
              <a:gd name="T67" fmla="*/ 75 h 590"/>
              <a:gd name="T68" fmla="*/ 192 w 536"/>
              <a:gd name="T69" fmla="*/ 110 h 590"/>
              <a:gd name="T70" fmla="*/ 157 w 536"/>
              <a:gd name="T71" fmla="*/ 75 h 590"/>
              <a:gd name="T72" fmla="*/ 75 w 536"/>
              <a:gd name="T73" fmla="*/ 484 h 590"/>
              <a:gd name="T74" fmla="*/ 40 w 536"/>
              <a:gd name="T75" fmla="*/ 449 h 590"/>
              <a:gd name="T76" fmla="*/ 75 w 536"/>
              <a:gd name="T77" fmla="*/ 414 h 590"/>
              <a:gd name="T78" fmla="*/ 110 w 536"/>
              <a:gd name="T79" fmla="*/ 449 h 590"/>
              <a:gd name="T80" fmla="*/ 75 w 536"/>
              <a:gd name="T81" fmla="*/ 484 h 590"/>
              <a:gd name="T82" fmla="*/ 461 w 536"/>
              <a:gd name="T83" fmla="*/ 550 h 590"/>
              <a:gd name="T84" fmla="*/ 427 w 536"/>
              <a:gd name="T85" fmla="*/ 515 h 590"/>
              <a:gd name="T86" fmla="*/ 461 w 536"/>
              <a:gd name="T87" fmla="*/ 481 h 590"/>
              <a:gd name="T88" fmla="*/ 496 w 536"/>
              <a:gd name="T89" fmla="*/ 515 h 590"/>
              <a:gd name="T90" fmla="*/ 461 w 536"/>
              <a:gd name="T91" fmla="*/ 550 h 5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36" h="590">
                <a:moveTo>
                  <a:pt x="461" y="441"/>
                </a:moveTo>
                <a:cubicBezTo>
                  <a:pt x="439" y="441"/>
                  <a:pt x="418" y="451"/>
                  <a:pt x="404" y="467"/>
                </a:cubicBezTo>
                <a:lnTo>
                  <a:pt x="175" y="427"/>
                </a:lnTo>
                <a:lnTo>
                  <a:pt x="339" y="337"/>
                </a:lnTo>
                <a:cubicBezTo>
                  <a:pt x="351" y="346"/>
                  <a:pt x="366" y="350"/>
                  <a:pt x="381" y="350"/>
                </a:cubicBezTo>
                <a:cubicBezTo>
                  <a:pt x="423" y="350"/>
                  <a:pt x="456" y="317"/>
                  <a:pt x="456" y="275"/>
                </a:cubicBezTo>
                <a:cubicBezTo>
                  <a:pt x="456" y="234"/>
                  <a:pt x="423" y="201"/>
                  <a:pt x="381" y="201"/>
                </a:cubicBezTo>
                <a:cubicBezTo>
                  <a:pt x="375" y="201"/>
                  <a:pt x="368" y="202"/>
                  <a:pt x="362" y="203"/>
                </a:cubicBezTo>
                <a:lnTo>
                  <a:pt x="260" y="105"/>
                </a:lnTo>
                <a:cubicBezTo>
                  <a:pt x="264" y="96"/>
                  <a:pt x="267" y="86"/>
                  <a:pt x="267" y="75"/>
                </a:cubicBezTo>
                <a:cubicBezTo>
                  <a:pt x="267" y="34"/>
                  <a:pt x="233" y="0"/>
                  <a:pt x="192" y="0"/>
                </a:cubicBezTo>
                <a:cubicBezTo>
                  <a:pt x="150" y="0"/>
                  <a:pt x="117" y="34"/>
                  <a:pt x="117" y="75"/>
                </a:cubicBezTo>
                <a:cubicBezTo>
                  <a:pt x="117" y="116"/>
                  <a:pt x="150" y="150"/>
                  <a:pt x="192" y="150"/>
                </a:cubicBezTo>
                <a:cubicBezTo>
                  <a:pt x="198" y="150"/>
                  <a:pt x="203" y="149"/>
                  <a:pt x="209" y="148"/>
                </a:cubicBezTo>
                <a:lnTo>
                  <a:pt x="312" y="248"/>
                </a:lnTo>
                <a:cubicBezTo>
                  <a:pt x="308" y="256"/>
                  <a:pt x="307" y="266"/>
                  <a:pt x="307" y="275"/>
                </a:cubicBezTo>
                <a:cubicBezTo>
                  <a:pt x="307" y="277"/>
                  <a:pt x="307" y="278"/>
                  <a:pt x="307" y="279"/>
                </a:cubicBezTo>
                <a:lnTo>
                  <a:pt x="114" y="385"/>
                </a:lnTo>
                <a:cubicBezTo>
                  <a:pt x="102" y="378"/>
                  <a:pt x="89" y="374"/>
                  <a:pt x="75" y="374"/>
                </a:cubicBezTo>
                <a:cubicBezTo>
                  <a:pt x="34" y="374"/>
                  <a:pt x="0" y="407"/>
                  <a:pt x="0" y="449"/>
                </a:cubicBezTo>
                <a:cubicBezTo>
                  <a:pt x="0" y="490"/>
                  <a:pt x="34" y="524"/>
                  <a:pt x="75" y="524"/>
                </a:cubicBezTo>
                <a:cubicBezTo>
                  <a:pt x="101" y="524"/>
                  <a:pt x="125" y="510"/>
                  <a:pt x="138" y="489"/>
                </a:cubicBezTo>
                <a:lnTo>
                  <a:pt x="389" y="532"/>
                </a:lnTo>
                <a:cubicBezTo>
                  <a:pt x="396" y="565"/>
                  <a:pt x="426" y="590"/>
                  <a:pt x="462" y="590"/>
                </a:cubicBezTo>
                <a:cubicBezTo>
                  <a:pt x="503" y="590"/>
                  <a:pt x="536" y="557"/>
                  <a:pt x="536" y="515"/>
                </a:cubicBezTo>
                <a:cubicBezTo>
                  <a:pt x="536" y="474"/>
                  <a:pt x="503" y="441"/>
                  <a:pt x="461" y="441"/>
                </a:cubicBezTo>
                <a:close/>
                <a:moveTo>
                  <a:pt x="416" y="275"/>
                </a:moveTo>
                <a:cubicBezTo>
                  <a:pt x="416" y="295"/>
                  <a:pt x="401" y="310"/>
                  <a:pt x="381" y="310"/>
                </a:cubicBezTo>
                <a:cubicBezTo>
                  <a:pt x="362" y="310"/>
                  <a:pt x="347" y="295"/>
                  <a:pt x="347" y="275"/>
                </a:cubicBezTo>
                <a:cubicBezTo>
                  <a:pt x="347" y="256"/>
                  <a:pt x="362" y="241"/>
                  <a:pt x="381" y="241"/>
                </a:cubicBezTo>
                <a:cubicBezTo>
                  <a:pt x="401" y="241"/>
                  <a:pt x="416" y="256"/>
                  <a:pt x="416" y="275"/>
                </a:cubicBezTo>
                <a:close/>
                <a:moveTo>
                  <a:pt x="157" y="75"/>
                </a:moveTo>
                <a:cubicBezTo>
                  <a:pt x="157" y="56"/>
                  <a:pt x="172" y="40"/>
                  <a:pt x="192" y="40"/>
                </a:cubicBezTo>
                <a:cubicBezTo>
                  <a:pt x="211" y="40"/>
                  <a:pt x="227" y="56"/>
                  <a:pt x="227" y="75"/>
                </a:cubicBezTo>
                <a:cubicBezTo>
                  <a:pt x="227" y="94"/>
                  <a:pt x="211" y="110"/>
                  <a:pt x="192" y="110"/>
                </a:cubicBezTo>
                <a:cubicBezTo>
                  <a:pt x="172" y="110"/>
                  <a:pt x="157" y="94"/>
                  <a:pt x="157" y="75"/>
                </a:cubicBezTo>
                <a:close/>
                <a:moveTo>
                  <a:pt x="75" y="484"/>
                </a:moveTo>
                <a:cubicBezTo>
                  <a:pt x="56" y="484"/>
                  <a:pt x="40" y="468"/>
                  <a:pt x="40" y="449"/>
                </a:cubicBezTo>
                <a:cubicBezTo>
                  <a:pt x="40" y="430"/>
                  <a:pt x="56" y="414"/>
                  <a:pt x="75" y="414"/>
                </a:cubicBezTo>
                <a:cubicBezTo>
                  <a:pt x="94" y="414"/>
                  <a:pt x="110" y="430"/>
                  <a:pt x="110" y="449"/>
                </a:cubicBezTo>
                <a:cubicBezTo>
                  <a:pt x="110" y="468"/>
                  <a:pt x="94" y="484"/>
                  <a:pt x="75" y="484"/>
                </a:cubicBezTo>
                <a:close/>
                <a:moveTo>
                  <a:pt x="461" y="550"/>
                </a:moveTo>
                <a:cubicBezTo>
                  <a:pt x="442" y="550"/>
                  <a:pt x="427" y="535"/>
                  <a:pt x="427" y="515"/>
                </a:cubicBezTo>
                <a:cubicBezTo>
                  <a:pt x="427" y="496"/>
                  <a:pt x="442" y="481"/>
                  <a:pt x="461" y="481"/>
                </a:cubicBezTo>
                <a:cubicBezTo>
                  <a:pt x="481" y="481"/>
                  <a:pt x="496" y="496"/>
                  <a:pt x="496" y="515"/>
                </a:cubicBezTo>
                <a:cubicBezTo>
                  <a:pt x="496" y="535"/>
                  <a:pt x="481" y="550"/>
                  <a:pt x="461" y="5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9" name="显示器"/>
          <p:cNvSpPr/>
          <p:nvPr/>
        </p:nvSpPr>
        <p:spPr bwMode="auto">
          <a:xfrm>
            <a:off x="2509430" y="2028985"/>
            <a:ext cx="667935" cy="498785"/>
          </a:xfrm>
          <a:custGeom>
            <a:avLst/>
            <a:gdLst>
              <a:gd name="connsiteX0" fmla="*/ 462404 w 602788"/>
              <a:gd name="connsiteY0" fmla="*/ 304764 h 450137"/>
              <a:gd name="connsiteX1" fmla="*/ 531061 w 602788"/>
              <a:gd name="connsiteY1" fmla="*/ 312495 h 450137"/>
              <a:gd name="connsiteX2" fmla="*/ 526755 w 602788"/>
              <a:gd name="connsiteY2" fmla="*/ 325402 h 450137"/>
              <a:gd name="connsiteX3" fmla="*/ 355930 w 602788"/>
              <a:gd name="connsiteY3" fmla="*/ 346914 h 450137"/>
              <a:gd name="connsiteX4" fmla="*/ 348753 w 602788"/>
              <a:gd name="connsiteY4" fmla="*/ 334007 h 450137"/>
              <a:gd name="connsiteX5" fmla="*/ 462404 w 602788"/>
              <a:gd name="connsiteY5" fmla="*/ 304764 h 450137"/>
              <a:gd name="connsiteX6" fmla="*/ 149121 w 602788"/>
              <a:gd name="connsiteY6" fmla="*/ 303384 h 450137"/>
              <a:gd name="connsiteX7" fmla="*/ 262772 w 602788"/>
              <a:gd name="connsiteY7" fmla="*/ 332627 h 450137"/>
              <a:gd name="connsiteX8" fmla="*/ 255595 w 602788"/>
              <a:gd name="connsiteY8" fmla="*/ 345534 h 450137"/>
              <a:gd name="connsiteX9" fmla="*/ 84770 w 602788"/>
              <a:gd name="connsiteY9" fmla="*/ 325456 h 450137"/>
              <a:gd name="connsiteX10" fmla="*/ 80464 w 602788"/>
              <a:gd name="connsiteY10" fmla="*/ 311115 h 450137"/>
              <a:gd name="connsiteX11" fmla="*/ 149121 w 602788"/>
              <a:gd name="connsiteY11" fmla="*/ 303384 h 450137"/>
              <a:gd name="connsiteX12" fmla="*/ 462404 w 602788"/>
              <a:gd name="connsiteY12" fmla="*/ 266141 h 450137"/>
              <a:gd name="connsiteX13" fmla="*/ 531061 w 602788"/>
              <a:gd name="connsiteY13" fmla="*/ 273872 h 450137"/>
              <a:gd name="connsiteX14" fmla="*/ 526755 w 602788"/>
              <a:gd name="connsiteY14" fmla="*/ 286779 h 450137"/>
              <a:gd name="connsiteX15" fmla="*/ 355930 w 602788"/>
              <a:gd name="connsiteY15" fmla="*/ 308291 h 450137"/>
              <a:gd name="connsiteX16" fmla="*/ 348753 w 602788"/>
              <a:gd name="connsiteY16" fmla="*/ 295384 h 450137"/>
              <a:gd name="connsiteX17" fmla="*/ 462404 w 602788"/>
              <a:gd name="connsiteY17" fmla="*/ 266141 h 450137"/>
              <a:gd name="connsiteX18" fmla="*/ 149121 w 602788"/>
              <a:gd name="connsiteY18" fmla="*/ 264762 h 450137"/>
              <a:gd name="connsiteX19" fmla="*/ 262772 w 602788"/>
              <a:gd name="connsiteY19" fmla="*/ 294005 h 450137"/>
              <a:gd name="connsiteX20" fmla="*/ 255595 w 602788"/>
              <a:gd name="connsiteY20" fmla="*/ 306912 h 450137"/>
              <a:gd name="connsiteX21" fmla="*/ 84770 w 602788"/>
              <a:gd name="connsiteY21" fmla="*/ 285400 h 450137"/>
              <a:gd name="connsiteX22" fmla="*/ 80464 w 602788"/>
              <a:gd name="connsiteY22" fmla="*/ 272493 h 450137"/>
              <a:gd name="connsiteX23" fmla="*/ 149121 w 602788"/>
              <a:gd name="connsiteY23" fmla="*/ 264762 h 450137"/>
              <a:gd name="connsiteX24" fmla="*/ 462404 w 602788"/>
              <a:gd name="connsiteY24" fmla="*/ 227519 h 450137"/>
              <a:gd name="connsiteX25" fmla="*/ 531061 w 602788"/>
              <a:gd name="connsiteY25" fmla="*/ 235250 h 450137"/>
              <a:gd name="connsiteX26" fmla="*/ 526755 w 602788"/>
              <a:gd name="connsiteY26" fmla="*/ 248157 h 450137"/>
              <a:gd name="connsiteX27" fmla="*/ 355930 w 602788"/>
              <a:gd name="connsiteY27" fmla="*/ 269669 h 450137"/>
              <a:gd name="connsiteX28" fmla="*/ 348753 w 602788"/>
              <a:gd name="connsiteY28" fmla="*/ 256762 h 450137"/>
              <a:gd name="connsiteX29" fmla="*/ 462404 w 602788"/>
              <a:gd name="connsiteY29" fmla="*/ 227519 h 450137"/>
              <a:gd name="connsiteX30" fmla="*/ 149121 w 602788"/>
              <a:gd name="connsiteY30" fmla="*/ 225909 h 450137"/>
              <a:gd name="connsiteX31" fmla="*/ 262772 w 602788"/>
              <a:gd name="connsiteY31" fmla="*/ 255152 h 450137"/>
              <a:gd name="connsiteX32" fmla="*/ 255595 w 602788"/>
              <a:gd name="connsiteY32" fmla="*/ 268059 h 450137"/>
              <a:gd name="connsiteX33" fmla="*/ 84770 w 602788"/>
              <a:gd name="connsiteY33" fmla="*/ 246547 h 450137"/>
              <a:gd name="connsiteX34" fmla="*/ 80464 w 602788"/>
              <a:gd name="connsiteY34" fmla="*/ 233640 h 450137"/>
              <a:gd name="connsiteX35" fmla="*/ 149121 w 602788"/>
              <a:gd name="connsiteY35" fmla="*/ 225909 h 450137"/>
              <a:gd name="connsiteX36" fmla="*/ 462404 w 602788"/>
              <a:gd name="connsiteY36" fmla="*/ 189417 h 450137"/>
              <a:gd name="connsiteX37" fmla="*/ 531061 w 602788"/>
              <a:gd name="connsiteY37" fmla="*/ 196500 h 450137"/>
              <a:gd name="connsiteX38" fmla="*/ 526755 w 602788"/>
              <a:gd name="connsiteY38" fmla="*/ 210798 h 450137"/>
              <a:gd name="connsiteX39" fmla="*/ 355930 w 602788"/>
              <a:gd name="connsiteY39" fmla="*/ 230816 h 450137"/>
              <a:gd name="connsiteX40" fmla="*/ 348753 w 602788"/>
              <a:gd name="connsiteY40" fmla="*/ 219377 h 450137"/>
              <a:gd name="connsiteX41" fmla="*/ 462404 w 602788"/>
              <a:gd name="connsiteY41" fmla="*/ 189417 h 450137"/>
              <a:gd name="connsiteX42" fmla="*/ 149121 w 602788"/>
              <a:gd name="connsiteY42" fmla="*/ 188683 h 450137"/>
              <a:gd name="connsiteX43" fmla="*/ 262772 w 602788"/>
              <a:gd name="connsiteY43" fmla="*/ 217952 h 450137"/>
              <a:gd name="connsiteX44" fmla="*/ 255595 w 602788"/>
              <a:gd name="connsiteY44" fmla="*/ 229436 h 450137"/>
              <a:gd name="connsiteX45" fmla="*/ 84770 w 602788"/>
              <a:gd name="connsiteY45" fmla="*/ 209340 h 450137"/>
              <a:gd name="connsiteX46" fmla="*/ 80464 w 602788"/>
              <a:gd name="connsiteY46" fmla="*/ 196421 h 450137"/>
              <a:gd name="connsiteX47" fmla="*/ 149121 w 602788"/>
              <a:gd name="connsiteY47" fmla="*/ 188683 h 450137"/>
              <a:gd name="connsiteX48" fmla="*/ 462404 w 602788"/>
              <a:gd name="connsiteY48" fmla="*/ 148664 h 450137"/>
              <a:gd name="connsiteX49" fmla="*/ 531061 w 602788"/>
              <a:gd name="connsiteY49" fmla="*/ 156395 h 450137"/>
              <a:gd name="connsiteX50" fmla="*/ 526755 w 602788"/>
              <a:gd name="connsiteY50" fmla="*/ 169302 h 450137"/>
              <a:gd name="connsiteX51" fmla="*/ 355930 w 602788"/>
              <a:gd name="connsiteY51" fmla="*/ 190814 h 450137"/>
              <a:gd name="connsiteX52" fmla="*/ 348753 w 602788"/>
              <a:gd name="connsiteY52" fmla="*/ 177907 h 450137"/>
              <a:gd name="connsiteX53" fmla="*/ 462404 w 602788"/>
              <a:gd name="connsiteY53" fmla="*/ 148664 h 450137"/>
              <a:gd name="connsiteX54" fmla="*/ 149121 w 602788"/>
              <a:gd name="connsiteY54" fmla="*/ 147806 h 450137"/>
              <a:gd name="connsiteX55" fmla="*/ 262772 w 602788"/>
              <a:gd name="connsiteY55" fmla="*/ 177766 h 450137"/>
              <a:gd name="connsiteX56" fmla="*/ 255595 w 602788"/>
              <a:gd name="connsiteY56" fmla="*/ 189205 h 450137"/>
              <a:gd name="connsiteX57" fmla="*/ 84770 w 602788"/>
              <a:gd name="connsiteY57" fmla="*/ 169187 h 450137"/>
              <a:gd name="connsiteX58" fmla="*/ 80464 w 602788"/>
              <a:gd name="connsiteY58" fmla="*/ 154889 h 450137"/>
              <a:gd name="connsiteX59" fmla="*/ 149121 w 602788"/>
              <a:gd name="connsiteY59" fmla="*/ 147806 h 450137"/>
              <a:gd name="connsiteX60" fmla="*/ 462404 w 602788"/>
              <a:gd name="connsiteY60" fmla="*/ 111421 h 450137"/>
              <a:gd name="connsiteX61" fmla="*/ 531061 w 602788"/>
              <a:gd name="connsiteY61" fmla="*/ 119152 h 450137"/>
              <a:gd name="connsiteX62" fmla="*/ 526755 w 602788"/>
              <a:gd name="connsiteY62" fmla="*/ 132059 h 450137"/>
              <a:gd name="connsiteX63" fmla="*/ 355930 w 602788"/>
              <a:gd name="connsiteY63" fmla="*/ 153571 h 450137"/>
              <a:gd name="connsiteX64" fmla="*/ 348753 w 602788"/>
              <a:gd name="connsiteY64" fmla="*/ 140664 h 450137"/>
              <a:gd name="connsiteX65" fmla="*/ 462404 w 602788"/>
              <a:gd name="connsiteY65" fmla="*/ 111421 h 450137"/>
              <a:gd name="connsiteX66" fmla="*/ 149121 w 602788"/>
              <a:gd name="connsiteY66" fmla="*/ 110563 h 450137"/>
              <a:gd name="connsiteX67" fmla="*/ 262772 w 602788"/>
              <a:gd name="connsiteY67" fmla="*/ 140523 h 450137"/>
              <a:gd name="connsiteX68" fmla="*/ 255595 w 602788"/>
              <a:gd name="connsiteY68" fmla="*/ 151962 h 450137"/>
              <a:gd name="connsiteX69" fmla="*/ 84770 w 602788"/>
              <a:gd name="connsiteY69" fmla="*/ 131944 h 450137"/>
              <a:gd name="connsiteX70" fmla="*/ 80464 w 602788"/>
              <a:gd name="connsiteY70" fmla="*/ 117646 h 450137"/>
              <a:gd name="connsiteX71" fmla="*/ 149121 w 602788"/>
              <a:gd name="connsiteY71" fmla="*/ 110563 h 450137"/>
              <a:gd name="connsiteX72" fmla="*/ 462404 w 602788"/>
              <a:gd name="connsiteY72" fmla="*/ 71777 h 450137"/>
              <a:gd name="connsiteX73" fmla="*/ 531061 w 602788"/>
              <a:gd name="connsiteY73" fmla="*/ 78887 h 450137"/>
              <a:gd name="connsiteX74" fmla="*/ 526755 w 602788"/>
              <a:gd name="connsiteY74" fmla="*/ 93242 h 450137"/>
              <a:gd name="connsiteX75" fmla="*/ 355930 w 602788"/>
              <a:gd name="connsiteY75" fmla="*/ 113338 h 450137"/>
              <a:gd name="connsiteX76" fmla="*/ 348753 w 602788"/>
              <a:gd name="connsiteY76" fmla="*/ 101854 h 450137"/>
              <a:gd name="connsiteX77" fmla="*/ 462404 w 602788"/>
              <a:gd name="connsiteY77" fmla="*/ 71777 h 450137"/>
              <a:gd name="connsiteX78" fmla="*/ 149121 w 602788"/>
              <a:gd name="connsiteY78" fmla="*/ 71189 h 450137"/>
              <a:gd name="connsiteX79" fmla="*/ 262772 w 602788"/>
              <a:gd name="connsiteY79" fmla="*/ 100432 h 450137"/>
              <a:gd name="connsiteX80" fmla="*/ 255595 w 602788"/>
              <a:gd name="connsiteY80" fmla="*/ 113339 h 450137"/>
              <a:gd name="connsiteX81" fmla="*/ 84770 w 602788"/>
              <a:gd name="connsiteY81" fmla="*/ 91827 h 450137"/>
              <a:gd name="connsiteX82" fmla="*/ 80464 w 602788"/>
              <a:gd name="connsiteY82" fmla="*/ 78920 h 450137"/>
              <a:gd name="connsiteX83" fmla="*/ 149121 w 602788"/>
              <a:gd name="connsiteY83" fmla="*/ 71189 h 450137"/>
              <a:gd name="connsiteX84" fmla="*/ 466443 w 602788"/>
              <a:gd name="connsiteY84" fmla="*/ 17203 h 450137"/>
              <a:gd name="connsiteX85" fmla="*/ 317181 w 602788"/>
              <a:gd name="connsiteY85" fmla="*/ 68811 h 450137"/>
              <a:gd name="connsiteX86" fmla="*/ 317181 w 602788"/>
              <a:gd name="connsiteY86" fmla="*/ 279544 h 450137"/>
              <a:gd name="connsiteX87" fmla="*/ 307135 w 602788"/>
              <a:gd name="connsiteY87" fmla="*/ 268075 h 450137"/>
              <a:gd name="connsiteX88" fmla="*/ 307135 w 602788"/>
              <a:gd name="connsiteY88" fmla="*/ 407130 h 450137"/>
              <a:gd name="connsiteX89" fmla="*/ 477925 w 602788"/>
              <a:gd name="connsiteY89" fmla="*/ 368424 h 450137"/>
              <a:gd name="connsiteX90" fmla="*/ 561167 w 602788"/>
              <a:gd name="connsiteY90" fmla="*/ 382760 h 450137"/>
              <a:gd name="connsiteX91" fmla="*/ 561167 w 602788"/>
              <a:gd name="connsiteY91" fmla="*/ 31538 h 450137"/>
              <a:gd name="connsiteX92" fmla="*/ 466443 w 602788"/>
              <a:gd name="connsiteY92" fmla="*/ 17203 h 450137"/>
              <a:gd name="connsiteX93" fmla="*/ 140651 w 602788"/>
              <a:gd name="connsiteY93" fmla="*/ 17203 h 450137"/>
              <a:gd name="connsiteX94" fmla="*/ 45927 w 602788"/>
              <a:gd name="connsiteY94" fmla="*/ 31538 h 450137"/>
              <a:gd name="connsiteX95" fmla="*/ 45927 w 602788"/>
              <a:gd name="connsiteY95" fmla="*/ 382760 h 450137"/>
              <a:gd name="connsiteX96" fmla="*/ 126298 w 602788"/>
              <a:gd name="connsiteY96" fmla="*/ 369858 h 450137"/>
              <a:gd name="connsiteX97" fmla="*/ 301394 w 602788"/>
              <a:gd name="connsiteY97" fmla="*/ 407130 h 450137"/>
              <a:gd name="connsiteX98" fmla="*/ 301394 w 602788"/>
              <a:gd name="connsiteY98" fmla="*/ 268075 h 450137"/>
              <a:gd name="connsiteX99" fmla="*/ 291348 w 602788"/>
              <a:gd name="connsiteY99" fmla="*/ 279544 h 450137"/>
              <a:gd name="connsiteX100" fmla="*/ 291348 w 602788"/>
              <a:gd name="connsiteY100" fmla="*/ 68811 h 450137"/>
              <a:gd name="connsiteX101" fmla="*/ 140651 w 602788"/>
              <a:gd name="connsiteY101" fmla="*/ 17203 h 450137"/>
              <a:gd name="connsiteX102" fmla="*/ 140651 w 602788"/>
              <a:gd name="connsiteY102" fmla="*/ 0 h 450137"/>
              <a:gd name="connsiteX103" fmla="*/ 304264 w 602788"/>
              <a:gd name="connsiteY103" fmla="*/ 57342 h 450137"/>
              <a:gd name="connsiteX104" fmla="*/ 466443 w 602788"/>
              <a:gd name="connsiteY104" fmla="*/ 0 h 450137"/>
              <a:gd name="connsiteX105" fmla="*/ 572649 w 602788"/>
              <a:gd name="connsiteY105" fmla="*/ 18636 h 450137"/>
              <a:gd name="connsiteX106" fmla="*/ 578389 w 602788"/>
              <a:gd name="connsiteY106" fmla="*/ 20070 h 450137"/>
              <a:gd name="connsiteX107" fmla="*/ 578389 w 602788"/>
              <a:gd name="connsiteY107" fmla="*/ 57342 h 450137"/>
              <a:gd name="connsiteX108" fmla="*/ 602788 w 602788"/>
              <a:gd name="connsiteY108" fmla="*/ 74545 h 450137"/>
              <a:gd name="connsiteX109" fmla="*/ 602788 w 602788"/>
              <a:gd name="connsiteY109" fmla="*/ 435801 h 450137"/>
              <a:gd name="connsiteX110" fmla="*/ 341580 w 602788"/>
              <a:gd name="connsiteY110" fmla="*/ 435801 h 450137"/>
              <a:gd name="connsiteX111" fmla="*/ 304264 w 602788"/>
              <a:gd name="connsiteY111" fmla="*/ 450137 h 450137"/>
              <a:gd name="connsiteX112" fmla="*/ 266949 w 602788"/>
              <a:gd name="connsiteY112" fmla="*/ 435801 h 450137"/>
              <a:gd name="connsiteX113" fmla="*/ 0 w 602788"/>
              <a:gd name="connsiteY113" fmla="*/ 435801 h 450137"/>
              <a:gd name="connsiteX114" fmla="*/ 0 w 602788"/>
              <a:gd name="connsiteY114" fmla="*/ 74545 h 450137"/>
              <a:gd name="connsiteX115" fmla="*/ 28704 w 602788"/>
              <a:gd name="connsiteY115" fmla="*/ 55909 h 450137"/>
              <a:gd name="connsiteX116" fmla="*/ 28704 w 602788"/>
              <a:gd name="connsiteY116" fmla="*/ 20070 h 450137"/>
              <a:gd name="connsiteX117" fmla="*/ 34445 w 602788"/>
              <a:gd name="connsiteY117" fmla="*/ 18636 h 450137"/>
              <a:gd name="connsiteX118" fmla="*/ 140651 w 602788"/>
              <a:gd name="connsiteY118" fmla="*/ 0 h 450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602788" h="450137">
                <a:moveTo>
                  <a:pt x="462404" y="304764"/>
                </a:moveTo>
                <a:cubicBezTo>
                  <a:pt x="483779" y="304070"/>
                  <a:pt x="507017" y="306042"/>
                  <a:pt x="531061" y="312495"/>
                </a:cubicBezTo>
                <a:lnTo>
                  <a:pt x="526755" y="325402"/>
                </a:lnTo>
                <a:cubicBezTo>
                  <a:pt x="437754" y="302456"/>
                  <a:pt x="355930" y="345480"/>
                  <a:pt x="355930" y="346914"/>
                </a:cubicBezTo>
                <a:lnTo>
                  <a:pt x="348753" y="334007"/>
                </a:lnTo>
                <a:cubicBezTo>
                  <a:pt x="350906" y="332931"/>
                  <a:pt x="398278" y="306848"/>
                  <a:pt x="462404" y="304764"/>
                </a:cubicBezTo>
                <a:close/>
                <a:moveTo>
                  <a:pt x="149121" y="303384"/>
                </a:moveTo>
                <a:cubicBezTo>
                  <a:pt x="213247" y="305468"/>
                  <a:pt x="260619" y="331551"/>
                  <a:pt x="262772" y="332627"/>
                </a:cubicBezTo>
                <a:lnTo>
                  <a:pt x="255595" y="345534"/>
                </a:lnTo>
                <a:cubicBezTo>
                  <a:pt x="255595" y="345534"/>
                  <a:pt x="173771" y="301076"/>
                  <a:pt x="84770" y="325456"/>
                </a:cubicBezTo>
                <a:lnTo>
                  <a:pt x="80464" y="311115"/>
                </a:lnTo>
                <a:cubicBezTo>
                  <a:pt x="104509" y="304662"/>
                  <a:pt x="127746" y="302690"/>
                  <a:pt x="149121" y="303384"/>
                </a:cubicBezTo>
                <a:close/>
                <a:moveTo>
                  <a:pt x="462404" y="266141"/>
                </a:moveTo>
                <a:cubicBezTo>
                  <a:pt x="483779" y="265447"/>
                  <a:pt x="507017" y="267419"/>
                  <a:pt x="531061" y="273872"/>
                </a:cubicBezTo>
                <a:lnTo>
                  <a:pt x="526755" y="286779"/>
                </a:lnTo>
                <a:cubicBezTo>
                  <a:pt x="437754" y="262399"/>
                  <a:pt x="355930" y="306857"/>
                  <a:pt x="355930" y="308291"/>
                </a:cubicBezTo>
                <a:lnTo>
                  <a:pt x="348753" y="295384"/>
                </a:lnTo>
                <a:cubicBezTo>
                  <a:pt x="350906" y="294309"/>
                  <a:pt x="398278" y="268225"/>
                  <a:pt x="462404" y="266141"/>
                </a:cubicBezTo>
                <a:close/>
                <a:moveTo>
                  <a:pt x="149121" y="264762"/>
                </a:moveTo>
                <a:cubicBezTo>
                  <a:pt x="213247" y="266846"/>
                  <a:pt x="260619" y="292929"/>
                  <a:pt x="262772" y="294005"/>
                </a:cubicBezTo>
                <a:lnTo>
                  <a:pt x="255595" y="306912"/>
                </a:lnTo>
                <a:cubicBezTo>
                  <a:pt x="255595" y="306912"/>
                  <a:pt x="173771" y="262454"/>
                  <a:pt x="84770" y="285400"/>
                </a:cubicBezTo>
                <a:lnTo>
                  <a:pt x="80464" y="272493"/>
                </a:lnTo>
                <a:cubicBezTo>
                  <a:pt x="104509" y="266040"/>
                  <a:pt x="127746" y="264068"/>
                  <a:pt x="149121" y="264762"/>
                </a:cubicBezTo>
                <a:close/>
                <a:moveTo>
                  <a:pt x="462404" y="227519"/>
                </a:moveTo>
                <a:cubicBezTo>
                  <a:pt x="483779" y="226825"/>
                  <a:pt x="507017" y="228797"/>
                  <a:pt x="531061" y="235250"/>
                </a:cubicBezTo>
                <a:lnTo>
                  <a:pt x="526755" y="248157"/>
                </a:lnTo>
                <a:cubicBezTo>
                  <a:pt x="437754" y="223777"/>
                  <a:pt x="355930" y="268235"/>
                  <a:pt x="355930" y="269669"/>
                </a:cubicBezTo>
                <a:lnTo>
                  <a:pt x="348753" y="256762"/>
                </a:lnTo>
                <a:cubicBezTo>
                  <a:pt x="350906" y="255687"/>
                  <a:pt x="398278" y="229603"/>
                  <a:pt x="462404" y="227519"/>
                </a:cubicBezTo>
                <a:close/>
                <a:moveTo>
                  <a:pt x="149121" y="225909"/>
                </a:moveTo>
                <a:cubicBezTo>
                  <a:pt x="213247" y="227993"/>
                  <a:pt x="260619" y="254077"/>
                  <a:pt x="262772" y="255152"/>
                </a:cubicBezTo>
                <a:lnTo>
                  <a:pt x="255595" y="268059"/>
                </a:lnTo>
                <a:cubicBezTo>
                  <a:pt x="255595" y="266625"/>
                  <a:pt x="173771" y="223601"/>
                  <a:pt x="84770" y="246547"/>
                </a:cubicBezTo>
                <a:lnTo>
                  <a:pt x="80464" y="233640"/>
                </a:lnTo>
                <a:cubicBezTo>
                  <a:pt x="104509" y="227186"/>
                  <a:pt x="127746" y="225215"/>
                  <a:pt x="149121" y="225909"/>
                </a:cubicBezTo>
                <a:close/>
                <a:moveTo>
                  <a:pt x="462404" y="189417"/>
                </a:moveTo>
                <a:cubicBezTo>
                  <a:pt x="483779" y="188636"/>
                  <a:pt x="507017" y="190423"/>
                  <a:pt x="531061" y="196500"/>
                </a:cubicBezTo>
                <a:lnTo>
                  <a:pt x="526755" y="210798"/>
                </a:lnTo>
                <a:cubicBezTo>
                  <a:pt x="437754" y="186491"/>
                  <a:pt x="355930" y="230816"/>
                  <a:pt x="355930" y="230816"/>
                </a:cubicBezTo>
                <a:lnTo>
                  <a:pt x="348753" y="219377"/>
                </a:lnTo>
                <a:cubicBezTo>
                  <a:pt x="350906" y="217232"/>
                  <a:pt x="398278" y="191763"/>
                  <a:pt x="462404" y="189417"/>
                </a:cubicBezTo>
                <a:close/>
                <a:moveTo>
                  <a:pt x="149121" y="188683"/>
                </a:moveTo>
                <a:cubicBezTo>
                  <a:pt x="213247" y="190769"/>
                  <a:pt x="260619" y="216876"/>
                  <a:pt x="262772" y="217952"/>
                </a:cubicBezTo>
                <a:lnTo>
                  <a:pt x="255595" y="229436"/>
                </a:lnTo>
                <a:cubicBezTo>
                  <a:pt x="255595" y="229436"/>
                  <a:pt x="173771" y="184937"/>
                  <a:pt x="84770" y="209340"/>
                </a:cubicBezTo>
                <a:lnTo>
                  <a:pt x="80464" y="196421"/>
                </a:lnTo>
                <a:cubicBezTo>
                  <a:pt x="104509" y="189962"/>
                  <a:pt x="127746" y="187988"/>
                  <a:pt x="149121" y="188683"/>
                </a:cubicBezTo>
                <a:close/>
                <a:moveTo>
                  <a:pt x="462404" y="148664"/>
                </a:moveTo>
                <a:cubicBezTo>
                  <a:pt x="483779" y="147970"/>
                  <a:pt x="507017" y="149942"/>
                  <a:pt x="531061" y="156395"/>
                </a:cubicBezTo>
                <a:lnTo>
                  <a:pt x="526755" y="169302"/>
                </a:lnTo>
                <a:cubicBezTo>
                  <a:pt x="437754" y="146356"/>
                  <a:pt x="355930" y="189380"/>
                  <a:pt x="355930" y="190814"/>
                </a:cubicBezTo>
                <a:lnTo>
                  <a:pt x="348753" y="177907"/>
                </a:lnTo>
                <a:cubicBezTo>
                  <a:pt x="350906" y="176832"/>
                  <a:pt x="398278" y="150748"/>
                  <a:pt x="462404" y="148664"/>
                </a:cubicBezTo>
                <a:close/>
                <a:moveTo>
                  <a:pt x="149121" y="147806"/>
                </a:moveTo>
                <a:cubicBezTo>
                  <a:pt x="213247" y="150152"/>
                  <a:pt x="260619" y="175621"/>
                  <a:pt x="262772" y="177766"/>
                </a:cubicBezTo>
                <a:lnTo>
                  <a:pt x="255595" y="189205"/>
                </a:lnTo>
                <a:cubicBezTo>
                  <a:pt x="255595" y="189205"/>
                  <a:pt x="173771" y="144880"/>
                  <a:pt x="84770" y="169187"/>
                </a:cubicBezTo>
                <a:lnTo>
                  <a:pt x="80464" y="154889"/>
                </a:lnTo>
                <a:cubicBezTo>
                  <a:pt x="104509" y="148812"/>
                  <a:pt x="127746" y="147025"/>
                  <a:pt x="149121" y="147806"/>
                </a:cubicBezTo>
                <a:close/>
                <a:moveTo>
                  <a:pt x="462404" y="111421"/>
                </a:moveTo>
                <a:cubicBezTo>
                  <a:pt x="483779" y="110727"/>
                  <a:pt x="507017" y="112699"/>
                  <a:pt x="531061" y="119152"/>
                </a:cubicBezTo>
                <a:lnTo>
                  <a:pt x="526755" y="132059"/>
                </a:lnTo>
                <a:cubicBezTo>
                  <a:pt x="437754" y="109113"/>
                  <a:pt x="355930" y="153571"/>
                  <a:pt x="355930" y="153571"/>
                </a:cubicBezTo>
                <a:lnTo>
                  <a:pt x="348753" y="140664"/>
                </a:lnTo>
                <a:cubicBezTo>
                  <a:pt x="350906" y="139589"/>
                  <a:pt x="398278" y="113505"/>
                  <a:pt x="462404" y="111421"/>
                </a:cubicBezTo>
                <a:close/>
                <a:moveTo>
                  <a:pt x="149121" y="110563"/>
                </a:moveTo>
                <a:cubicBezTo>
                  <a:pt x="213247" y="112909"/>
                  <a:pt x="260619" y="138378"/>
                  <a:pt x="262772" y="140523"/>
                </a:cubicBezTo>
                <a:lnTo>
                  <a:pt x="255595" y="151962"/>
                </a:lnTo>
                <a:cubicBezTo>
                  <a:pt x="255595" y="151962"/>
                  <a:pt x="173771" y="107637"/>
                  <a:pt x="84770" y="131944"/>
                </a:cubicBezTo>
                <a:lnTo>
                  <a:pt x="80464" y="117646"/>
                </a:lnTo>
                <a:cubicBezTo>
                  <a:pt x="104509" y="111569"/>
                  <a:pt x="127746" y="109782"/>
                  <a:pt x="149121" y="110563"/>
                </a:cubicBezTo>
                <a:close/>
                <a:moveTo>
                  <a:pt x="462404" y="71777"/>
                </a:moveTo>
                <a:cubicBezTo>
                  <a:pt x="483779" y="70992"/>
                  <a:pt x="507017" y="72787"/>
                  <a:pt x="531061" y="78887"/>
                </a:cubicBezTo>
                <a:lnTo>
                  <a:pt x="526755" y="93242"/>
                </a:lnTo>
                <a:cubicBezTo>
                  <a:pt x="437754" y="68839"/>
                  <a:pt x="355930" y="113338"/>
                  <a:pt x="355930" y="113338"/>
                </a:cubicBezTo>
                <a:lnTo>
                  <a:pt x="348753" y="101854"/>
                </a:lnTo>
                <a:cubicBezTo>
                  <a:pt x="350906" y="99702"/>
                  <a:pt x="398278" y="74133"/>
                  <a:pt x="462404" y="71777"/>
                </a:cubicBezTo>
                <a:close/>
                <a:moveTo>
                  <a:pt x="149121" y="71189"/>
                </a:moveTo>
                <a:cubicBezTo>
                  <a:pt x="213247" y="73273"/>
                  <a:pt x="260619" y="99357"/>
                  <a:pt x="262772" y="100432"/>
                </a:cubicBezTo>
                <a:lnTo>
                  <a:pt x="255595" y="113339"/>
                </a:lnTo>
                <a:cubicBezTo>
                  <a:pt x="255595" y="111905"/>
                  <a:pt x="173771" y="67447"/>
                  <a:pt x="84770" y="91827"/>
                </a:cubicBezTo>
                <a:lnTo>
                  <a:pt x="80464" y="78920"/>
                </a:lnTo>
                <a:cubicBezTo>
                  <a:pt x="104509" y="72467"/>
                  <a:pt x="127746" y="70495"/>
                  <a:pt x="149121" y="71189"/>
                </a:cubicBezTo>
                <a:close/>
                <a:moveTo>
                  <a:pt x="466443" y="17203"/>
                </a:moveTo>
                <a:cubicBezTo>
                  <a:pt x="407599" y="17203"/>
                  <a:pt x="357367" y="34405"/>
                  <a:pt x="317181" y="68811"/>
                </a:cubicBezTo>
                <a:lnTo>
                  <a:pt x="317181" y="279544"/>
                </a:lnTo>
                <a:lnTo>
                  <a:pt x="307135" y="268075"/>
                </a:lnTo>
                <a:lnTo>
                  <a:pt x="307135" y="407130"/>
                </a:lnTo>
                <a:cubicBezTo>
                  <a:pt x="328663" y="397095"/>
                  <a:pt x="400423" y="368424"/>
                  <a:pt x="477925" y="368424"/>
                </a:cubicBezTo>
                <a:cubicBezTo>
                  <a:pt x="508064" y="368424"/>
                  <a:pt x="536768" y="374158"/>
                  <a:pt x="561167" y="382760"/>
                </a:cubicBezTo>
                <a:lnTo>
                  <a:pt x="561167" y="31538"/>
                </a:lnTo>
                <a:cubicBezTo>
                  <a:pt x="548250" y="27238"/>
                  <a:pt x="510935" y="17203"/>
                  <a:pt x="466443" y="17203"/>
                </a:cubicBezTo>
                <a:close/>
                <a:moveTo>
                  <a:pt x="140651" y="17203"/>
                </a:moveTo>
                <a:cubicBezTo>
                  <a:pt x="96159" y="17203"/>
                  <a:pt x="60279" y="27238"/>
                  <a:pt x="45927" y="31538"/>
                </a:cubicBezTo>
                <a:lnTo>
                  <a:pt x="45927" y="382760"/>
                </a:lnTo>
                <a:cubicBezTo>
                  <a:pt x="68890" y="374158"/>
                  <a:pt x="96159" y="369858"/>
                  <a:pt x="126298" y="369858"/>
                </a:cubicBezTo>
                <a:cubicBezTo>
                  <a:pt x="202365" y="369858"/>
                  <a:pt x="278431" y="398529"/>
                  <a:pt x="301394" y="407130"/>
                </a:cubicBezTo>
                <a:lnTo>
                  <a:pt x="301394" y="268075"/>
                </a:lnTo>
                <a:lnTo>
                  <a:pt x="291348" y="279544"/>
                </a:lnTo>
                <a:lnTo>
                  <a:pt x="291348" y="68811"/>
                </a:lnTo>
                <a:cubicBezTo>
                  <a:pt x="249726" y="34405"/>
                  <a:pt x="199494" y="17203"/>
                  <a:pt x="140651" y="17203"/>
                </a:cubicBezTo>
                <a:close/>
                <a:moveTo>
                  <a:pt x="140651" y="0"/>
                </a:moveTo>
                <a:cubicBezTo>
                  <a:pt x="203800" y="0"/>
                  <a:pt x="259773" y="20070"/>
                  <a:pt x="304264" y="57342"/>
                </a:cubicBezTo>
                <a:cubicBezTo>
                  <a:pt x="348756" y="20070"/>
                  <a:pt x="403294" y="0"/>
                  <a:pt x="466443" y="0"/>
                </a:cubicBezTo>
                <a:cubicBezTo>
                  <a:pt x="526722" y="0"/>
                  <a:pt x="571213" y="17203"/>
                  <a:pt x="572649" y="18636"/>
                </a:cubicBezTo>
                <a:lnTo>
                  <a:pt x="578389" y="20070"/>
                </a:lnTo>
                <a:lnTo>
                  <a:pt x="578389" y="57342"/>
                </a:lnTo>
                <a:cubicBezTo>
                  <a:pt x="592742" y="61643"/>
                  <a:pt x="602788" y="65944"/>
                  <a:pt x="602788" y="74545"/>
                </a:cubicBezTo>
                <a:lnTo>
                  <a:pt x="602788" y="435801"/>
                </a:lnTo>
                <a:lnTo>
                  <a:pt x="341580" y="435801"/>
                </a:lnTo>
                <a:cubicBezTo>
                  <a:pt x="332969" y="444403"/>
                  <a:pt x="320052" y="450137"/>
                  <a:pt x="304264" y="450137"/>
                </a:cubicBezTo>
                <a:cubicBezTo>
                  <a:pt x="289912" y="450137"/>
                  <a:pt x="275560" y="444403"/>
                  <a:pt x="266949" y="435801"/>
                </a:cubicBezTo>
                <a:lnTo>
                  <a:pt x="0" y="435801"/>
                </a:lnTo>
                <a:lnTo>
                  <a:pt x="0" y="74545"/>
                </a:lnTo>
                <a:cubicBezTo>
                  <a:pt x="0" y="64510"/>
                  <a:pt x="11482" y="58776"/>
                  <a:pt x="28704" y="55909"/>
                </a:cubicBezTo>
                <a:lnTo>
                  <a:pt x="28704" y="20070"/>
                </a:lnTo>
                <a:lnTo>
                  <a:pt x="34445" y="18636"/>
                </a:lnTo>
                <a:cubicBezTo>
                  <a:pt x="35880" y="17203"/>
                  <a:pt x="81807" y="0"/>
                  <a:pt x="1406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bIns="396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0" name="USB"/>
          <p:cNvSpPr/>
          <p:nvPr/>
        </p:nvSpPr>
        <p:spPr>
          <a:xfrm>
            <a:off x="6513054" y="1912292"/>
            <a:ext cx="618315" cy="617259"/>
          </a:xfrm>
          <a:custGeom>
            <a:avLst/>
            <a:gdLst>
              <a:gd name="T0" fmla="*/ 6003 w 7890"/>
              <a:gd name="T1" fmla="*/ 2256 h 7889"/>
              <a:gd name="T2" fmla="*/ 6538 w 7890"/>
              <a:gd name="T3" fmla="*/ 1721 h 7889"/>
              <a:gd name="T4" fmla="*/ 6538 w 7890"/>
              <a:gd name="T5" fmla="*/ 1350 h 7889"/>
              <a:gd name="T6" fmla="*/ 6167 w 7890"/>
              <a:gd name="T7" fmla="*/ 1350 h 7889"/>
              <a:gd name="T8" fmla="*/ 5632 w 7890"/>
              <a:gd name="T9" fmla="*/ 1885 h 7889"/>
              <a:gd name="T10" fmla="*/ 0 w 7890"/>
              <a:gd name="T11" fmla="*/ 4476 h 7889"/>
              <a:gd name="T12" fmla="*/ 3413 w 7890"/>
              <a:gd name="T13" fmla="*/ 7889 h 7889"/>
              <a:gd name="T14" fmla="*/ 6003 w 7890"/>
              <a:gd name="T15" fmla="*/ 2256 h 7889"/>
              <a:gd name="T16" fmla="*/ 3413 w 7890"/>
              <a:gd name="T17" fmla="*/ 7363 h 7889"/>
              <a:gd name="T18" fmla="*/ 525 w 7890"/>
              <a:gd name="T19" fmla="*/ 4476 h 7889"/>
              <a:gd name="T20" fmla="*/ 5260 w 7890"/>
              <a:gd name="T21" fmla="*/ 2258 h 7889"/>
              <a:gd name="T22" fmla="*/ 4993 w 7890"/>
              <a:gd name="T23" fmla="*/ 2524 h 7889"/>
              <a:gd name="T24" fmla="*/ 900 w 7890"/>
              <a:gd name="T25" fmla="*/ 4476 h 7889"/>
              <a:gd name="T26" fmla="*/ 3413 w 7890"/>
              <a:gd name="T27" fmla="*/ 6988 h 7889"/>
              <a:gd name="T28" fmla="*/ 5365 w 7890"/>
              <a:gd name="T29" fmla="*/ 2895 h 7889"/>
              <a:gd name="T30" fmla="*/ 5631 w 7890"/>
              <a:gd name="T31" fmla="*/ 2629 h 7889"/>
              <a:gd name="T32" fmla="*/ 3413 w 7890"/>
              <a:gd name="T33" fmla="*/ 7363 h 7889"/>
              <a:gd name="T34" fmla="*/ 3413 w 7890"/>
              <a:gd name="T35" fmla="*/ 5188 h 7889"/>
              <a:gd name="T36" fmla="*/ 4067 w 7890"/>
              <a:gd name="T37" fmla="*/ 4193 h 7889"/>
              <a:gd name="T38" fmla="*/ 4344 w 7890"/>
              <a:gd name="T39" fmla="*/ 3915 h 7889"/>
              <a:gd name="T40" fmla="*/ 3413 w 7890"/>
              <a:gd name="T41" fmla="*/ 5563 h 7889"/>
              <a:gd name="T42" fmla="*/ 2325 w 7890"/>
              <a:gd name="T43" fmla="*/ 4476 h 7889"/>
              <a:gd name="T44" fmla="*/ 3973 w 7890"/>
              <a:gd name="T45" fmla="*/ 3544 h 7889"/>
              <a:gd name="T46" fmla="*/ 3695 w 7890"/>
              <a:gd name="T47" fmla="*/ 3822 h 7889"/>
              <a:gd name="T48" fmla="*/ 2700 w 7890"/>
              <a:gd name="T49" fmla="*/ 4476 h 7889"/>
              <a:gd name="T50" fmla="*/ 3413 w 7890"/>
              <a:gd name="T51" fmla="*/ 5188 h 7889"/>
              <a:gd name="T52" fmla="*/ 4352 w 7890"/>
              <a:gd name="T53" fmla="*/ 3165 h 7889"/>
              <a:gd name="T54" fmla="*/ 1800 w 7890"/>
              <a:gd name="T55" fmla="*/ 4476 h 7889"/>
              <a:gd name="T56" fmla="*/ 3413 w 7890"/>
              <a:gd name="T57" fmla="*/ 6088 h 7889"/>
              <a:gd name="T58" fmla="*/ 4723 w 7890"/>
              <a:gd name="T59" fmla="*/ 3537 h 7889"/>
              <a:gd name="T60" fmla="*/ 4991 w 7890"/>
              <a:gd name="T61" fmla="*/ 3269 h 7889"/>
              <a:gd name="T62" fmla="*/ 3413 w 7890"/>
              <a:gd name="T63" fmla="*/ 6463 h 7889"/>
              <a:gd name="T64" fmla="*/ 1425 w 7890"/>
              <a:gd name="T65" fmla="*/ 4476 h 7889"/>
              <a:gd name="T66" fmla="*/ 4620 w 7890"/>
              <a:gd name="T67" fmla="*/ 2898 h 7889"/>
              <a:gd name="T68" fmla="*/ 4352 w 7890"/>
              <a:gd name="T69" fmla="*/ 3165 h 78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90" h="7889">
                <a:moveTo>
                  <a:pt x="6003" y="2256"/>
                </a:moveTo>
                <a:lnTo>
                  <a:pt x="6538" y="1721"/>
                </a:lnTo>
                <a:cubicBezTo>
                  <a:pt x="6641" y="1619"/>
                  <a:pt x="6641" y="1453"/>
                  <a:pt x="6538" y="1350"/>
                </a:cubicBezTo>
                <a:cubicBezTo>
                  <a:pt x="6436" y="1248"/>
                  <a:pt x="6270" y="1248"/>
                  <a:pt x="6167" y="1350"/>
                </a:cubicBezTo>
                <a:lnTo>
                  <a:pt x="5632" y="1885"/>
                </a:lnTo>
                <a:cubicBezTo>
                  <a:pt x="3435" y="0"/>
                  <a:pt x="0" y="1559"/>
                  <a:pt x="0" y="4476"/>
                </a:cubicBezTo>
                <a:cubicBezTo>
                  <a:pt x="0" y="6358"/>
                  <a:pt x="1531" y="7889"/>
                  <a:pt x="3413" y="7889"/>
                </a:cubicBezTo>
                <a:cubicBezTo>
                  <a:pt x="6328" y="7889"/>
                  <a:pt x="7890" y="4455"/>
                  <a:pt x="6003" y="2256"/>
                </a:cubicBezTo>
                <a:close/>
                <a:moveTo>
                  <a:pt x="3413" y="7363"/>
                </a:moveTo>
                <a:cubicBezTo>
                  <a:pt x="1820" y="7363"/>
                  <a:pt x="525" y="6068"/>
                  <a:pt x="525" y="4476"/>
                </a:cubicBezTo>
                <a:cubicBezTo>
                  <a:pt x="525" y="2028"/>
                  <a:pt x="3391" y="699"/>
                  <a:pt x="5260" y="2258"/>
                </a:cubicBezTo>
                <a:lnTo>
                  <a:pt x="4993" y="2524"/>
                </a:lnTo>
                <a:cubicBezTo>
                  <a:pt x="3364" y="1202"/>
                  <a:pt x="900" y="2360"/>
                  <a:pt x="900" y="4476"/>
                </a:cubicBezTo>
                <a:cubicBezTo>
                  <a:pt x="900" y="5861"/>
                  <a:pt x="2027" y="6988"/>
                  <a:pt x="3413" y="6988"/>
                </a:cubicBezTo>
                <a:cubicBezTo>
                  <a:pt x="5528" y="6988"/>
                  <a:pt x="6687" y="4525"/>
                  <a:pt x="5365" y="2895"/>
                </a:cubicBezTo>
                <a:lnTo>
                  <a:pt x="5631" y="2629"/>
                </a:lnTo>
                <a:cubicBezTo>
                  <a:pt x="7190" y="4498"/>
                  <a:pt x="5860" y="7363"/>
                  <a:pt x="3413" y="7363"/>
                </a:cubicBezTo>
                <a:close/>
                <a:moveTo>
                  <a:pt x="3413" y="5188"/>
                </a:moveTo>
                <a:cubicBezTo>
                  <a:pt x="3924" y="5188"/>
                  <a:pt x="4270" y="4663"/>
                  <a:pt x="4067" y="4193"/>
                </a:cubicBezTo>
                <a:lnTo>
                  <a:pt x="4344" y="3915"/>
                </a:lnTo>
                <a:cubicBezTo>
                  <a:pt x="4780" y="4637"/>
                  <a:pt x="4258" y="5563"/>
                  <a:pt x="3413" y="5563"/>
                </a:cubicBezTo>
                <a:cubicBezTo>
                  <a:pt x="2813" y="5563"/>
                  <a:pt x="2325" y="5075"/>
                  <a:pt x="2325" y="4476"/>
                </a:cubicBezTo>
                <a:cubicBezTo>
                  <a:pt x="2325" y="3630"/>
                  <a:pt x="3253" y="3109"/>
                  <a:pt x="3973" y="3544"/>
                </a:cubicBezTo>
                <a:lnTo>
                  <a:pt x="3695" y="3822"/>
                </a:lnTo>
                <a:cubicBezTo>
                  <a:pt x="3226" y="3618"/>
                  <a:pt x="2700" y="3965"/>
                  <a:pt x="2700" y="4476"/>
                </a:cubicBezTo>
                <a:cubicBezTo>
                  <a:pt x="2700" y="4869"/>
                  <a:pt x="3020" y="5188"/>
                  <a:pt x="3413" y="5188"/>
                </a:cubicBezTo>
                <a:close/>
                <a:moveTo>
                  <a:pt x="4352" y="3165"/>
                </a:moveTo>
                <a:cubicBezTo>
                  <a:pt x="3290" y="2402"/>
                  <a:pt x="1800" y="3165"/>
                  <a:pt x="1800" y="4476"/>
                </a:cubicBezTo>
                <a:cubicBezTo>
                  <a:pt x="1800" y="5365"/>
                  <a:pt x="2524" y="6088"/>
                  <a:pt x="3413" y="6088"/>
                </a:cubicBezTo>
                <a:cubicBezTo>
                  <a:pt x="4725" y="6088"/>
                  <a:pt x="5485" y="4597"/>
                  <a:pt x="4723" y="3537"/>
                </a:cubicBezTo>
                <a:lnTo>
                  <a:pt x="4991" y="3269"/>
                </a:lnTo>
                <a:cubicBezTo>
                  <a:pt x="5987" y="4568"/>
                  <a:pt x="5059" y="6463"/>
                  <a:pt x="3413" y="6463"/>
                </a:cubicBezTo>
                <a:cubicBezTo>
                  <a:pt x="2317" y="6463"/>
                  <a:pt x="1425" y="5572"/>
                  <a:pt x="1425" y="4476"/>
                </a:cubicBezTo>
                <a:cubicBezTo>
                  <a:pt x="1425" y="2829"/>
                  <a:pt x="3321" y="1902"/>
                  <a:pt x="4620" y="2898"/>
                </a:cubicBezTo>
                <a:lnTo>
                  <a:pt x="4352" y="3165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文献综述</a:t>
            </a:r>
          </a:p>
        </p:txBody>
      </p:sp>
      <p:sp>
        <p:nvSpPr>
          <p:cNvPr id="4" name="五边形 1"/>
          <p:cNvSpPr/>
          <p:nvPr/>
        </p:nvSpPr>
        <p:spPr>
          <a:xfrm>
            <a:off x="0" y="4997744"/>
            <a:ext cx="10187305" cy="1670050"/>
          </a:xfrm>
          <a:prstGeom prst="homePlat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22"/>
          <p:cNvSpPr txBox="1"/>
          <p:nvPr/>
        </p:nvSpPr>
        <p:spPr>
          <a:xfrm flipH="1">
            <a:off x="639445" y="5280502"/>
            <a:ext cx="4867910" cy="1104533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单击此处添加本章节的简要内容。本模板精心设计，模板所有素材均可自由编辑替换移动。单击此处添加本章节的简要内容。本模板精心设计，模板所有素材均可自由编辑替换移动。单击此处添加本章节的简要</a:t>
            </a:r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内容。</a:t>
            </a:r>
            <a:endParaRPr lang="zh-CN" altLang="en-US" sz="1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6" name="直角三角形 5"/>
          <p:cNvSpPr/>
          <p:nvPr/>
        </p:nvSpPr>
        <p:spPr>
          <a:xfrm rot="18900000" flipH="1">
            <a:off x="6137910" y="5532414"/>
            <a:ext cx="600710" cy="60071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863080" y="5471454"/>
            <a:ext cx="2091690" cy="7226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</a:t>
            </a:r>
          </a:p>
        </p:txBody>
      </p:sp>
      <p:sp>
        <p:nvSpPr>
          <p:cNvPr id="17" name="五边形 12"/>
          <p:cNvSpPr/>
          <p:nvPr/>
        </p:nvSpPr>
        <p:spPr>
          <a:xfrm flipH="1">
            <a:off x="10096500" y="4997744"/>
            <a:ext cx="2095500" cy="1670050"/>
          </a:xfrm>
          <a:prstGeom prst="homePlat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菱形 7"/>
          <p:cNvSpPr/>
          <p:nvPr/>
        </p:nvSpPr>
        <p:spPr>
          <a:xfrm>
            <a:off x="1643874" y="1489913"/>
            <a:ext cx="3248660" cy="3248660"/>
          </a:xfrm>
          <a:prstGeom prst="diamond">
            <a:avLst/>
          </a:prstGeom>
          <a:solidFill>
            <a:schemeClr val="bg1"/>
          </a:solidFill>
          <a:ln>
            <a:solidFill>
              <a:srgbClr val="436C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菱形 8"/>
          <p:cNvSpPr/>
          <p:nvPr/>
        </p:nvSpPr>
        <p:spPr>
          <a:xfrm>
            <a:off x="4471670" y="1489913"/>
            <a:ext cx="3248660" cy="3248660"/>
          </a:xfrm>
          <a:prstGeom prst="diamond">
            <a:avLst/>
          </a:prstGeom>
          <a:solidFill>
            <a:schemeClr val="bg1"/>
          </a:solidFill>
          <a:ln>
            <a:solidFill>
              <a:srgbClr val="436C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菱形 9"/>
          <p:cNvSpPr/>
          <p:nvPr/>
        </p:nvSpPr>
        <p:spPr>
          <a:xfrm>
            <a:off x="7299466" y="1489913"/>
            <a:ext cx="3248660" cy="3248660"/>
          </a:xfrm>
          <a:prstGeom prst="diamond">
            <a:avLst/>
          </a:prstGeom>
          <a:solidFill>
            <a:schemeClr val="bg1"/>
          </a:solidFill>
          <a:ln>
            <a:solidFill>
              <a:srgbClr val="436C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177116" y="3188794"/>
            <a:ext cx="2209353" cy="6051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144465" y="3188794"/>
            <a:ext cx="2209353" cy="6051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989889" y="3188794"/>
            <a:ext cx="2209353" cy="6051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</a:t>
            </a:r>
          </a:p>
        </p:txBody>
      </p:sp>
      <p:sp>
        <p:nvSpPr>
          <p:cNvPr id="18" name="Freeform 47"/>
          <p:cNvSpPr/>
          <p:nvPr/>
        </p:nvSpPr>
        <p:spPr>
          <a:xfrm>
            <a:off x="8512121" y="2151399"/>
            <a:ext cx="890197" cy="919295"/>
          </a:xfrm>
          <a:custGeom>
            <a:avLst/>
            <a:gdLst>
              <a:gd name="connsiteX0" fmla="*/ 291443 w 582734"/>
              <a:gd name="connsiteY0" fmla="*/ 254983 h 601782"/>
              <a:gd name="connsiteX1" fmla="*/ 245350 w 582734"/>
              <a:gd name="connsiteY1" fmla="*/ 300966 h 601782"/>
              <a:gd name="connsiteX2" fmla="*/ 291443 w 582734"/>
              <a:gd name="connsiteY2" fmla="*/ 346800 h 601782"/>
              <a:gd name="connsiteX3" fmla="*/ 337385 w 582734"/>
              <a:gd name="connsiteY3" fmla="*/ 300966 h 601782"/>
              <a:gd name="connsiteX4" fmla="*/ 291443 w 582734"/>
              <a:gd name="connsiteY4" fmla="*/ 254983 h 601782"/>
              <a:gd name="connsiteX5" fmla="*/ 291443 w 582734"/>
              <a:gd name="connsiteY5" fmla="*/ 226374 h 601782"/>
              <a:gd name="connsiteX6" fmla="*/ 366061 w 582734"/>
              <a:gd name="connsiteY6" fmla="*/ 300966 h 601782"/>
              <a:gd name="connsiteX7" fmla="*/ 291443 w 582734"/>
              <a:gd name="connsiteY7" fmla="*/ 375408 h 601782"/>
              <a:gd name="connsiteX8" fmla="*/ 216674 w 582734"/>
              <a:gd name="connsiteY8" fmla="*/ 300966 h 601782"/>
              <a:gd name="connsiteX9" fmla="*/ 291443 w 582734"/>
              <a:gd name="connsiteY9" fmla="*/ 226374 h 601782"/>
              <a:gd name="connsiteX10" fmla="*/ 248975 w 582734"/>
              <a:gd name="connsiteY10" fmla="*/ 28613 h 601782"/>
              <a:gd name="connsiteX11" fmla="*/ 248975 w 582734"/>
              <a:gd name="connsiteY11" fmla="*/ 78050 h 601782"/>
              <a:gd name="connsiteX12" fmla="*/ 238170 w 582734"/>
              <a:gd name="connsiteY12" fmla="*/ 91982 h 601782"/>
              <a:gd name="connsiteX13" fmla="*/ 136728 w 582734"/>
              <a:gd name="connsiteY13" fmla="*/ 150408 h 601782"/>
              <a:gd name="connsiteX14" fmla="*/ 119321 w 582734"/>
              <a:gd name="connsiteY14" fmla="*/ 152805 h 601782"/>
              <a:gd name="connsiteX15" fmla="*/ 76403 w 582734"/>
              <a:gd name="connsiteY15" fmla="*/ 128086 h 601782"/>
              <a:gd name="connsiteX16" fmla="*/ 33936 w 582734"/>
              <a:gd name="connsiteY16" fmla="*/ 201493 h 601782"/>
              <a:gd name="connsiteX17" fmla="*/ 76854 w 582734"/>
              <a:gd name="connsiteY17" fmla="*/ 226211 h 601782"/>
              <a:gd name="connsiteX18" fmla="*/ 83456 w 582734"/>
              <a:gd name="connsiteY18" fmla="*/ 242541 h 601782"/>
              <a:gd name="connsiteX19" fmla="*/ 75503 w 582734"/>
              <a:gd name="connsiteY19" fmla="*/ 300966 h 601782"/>
              <a:gd name="connsiteX20" fmla="*/ 83456 w 582734"/>
              <a:gd name="connsiteY20" fmla="*/ 359392 h 601782"/>
              <a:gd name="connsiteX21" fmla="*/ 76854 w 582734"/>
              <a:gd name="connsiteY21" fmla="*/ 375571 h 601782"/>
              <a:gd name="connsiteX22" fmla="*/ 33936 w 582734"/>
              <a:gd name="connsiteY22" fmla="*/ 400289 h 601782"/>
              <a:gd name="connsiteX23" fmla="*/ 76403 w 582734"/>
              <a:gd name="connsiteY23" fmla="*/ 473696 h 601782"/>
              <a:gd name="connsiteX24" fmla="*/ 116770 w 582734"/>
              <a:gd name="connsiteY24" fmla="*/ 450475 h 601782"/>
              <a:gd name="connsiteX25" fmla="*/ 186699 w 582734"/>
              <a:gd name="connsiteY25" fmla="*/ 380814 h 601782"/>
              <a:gd name="connsiteX26" fmla="*/ 206957 w 582734"/>
              <a:gd name="connsiteY26" fmla="*/ 380814 h 601782"/>
              <a:gd name="connsiteX27" fmla="*/ 206957 w 582734"/>
              <a:gd name="connsiteY27" fmla="*/ 401038 h 601782"/>
              <a:gd name="connsiteX28" fmla="*/ 146782 w 582734"/>
              <a:gd name="connsiteY28" fmla="*/ 460962 h 601782"/>
              <a:gd name="connsiteX29" fmla="*/ 231717 w 582734"/>
              <a:gd name="connsiteY29" fmla="*/ 508152 h 601782"/>
              <a:gd name="connsiteX30" fmla="*/ 296544 w 582734"/>
              <a:gd name="connsiteY30" fmla="*/ 443434 h 601782"/>
              <a:gd name="connsiteX31" fmla="*/ 316803 w 582734"/>
              <a:gd name="connsiteY31" fmla="*/ 443434 h 601782"/>
              <a:gd name="connsiteX32" fmla="*/ 316803 w 582734"/>
              <a:gd name="connsiteY32" fmla="*/ 463659 h 601782"/>
              <a:gd name="connsiteX33" fmla="*/ 248975 w 582734"/>
              <a:gd name="connsiteY33" fmla="*/ 531372 h 601782"/>
              <a:gd name="connsiteX34" fmla="*/ 248975 w 582734"/>
              <a:gd name="connsiteY34" fmla="*/ 573169 h 601782"/>
              <a:gd name="connsiteX35" fmla="*/ 333910 w 582734"/>
              <a:gd name="connsiteY35" fmla="*/ 573169 h 601782"/>
              <a:gd name="connsiteX36" fmla="*/ 333910 w 582734"/>
              <a:gd name="connsiteY36" fmla="*/ 523732 h 601782"/>
              <a:gd name="connsiteX37" fmla="*/ 344714 w 582734"/>
              <a:gd name="connsiteY37" fmla="*/ 509800 h 601782"/>
              <a:gd name="connsiteX38" fmla="*/ 446006 w 582734"/>
              <a:gd name="connsiteY38" fmla="*/ 451374 h 601782"/>
              <a:gd name="connsiteX39" fmla="*/ 463413 w 582734"/>
              <a:gd name="connsiteY39" fmla="*/ 448977 h 601782"/>
              <a:gd name="connsiteX40" fmla="*/ 506331 w 582734"/>
              <a:gd name="connsiteY40" fmla="*/ 473696 h 601782"/>
              <a:gd name="connsiteX41" fmla="*/ 548798 w 582734"/>
              <a:gd name="connsiteY41" fmla="*/ 400289 h 601782"/>
              <a:gd name="connsiteX42" fmla="*/ 505880 w 582734"/>
              <a:gd name="connsiteY42" fmla="*/ 375571 h 601782"/>
              <a:gd name="connsiteX43" fmla="*/ 499278 w 582734"/>
              <a:gd name="connsiteY43" fmla="*/ 359392 h 601782"/>
              <a:gd name="connsiteX44" fmla="*/ 507381 w 582734"/>
              <a:gd name="connsiteY44" fmla="*/ 300966 h 601782"/>
              <a:gd name="connsiteX45" fmla="*/ 499278 w 582734"/>
              <a:gd name="connsiteY45" fmla="*/ 242391 h 601782"/>
              <a:gd name="connsiteX46" fmla="*/ 505880 w 582734"/>
              <a:gd name="connsiteY46" fmla="*/ 226211 h 601782"/>
              <a:gd name="connsiteX47" fmla="*/ 548798 w 582734"/>
              <a:gd name="connsiteY47" fmla="*/ 201493 h 601782"/>
              <a:gd name="connsiteX48" fmla="*/ 506331 w 582734"/>
              <a:gd name="connsiteY48" fmla="*/ 128086 h 601782"/>
              <a:gd name="connsiteX49" fmla="*/ 463413 w 582734"/>
              <a:gd name="connsiteY49" fmla="*/ 152805 h 601782"/>
              <a:gd name="connsiteX50" fmla="*/ 446006 w 582734"/>
              <a:gd name="connsiteY50" fmla="*/ 150408 h 601782"/>
              <a:gd name="connsiteX51" fmla="*/ 344714 w 582734"/>
              <a:gd name="connsiteY51" fmla="*/ 91982 h 601782"/>
              <a:gd name="connsiteX52" fmla="*/ 333910 w 582734"/>
              <a:gd name="connsiteY52" fmla="*/ 78050 h 601782"/>
              <a:gd name="connsiteX53" fmla="*/ 333910 w 582734"/>
              <a:gd name="connsiteY53" fmla="*/ 28613 h 601782"/>
              <a:gd name="connsiteX54" fmla="*/ 234569 w 582734"/>
              <a:gd name="connsiteY54" fmla="*/ 0 h 601782"/>
              <a:gd name="connsiteX55" fmla="*/ 348165 w 582734"/>
              <a:gd name="connsiteY55" fmla="*/ 0 h 601782"/>
              <a:gd name="connsiteX56" fmla="*/ 362571 w 582734"/>
              <a:gd name="connsiteY56" fmla="*/ 14381 h 601782"/>
              <a:gd name="connsiteX57" fmla="*/ 362571 w 582734"/>
              <a:gd name="connsiteY57" fmla="*/ 67264 h 601782"/>
              <a:gd name="connsiteX58" fmla="*/ 458461 w 582734"/>
              <a:gd name="connsiteY58" fmla="*/ 122543 h 601782"/>
              <a:gd name="connsiteX59" fmla="*/ 504380 w 582734"/>
              <a:gd name="connsiteY59" fmla="*/ 96177 h 601782"/>
              <a:gd name="connsiteX60" fmla="*/ 515334 w 582734"/>
              <a:gd name="connsiteY60" fmla="*/ 94679 h 601782"/>
              <a:gd name="connsiteX61" fmla="*/ 524038 w 582734"/>
              <a:gd name="connsiteY61" fmla="*/ 101420 h 601782"/>
              <a:gd name="connsiteX62" fmla="*/ 580761 w 582734"/>
              <a:gd name="connsiteY62" fmla="*/ 199545 h 601782"/>
              <a:gd name="connsiteX63" fmla="*/ 575509 w 582734"/>
              <a:gd name="connsiteY63" fmla="*/ 219170 h 601782"/>
              <a:gd name="connsiteX64" fmla="*/ 529740 w 582734"/>
              <a:gd name="connsiteY64" fmla="*/ 245537 h 601782"/>
              <a:gd name="connsiteX65" fmla="*/ 536043 w 582734"/>
              <a:gd name="connsiteY65" fmla="*/ 300966 h 601782"/>
              <a:gd name="connsiteX66" fmla="*/ 529740 w 582734"/>
              <a:gd name="connsiteY66" fmla="*/ 356246 h 601782"/>
              <a:gd name="connsiteX67" fmla="*/ 575509 w 582734"/>
              <a:gd name="connsiteY67" fmla="*/ 382762 h 601782"/>
              <a:gd name="connsiteX68" fmla="*/ 580761 w 582734"/>
              <a:gd name="connsiteY68" fmla="*/ 402237 h 601782"/>
              <a:gd name="connsiteX69" fmla="*/ 524038 w 582734"/>
              <a:gd name="connsiteY69" fmla="*/ 500511 h 601782"/>
              <a:gd name="connsiteX70" fmla="*/ 515334 w 582734"/>
              <a:gd name="connsiteY70" fmla="*/ 507103 h 601782"/>
              <a:gd name="connsiteX71" fmla="*/ 504380 w 582734"/>
              <a:gd name="connsiteY71" fmla="*/ 505755 h 601782"/>
              <a:gd name="connsiteX72" fmla="*/ 458461 w 582734"/>
              <a:gd name="connsiteY72" fmla="*/ 479239 h 601782"/>
              <a:gd name="connsiteX73" fmla="*/ 362571 w 582734"/>
              <a:gd name="connsiteY73" fmla="*/ 534668 h 601782"/>
              <a:gd name="connsiteX74" fmla="*/ 362571 w 582734"/>
              <a:gd name="connsiteY74" fmla="*/ 587550 h 601782"/>
              <a:gd name="connsiteX75" fmla="*/ 348165 w 582734"/>
              <a:gd name="connsiteY75" fmla="*/ 601782 h 601782"/>
              <a:gd name="connsiteX76" fmla="*/ 234569 w 582734"/>
              <a:gd name="connsiteY76" fmla="*/ 601782 h 601782"/>
              <a:gd name="connsiteX77" fmla="*/ 220313 w 582734"/>
              <a:gd name="connsiteY77" fmla="*/ 587550 h 601782"/>
              <a:gd name="connsiteX78" fmla="*/ 220313 w 582734"/>
              <a:gd name="connsiteY78" fmla="*/ 534668 h 601782"/>
              <a:gd name="connsiteX79" fmla="*/ 124273 w 582734"/>
              <a:gd name="connsiteY79" fmla="*/ 479239 h 601782"/>
              <a:gd name="connsiteX80" fmla="*/ 78354 w 582734"/>
              <a:gd name="connsiteY80" fmla="*/ 505755 h 601782"/>
              <a:gd name="connsiteX81" fmla="*/ 67400 w 582734"/>
              <a:gd name="connsiteY81" fmla="*/ 507103 h 601782"/>
              <a:gd name="connsiteX82" fmla="*/ 58696 w 582734"/>
              <a:gd name="connsiteY82" fmla="*/ 500511 h 601782"/>
              <a:gd name="connsiteX83" fmla="*/ 1973 w 582734"/>
              <a:gd name="connsiteY83" fmla="*/ 402237 h 601782"/>
              <a:gd name="connsiteX84" fmla="*/ 7225 w 582734"/>
              <a:gd name="connsiteY84" fmla="*/ 382762 h 601782"/>
              <a:gd name="connsiteX85" fmla="*/ 53144 w 582734"/>
              <a:gd name="connsiteY85" fmla="*/ 356246 h 601782"/>
              <a:gd name="connsiteX86" fmla="*/ 46691 w 582734"/>
              <a:gd name="connsiteY86" fmla="*/ 300966 h 601782"/>
              <a:gd name="connsiteX87" fmla="*/ 53144 w 582734"/>
              <a:gd name="connsiteY87" fmla="*/ 245537 h 601782"/>
              <a:gd name="connsiteX88" fmla="*/ 7225 w 582734"/>
              <a:gd name="connsiteY88" fmla="*/ 219170 h 601782"/>
              <a:gd name="connsiteX89" fmla="*/ 1973 w 582734"/>
              <a:gd name="connsiteY89" fmla="*/ 199545 h 601782"/>
              <a:gd name="connsiteX90" fmla="*/ 58696 w 582734"/>
              <a:gd name="connsiteY90" fmla="*/ 101420 h 601782"/>
              <a:gd name="connsiteX91" fmla="*/ 67400 w 582734"/>
              <a:gd name="connsiteY91" fmla="*/ 94679 h 601782"/>
              <a:gd name="connsiteX92" fmla="*/ 78354 w 582734"/>
              <a:gd name="connsiteY92" fmla="*/ 96177 h 601782"/>
              <a:gd name="connsiteX93" fmla="*/ 124273 w 582734"/>
              <a:gd name="connsiteY93" fmla="*/ 122543 h 601782"/>
              <a:gd name="connsiteX94" fmla="*/ 220313 w 582734"/>
              <a:gd name="connsiteY94" fmla="*/ 67264 h 601782"/>
              <a:gd name="connsiteX95" fmla="*/ 220313 w 582734"/>
              <a:gd name="connsiteY95" fmla="*/ 14381 h 601782"/>
              <a:gd name="connsiteX96" fmla="*/ 234569 w 582734"/>
              <a:gd name="connsiteY96" fmla="*/ 0 h 601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582734" h="601782">
                <a:moveTo>
                  <a:pt x="291443" y="254983"/>
                </a:moveTo>
                <a:cubicBezTo>
                  <a:pt x="266069" y="254983"/>
                  <a:pt x="245350" y="275653"/>
                  <a:pt x="245350" y="300966"/>
                </a:cubicBezTo>
                <a:cubicBezTo>
                  <a:pt x="245350" y="326279"/>
                  <a:pt x="266069" y="346800"/>
                  <a:pt x="291443" y="346800"/>
                </a:cubicBezTo>
                <a:cubicBezTo>
                  <a:pt x="316816" y="346800"/>
                  <a:pt x="337385" y="326279"/>
                  <a:pt x="337385" y="300966"/>
                </a:cubicBezTo>
                <a:cubicBezTo>
                  <a:pt x="337385" y="275653"/>
                  <a:pt x="316816" y="254983"/>
                  <a:pt x="291443" y="254983"/>
                </a:cubicBezTo>
                <a:close/>
                <a:moveTo>
                  <a:pt x="291443" y="226374"/>
                </a:moveTo>
                <a:cubicBezTo>
                  <a:pt x="332580" y="226374"/>
                  <a:pt x="366061" y="259776"/>
                  <a:pt x="366061" y="300966"/>
                </a:cubicBezTo>
                <a:cubicBezTo>
                  <a:pt x="366061" y="342007"/>
                  <a:pt x="332580" y="375408"/>
                  <a:pt x="291443" y="375408"/>
                </a:cubicBezTo>
                <a:cubicBezTo>
                  <a:pt x="250155" y="375408"/>
                  <a:pt x="216674" y="342007"/>
                  <a:pt x="216674" y="300966"/>
                </a:cubicBezTo>
                <a:cubicBezTo>
                  <a:pt x="216674" y="259776"/>
                  <a:pt x="250155" y="226374"/>
                  <a:pt x="291443" y="226374"/>
                </a:cubicBezTo>
                <a:close/>
                <a:moveTo>
                  <a:pt x="248975" y="28613"/>
                </a:moveTo>
                <a:lnTo>
                  <a:pt x="248975" y="78050"/>
                </a:lnTo>
                <a:cubicBezTo>
                  <a:pt x="248975" y="84642"/>
                  <a:pt x="244473" y="90334"/>
                  <a:pt x="238170" y="91982"/>
                </a:cubicBezTo>
                <a:cubicBezTo>
                  <a:pt x="199754" y="101720"/>
                  <a:pt x="164640" y="121944"/>
                  <a:pt x="136728" y="150408"/>
                </a:cubicBezTo>
                <a:cubicBezTo>
                  <a:pt x="132226" y="155052"/>
                  <a:pt x="125023" y="156101"/>
                  <a:pt x="119321" y="152805"/>
                </a:cubicBezTo>
                <a:lnTo>
                  <a:pt x="76403" y="128086"/>
                </a:lnTo>
                <a:lnTo>
                  <a:pt x="33936" y="201493"/>
                </a:lnTo>
                <a:lnTo>
                  <a:pt x="76854" y="226211"/>
                </a:lnTo>
                <a:cubicBezTo>
                  <a:pt x="82556" y="229507"/>
                  <a:pt x="85257" y="236099"/>
                  <a:pt x="83456" y="242541"/>
                </a:cubicBezTo>
                <a:cubicBezTo>
                  <a:pt x="78204" y="261417"/>
                  <a:pt x="75503" y="281042"/>
                  <a:pt x="75503" y="300966"/>
                </a:cubicBezTo>
                <a:cubicBezTo>
                  <a:pt x="75503" y="320741"/>
                  <a:pt x="78204" y="340366"/>
                  <a:pt x="83456" y="359392"/>
                </a:cubicBezTo>
                <a:cubicBezTo>
                  <a:pt x="85257" y="365684"/>
                  <a:pt x="82556" y="372425"/>
                  <a:pt x="76854" y="375571"/>
                </a:cubicBezTo>
                <a:lnTo>
                  <a:pt x="33936" y="400289"/>
                </a:lnTo>
                <a:lnTo>
                  <a:pt x="76403" y="473696"/>
                </a:lnTo>
                <a:lnTo>
                  <a:pt x="116770" y="450475"/>
                </a:lnTo>
                <a:lnTo>
                  <a:pt x="186699" y="380814"/>
                </a:lnTo>
                <a:cubicBezTo>
                  <a:pt x="192251" y="375122"/>
                  <a:pt x="201405" y="375122"/>
                  <a:pt x="206957" y="380814"/>
                </a:cubicBezTo>
                <a:cubicBezTo>
                  <a:pt x="212509" y="386357"/>
                  <a:pt x="212509" y="395346"/>
                  <a:pt x="206957" y="401038"/>
                </a:cubicBezTo>
                <a:lnTo>
                  <a:pt x="146782" y="460962"/>
                </a:lnTo>
                <a:cubicBezTo>
                  <a:pt x="171242" y="482984"/>
                  <a:pt x="200204" y="499163"/>
                  <a:pt x="231717" y="508152"/>
                </a:cubicBezTo>
                <a:lnTo>
                  <a:pt x="296544" y="443434"/>
                </a:lnTo>
                <a:cubicBezTo>
                  <a:pt x="302096" y="437891"/>
                  <a:pt x="311250" y="437891"/>
                  <a:pt x="316803" y="443434"/>
                </a:cubicBezTo>
                <a:cubicBezTo>
                  <a:pt x="322355" y="448977"/>
                  <a:pt x="322355" y="458116"/>
                  <a:pt x="316803" y="463659"/>
                </a:cubicBezTo>
                <a:lnTo>
                  <a:pt x="248975" y="531372"/>
                </a:lnTo>
                <a:lnTo>
                  <a:pt x="248975" y="573169"/>
                </a:lnTo>
                <a:lnTo>
                  <a:pt x="333910" y="573169"/>
                </a:lnTo>
                <a:lnTo>
                  <a:pt x="333910" y="523732"/>
                </a:lnTo>
                <a:cubicBezTo>
                  <a:pt x="333910" y="517140"/>
                  <a:pt x="338261" y="511448"/>
                  <a:pt x="344714" y="509800"/>
                </a:cubicBezTo>
                <a:cubicBezTo>
                  <a:pt x="383130" y="500212"/>
                  <a:pt x="418094" y="479988"/>
                  <a:pt x="446006" y="451374"/>
                </a:cubicBezTo>
                <a:cubicBezTo>
                  <a:pt x="450508" y="446730"/>
                  <a:pt x="457711" y="445681"/>
                  <a:pt x="463413" y="448977"/>
                </a:cubicBezTo>
                <a:lnTo>
                  <a:pt x="506331" y="473696"/>
                </a:lnTo>
                <a:lnTo>
                  <a:pt x="548798" y="400289"/>
                </a:lnTo>
                <a:lnTo>
                  <a:pt x="505880" y="375571"/>
                </a:lnTo>
                <a:cubicBezTo>
                  <a:pt x="500178" y="372425"/>
                  <a:pt x="497477" y="365684"/>
                  <a:pt x="499278" y="359392"/>
                </a:cubicBezTo>
                <a:cubicBezTo>
                  <a:pt x="504680" y="340366"/>
                  <a:pt x="507381" y="320741"/>
                  <a:pt x="507381" y="300966"/>
                </a:cubicBezTo>
                <a:cubicBezTo>
                  <a:pt x="507381" y="281042"/>
                  <a:pt x="504680" y="261417"/>
                  <a:pt x="499278" y="242391"/>
                </a:cubicBezTo>
                <a:cubicBezTo>
                  <a:pt x="497477" y="236099"/>
                  <a:pt x="500178" y="229507"/>
                  <a:pt x="505880" y="226211"/>
                </a:cubicBezTo>
                <a:lnTo>
                  <a:pt x="548798" y="201493"/>
                </a:lnTo>
                <a:lnTo>
                  <a:pt x="506331" y="128086"/>
                </a:lnTo>
                <a:lnTo>
                  <a:pt x="463413" y="152805"/>
                </a:lnTo>
                <a:cubicBezTo>
                  <a:pt x="457711" y="156101"/>
                  <a:pt x="450508" y="155052"/>
                  <a:pt x="446006" y="150408"/>
                </a:cubicBezTo>
                <a:cubicBezTo>
                  <a:pt x="418094" y="121944"/>
                  <a:pt x="383130" y="101720"/>
                  <a:pt x="344714" y="91982"/>
                </a:cubicBezTo>
                <a:cubicBezTo>
                  <a:pt x="338261" y="90334"/>
                  <a:pt x="333910" y="84642"/>
                  <a:pt x="333910" y="78050"/>
                </a:cubicBezTo>
                <a:lnTo>
                  <a:pt x="333910" y="28613"/>
                </a:lnTo>
                <a:close/>
                <a:moveTo>
                  <a:pt x="234569" y="0"/>
                </a:moveTo>
                <a:lnTo>
                  <a:pt x="348165" y="0"/>
                </a:lnTo>
                <a:cubicBezTo>
                  <a:pt x="356119" y="0"/>
                  <a:pt x="362571" y="6442"/>
                  <a:pt x="362571" y="14381"/>
                </a:cubicBezTo>
                <a:lnTo>
                  <a:pt x="362571" y="67264"/>
                </a:lnTo>
                <a:cubicBezTo>
                  <a:pt x="398286" y="78050"/>
                  <a:pt x="431150" y="96926"/>
                  <a:pt x="458461" y="122543"/>
                </a:cubicBezTo>
                <a:lnTo>
                  <a:pt x="504380" y="96177"/>
                </a:lnTo>
                <a:cubicBezTo>
                  <a:pt x="507681" y="94229"/>
                  <a:pt x="511583" y="93630"/>
                  <a:pt x="515334" y="94679"/>
                </a:cubicBezTo>
                <a:cubicBezTo>
                  <a:pt x="518936" y="95728"/>
                  <a:pt x="522087" y="98125"/>
                  <a:pt x="524038" y="101420"/>
                </a:cubicBezTo>
                <a:lnTo>
                  <a:pt x="580761" y="199545"/>
                </a:lnTo>
                <a:cubicBezTo>
                  <a:pt x="584813" y="206436"/>
                  <a:pt x="582412" y="215125"/>
                  <a:pt x="575509" y="219170"/>
                </a:cubicBezTo>
                <a:lnTo>
                  <a:pt x="529740" y="245537"/>
                </a:lnTo>
                <a:cubicBezTo>
                  <a:pt x="533942" y="263664"/>
                  <a:pt x="536043" y="282240"/>
                  <a:pt x="536043" y="300966"/>
                </a:cubicBezTo>
                <a:cubicBezTo>
                  <a:pt x="536043" y="319542"/>
                  <a:pt x="533942" y="338119"/>
                  <a:pt x="529740" y="356246"/>
                </a:cubicBezTo>
                <a:lnTo>
                  <a:pt x="575509" y="382762"/>
                </a:lnTo>
                <a:cubicBezTo>
                  <a:pt x="582412" y="386657"/>
                  <a:pt x="584813" y="395346"/>
                  <a:pt x="580761" y="402237"/>
                </a:cubicBezTo>
                <a:lnTo>
                  <a:pt x="524038" y="500511"/>
                </a:lnTo>
                <a:cubicBezTo>
                  <a:pt x="522087" y="503807"/>
                  <a:pt x="518936" y="506204"/>
                  <a:pt x="515334" y="507103"/>
                </a:cubicBezTo>
                <a:cubicBezTo>
                  <a:pt x="511583" y="508152"/>
                  <a:pt x="507681" y="507552"/>
                  <a:pt x="504380" y="505755"/>
                </a:cubicBezTo>
                <a:lnTo>
                  <a:pt x="458461" y="479239"/>
                </a:lnTo>
                <a:cubicBezTo>
                  <a:pt x="431150" y="504856"/>
                  <a:pt x="398286" y="523732"/>
                  <a:pt x="362571" y="534668"/>
                </a:cubicBezTo>
                <a:lnTo>
                  <a:pt x="362571" y="587550"/>
                </a:lnTo>
                <a:cubicBezTo>
                  <a:pt x="362571" y="595340"/>
                  <a:pt x="356119" y="601782"/>
                  <a:pt x="348165" y="601782"/>
                </a:cubicBezTo>
                <a:lnTo>
                  <a:pt x="234569" y="601782"/>
                </a:lnTo>
                <a:cubicBezTo>
                  <a:pt x="226615" y="601782"/>
                  <a:pt x="220313" y="595340"/>
                  <a:pt x="220313" y="587550"/>
                </a:cubicBezTo>
                <a:lnTo>
                  <a:pt x="220313" y="534668"/>
                </a:lnTo>
                <a:cubicBezTo>
                  <a:pt x="184448" y="523732"/>
                  <a:pt x="151734" y="504856"/>
                  <a:pt x="124273" y="479239"/>
                </a:cubicBezTo>
                <a:lnTo>
                  <a:pt x="78354" y="505755"/>
                </a:lnTo>
                <a:cubicBezTo>
                  <a:pt x="75053" y="507552"/>
                  <a:pt x="71151" y="508152"/>
                  <a:pt x="67400" y="507103"/>
                </a:cubicBezTo>
                <a:cubicBezTo>
                  <a:pt x="63798" y="506204"/>
                  <a:pt x="60647" y="503807"/>
                  <a:pt x="58696" y="500511"/>
                </a:cubicBezTo>
                <a:lnTo>
                  <a:pt x="1973" y="402237"/>
                </a:lnTo>
                <a:cubicBezTo>
                  <a:pt x="-2079" y="395346"/>
                  <a:pt x="322" y="386657"/>
                  <a:pt x="7225" y="382762"/>
                </a:cubicBezTo>
                <a:lnTo>
                  <a:pt x="53144" y="356246"/>
                </a:lnTo>
                <a:cubicBezTo>
                  <a:pt x="48942" y="338119"/>
                  <a:pt x="46691" y="319542"/>
                  <a:pt x="46691" y="300966"/>
                </a:cubicBezTo>
                <a:cubicBezTo>
                  <a:pt x="46691" y="282240"/>
                  <a:pt x="48942" y="263664"/>
                  <a:pt x="53144" y="245537"/>
                </a:cubicBezTo>
                <a:lnTo>
                  <a:pt x="7225" y="219170"/>
                </a:lnTo>
                <a:cubicBezTo>
                  <a:pt x="322" y="215125"/>
                  <a:pt x="-2079" y="206436"/>
                  <a:pt x="1973" y="199545"/>
                </a:cubicBezTo>
                <a:lnTo>
                  <a:pt x="58696" y="101420"/>
                </a:lnTo>
                <a:cubicBezTo>
                  <a:pt x="60647" y="98125"/>
                  <a:pt x="63798" y="95728"/>
                  <a:pt x="67400" y="94679"/>
                </a:cubicBezTo>
                <a:cubicBezTo>
                  <a:pt x="71151" y="93630"/>
                  <a:pt x="75053" y="94229"/>
                  <a:pt x="78354" y="96177"/>
                </a:cubicBezTo>
                <a:lnTo>
                  <a:pt x="124273" y="122543"/>
                </a:lnTo>
                <a:cubicBezTo>
                  <a:pt x="151734" y="96926"/>
                  <a:pt x="184448" y="78050"/>
                  <a:pt x="220313" y="67264"/>
                </a:cubicBezTo>
                <a:lnTo>
                  <a:pt x="220313" y="14381"/>
                </a:lnTo>
                <a:cubicBezTo>
                  <a:pt x="220313" y="6442"/>
                  <a:pt x="226615" y="0"/>
                  <a:pt x="234569" y="0"/>
                </a:cubicBezTo>
                <a:close/>
              </a:path>
            </a:pathLst>
          </a:custGeom>
          <a:solidFill>
            <a:srgbClr val="6585D9"/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9" name="Freeform 10"/>
          <p:cNvSpPr>
            <a:spLocks noEditPoints="1"/>
          </p:cNvSpPr>
          <p:nvPr/>
        </p:nvSpPr>
        <p:spPr>
          <a:xfrm>
            <a:off x="5651330" y="2248545"/>
            <a:ext cx="861840" cy="763334"/>
          </a:xfrm>
          <a:custGeom>
            <a:avLst/>
            <a:gdLst>
              <a:gd name="T0" fmla="*/ 5837 w 6267"/>
              <a:gd name="T1" fmla="*/ 571 h 5559"/>
              <a:gd name="T2" fmla="*/ 5696 w 6267"/>
              <a:gd name="T3" fmla="*/ 429 h 5559"/>
              <a:gd name="T4" fmla="*/ 3082 w 6267"/>
              <a:gd name="T5" fmla="*/ 0 h 5559"/>
              <a:gd name="T6" fmla="*/ 809 w 6267"/>
              <a:gd name="T7" fmla="*/ 1045 h 5559"/>
              <a:gd name="T8" fmla="*/ 970 w 6267"/>
              <a:gd name="T9" fmla="*/ 1101 h 5559"/>
              <a:gd name="T10" fmla="*/ 1891 w 6267"/>
              <a:gd name="T11" fmla="*/ 2087 h 5559"/>
              <a:gd name="T12" fmla="*/ 1998 w 6267"/>
              <a:gd name="T13" fmla="*/ 2194 h 5559"/>
              <a:gd name="T14" fmla="*/ 2714 w 6267"/>
              <a:gd name="T15" fmla="*/ 2462 h 5559"/>
              <a:gd name="T16" fmla="*/ 883 w 6267"/>
              <a:gd name="T17" fmla="*/ 5242 h 5559"/>
              <a:gd name="T18" fmla="*/ 317 w 6267"/>
              <a:gd name="T19" fmla="*/ 5242 h 5559"/>
              <a:gd name="T20" fmla="*/ 317 w 6267"/>
              <a:gd name="T21" fmla="*/ 4676 h 5559"/>
              <a:gd name="T22" fmla="*/ 176 w 6267"/>
              <a:gd name="T23" fmla="*/ 4534 h 5559"/>
              <a:gd name="T24" fmla="*/ 176 w 6267"/>
              <a:gd name="T25" fmla="*/ 5383 h 5559"/>
              <a:gd name="T26" fmla="*/ 1025 w 6267"/>
              <a:gd name="T27" fmla="*/ 5383 h 5559"/>
              <a:gd name="T28" fmla="*/ 3152 w 6267"/>
              <a:gd name="T29" fmla="*/ 3282 h 5559"/>
              <a:gd name="T30" fmla="*/ 4072 w 6267"/>
              <a:gd name="T31" fmla="*/ 4269 h 5559"/>
              <a:gd name="T32" fmla="*/ 4179 w 6267"/>
              <a:gd name="T33" fmla="*/ 4375 h 5559"/>
              <a:gd name="T34" fmla="*/ 4895 w 6267"/>
              <a:gd name="T35" fmla="*/ 4643 h 5559"/>
              <a:gd name="T36" fmla="*/ 5222 w 6267"/>
              <a:gd name="T37" fmla="*/ 5457 h 5559"/>
              <a:gd name="T38" fmla="*/ 5334 w 6267"/>
              <a:gd name="T39" fmla="*/ 5437 h 5559"/>
              <a:gd name="T40" fmla="*/ 5403 w 6267"/>
              <a:gd name="T41" fmla="*/ 1005 h 5559"/>
              <a:gd name="T42" fmla="*/ 3314 w 6267"/>
              <a:gd name="T43" fmla="*/ 3094 h 5559"/>
              <a:gd name="T44" fmla="*/ 4862 w 6267"/>
              <a:gd name="T45" fmla="*/ 1404 h 5559"/>
              <a:gd name="T46" fmla="*/ 3172 w 6267"/>
              <a:gd name="T47" fmla="*/ 2953 h 5559"/>
              <a:gd name="T48" fmla="*/ 2228 w 6267"/>
              <a:gd name="T49" fmla="*/ 2004 h 5559"/>
              <a:gd name="T50" fmla="*/ 3144 w 6267"/>
              <a:gd name="T51" fmla="*/ 1195 h 5559"/>
              <a:gd name="T52" fmla="*/ 2082 w 6267"/>
              <a:gd name="T53" fmla="*/ 1867 h 5559"/>
              <a:gd name="T54" fmla="*/ 1144 w 6267"/>
              <a:gd name="T55" fmla="*/ 914 h 5559"/>
              <a:gd name="T56" fmla="*/ 4659 w 6267"/>
              <a:gd name="T57" fmla="*/ 650 h 5559"/>
              <a:gd name="T58" fmla="*/ 3366 w 6267"/>
              <a:gd name="T59" fmla="*/ 965 h 5559"/>
              <a:gd name="T60" fmla="*/ 3410 w 6267"/>
              <a:gd name="T61" fmla="*/ 1154 h 5559"/>
              <a:gd name="T62" fmla="*/ 5116 w 6267"/>
              <a:gd name="T63" fmla="*/ 1009 h 5559"/>
              <a:gd name="T64" fmla="*/ 5004 w 6267"/>
              <a:gd name="T65" fmla="*/ 1263 h 5559"/>
              <a:gd name="T66" fmla="*/ 5145 w 6267"/>
              <a:gd name="T67" fmla="*/ 1263 h 5559"/>
              <a:gd name="T68" fmla="*/ 5301 w 6267"/>
              <a:gd name="T69" fmla="*/ 2382 h 5559"/>
              <a:gd name="T70" fmla="*/ 3946 w 6267"/>
              <a:gd name="T71" fmla="*/ 3411 h 5559"/>
              <a:gd name="T72" fmla="*/ 4399 w 6267"/>
              <a:gd name="T73" fmla="*/ 4184 h 5559"/>
              <a:gd name="T74" fmla="*/ 5617 w 6267"/>
              <a:gd name="T75" fmla="*/ 1608 h 5559"/>
              <a:gd name="T76" fmla="*/ 5352 w 6267"/>
              <a:gd name="T77" fmla="*/ 5123 h 5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267" h="5559">
                <a:moveTo>
                  <a:pt x="5403" y="1005"/>
                </a:moveTo>
                <a:lnTo>
                  <a:pt x="5837" y="571"/>
                </a:lnTo>
                <a:cubicBezTo>
                  <a:pt x="5876" y="532"/>
                  <a:pt x="5876" y="468"/>
                  <a:pt x="5837" y="429"/>
                </a:cubicBezTo>
                <a:cubicBezTo>
                  <a:pt x="5798" y="390"/>
                  <a:pt x="5735" y="390"/>
                  <a:pt x="5696" y="429"/>
                </a:cubicBezTo>
                <a:lnTo>
                  <a:pt x="5262" y="863"/>
                </a:lnTo>
                <a:cubicBezTo>
                  <a:pt x="4669" y="306"/>
                  <a:pt x="3899" y="0"/>
                  <a:pt x="3082" y="0"/>
                </a:cubicBezTo>
                <a:cubicBezTo>
                  <a:pt x="2231" y="0"/>
                  <a:pt x="1431" y="331"/>
                  <a:pt x="829" y="933"/>
                </a:cubicBezTo>
                <a:cubicBezTo>
                  <a:pt x="800" y="962"/>
                  <a:pt x="792" y="1007"/>
                  <a:pt x="809" y="1045"/>
                </a:cubicBezTo>
                <a:cubicBezTo>
                  <a:pt x="826" y="1083"/>
                  <a:pt x="865" y="1106"/>
                  <a:pt x="907" y="1103"/>
                </a:cubicBezTo>
                <a:cubicBezTo>
                  <a:pt x="928" y="1102"/>
                  <a:pt x="949" y="1101"/>
                  <a:pt x="970" y="1101"/>
                </a:cubicBezTo>
                <a:cubicBezTo>
                  <a:pt x="1217" y="1101"/>
                  <a:pt x="1449" y="1197"/>
                  <a:pt x="1623" y="1371"/>
                </a:cubicBezTo>
                <a:cubicBezTo>
                  <a:pt x="1812" y="1560"/>
                  <a:pt x="1909" y="1821"/>
                  <a:pt x="1891" y="2087"/>
                </a:cubicBezTo>
                <a:cubicBezTo>
                  <a:pt x="1889" y="2116"/>
                  <a:pt x="1900" y="2144"/>
                  <a:pt x="1920" y="2165"/>
                </a:cubicBezTo>
                <a:cubicBezTo>
                  <a:pt x="1941" y="2185"/>
                  <a:pt x="1969" y="2196"/>
                  <a:pt x="1998" y="2194"/>
                </a:cubicBezTo>
                <a:cubicBezTo>
                  <a:pt x="2019" y="2193"/>
                  <a:pt x="2040" y="2192"/>
                  <a:pt x="2061" y="2192"/>
                </a:cubicBezTo>
                <a:cubicBezTo>
                  <a:pt x="2308" y="2192"/>
                  <a:pt x="2540" y="2288"/>
                  <a:pt x="2714" y="2462"/>
                </a:cubicBezTo>
                <a:cubicBezTo>
                  <a:pt x="2894" y="2642"/>
                  <a:pt x="2991" y="2888"/>
                  <a:pt x="2983" y="3142"/>
                </a:cubicBezTo>
                <a:lnTo>
                  <a:pt x="883" y="5242"/>
                </a:lnTo>
                <a:cubicBezTo>
                  <a:pt x="808" y="5317"/>
                  <a:pt x="707" y="5359"/>
                  <a:pt x="600" y="5359"/>
                </a:cubicBezTo>
                <a:cubicBezTo>
                  <a:pt x="493" y="5359"/>
                  <a:pt x="393" y="5317"/>
                  <a:pt x="317" y="5242"/>
                </a:cubicBezTo>
                <a:cubicBezTo>
                  <a:pt x="242" y="5166"/>
                  <a:pt x="200" y="5066"/>
                  <a:pt x="200" y="4959"/>
                </a:cubicBezTo>
                <a:cubicBezTo>
                  <a:pt x="200" y="4852"/>
                  <a:pt x="242" y="4751"/>
                  <a:pt x="317" y="4676"/>
                </a:cubicBezTo>
                <a:cubicBezTo>
                  <a:pt x="356" y="4637"/>
                  <a:pt x="356" y="4573"/>
                  <a:pt x="317" y="4534"/>
                </a:cubicBezTo>
                <a:cubicBezTo>
                  <a:pt x="278" y="4495"/>
                  <a:pt x="215" y="4495"/>
                  <a:pt x="176" y="4534"/>
                </a:cubicBezTo>
                <a:cubicBezTo>
                  <a:pt x="62" y="4648"/>
                  <a:pt x="0" y="4798"/>
                  <a:pt x="0" y="4959"/>
                </a:cubicBezTo>
                <a:cubicBezTo>
                  <a:pt x="0" y="5119"/>
                  <a:pt x="62" y="5270"/>
                  <a:pt x="176" y="5383"/>
                </a:cubicBezTo>
                <a:cubicBezTo>
                  <a:pt x="289" y="5497"/>
                  <a:pt x="440" y="5559"/>
                  <a:pt x="600" y="5559"/>
                </a:cubicBezTo>
                <a:cubicBezTo>
                  <a:pt x="761" y="5559"/>
                  <a:pt x="911" y="5497"/>
                  <a:pt x="1025" y="5383"/>
                </a:cubicBezTo>
                <a:lnTo>
                  <a:pt x="3125" y="3283"/>
                </a:lnTo>
                <a:cubicBezTo>
                  <a:pt x="3134" y="3283"/>
                  <a:pt x="3143" y="3282"/>
                  <a:pt x="3152" y="3282"/>
                </a:cubicBezTo>
                <a:cubicBezTo>
                  <a:pt x="3398" y="3282"/>
                  <a:pt x="3630" y="3378"/>
                  <a:pt x="3804" y="3553"/>
                </a:cubicBezTo>
                <a:cubicBezTo>
                  <a:pt x="3993" y="3741"/>
                  <a:pt x="4091" y="4002"/>
                  <a:pt x="4072" y="4269"/>
                </a:cubicBezTo>
                <a:cubicBezTo>
                  <a:pt x="4070" y="4297"/>
                  <a:pt x="4081" y="4326"/>
                  <a:pt x="4101" y="4346"/>
                </a:cubicBezTo>
                <a:cubicBezTo>
                  <a:pt x="4122" y="4367"/>
                  <a:pt x="4150" y="4377"/>
                  <a:pt x="4179" y="4375"/>
                </a:cubicBezTo>
                <a:cubicBezTo>
                  <a:pt x="4200" y="4374"/>
                  <a:pt x="4221" y="4373"/>
                  <a:pt x="4242" y="4373"/>
                </a:cubicBezTo>
                <a:cubicBezTo>
                  <a:pt x="4489" y="4373"/>
                  <a:pt x="4721" y="4469"/>
                  <a:pt x="4895" y="4643"/>
                </a:cubicBezTo>
                <a:cubicBezTo>
                  <a:pt x="5084" y="4832"/>
                  <a:pt x="5182" y="5093"/>
                  <a:pt x="5163" y="5359"/>
                </a:cubicBezTo>
                <a:cubicBezTo>
                  <a:pt x="5160" y="5401"/>
                  <a:pt x="5184" y="5440"/>
                  <a:pt x="5222" y="5457"/>
                </a:cubicBezTo>
                <a:cubicBezTo>
                  <a:pt x="5235" y="5463"/>
                  <a:pt x="5249" y="5466"/>
                  <a:pt x="5263" y="5466"/>
                </a:cubicBezTo>
                <a:cubicBezTo>
                  <a:pt x="5289" y="5466"/>
                  <a:pt x="5315" y="5456"/>
                  <a:pt x="5334" y="5437"/>
                </a:cubicBezTo>
                <a:cubicBezTo>
                  <a:pt x="5935" y="4835"/>
                  <a:pt x="6267" y="4036"/>
                  <a:pt x="6267" y="3185"/>
                </a:cubicBezTo>
                <a:cubicBezTo>
                  <a:pt x="6267" y="2367"/>
                  <a:pt x="5961" y="1597"/>
                  <a:pt x="5403" y="1005"/>
                </a:cubicBezTo>
                <a:close/>
                <a:moveTo>
                  <a:pt x="3946" y="3411"/>
                </a:moveTo>
                <a:cubicBezTo>
                  <a:pt x="3772" y="3238"/>
                  <a:pt x="3552" y="3128"/>
                  <a:pt x="3314" y="3094"/>
                </a:cubicBezTo>
                <a:lnTo>
                  <a:pt x="4862" y="1545"/>
                </a:lnTo>
                <a:cubicBezTo>
                  <a:pt x="4901" y="1506"/>
                  <a:pt x="4901" y="1443"/>
                  <a:pt x="4862" y="1404"/>
                </a:cubicBezTo>
                <a:cubicBezTo>
                  <a:pt x="4823" y="1365"/>
                  <a:pt x="4760" y="1365"/>
                  <a:pt x="4721" y="1404"/>
                </a:cubicBezTo>
                <a:lnTo>
                  <a:pt x="3172" y="2953"/>
                </a:lnTo>
                <a:cubicBezTo>
                  <a:pt x="3137" y="2715"/>
                  <a:pt x="3028" y="2493"/>
                  <a:pt x="2855" y="2321"/>
                </a:cubicBezTo>
                <a:cubicBezTo>
                  <a:pt x="2683" y="2148"/>
                  <a:pt x="2465" y="2039"/>
                  <a:pt x="2228" y="2004"/>
                </a:cubicBezTo>
                <a:cubicBezTo>
                  <a:pt x="2510" y="1743"/>
                  <a:pt x="2806" y="1518"/>
                  <a:pt x="3111" y="1332"/>
                </a:cubicBezTo>
                <a:cubicBezTo>
                  <a:pt x="3158" y="1304"/>
                  <a:pt x="3173" y="1242"/>
                  <a:pt x="3144" y="1195"/>
                </a:cubicBezTo>
                <a:cubicBezTo>
                  <a:pt x="3116" y="1148"/>
                  <a:pt x="3054" y="1133"/>
                  <a:pt x="3007" y="1161"/>
                </a:cubicBezTo>
                <a:cubicBezTo>
                  <a:pt x="2687" y="1356"/>
                  <a:pt x="2376" y="1593"/>
                  <a:pt x="2082" y="1867"/>
                </a:cubicBezTo>
                <a:cubicBezTo>
                  <a:pt x="2048" y="1628"/>
                  <a:pt x="1938" y="1404"/>
                  <a:pt x="1765" y="1230"/>
                </a:cubicBezTo>
                <a:cubicBezTo>
                  <a:pt x="1594" y="1059"/>
                  <a:pt x="1378" y="950"/>
                  <a:pt x="1144" y="914"/>
                </a:cubicBezTo>
                <a:cubicBezTo>
                  <a:pt x="1683" y="452"/>
                  <a:pt x="2363" y="200"/>
                  <a:pt x="3082" y="200"/>
                </a:cubicBezTo>
                <a:cubicBezTo>
                  <a:pt x="3648" y="200"/>
                  <a:pt x="4191" y="357"/>
                  <a:pt x="4659" y="650"/>
                </a:cubicBezTo>
                <a:cubicBezTo>
                  <a:pt x="4602" y="645"/>
                  <a:pt x="4543" y="644"/>
                  <a:pt x="4481" y="647"/>
                </a:cubicBezTo>
                <a:cubicBezTo>
                  <a:pt x="4150" y="659"/>
                  <a:pt x="3764" y="769"/>
                  <a:pt x="3366" y="965"/>
                </a:cubicBezTo>
                <a:cubicBezTo>
                  <a:pt x="3316" y="989"/>
                  <a:pt x="3296" y="1049"/>
                  <a:pt x="3320" y="1098"/>
                </a:cubicBezTo>
                <a:cubicBezTo>
                  <a:pt x="3337" y="1134"/>
                  <a:pt x="3373" y="1154"/>
                  <a:pt x="3410" y="1154"/>
                </a:cubicBezTo>
                <a:cubicBezTo>
                  <a:pt x="3425" y="1154"/>
                  <a:pt x="3440" y="1151"/>
                  <a:pt x="3454" y="1144"/>
                </a:cubicBezTo>
                <a:cubicBezTo>
                  <a:pt x="4159" y="798"/>
                  <a:pt x="4769" y="751"/>
                  <a:pt x="5116" y="1009"/>
                </a:cubicBezTo>
                <a:lnTo>
                  <a:pt x="5004" y="1121"/>
                </a:lnTo>
                <a:cubicBezTo>
                  <a:pt x="4965" y="1160"/>
                  <a:pt x="4965" y="1224"/>
                  <a:pt x="5004" y="1263"/>
                </a:cubicBezTo>
                <a:cubicBezTo>
                  <a:pt x="5023" y="1282"/>
                  <a:pt x="5049" y="1292"/>
                  <a:pt x="5074" y="1292"/>
                </a:cubicBezTo>
                <a:cubicBezTo>
                  <a:pt x="5100" y="1292"/>
                  <a:pt x="5126" y="1282"/>
                  <a:pt x="5145" y="1263"/>
                </a:cubicBezTo>
                <a:lnTo>
                  <a:pt x="5258" y="1150"/>
                </a:lnTo>
                <a:cubicBezTo>
                  <a:pt x="5460" y="1422"/>
                  <a:pt x="5477" y="1854"/>
                  <a:pt x="5301" y="2382"/>
                </a:cubicBezTo>
                <a:cubicBezTo>
                  <a:pt x="5119" y="2928"/>
                  <a:pt x="4753" y="3509"/>
                  <a:pt x="4262" y="4039"/>
                </a:cubicBezTo>
                <a:cubicBezTo>
                  <a:pt x="4226" y="3803"/>
                  <a:pt x="4117" y="3582"/>
                  <a:pt x="3946" y="3411"/>
                </a:cubicBezTo>
                <a:close/>
                <a:moveTo>
                  <a:pt x="5036" y="4502"/>
                </a:moveTo>
                <a:cubicBezTo>
                  <a:pt x="4862" y="4327"/>
                  <a:pt x="4640" y="4218"/>
                  <a:pt x="4399" y="4184"/>
                </a:cubicBezTo>
                <a:cubicBezTo>
                  <a:pt x="4914" y="3632"/>
                  <a:pt x="5298" y="3021"/>
                  <a:pt x="5490" y="2445"/>
                </a:cubicBezTo>
                <a:cubicBezTo>
                  <a:pt x="5593" y="2136"/>
                  <a:pt x="5635" y="1854"/>
                  <a:pt x="5617" y="1608"/>
                </a:cubicBezTo>
                <a:cubicBezTo>
                  <a:pt x="5910" y="2077"/>
                  <a:pt x="6067" y="2619"/>
                  <a:pt x="6067" y="3185"/>
                </a:cubicBezTo>
                <a:cubicBezTo>
                  <a:pt x="6067" y="3903"/>
                  <a:pt x="5815" y="4583"/>
                  <a:pt x="5352" y="5123"/>
                </a:cubicBezTo>
                <a:cubicBezTo>
                  <a:pt x="5316" y="4890"/>
                  <a:pt x="5206" y="4672"/>
                  <a:pt x="5036" y="4502"/>
                </a:cubicBezTo>
                <a:close/>
              </a:path>
            </a:pathLst>
          </a:custGeom>
          <a:solidFill>
            <a:srgbClr val="6585D9"/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0" name="Freeform 73"/>
          <p:cNvSpPr>
            <a:spLocks noEditPoints="1"/>
          </p:cNvSpPr>
          <p:nvPr/>
        </p:nvSpPr>
        <p:spPr>
          <a:xfrm>
            <a:off x="2869580" y="2265989"/>
            <a:ext cx="912562" cy="735329"/>
          </a:xfrm>
          <a:custGeom>
            <a:avLst/>
            <a:gdLst>
              <a:gd name="connsiteX0" fmla="*/ 231099 w 606884"/>
              <a:gd name="connsiteY0" fmla="*/ 337233 h 489019"/>
              <a:gd name="connsiteX1" fmla="*/ 333777 w 606884"/>
              <a:gd name="connsiteY1" fmla="*/ 337233 h 489019"/>
              <a:gd name="connsiteX2" fmla="*/ 341607 w 606884"/>
              <a:gd name="connsiteY2" fmla="*/ 345057 h 489019"/>
              <a:gd name="connsiteX3" fmla="*/ 341607 w 606884"/>
              <a:gd name="connsiteY3" fmla="*/ 351779 h 489019"/>
              <a:gd name="connsiteX4" fmla="*/ 333777 w 606884"/>
              <a:gd name="connsiteY4" fmla="*/ 359602 h 489019"/>
              <a:gd name="connsiteX5" fmla="*/ 231099 w 606884"/>
              <a:gd name="connsiteY5" fmla="*/ 359602 h 489019"/>
              <a:gd name="connsiteX6" fmla="*/ 223269 w 606884"/>
              <a:gd name="connsiteY6" fmla="*/ 351779 h 489019"/>
              <a:gd name="connsiteX7" fmla="*/ 223269 w 606884"/>
              <a:gd name="connsiteY7" fmla="*/ 345057 h 489019"/>
              <a:gd name="connsiteX8" fmla="*/ 231099 w 606884"/>
              <a:gd name="connsiteY8" fmla="*/ 337233 h 489019"/>
              <a:gd name="connsiteX9" fmla="*/ 69505 w 606884"/>
              <a:gd name="connsiteY9" fmla="*/ 168511 h 489019"/>
              <a:gd name="connsiteX10" fmla="*/ 333776 w 606884"/>
              <a:gd name="connsiteY10" fmla="*/ 168511 h 489019"/>
              <a:gd name="connsiteX11" fmla="*/ 341607 w 606884"/>
              <a:gd name="connsiteY11" fmla="*/ 176328 h 489019"/>
              <a:gd name="connsiteX12" fmla="*/ 341607 w 606884"/>
              <a:gd name="connsiteY12" fmla="*/ 184475 h 489019"/>
              <a:gd name="connsiteX13" fmla="*/ 333776 w 606884"/>
              <a:gd name="connsiteY13" fmla="*/ 192292 h 489019"/>
              <a:gd name="connsiteX14" fmla="*/ 69505 w 606884"/>
              <a:gd name="connsiteY14" fmla="*/ 192292 h 489019"/>
              <a:gd name="connsiteX15" fmla="*/ 61674 w 606884"/>
              <a:gd name="connsiteY15" fmla="*/ 184475 h 489019"/>
              <a:gd name="connsiteX16" fmla="*/ 61674 w 606884"/>
              <a:gd name="connsiteY16" fmla="*/ 176328 h 489019"/>
              <a:gd name="connsiteX17" fmla="*/ 69505 w 606884"/>
              <a:gd name="connsiteY17" fmla="*/ 168511 h 489019"/>
              <a:gd name="connsiteX18" fmla="*/ 415329 w 606884"/>
              <a:gd name="connsiteY18" fmla="*/ 148465 h 489019"/>
              <a:gd name="connsiteX19" fmla="*/ 480629 w 606884"/>
              <a:gd name="connsiteY19" fmla="*/ 199564 h 489019"/>
              <a:gd name="connsiteX20" fmla="*/ 480739 w 606884"/>
              <a:gd name="connsiteY20" fmla="*/ 202427 h 489019"/>
              <a:gd name="connsiteX21" fmla="*/ 400768 w 606884"/>
              <a:gd name="connsiteY21" fmla="*/ 296696 h 489019"/>
              <a:gd name="connsiteX22" fmla="*/ 348484 w 606884"/>
              <a:gd name="connsiteY22" fmla="*/ 317289 h 489019"/>
              <a:gd name="connsiteX23" fmla="*/ 346609 w 606884"/>
              <a:gd name="connsiteY23" fmla="*/ 317950 h 489019"/>
              <a:gd name="connsiteX24" fmla="*/ 341535 w 606884"/>
              <a:gd name="connsiteY24" fmla="*/ 324007 h 489019"/>
              <a:gd name="connsiteX25" fmla="*/ 329181 w 606884"/>
              <a:gd name="connsiteY25" fmla="*/ 324998 h 489019"/>
              <a:gd name="connsiteX26" fmla="*/ 327526 w 606884"/>
              <a:gd name="connsiteY26" fmla="*/ 313105 h 489019"/>
              <a:gd name="connsiteX27" fmla="*/ 332270 w 606884"/>
              <a:gd name="connsiteY27" fmla="*/ 306717 h 489019"/>
              <a:gd name="connsiteX28" fmla="*/ 332380 w 606884"/>
              <a:gd name="connsiteY28" fmla="*/ 304625 h 489019"/>
              <a:gd name="connsiteX29" fmla="*/ 339991 w 606884"/>
              <a:gd name="connsiteY29" fmla="*/ 249231 h 489019"/>
              <a:gd name="connsiteX30" fmla="*/ 412792 w 606884"/>
              <a:gd name="connsiteY30" fmla="*/ 148906 h 489019"/>
              <a:gd name="connsiteX31" fmla="*/ 415329 w 606884"/>
              <a:gd name="connsiteY31" fmla="*/ 148465 h 489019"/>
              <a:gd name="connsiteX32" fmla="*/ 602907 w 606884"/>
              <a:gd name="connsiteY32" fmla="*/ 111349 h 489019"/>
              <a:gd name="connsiteX33" fmla="*/ 604673 w 606884"/>
              <a:gd name="connsiteY33" fmla="*/ 125670 h 489019"/>
              <a:gd name="connsiteX34" fmla="*/ 554806 w 606884"/>
              <a:gd name="connsiteY34" fmla="*/ 189231 h 489019"/>
              <a:gd name="connsiteX35" fmla="*/ 540464 w 606884"/>
              <a:gd name="connsiteY35" fmla="*/ 190993 h 489019"/>
              <a:gd name="connsiteX36" fmla="*/ 538698 w 606884"/>
              <a:gd name="connsiteY36" fmla="*/ 176563 h 489019"/>
              <a:gd name="connsiteX37" fmla="*/ 588565 w 606884"/>
              <a:gd name="connsiteY37" fmla="*/ 113112 h 489019"/>
              <a:gd name="connsiteX38" fmla="*/ 602907 w 606884"/>
              <a:gd name="connsiteY38" fmla="*/ 111349 h 489019"/>
              <a:gd name="connsiteX39" fmla="*/ 69505 w 606884"/>
              <a:gd name="connsiteY39" fmla="*/ 96393 h 489019"/>
              <a:gd name="connsiteX40" fmla="*/ 333776 w 606884"/>
              <a:gd name="connsiteY40" fmla="*/ 96393 h 489019"/>
              <a:gd name="connsiteX41" fmla="*/ 341607 w 606884"/>
              <a:gd name="connsiteY41" fmla="*/ 104210 h 489019"/>
              <a:gd name="connsiteX42" fmla="*/ 341607 w 606884"/>
              <a:gd name="connsiteY42" fmla="*/ 112357 h 489019"/>
              <a:gd name="connsiteX43" fmla="*/ 333776 w 606884"/>
              <a:gd name="connsiteY43" fmla="*/ 120174 h 489019"/>
              <a:gd name="connsiteX44" fmla="*/ 69505 w 606884"/>
              <a:gd name="connsiteY44" fmla="*/ 120174 h 489019"/>
              <a:gd name="connsiteX45" fmla="*/ 61674 w 606884"/>
              <a:gd name="connsiteY45" fmla="*/ 112357 h 489019"/>
              <a:gd name="connsiteX46" fmla="*/ 61674 w 606884"/>
              <a:gd name="connsiteY46" fmla="*/ 104210 h 489019"/>
              <a:gd name="connsiteX47" fmla="*/ 69505 w 606884"/>
              <a:gd name="connsiteY47" fmla="*/ 96393 h 489019"/>
              <a:gd name="connsiteX48" fmla="*/ 530392 w 606884"/>
              <a:gd name="connsiteY48" fmla="*/ 8665 h 489019"/>
              <a:gd name="connsiteX49" fmla="*/ 569937 w 606884"/>
              <a:gd name="connsiteY49" fmla="*/ 18743 h 489019"/>
              <a:gd name="connsiteX50" fmla="*/ 575673 w 606884"/>
              <a:gd name="connsiteY50" fmla="*/ 94635 h 489019"/>
              <a:gd name="connsiteX51" fmla="*/ 504415 w 606884"/>
              <a:gd name="connsiteY51" fmla="*/ 185397 h 489019"/>
              <a:gd name="connsiteX52" fmla="*/ 498569 w 606884"/>
              <a:gd name="connsiteY52" fmla="*/ 185728 h 489019"/>
              <a:gd name="connsiteX53" fmla="*/ 422789 w 606884"/>
              <a:gd name="connsiteY53" fmla="*/ 126358 h 489019"/>
              <a:gd name="connsiteX54" fmla="*/ 422678 w 606884"/>
              <a:gd name="connsiteY54" fmla="*/ 123163 h 489019"/>
              <a:gd name="connsiteX55" fmla="*/ 494818 w 606884"/>
              <a:gd name="connsiteY55" fmla="*/ 31300 h 489019"/>
              <a:gd name="connsiteX56" fmla="*/ 530392 w 606884"/>
              <a:gd name="connsiteY56" fmla="*/ 8665 h 489019"/>
              <a:gd name="connsiteX57" fmla="*/ 27246 w 606884"/>
              <a:gd name="connsiteY57" fmla="*/ 0 h 489019"/>
              <a:gd name="connsiteX58" fmla="*/ 376146 w 606884"/>
              <a:gd name="connsiteY58" fmla="*/ 0 h 489019"/>
              <a:gd name="connsiteX59" fmla="*/ 403281 w 606884"/>
              <a:gd name="connsiteY59" fmla="*/ 27205 h 489019"/>
              <a:gd name="connsiteX60" fmla="*/ 403281 w 606884"/>
              <a:gd name="connsiteY60" fmla="*/ 111351 h 489019"/>
              <a:gd name="connsiteX61" fmla="*/ 398207 w 606884"/>
              <a:gd name="connsiteY61" fmla="*/ 123797 h 489019"/>
              <a:gd name="connsiteX62" fmla="*/ 380558 w 606884"/>
              <a:gd name="connsiteY62" fmla="*/ 144503 h 489019"/>
              <a:gd name="connsiteX63" fmla="*/ 374491 w 606884"/>
              <a:gd name="connsiteY63" fmla="*/ 142851 h 489019"/>
              <a:gd name="connsiteX64" fmla="*/ 374491 w 606884"/>
              <a:gd name="connsiteY64" fmla="*/ 55951 h 489019"/>
              <a:gd name="connsiteX65" fmla="*/ 347356 w 606884"/>
              <a:gd name="connsiteY65" fmla="*/ 28747 h 489019"/>
              <a:gd name="connsiteX66" fmla="*/ 56036 w 606884"/>
              <a:gd name="connsiteY66" fmla="*/ 28747 h 489019"/>
              <a:gd name="connsiteX67" fmla="*/ 28790 w 606884"/>
              <a:gd name="connsiteY67" fmla="*/ 55951 h 489019"/>
              <a:gd name="connsiteX68" fmla="*/ 28790 w 606884"/>
              <a:gd name="connsiteY68" fmla="*/ 433068 h 489019"/>
              <a:gd name="connsiteX69" fmla="*/ 56036 w 606884"/>
              <a:gd name="connsiteY69" fmla="*/ 460273 h 489019"/>
              <a:gd name="connsiteX70" fmla="*/ 347356 w 606884"/>
              <a:gd name="connsiteY70" fmla="*/ 460273 h 489019"/>
              <a:gd name="connsiteX71" fmla="*/ 374491 w 606884"/>
              <a:gd name="connsiteY71" fmla="*/ 433068 h 489019"/>
              <a:gd name="connsiteX72" fmla="*/ 374491 w 606884"/>
              <a:gd name="connsiteY72" fmla="*/ 351345 h 489019"/>
              <a:gd name="connsiteX73" fmla="*/ 380448 w 606884"/>
              <a:gd name="connsiteY73" fmla="*/ 341432 h 489019"/>
              <a:gd name="connsiteX74" fmla="*/ 397104 w 606884"/>
              <a:gd name="connsiteY74" fmla="*/ 334934 h 489019"/>
              <a:gd name="connsiteX75" fmla="*/ 403281 w 606884"/>
              <a:gd name="connsiteY75" fmla="*/ 340001 h 489019"/>
              <a:gd name="connsiteX76" fmla="*/ 403281 w 606884"/>
              <a:gd name="connsiteY76" fmla="*/ 461815 h 489019"/>
              <a:gd name="connsiteX77" fmla="*/ 376146 w 606884"/>
              <a:gd name="connsiteY77" fmla="*/ 489019 h 489019"/>
              <a:gd name="connsiteX78" fmla="*/ 27246 w 606884"/>
              <a:gd name="connsiteY78" fmla="*/ 489019 h 489019"/>
              <a:gd name="connsiteX79" fmla="*/ 0 w 606884"/>
              <a:gd name="connsiteY79" fmla="*/ 461815 h 489019"/>
              <a:gd name="connsiteX80" fmla="*/ 0 w 606884"/>
              <a:gd name="connsiteY80" fmla="*/ 27205 h 489019"/>
              <a:gd name="connsiteX81" fmla="*/ 27246 w 606884"/>
              <a:gd name="connsiteY81" fmla="*/ 0 h 48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06884" h="489019">
                <a:moveTo>
                  <a:pt x="231099" y="337233"/>
                </a:moveTo>
                <a:lnTo>
                  <a:pt x="333777" y="337233"/>
                </a:lnTo>
                <a:cubicBezTo>
                  <a:pt x="338078" y="337233"/>
                  <a:pt x="341607" y="340759"/>
                  <a:pt x="341607" y="345057"/>
                </a:cubicBezTo>
                <a:lnTo>
                  <a:pt x="341607" y="351779"/>
                </a:lnTo>
                <a:cubicBezTo>
                  <a:pt x="341607" y="356076"/>
                  <a:pt x="338078" y="359602"/>
                  <a:pt x="333777" y="359602"/>
                </a:cubicBezTo>
                <a:lnTo>
                  <a:pt x="231099" y="359602"/>
                </a:lnTo>
                <a:cubicBezTo>
                  <a:pt x="226798" y="359602"/>
                  <a:pt x="223269" y="356076"/>
                  <a:pt x="223269" y="351779"/>
                </a:cubicBezTo>
                <a:lnTo>
                  <a:pt x="223269" y="345057"/>
                </a:lnTo>
                <a:cubicBezTo>
                  <a:pt x="223269" y="340759"/>
                  <a:pt x="226798" y="337233"/>
                  <a:pt x="231099" y="337233"/>
                </a:cubicBezTo>
                <a:close/>
                <a:moveTo>
                  <a:pt x="69505" y="168511"/>
                </a:moveTo>
                <a:lnTo>
                  <a:pt x="333776" y="168511"/>
                </a:lnTo>
                <a:cubicBezTo>
                  <a:pt x="338078" y="168511"/>
                  <a:pt x="341607" y="172034"/>
                  <a:pt x="341607" y="176328"/>
                </a:cubicBezTo>
                <a:lnTo>
                  <a:pt x="341607" y="184475"/>
                </a:lnTo>
                <a:cubicBezTo>
                  <a:pt x="341607" y="188769"/>
                  <a:pt x="338078" y="192292"/>
                  <a:pt x="333776" y="192292"/>
                </a:cubicBezTo>
                <a:lnTo>
                  <a:pt x="69505" y="192292"/>
                </a:lnTo>
                <a:cubicBezTo>
                  <a:pt x="65203" y="192292"/>
                  <a:pt x="61674" y="188879"/>
                  <a:pt x="61674" y="184475"/>
                </a:cubicBezTo>
                <a:lnTo>
                  <a:pt x="61674" y="176328"/>
                </a:lnTo>
                <a:cubicBezTo>
                  <a:pt x="61674" y="172034"/>
                  <a:pt x="65203" y="168511"/>
                  <a:pt x="69505" y="168511"/>
                </a:cubicBezTo>
                <a:close/>
                <a:moveTo>
                  <a:pt x="415329" y="148465"/>
                </a:moveTo>
                <a:cubicBezTo>
                  <a:pt x="432095" y="161570"/>
                  <a:pt x="464304" y="186789"/>
                  <a:pt x="480629" y="199564"/>
                </a:cubicBezTo>
                <a:cubicBezTo>
                  <a:pt x="482173" y="200775"/>
                  <a:pt x="481511" y="201656"/>
                  <a:pt x="480739" y="202427"/>
                </a:cubicBezTo>
                <a:cubicBezTo>
                  <a:pt x="472577" y="211898"/>
                  <a:pt x="418638" y="273900"/>
                  <a:pt x="400768" y="296696"/>
                </a:cubicBezTo>
                <a:cubicBezTo>
                  <a:pt x="389517" y="311012"/>
                  <a:pt x="363817" y="317840"/>
                  <a:pt x="348484" y="317289"/>
                </a:cubicBezTo>
                <a:cubicBezTo>
                  <a:pt x="348043" y="317289"/>
                  <a:pt x="347271" y="317179"/>
                  <a:pt x="346609" y="317950"/>
                </a:cubicBezTo>
                <a:cubicBezTo>
                  <a:pt x="344403" y="320703"/>
                  <a:pt x="342859" y="322465"/>
                  <a:pt x="341535" y="324007"/>
                </a:cubicBezTo>
                <a:cubicBezTo>
                  <a:pt x="338116" y="328412"/>
                  <a:pt x="332490" y="327421"/>
                  <a:pt x="329181" y="324998"/>
                </a:cubicBezTo>
                <a:cubicBezTo>
                  <a:pt x="325982" y="322576"/>
                  <a:pt x="324107" y="317400"/>
                  <a:pt x="327526" y="313105"/>
                </a:cubicBezTo>
                <a:cubicBezTo>
                  <a:pt x="328850" y="311453"/>
                  <a:pt x="330063" y="309581"/>
                  <a:pt x="332270" y="306717"/>
                </a:cubicBezTo>
                <a:cubicBezTo>
                  <a:pt x="333042" y="305726"/>
                  <a:pt x="332490" y="305065"/>
                  <a:pt x="332380" y="304625"/>
                </a:cubicBezTo>
                <a:cubicBezTo>
                  <a:pt x="328299" y="289758"/>
                  <a:pt x="328850" y="263437"/>
                  <a:pt x="339991" y="249231"/>
                </a:cubicBezTo>
                <a:cubicBezTo>
                  <a:pt x="357750" y="226545"/>
                  <a:pt x="404850" y="160028"/>
                  <a:pt x="412792" y="148906"/>
                </a:cubicBezTo>
                <a:cubicBezTo>
                  <a:pt x="413453" y="147915"/>
                  <a:pt x="414336" y="147694"/>
                  <a:pt x="415329" y="148465"/>
                </a:cubicBezTo>
                <a:close/>
                <a:moveTo>
                  <a:pt x="602907" y="111349"/>
                </a:moveTo>
                <a:cubicBezTo>
                  <a:pt x="607431" y="114764"/>
                  <a:pt x="608203" y="121263"/>
                  <a:pt x="604673" y="125670"/>
                </a:cubicBezTo>
                <a:lnTo>
                  <a:pt x="554806" y="189231"/>
                </a:lnTo>
                <a:cubicBezTo>
                  <a:pt x="551386" y="193637"/>
                  <a:pt x="544877" y="194408"/>
                  <a:pt x="540464" y="190993"/>
                </a:cubicBezTo>
                <a:cubicBezTo>
                  <a:pt x="535940" y="187468"/>
                  <a:pt x="535168" y="181079"/>
                  <a:pt x="538698" y="176563"/>
                </a:cubicBezTo>
                <a:lnTo>
                  <a:pt x="588565" y="113112"/>
                </a:lnTo>
                <a:cubicBezTo>
                  <a:pt x="592096" y="108595"/>
                  <a:pt x="598494" y="107824"/>
                  <a:pt x="602907" y="111349"/>
                </a:cubicBezTo>
                <a:close/>
                <a:moveTo>
                  <a:pt x="69505" y="96393"/>
                </a:moveTo>
                <a:lnTo>
                  <a:pt x="333776" y="96393"/>
                </a:lnTo>
                <a:cubicBezTo>
                  <a:pt x="338078" y="96393"/>
                  <a:pt x="341607" y="99916"/>
                  <a:pt x="341607" y="104210"/>
                </a:cubicBezTo>
                <a:lnTo>
                  <a:pt x="341607" y="112357"/>
                </a:lnTo>
                <a:cubicBezTo>
                  <a:pt x="341607" y="116651"/>
                  <a:pt x="338078" y="120174"/>
                  <a:pt x="333776" y="120174"/>
                </a:cubicBezTo>
                <a:lnTo>
                  <a:pt x="69505" y="120174"/>
                </a:lnTo>
                <a:cubicBezTo>
                  <a:pt x="65203" y="120174"/>
                  <a:pt x="61674" y="116651"/>
                  <a:pt x="61674" y="112357"/>
                </a:cubicBezTo>
                <a:lnTo>
                  <a:pt x="61674" y="104210"/>
                </a:lnTo>
                <a:cubicBezTo>
                  <a:pt x="61674" y="99916"/>
                  <a:pt x="65203" y="96393"/>
                  <a:pt x="69505" y="96393"/>
                </a:cubicBezTo>
                <a:close/>
                <a:moveTo>
                  <a:pt x="530392" y="8665"/>
                </a:moveTo>
                <a:cubicBezTo>
                  <a:pt x="543712" y="6186"/>
                  <a:pt x="557693" y="9160"/>
                  <a:pt x="569937" y="18743"/>
                </a:cubicBezTo>
                <a:cubicBezTo>
                  <a:pt x="594425" y="37909"/>
                  <a:pt x="594866" y="70182"/>
                  <a:pt x="575673" y="94635"/>
                </a:cubicBezTo>
                <a:cubicBezTo>
                  <a:pt x="575673" y="94635"/>
                  <a:pt x="522505" y="162376"/>
                  <a:pt x="504415" y="185397"/>
                </a:cubicBezTo>
                <a:cubicBezTo>
                  <a:pt x="501988" y="188481"/>
                  <a:pt x="500775" y="187490"/>
                  <a:pt x="498569" y="185728"/>
                </a:cubicBezTo>
                <a:cubicBezTo>
                  <a:pt x="485553" y="175594"/>
                  <a:pt x="439665" y="139686"/>
                  <a:pt x="422789" y="126358"/>
                </a:cubicBezTo>
                <a:cubicBezTo>
                  <a:pt x="421134" y="125146"/>
                  <a:pt x="422678" y="123163"/>
                  <a:pt x="422678" y="123163"/>
                </a:cubicBezTo>
                <a:lnTo>
                  <a:pt x="494818" y="31300"/>
                </a:lnTo>
                <a:cubicBezTo>
                  <a:pt x="504415" y="19074"/>
                  <a:pt x="517073" y="11143"/>
                  <a:pt x="530392" y="8665"/>
                </a:cubicBezTo>
                <a:close/>
                <a:moveTo>
                  <a:pt x="27246" y="0"/>
                </a:moveTo>
                <a:lnTo>
                  <a:pt x="376146" y="0"/>
                </a:lnTo>
                <a:cubicBezTo>
                  <a:pt x="391037" y="0"/>
                  <a:pt x="403281" y="12226"/>
                  <a:pt x="403281" y="27205"/>
                </a:cubicBezTo>
                <a:lnTo>
                  <a:pt x="403281" y="111351"/>
                </a:lnTo>
                <a:cubicBezTo>
                  <a:pt x="403281" y="116197"/>
                  <a:pt x="402068" y="119722"/>
                  <a:pt x="398207" y="123797"/>
                </a:cubicBezTo>
                <a:cubicBezTo>
                  <a:pt x="394567" y="127652"/>
                  <a:pt x="385411" y="138225"/>
                  <a:pt x="380558" y="144503"/>
                </a:cubicBezTo>
                <a:cubicBezTo>
                  <a:pt x="378683" y="147036"/>
                  <a:pt x="374491" y="151112"/>
                  <a:pt x="374491" y="142851"/>
                </a:cubicBezTo>
                <a:lnTo>
                  <a:pt x="374491" y="55951"/>
                </a:lnTo>
                <a:cubicBezTo>
                  <a:pt x="374491" y="40972"/>
                  <a:pt x="362247" y="28747"/>
                  <a:pt x="347356" y="28747"/>
                </a:cubicBezTo>
                <a:lnTo>
                  <a:pt x="56036" y="28747"/>
                </a:lnTo>
                <a:cubicBezTo>
                  <a:pt x="41034" y="28747"/>
                  <a:pt x="28790" y="40972"/>
                  <a:pt x="28790" y="55951"/>
                </a:cubicBezTo>
                <a:lnTo>
                  <a:pt x="28790" y="433068"/>
                </a:lnTo>
                <a:cubicBezTo>
                  <a:pt x="28790" y="448047"/>
                  <a:pt x="41034" y="460273"/>
                  <a:pt x="56036" y="460273"/>
                </a:cubicBezTo>
                <a:lnTo>
                  <a:pt x="347356" y="460273"/>
                </a:lnTo>
                <a:cubicBezTo>
                  <a:pt x="362247" y="460273"/>
                  <a:pt x="374491" y="448047"/>
                  <a:pt x="374491" y="433068"/>
                </a:cubicBezTo>
                <a:lnTo>
                  <a:pt x="374491" y="351345"/>
                </a:lnTo>
                <a:cubicBezTo>
                  <a:pt x="374491" y="342864"/>
                  <a:pt x="378462" y="341983"/>
                  <a:pt x="380448" y="341432"/>
                </a:cubicBezTo>
                <a:cubicBezTo>
                  <a:pt x="385742" y="339890"/>
                  <a:pt x="391368" y="337798"/>
                  <a:pt x="397104" y="334934"/>
                </a:cubicBezTo>
                <a:cubicBezTo>
                  <a:pt x="399200" y="333943"/>
                  <a:pt x="403281" y="332842"/>
                  <a:pt x="403281" y="340001"/>
                </a:cubicBezTo>
                <a:lnTo>
                  <a:pt x="403281" y="461815"/>
                </a:lnTo>
                <a:cubicBezTo>
                  <a:pt x="403281" y="476794"/>
                  <a:pt x="391037" y="489019"/>
                  <a:pt x="376146" y="489019"/>
                </a:cubicBezTo>
                <a:lnTo>
                  <a:pt x="27246" y="489019"/>
                </a:lnTo>
                <a:cubicBezTo>
                  <a:pt x="12244" y="489019"/>
                  <a:pt x="0" y="476794"/>
                  <a:pt x="0" y="461815"/>
                </a:cubicBezTo>
                <a:lnTo>
                  <a:pt x="0" y="27205"/>
                </a:lnTo>
                <a:cubicBezTo>
                  <a:pt x="0" y="12226"/>
                  <a:pt x="12244" y="0"/>
                  <a:pt x="27246" y="0"/>
                </a:cubicBezTo>
                <a:close/>
              </a:path>
            </a:pathLst>
          </a:custGeom>
          <a:solidFill>
            <a:srgbClr val="6585D9"/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99265" y="190206"/>
            <a:ext cx="2393470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论文创新点</a:t>
            </a:r>
          </a:p>
        </p:txBody>
      </p:sp>
      <p:sp>
        <p:nvSpPr>
          <p:cNvPr id="4" name="椭圆形标注"/>
          <p:cNvSpPr/>
          <p:nvPr/>
        </p:nvSpPr>
        <p:spPr>
          <a:xfrm>
            <a:off x="850900" y="1758315"/>
            <a:ext cx="1947545" cy="1670685"/>
          </a:xfrm>
          <a:prstGeom prst="wedgeEllipseCallout">
            <a:avLst>
              <a:gd name="adj1" fmla="val -25046"/>
              <a:gd name="adj2" fmla="val 65698"/>
            </a:avLst>
          </a:prstGeom>
          <a:solidFill>
            <a:srgbClr val="B2CAF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5" name="椭圆形标注"/>
          <p:cNvSpPr/>
          <p:nvPr/>
        </p:nvSpPr>
        <p:spPr>
          <a:xfrm>
            <a:off x="3501390" y="1758315"/>
            <a:ext cx="1947545" cy="1670685"/>
          </a:xfrm>
          <a:prstGeom prst="wedgeEllipseCallout">
            <a:avLst>
              <a:gd name="adj1" fmla="val -25046"/>
              <a:gd name="adj2" fmla="val 65698"/>
            </a:avLst>
          </a:prstGeom>
          <a:solidFill>
            <a:srgbClr val="98ADE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6" name="椭圆形标注"/>
          <p:cNvSpPr/>
          <p:nvPr/>
        </p:nvSpPr>
        <p:spPr>
          <a:xfrm>
            <a:off x="6151880" y="1758315"/>
            <a:ext cx="1947545" cy="1670685"/>
          </a:xfrm>
          <a:prstGeom prst="wedgeEllipseCallout">
            <a:avLst>
              <a:gd name="adj1" fmla="val -25046"/>
              <a:gd name="adj2" fmla="val 65698"/>
            </a:avLst>
          </a:prstGeom>
          <a:solidFill>
            <a:srgbClr val="6585D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7" name="椭圆形标注"/>
          <p:cNvSpPr/>
          <p:nvPr/>
        </p:nvSpPr>
        <p:spPr>
          <a:xfrm>
            <a:off x="8802370" y="1758315"/>
            <a:ext cx="1947545" cy="1670685"/>
          </a:xfrm>
          <a:prstGeom prst="wedgeEllipseCallout">
            <a:avLst>
              <a:gd name="adj1" fmla="val -25046"/>
              <a:gd name="adj2" fmla="val 65698"/>
            </a:avLst>
          </a:prstGeom>
          <a:solidFill>
            <a:srgbClr val="436CD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8" name="文本框 20"/>
          <p:cNvSpPr txBox="1"/>
          <p:nvPr/>
        </p:nvSpPr>
        <p:spPr>
          <a:xfrm flipH="1">
            <a:off x="961390" y="3860165"/>
            <a:ext cx="2012950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9" name="文本框 22"/>
          <p:cNvSpPr txBox="1"/>
          <p:nvPr/>
        </p:nvSpPr>
        <p:spPr>
          <a:xfrm flipH="1">
            <a:off x="961390" y="4319908"/>
            <a:ext cx="201358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10" name="文本框 20"/>
          <p:cNvSpPr txBox="1"/>
          <p:nvPr/>
        </p:nvSpPr>
        <p:spPr>
          <a:xfrm flipH="1">
            <a:off x="3643630" y="3860165"/>
            <a:ext cx="2012950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1" name="文本框 22"/>
          <p:cNvSpPr txBox="1"/>
          <p:nvPr/>
        </p:nvSpPr>
        <p:spPr>
          <a:xfrm flipH="1">
            <a:off x="3643630" y="4319908"/>
            <a:ext cx="201358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12" name="文本框 20"/>
          <p:cNvSpPr txBox="1"/>
          <p:nvPr/>
        </p:nvSpPr>
        <p:spPr>
          <a:xfrm flipH="1">
            <a:off x="6325870" y="3860165"/>
            <a:ext cx="2012950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3" name="文本框 22"/>
          <p:cNvSpPr txBox="1"/>
          <p:nvPr/>
        </p:nvSpPr>
        <p:spPr>
          <a:xfrm flipH="1">
            <a:off x="6325870" y="4319908"/>
            <a:ext cx="201358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14" name="文本框 20"/>
          <p:cNvSpPr txBox="1"/>
          <p:nvPr/>
        </p:nvSpPr>
        <p:spPr>
          <a:xfrm flipH="1">
            <a:off x="9008110" y="3860165"/>
            <a:ext cx="2012950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5" name="文本框 22"/>
          <p:cNvSpPr txBox="1"/>
          <p:nvPr/>
        </p:nvSpPr>
        <p:spPr>
          <a:xfrm flipH="1">
            <a:off x="9008110" y="4319908"/>
            <a:ext cx="201358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16" name="文本框 20"/>
          <p:cNvSpPr txBox="1"/>
          <p:nvPr/>
        </p:nvSpPr>
        <p:spPr>
          <a:xfrm flipH="1">
            <a:off x="1035685" y="2061845"/>
            <a:ext cx="1466215" cy="9233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5400" dirty="0">
                <a:solidFill>
                  <a:schemeClr val="bg1"/>
                </a:solidFill>
                <a:latin typeface="Impact" panose="020B0806030902050204" charset="0"/>
                <a:ea typeface="微软雅黑 Light" panose="020B0502040204020203" pitchFamily="34" charset="-122"/>
                <a:sym typeface="Arial" panose="020B0604020202020204" pitchFamily="34" charset="0"/>
              </a:rPr>
              <a:t>NO.1</a:t>
            </a:r>
          </a:p>
        </p:txBody>
      </p:sp>
      <p:sp>
        <p:nvSpPr>
          <p:cNvPr id="20" name="文本框 20"/>
          <p:cNvSpPr txBox="1"/>
          <p:nvPr/>
        </p:nvSpPr>
        <p:spPr>
          <a:xfrm flipH="1">
            <a:off x="3704801" y="2085825"/>
            <a:ext cx="1466215" cy="9233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5400" dirty="0">
                <a:solidFill>
                  <a:schemeClr val="bg1"/>
                </a:solidFill>
                <a:latin typeface="Impact" panose="020B0806030902050204" charset="0"/>
                <a:ea typeface="微软雅黑 Light" panose="020B0502040204020203" pitchFamily="34" charset="-122"/>
                <a:sym typeface="Arial" panose="020B0604020202020204" pitchFamily="34" charset="0"/>
              </a:rPr>
              <a:t>NO.2</a:t>
            </a:r>
          </a:p>
        </p:txBody>
      </p:sp>
      <p:sp>
        <p:nvSpPr>
          <p:cNvPr id="21" name="文本框 20"/>
          <p:cNvSpPr txBox="1"/>
          <p:nvPr/>
        </p:nvSpPr>
        <p:spPr>
          <a:xfrm flipH="1">
            <a:off x="6373917" y="2085825"/>
            <a:ext cx="1466215" cy="9233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5400" dirty="0">
                <a:solidFill>
                  <a:schemeClr val="bg1"/>
                </a:solidFill>
                <a:latin typeface="Impact" panose="020B0806030902050204" charset="0"/>
                <a:ea typeface="微软雅黑 Light" panose="020B0502040204020203" pitchFamily="34" charset="-122"/>
                <a:sym typeface="Arial" panose="020B0604020202020204" pitchFamily="34" charset="0"/>
              </a:rPr>
              <a:t>NO.3</a:t>
            </a:r>
          </a:p>
        </p:txBody>
      </p:sp>
      <p:sp>
        <p:nvSpPr>
          <p:cNvPr id="22" name="文本框 21"/>
          <p:cNvSpPr txBox="1"/>
          <p:nvPr/>
        </p:nvSpPr>
        <p:spPr>
          <a:xfrm flipH="1">
            <a:off x="9043034" y="2085825"/>
            <a:ext cx="1466215" cy="9233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5400" dirty="0">
                <a:solidFill>
                  <a:schemeClr val="bg1"/>
                </a:solidFill>
                <a:latin typeface="Impact" panose="020B0806030902050204" charset="0"/>
                <a:ea typeface="微软雅黑 Light" panose="020B0502040204020203" pitchFamily="34" charset="-122"/>
                <a:sym typeface="Arial" panose="020B0604020202020204" pitchFamily="34" charset="0"/>
              </a:rPr>
              <a:t>NO.4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576605" y="3951671"/>
            <a:ext cx="5038791" cy="156067"/>
            <a:chOff x="3891126" y="3631108"/>
            <a:chExt cx="5038791" cy="156067"/>
          </a:xfrm>
          <a:solidFill>
            <a:schemeClr val="bg1"/>
          </a:solidFill>
        </p:grpSpPr>
        <p:sp>
          <p:nvSpPr>
            <p:cNvPr id="13" name="椭圆 12"/>
            <p:cNvSpPr/>
            <p:nvPr/>
          </p:nvSpPr>
          <p:spPr>
            <a:xfrm>
              <a:off x="3891126" y="3631108"/>
              <a:ext cx="156067" cy="1560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8773850" y="3631108"/>
              <a:ext cx="156067" cy="1560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891126" y="3737318"/>
            <a:ext cx="4409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研究内容与思路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3775906" y="2212796"/>
            <a:ext cx="4640188" cy="10045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68B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8B7E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81574" y="2161077"/>
            <a:ext cx="34288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rgbClr val="6585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研究内容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4517389"/>
            <a:ext cx="12192000" cy="2404291"/>
          </a:xfrm>
          <a:prstGeom prst="rect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菱形 4"/>
          <p:cNvSpPr/>
          <p:nvPr/>
        </p:nvSpPr>
        <p:spPr>
          <a:xfrm rot="16200000">
            <a:off x="762889" y="2691132"/>
            <a:ext cx="1378712" cy="1378712"/>
          </a:xfrm>
          <a:prstGeom prst="diamond">
            <a:avLst/>
          </a:prstGeom>
          <a:solidFill>
            <a:schemeClr val="bg1"/>
          </a:solidFill>
          <a:ln>
            <a:solidFill>
              <a:srgbClr val="436C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ym typeface="+mn-ea"/>
            </a:endParaRPr>
          </a:p>
        </p:txBody>
      </p:sp>
      <p:sp>
        <p:nvSpPr>
          <p:cNvPr id="6" name="菱形 5"/>
          <p:cNvSpPr/>
          <p:nvPr/>
        </p:nvSpPr>
        <p:spPr>
          <a:xfrm rot="16200000">
            <a:off x="762889" y="4781804"/>
            <a:ext cx="1378712" cy="1378712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声音"/>
          <p:cNvSpPr/>
          <p:nvPr/>
        </p:nvSpPr>
        <p:spPr bwMode="auto">
          <a:xfrm>
            <a:off x="1153795" y="3097427"/>
            <a:ext cx="655065" cy="565509"/>
          </a:xfrm>
          <a:custGeom>
            <a:avLst/>
            <a:gdLst>
              <a:gd name="T0" fmla="*/ 1499181 w 11623697"/>
              <a:gd name="T1" fmla="*/ 344243 h 11176000"/>
              <a:gd name="T2" fmla="*/ 1800280 w 11623697"/>
              <a:gd name="T3" fmla="*/ 836727 h 11176000"/>
              <a:gd name="T4" fmla="*/ 1502668 w 11623697"/>
              <a:gd name="T5" fmla="*/ 1414102 h 11176000"/>
              <a:gd name="T6" fmla="*/ 1501515 w 11623697"/>
              <a:gd name="T7" fmla="*/ 1060230 h 11176000"/>
              <a:gd name="T8" fmla="*/ 1497593 w 11623697"/>
              <a:gd name="T9" fmla="*/ 1067312 h 11176000"/>
              <a:gd name="T10" fmla="*/ 1377695 w 11623697"/>
              <a:gd name="T11" fmla="*/ 1215179 h 11176000"/>
              <a:gd name="T12" fmla="*/ 1366647 w 11623697"/>
              <a:gd name="T13" fmla="*/ 523988 h 11176000"/>
              <a:gd name="T14" fmla="*/ 1493887 w 11623697"/>
              <a:gd name="T15" fmla="*/ 652530 h 11176000"/>
              <a:gd name="T16" fmla="*/ 1500218 w 11623697"/>
              <a:gd name="T17" fmla="*/ 662348 h 11176000"/>
              <a:gd name="T18" fmla="*/ 1232392 w 11623697"/>
              <a:gd name="T19" fmla="*/ 0 h 11176000"/>
              <a:gd name="T20" fmla="*/ 1232392 w 11623697"/>
              <a:gd name="T21" fmla="*/ 1731052 h 11176000"/>
              <a:gd name="T22" fmla="*/ 472105 w 11623697"/>
              <a:gd name="T23" fmla="*/ 1285011 h 11176000"/>
              <a:gd name="T24" fmla="*/ 0 w 11623697"/>
              <a:gd name="T25" fmla="*/ 1311321 h 11176000"/>
              <a:gd name="T26" fmla="*/ 0 w 11623697"/>
              <a:gd name="T27" fmla="*/ 498415 h 11176000"/>
              <a:gd name="T28" fmla="*/ 445795 w 11623697"/>
              <a:gd name="T29" fmla="*/ 498415 h 1117600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1623697" h="11176000">
                <a:moveTo>
                  <a:pt x="9678988" y="2222500"/>
                </a:moveTo>
                <a:cubicBezTo>
                  <a:pt x="9678988" y="2222500"/>
                  <a:pt x="11409030" y="3194766"/>
                  <a:pt x="11622940" y="5402071"/>
                </a:cubicBezTo>
                <a:cubicBezTo>
                  <a:pt x="11622940" y="5402071"/>
                  <a:pt x="11720513" y="8202495"/>
                  <a:pt x="9701505" y="9129713"/>
                </a:cubicBezTo>
                <a:lnTo>
                  <a:pt x="9694057" y="6845043"/>
                </a:lnTo>
                <a:lnTo>
                  <a:pt x="9668736" y="6890770"/>
                </a:lnTo>
                <a:cubicBezTo>
                  <a:pt x="9485652" y="7194435"/>
                  <a:pt x="9233004" y="7513275"/>
                  <a:pt x="8894655" y="7845426"/>
                </a:cubicBezTo>
                <a:lnTo>
                  <a:pt x="8823325" y="3382963"/>
                </a:lnTo>
                <a:cubicBezTo>
                  <a:pt x="8823325" y="3382963"/>
                  <a:pt x="9281824" y="3680900"/>
                  <a:pt x="9644809" y="4212859"/>
                </a:cubicBezTo>
                <a:lnTo>
                  <a:pt x="9685683" y="4276247"/>
                </a:lnTo>
                <a:lnTo>
                  <a:pt x="9678988" y="2222500"/>
                </a:lnTo>
                <a:close/>
                <a:moveTo>
                  <a:pt x="7956550" y="0"/>
                </a:moveTo>
                <a:lnTo>
                  <a:pt x="7956550" y="11176000"/>
                </a:lnTo>
                <a:lnTo>
                  <a:pt x="3048000" y="8296275"/>
                </a:lnTo>
                <a:lnTo>
                  <a:pt x="0" y="8466138"/>
                </a:lnTo>
                <a:lnTo>
                  <a:pt x="0" y="3217863"/>
                </a:lnTo>
                <a:lnTo>
                  <a:pt x="2878138" y="3217863"/>
                </a:lnTo>
                <a:lnTo>
                  <a:pt x="7956550" y="0"/>
                </a:lnTo>
                <a:close/>
              </a:path>
            </a:pathLst>
          </a:custGeom>
          <a:solidFill>
            <a:srgbClr val="6585D9"/>
          </a:solidFill>
          <a:ln>
            <a:noFill/>
          </a:ln>
        </p:spPr>
        <p:txBody>
          <a:bodyPr rIns="360000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菱形 7"/>
          <p:cNvSpPr/>
          <p:nvPr/>
        </p:nvSpPr>
        <p:spPr>
          <a:xfrm rot="16200000">
            <a:off x="6734429" y="2680337"/>
            <a:ext cx="1378712" cy="1378712"/>
          </a:xfrm>
          <a:prstGeom prst="diamond">
            <a:avLst/>
          </a:prstGeom>
          <a:solidFill>
            <a:schemeClr val="bg1"/>
          </a:solidFill>
          <a:ln>
            <a:solidFill>
              <a:srgbClr val="436C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ym typeface="+mn-ea"/>
            </a:endParaRPr>
          </a:p>
        </p:txBody>
      </p:sp>
      <p:sp>
        <p:nvSpPr>
          <p:cNvPr id="9" name="菱形 8"/>
          <p:cNvSpPr/>
          <p:nvPr/>
        </p:nvSpPr>
        <p:spPr>
          <a:xfrm rot="16200000">
            <a:off x="6734429" y="4771009"/>
            <a:ext cx="1378712" cy="1378712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20"/>
          <p:cNvSpPr txBox="1"/>
          <p:nvPr/>
        </p:nvSpPr>
        <p:spPr>
          <a:xfrm flipH="1">
            <a:off x="2218027" y="2749298"/>
            <a:ext cx="2012950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1" name="文本框 22"/>
          <p:cNvSpPr txBox="1"/>
          <p:nvPr/>
        </p:nvSpPr>
        <p:spPr>
          <a:xfrm flipH="1">
            <a:off x="2218027" y="3123313"/>
            <a:ext cx="3281680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2" name="文本框 20"/>
          <p:cNvSpPr txBox="1"/>
          <p:nvPr/>
        </p:nvSpPr>
        <p:spPr>
          <a:xfrm flipH="1">
            <a:off x="2261842" y="4839335"/>
            <a:ext cx="2012950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3" name="文本框 22"/>
          <p:cNvSpPr txBox="1"/>
          <p:nvPr/>
        </p:nvSpPr>
        <p:spPr>
          <a:xfrm flipH="1">
            <a:off x="2261842" y="5213350"/>
            <a:ext cx="323786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4" name="文本框 20"/>
          <p:cNvSpPr txBox="1"/>
          <p:nvPr/>
        </p:nvSpPr>
        <p:spPr>
          <a:xfrm flipH="1">
            <a:off x="8226033" y="2738503"/>
            <a:ext cx="2012950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5" name="文本框 22"/>
          <p:cNvSpPr txBox="1"/>
          <p:nvPr/>
        </p:nvSpPr>
        <p:spPr>
          <a:xfrm flipH="1">
            <a:off x="8226033" y="3112518"/>
            <a:ext cx="325691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6" name="文本框 20"/>
          <p:cNvSpPr txBox="1"/>
          <p:nvPr/>
        </p:nvSpPr>
        <p:spPr>
          <a:xfrm flipH="1">
            <a:off x="8269848" y="4828540"/>
            <a:ext cx="2012950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7" name="文本框 22"/>
          <p:cNvSpPr txBox="1"/>
          <p:nvPr/>
        </p:nvSpPr>
        <p:spPr>
          <a:xfrm flipH="1">
            <a:off x="8269848" y="5202555"/>
            <a:ext cx="321246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8" name="雨伞"/>
          <p:cNvSpPr/>
          <p:nvPr/>
        </p:nvSpPr>
        <p:spPr>
          <a:xfrm>
            <a:off x="7055104" y="3001140"/>
            <a:ext cx="733552" cy="733552"/>
          </a:xfrm>
          <a:custGeom>
            <a:avLst/>
            <a:gdLst>
              <a:gd name="connsiteX0" fmla="*/ 10295531 w 10295617"/>
              <a:gd name="connsiteY0" fmla="*/ 6044312 h 10760938"/>
              <a:gd name="connsiteX1" fmla="*/ 10295617 w 10295617"/>
              <a:gd name="connsiteY1" fmla="*/ 6046023 h 10760938"/>
              <a:gd name="connsiteX2" fmla="*/ 10295311 w 10295617"/>
              <a:gd name="connsiteY2" fmla="*/ 6046023 h 10760938"/>
              <a:gd name="connsiteX3" fmla="*/ 86 w 10295617"/>
              <a:gd name="connsiteY3" fmla="*/ 6044312 h 10760938"/>
              <a:gd name="connsiteX4" fmla="*/ 306 w 10295617"/>
              <a:gd name="connsiteY4" fmla="*/ 6046023 h 10760938"/>
              <a:gd name="connsiteX5" fmla="*/ 0 w 10295617"/>
              <a:gd name="connsiteY5" fmla="*/ 6046023 h 10760938"/>
              <a:gd name="connsiteX6" fmla="*/ 5147809 w 10295617"/>
              <a:gd name="connsiteY6" fmla="*/ 0 h 10760938"/>
              <a:gd name="connsiteX7" fmla="*/ 5325006 w 10295617"/>
              <a:gd name="connsiteY7" fmla="*/ 177197 h 10760938"/>
              <a:gd name="connsiteX8" fmla="*/ 5325006 w 10295617"/>
              <a:gd name="connsiteY8" fmla="*/ 837837 h 10760938"/>
              <a:gd name="connsiteX9" fmla="*/ 5396256 w 10295617"/>
              <a:gd name="connsiteY9" fmla="*/ 839547 h 10760938"/>
              <a:gd name="connsiteX10" fmla="*/ 10269039 w 10295617"/>
              <a:gd name="connsiteY10" fmla="*/ 5513084 h 10760938"/>
              <a:gd name="connsiteX11" fmla="*/ 10295425 w 10295617"/>
              <a:gd name="connsiteY11" fmla="*/ 6042158 h 10760938"/>
              <a:gd name="connsiteX12" fmla="*/ 10260748 w 10295617"/>
              <a:gd name="connsiteY12" fmla="*/ 5773580 h 10760938"/>
              <a:gd name="connsiteX13" fmla="*/ 8579250 w 10295617"/>
              <a:gd name="connsiteY13" fmla="*/ 4703575 h 10760938"/>
              <a:gd name="connsiteX14" fmla="*/ 6897754 w 10295617"/>
              <a:gd name="connsiteY14" fmla="*/ 5773580 h 10760938"/>
              <a:gd name="connsiteX15" fmla="*/ 6863530 w 10295617"/>
              <a:gd name="connsiteY15" fmla="*/ 6038646 h 10760938"/>
              <a:gd name="connsiteX16" fmla="*/ 6829306 w 10295617"/>
              <a:gd name="connsiteY16" fmla="*/ 5773580 h 10760938"/>
              <a:gd name="connsiteX17" fmla="*/ 5451635 w 10295617"/>
              <a:gd name="connsiteY17" fmla="*/ 4724506 h 10760938"/>
              <a:gd name="connsiteX18" fmla="*/ 5325006 w 10295617"/>
              <a:gd name="connsiteY18" fmla="*/ 4711318 h 10760938"/>
              <a:gd name="connsiteX19" fmla="*/ 5325006 w 10295617"/>
              <a:gd name="connsiteY19" fmla="*/ 9805674 h 10760938"/>
              <a:gd name="connsiteX20" fmla="*/ 5325006 w 10295617"/>
              <a:gd name="connsiteY20" fmla="*/ 9821152 h 10760938"/>
              <a:gd name="connsiteX21" fmla="*/ 5323964 w 10295617"/>
              <a:gd name="connsiteY21" fmla="*/ 9821152 h 10760938"/>
              <a:gd name="connsiteX22" fmla="*/ 5316404 w 10295617"/>
              <a:gd name="connsiteY22" fmla="*/ 9933477 h 10760938"/>
              <a:gd name="connsiteX23" fmla="*/ 4838721 w 10295617"/>
              <a:gd name="connsiteY23" fmla="*/ 10637788 h 10760938"/>
              <a:gd name="connsiteX24" fmla="*/ 3875045 w 10295617"/>
              <a:gd name="connsiteY24" fmla="*/ 10623063 h 10760938"/>
              <a:gd name="connsiteX25" fmla="*/ 3414410 w 10295617"/>
              <a:gd name="connsiteY25" fmla="*/ 9776480 h 10760938"/>
              <a:gd name="connsiteX26" fmla="*/ 3769699 w 10295617"/>
              <a:gd name="connsiteY26" fmla="*/ 9787246 h 10760938"/>
              <a:gd name="connsiteX27" fmla="*/ 4058978 w 10295617"/>
              <a:gd name="connsiteY27" fmla="*/ 10318901 h 10760938"/>
              <a:gd name="connsiteX28" fmla="*/ 4664167 w 10295617"/>
              <a:gd name="connsiteY28" fmla="*/ 10328148 h 10760938"/>
              <a:gd name="connsiteX29" fmla="*/ 4969554 w 10295617"/>
              <a:gd name="connsiteY29" fmla="*/ 9805580 h 10760938"/>
              <a:gd name="connsiteX30" fmla="*/ 4970612 w 10295617"/>
              <a:gd name="connsiteY30" fmla="*/ 9805580 h 10760938"/>
              <a:gd name="connsiteX31" fmla="*/ 4970612 w 10295617"/>
              <a:gd name="connsiteY31" fmla="*/ 4711318 h 10760938"/>
              <a:gd name="connsiteX32" fmla="*/ 4843983 w 10295617"/>
              <a:gd name="connsiteY32" fmla="*/ 4724506 h 10760938"/>
              <a:gd name="connsiteX33" fmla="*/ 3466313 w 10295617"/>
              <a:gd name="connsiteY33" fmla="*/ 5773580 h 10760938"/>
              <a:gd name="connsiteX34" fmla="*/ 3432089 w 10295617"/>
              <a:gd name="connsiteY34" fmla="*/ 6038646 h 10760938"/>
              <a:gd name="connsiteX35" fmla="*/ 3397865 w 10295617"/>
              <a:gd name="connsiteY35" fmla="*/ 5773580 h 10760938"/>
              <a:gd name="connsiteX36" fmla="*/ 1716367 w 10295617"/>
              <a:gd name="connsiteY36" fmla="*/ 4703575 h 10760938"/>
              <a:gd name="connsiteX37" fmla="*/ 34871 w 10295617"/>
              <a:gd name="connsiteY37" fmla="*/ 5773580 h 10760938"/>
              <a:gd name="connsiteX38" fmla="*/ 194 w 10295617"/>
              <a:gd name="connsiteY38" fmla="*/ 6042158 h 10760938"/>
              <a:gd name="connsiteX39" fmla="*/ 26578 w 10295617"/>
              <a:gd name="connsiteY39" fmla="*/ 5513084 h 10760938"/>
              <a:gd name="connsiteX40" fmla="*/ 4899361 w 10295617"/>
              <a:gd name="connsiteY40" fmla="*/ 839547 h 10760938"/>
              <a:gd name="connsiteX41" fmla="*/ 4970612 w 10295617"/>
              <a:gd name="connsiteY41" fmla="*/ 837837 h 10760938"/>
              <a:gd name="connsiteX42" fmla="*/ 4970612 w 10295617"/>
              <a:gd name="connsiteY42" fmla="*/ 177197 h 10760938"/>
              <a:gd name="connsiteX43" fmla="*/ 5147809 w 10295617"/>
              <a:gd name="connsiteY43" fmla="*/ 0 h 1076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0295617" h="10760938">
                <a:moveTo>
                  <a:pt x="10295531" y="6044312"/>
                </a:moveTo>
                <a:lnTo>
                  <a:pt x="10295617" y="6046023"/>
                </a:lnTo>
                <a:lnTo>
                  <a:pt x="10295311" y="6046023"/>
                </a:lnTo>
                <a:close/>
                <a:moveTo>
                  <a:pt x="86" y="6044312"/>
                </a:moveTo>
                <a:lnTo>
                  <a:pt x="306" y="6046023"/>
                </a:lnTo>
                <a:lnTo>
                  <a:pt x="0" y="6046023"/>
                </a:lnTo>
                <a:close/>
                <a:moveTo>
                  <a:pt x="5147809" y="0"/>
                </a:moveTo>
                <a:cubicBezTo>
                  <a:pt x="5245672" y="0"/>
                  <a:pt x="5325006" y="79334"/>
                  <a:pt x="5325006" y="177197"/>
                </a:cubicBezTo>
                <a:lnTo>
                  <a:pt x="5325006" y="837837"/>
                </a:lnTo>
                <a:lnTo>
                  <a:pt x="5396256" y="839547"/>
                </a:lnTo>
                <a:cubicBezTo>
                  <a:pt x="7948306" y="962340"/>
                  <a:pt x="10013658" y="2966815"/>
                  <a:pt x="10269039" y="5513084"/>
                </a:cubicBezTo>
                <a:lnTo>
                  <a:pt x="10295425" y="6042158"/>
                </a:lnTo>
                <a:lnTo>
                  <a:pt x="10260748" y="5773580"/>
                </a:lnTo>
                <a:cubicBezTo>
                  <a:pt x="10100703" y="5162929"/>
                  <a:pt x="9408684" y="4703575"/>
                  <a:pt x="8579250" y="4703575"/>
                </a:cubicBezTo>
                <a:cubicBezTo>
                  <a:pt x="7749818" y="4703575"/>
                  <a:pt x="7057798" y="5162929"/>
                  <a:pt x="6897754" y="5773580"/>
                </a:cubicBezTo>
                <a:lnTo>
                  <a:pt x="6863530" y="6038646"/>
                </a:lnTo>
                <a:lnTo>
                  <a:pt x="6829306" y="5773580"/>
                </a:lnTo>
                <a:cubicBezTo>
                  <a:pt x="6689267" y="5239260"/>
                  <a:pt x="6141936" y="4820778"/>
                  <a:pt x="5451635" y="4724506"/>
                </a:cubicBezTo>
                <a:lnTo>
                  <a:pt x="5325006" y="4711318"/>
                </a:lnTo>
                <a:lnTo>
                  <a:pt x="5325006" y="9805674"/>
                </a:lnTo>
                <a:lnTo>
                  <a:pt x="5325006" y="9821152"/>
                </a:lnTo>
                <a:lnTo>
                  <a:pt x="5323964" y="9821152"/>
                </a:lnTo>
                <a:lnTo>
                  <a:pt x="5316404" y="9933477"/>
                </a:lnTo>
                <a:cubicBezTo>
                  <a:pt x="5276666" y="10227644"/>
                  <a:pt x="5101532" y="10489633"/>
                  <a:pt x="4838721" y="10637788"/>
                </a:cubicBezTo>
                <a:cubicBezTo>
                  <a:pt x="4538366" y="10807108"/>
                  <a:pt x="4170086" y="10801480"/>
                  <a:pt x="3875045" y="10623063"/>
                </a:cubicBezTo>
                <a:cubicBezTo>
                  <a:pt x="3580003" y="10444646"/>
                  <a:pt x="3403967" y="10121115"/>
                  <a:pt x="3414410" y="9776480"/>
                </a:cubicBezTo>
                <a:lnTo>
                  <a:pt x="3769699" y="9787246"/>
                </a:lnTo>
                <a:cubicBezTo>
                  <a:pt x="3763141" y="10003677"/>
                  <a:pt x="3873692" y="10206855"/>
                  <a:pt x="4058978" y="10318901"/>
                </a:cubicBezTo>
                <a:cubicBezTo>
                  <a:pt x="4244264" y="10430947"/>
                  <a:pt x="4475544" y="10434481"/>
                  <a:pt x="4664167" y="10328148"/>
                </a:cubicBezTo>
                <a:cubicBezTo>
                  <a:pt x="4852790" y="10221815"/>
                  <a:pt x="4969497" y="10022110"/>
                  <a:pt x="4969554" y="9805580"/>
                </a:cubicBezTo>
                <a:lnTo>
                  <a:pt x="4970612" y="9805580"/>
                </a:lnTo>
                <a:lnTo>
                  <a:pt x="4970612" y="4711318"/>
                </a:lnTo>
                <a:lnTo>
                  <a:pt x="4843983" y="4724506"/>
                </a:lnTo>
                <a:cubicBezTo>
                  <a:pt x="4153684" y="4820778"/>
                  <a:pt x="3606351" y="5239260"/>
                  <a:pt x="3466313" y="5773580"/>
                </a:cubicBezTo>
                <a:lnTo>
                  <a:pt x="3432089" y="6038646"/>
                </a:lnTo>
                <a:lnTo>
                  <a:pt x="3397865" y="5773580"/>
                </a:lnTo>
                <a:cubicBezTo>
                  <a:pt x="3237820" y="5162929"/>
                  <a:pt x="2545801" y="4703575"/>
                  <a:pt x="1716367" y="4703575"/>
                </a:cubicBezTo>
                <a:cubicBezTo>
                  <a:pt x="886935" y="4703575"/>
                  <a:pt x="194916" y="5162929"/>
                  <a:pt x="34871" y="5773580"/>
                </a:cubicBezTo>
                <a:lnTo>
                  <a:pt x="194" y="6042158"/>
                </a:lnTo>
                <a:lnTo>
                  <a:pt x="26578" y="5513084"/>
                </a:lnTo>
                <a:cubicBezTo>
                  <a:pt x="281959" y="2966815"/>
                  <a:pt x="2347313" y="962340"/>
                  <a:pt x="4899361" y="839547"/>
                </a:cubicBezTo>
                <a:lnTo>
                  <a:pt x="4970612" y="837837"/>
                </a:lnTo>
                <a:lnTo>
                  <a:pt x="4970612" y="177197"/>
                </a:lnTo>
                <a:cubicBezTo>
                  <a:pt x="4970612" y="79334"/>
                  <a:pt x="5049946" y="0"/>
                  <a:pt x="5147809" y="0"/>
                </a:cubicBezTo>
                <a:close/>
              </a:path>
            </a:pathLst>
          </a:cu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0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锁"/>
          <p:cNvSpPr/>
          <p:nvPr/>
        </p:nvSpPr>
        <p:spPr>
          <a:xfrm>
            <a:off x="1174194" y="5175184"/>
            <a:ext cx="569534" cy="569534"/>
          </a:xfrm>
          <a:custGeom>
            <a:avLst/>
            <a:gdLst>
              <a:gd name="connsiteX0" fmla="*/ 1594270 w 6020639"/>
              <a:gd name="connsiteY0" fmla="*/ 0 h 5899621"/>
              <a:gd name="connsiteX1" fmla="*/ 3180309 w 6020639"/>
              <a:gd name="connsiteY1" fmla="*/ 1431265 h 5899621"/>
              <a:gd name="connsiteX2" fmla="*/ 3187901 w 6020639"/>
              <a:gd name="connsiteY2" fmla="*/ 1581620 h 5899621"/>
              <a:gd name="connsiteX3" fmla="*/ 3188539 w 6020639"/>
              <a:gd name="connsiteY3" fmla="*/ 1581620 h 5899621"/>
              <a:gd name="connsiteX4" fmla="*/ 3188539 w 6020639"/>
              <a:gd name="connsiteY4" fmla="*/ 1594250 h 5899621"/>
              <a:gd name="connsiteX5" fmla="*/ 3188540 w 6020639"/>
              <a:gd name="connsiteY5" fmla="*/ 1594270 h 5899621"/>
              <a:gd name="connsiteX6" fmla="*/ 3188539 w 6020639"/>
              <a:gd name="connsiteY6" fmla="*/ 1594270 h 5899621"/>
              <a:gd name="connsiteX7" fmla="*/ 3188539 w 6020639"/>
              <a:gd name="connsiteY7" fmla="*/ 2800821 h 5899621"/>
              <a:gd name="connsiteX8" fmla="*/ 5779057 w 6020639"/>
              <a:gd name="connsiteY8" fmla="*/ 2800821 h 5899621"/>
              <a:gd name="connsiteX9" fmla="*/ 6020639 w 6020639"/>
              <a:gd name="connsiteY9" fmla="*/ 3042403 h 5899621"/>
              <a:gd name="connsiteX10" fmla="*/ 6020639 w 6020639"/>
              <a:gd name="connsiteY10" fmla="*/ 5658039 h 5899621"/>
              <a:gd name="connsiteX11" fmla="*/ 5779057 w 6020639"/>
              <a:gd name="connsiteY11" fmla="*/ 5899621 h 5899621"/>
              <a:gd name="connsiteX12" fmla="*/ 2033121 w 6020639"/>
              <a:gd name="connsiteY12" fmla="*/ 5899621 h 5899621"/>
              <a:gd name="connsiteX13" fmla="*/ 1791539 w 6020639"/>
              <a:gd name="connsiteY13" fmla="*/ 5658039 h 5899621"/>
              <a:gd name="connsiteX14" fmla="*/ 1791539 w 6020639"/>
              <a:gd name="connsiteY14" fmla="*/ 3042403 h 5899621"/>
              <a:gd name="connsiteX15" fmla="*/ 2033121 w 6020639"/>
              <a:gd name="connsiteY15" fmla="*/ 2800821 h 5899621"/>
              <a:gd name="connsiteX16" fmla="*/ 2390775 w 6020639"/>
              <a:gd name="connsiteY16" fmla="*/ 2800821 h 5899621"/>
              <a:gd name="connsiteX17" fmla="*/ 2390775 w 6020639"/>
              <a:gd name="connsiteY17" fmla="*/ 1581814 h 5899621"/>
              <a:gd name="connsiteX18" fmla="*/ 2387289 w 6020639"/>
              <a:gd name="connsiteY18" fmla="*/ 1512768 h 5899621"/>
              <a:gd name="connsiteX19" fmla="*/ 1594269 w 6020639"/>
              <a:gd name="connsiteY19" fmla="*/ 797135 h 5899621"/>
              <a:gd name="connsiteX20" fmla="*/ 801250 w 6020639"/>
              <a:gd name="connsiteY20" fmla="*/ 1512768 h 5899621"/>
              <a:gd name="connsiteX21" fmla="*/ 797764 w 6020639"/>
              <a:gd name="connsiteY21" fmla="*/ 1581793 h 5899621"/>
              <a:gd name="connsiteX22" fmla="*/ 797764 w 6020639"/>
              <a:gd name="connsiteY22" fmla="*/ 2465904 h 5899621"/>
              <a:gd name="connsiteX23" fmla="*/ 329587 w 6020639"/>
              <a:gd name="connsiteY23" fmla="*/ 2465904 h 5899621"/>
              <a:gd name="connsiteX24" fmla="*/ 797764 w 6020639"/>
              <a:gd name="connsiteY24" fmla="*/ 3008564 h 5899621"/>
              <a:gd name="connsiteX25" fmla="*/ 797764 w 6020639"/>
              <a:gd name="connsiteY25" fmla="*/ 3159595 h 5899621"/>
              <a:gd name="connsiteX26" fmla="*/ 0 w 6020639"/>
              <a:gd name="connsiteY26" fmla="*/ 3159595 h 5899621"/>
              <a:gd name="connsiteX27" fmla="*/ 0 w 6020639"/>
              <a:gd name="connsiteY27" fmla="*/ 1594270 h 5899621"/>
              <a:gd name="connsiteX28" fmla="*/ 0 w 6020639"/>
              <a:gd name="connsiteY28" fmla="*/ 1581620 h 5899621"/>
              <a:gd name="connsiteX29" fmla="*/ 639 w 6020639"/>
              <a:gd name="connsiteY29" fmla="*/ 1581620 h 5899621"/>
              <a:gd name="connsiteX30" fmla="*/ 8231 w 6020639"/>
              <a:gd name="connsiteY30" fmla="*/ 1431265 h 5899621"/>
              <a:gd name="connsiteX31" fmla="*/ 1594270 w 6020639"/>
              <a:gd name="connsiteY31" fmla="*/ 0 h 58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20639" h="5899621">
                <a:moveTo>
                  <a:pt x="1594270" y="0"/>
                </a:moveTo>
                <a:cubicBezTo>
                  <a:pt x="2419731" y="0"/>
                  <a:pt x="3098667" y="627345"/>
                  <a:pt x="3180309" y="1431265"/>
                </a:cubicBezTo>
                <a:lnTo>
                  <a:pt x="3187901" y="1581620"/>
                </a:lnTo>
                <a:lnTo>
                  <a:pt x="3188539" y="1581620"/>
                </a:lnTo>
                <a:lnTo>
                  <a:pt x="3188539" y="1594250"/>
                </a:lnTo>
                <a:lnTo>
                  <a:pt x="3188540" y="1594270"/>
                </a:lnTo>
                <a:lnTo>
                  <a:pt x="3188539" y="1594270"/>
                </a:lnTo>
                <a:lnTo>
                  <a:pt x="3188539" y="2800821"/>
                </a:lnTo>
                <a:lnTo>
                  <a:pt x="5779057" y="2800821"/>
                </a:lnTo>
                <a:cubicBezTo>
                  <a:pt x="5912479" y="2800821"/>
                  <a:pt x="6020639" y="2908981"/>
                  <a:pt x="6020639" y="3042403"/>
                </a:cubicBezTo>
                <a:lnTo>
                  <a:pt x="6020639" y="5658039"/>
                </a:lnTo>
                <a:cubicBezTo>
                  <a:pt x="6020639" y="5791461"/>
                  <a:pt x="5912479" y="5899621"/>
                  <a:pt x="5779057" y="5899621"/>
                </a:cubicBezTo>
                <a:lnTo>
                  <a:pt x="2033121" y="5899621"/>
                </a:lnTo>
                <a:cubicBezTo>
                  <a:pt x="1899699" y="5899621"/>
                  <a:pt x="1791539" y="5791461"/>
                  <a:pt x="1791539" y="5658039"/>
                </a:cubicBezTo>
                <a:lnTo>
                  <a:pt x="1791539" y="3042403"/>
                </a:lnTo>
                <a:cubicBezTo>
                  <a:pt x="1791539" y="2908981"/>
                  <a:pt x="1899699" y="2800821"/>
                  <a:pt x="2033121" y="2800821"/>
                </a:cubicBezTo>
                <a:lnTo>
                  <a:pt x="2390775" y="2800821"/>
                </a:lnTo>
                <a:lnTo>
                  <a:pt x="2390775" y="1581814"/>
                </a:lnTo>
                <a:lnTo>
                  <a:pt x="2387289" y="1512768"/>
                </a:lnTo>
                <a:cubicBezTo>
                  <a:pt x="2346468" y="1110807"/>
                  <a:pt x="2007000" y="797135"/>
                  <a:pt x="1594269" y="797135"/>
                </a:cubicBezTo>
                <a:cubicBezTo>
                  <a:pt x="1181539" y="797135"/>
                  <a:pt x="842071" y="1110807"/>
                  <a:pt x="801250" y="1512768"/>
                </a:cubicBezTo>
                <a:lnTo>
                  <a:pt x="797764" y="1581793"/>
                </a:lnTo>
                <a:lnTo>
                  <a:pt x="797764" y="2465904"/>
                </a:lnTo>
                <a:lnTo>
                  <a:pt x="329587" y="2465904"/>
                </a:lnTo>
                <a:lnTo>
                  <a:pt x="797764" y="3008564"/>
                </a:lnTo>
                <a:lnTo>
                  <a:pt x="797764" y="3159595"/>
                </a:lnTo>
                <a:lnTo>
                  <a:pt x="0" y="3159595"/>
                </a:lnTo>
                <a:lnTo>
                  <a:pt x="0" y="1594270"/>
                </a:lnTo>
                <a:lnTo>
                  <a:pt x="0" y="1581620"/>
                </a:lnTo>
                <a:lnTo>
                  <a:pt x="639" y="1581620"/>
                </a:lnTo>
                <a:lnTo>
                  <a:pt x="8231" y="1431265"/>
                </a:lnTo>
                <a:cubicBezTo>
                  <a:pt x="89874" y="627345"/>
                  <a:pt x="768810" y="0"/>
                  <a:pt x="1594270" y="0"/>
                </a:cubicBezTo>
                <a:close/>
              </a:path>
            </a:pathLst>
          </a:cu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82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箱子"/>
          <p:cNvSpPr/>
          <p:nvPr/>
        </p:nvSpPr>
        <p:spPr bwMode="auto">
          <a:xfrm>
            <a:off x="7111717" y="5120847"/>
            <a:ext cx="623871" cy="623871"/>
          </a:xfrm>
          <a:custGeom>
            <a:avLst/>
            <a:gdLst>
              <a:gd name="T0" fmla="*/ 1333062 w 4783"/>
              <a:gd name="T1" fmla="*/ 0 h 4454"/>
              <a:gd name="T2" fmla="*/ 565566 w 4783"/>
              <a:gd name="T3" fmla="*/ 384673 h 4454"/>
              <a:gd name="T4" fmla="*/ 179627 w 4783"/>
              <a:gd name="T5" fmla="*/ 385072 h 4454"/>
              <a:gd name="T6" fmla="*/ 151349 w 4783"/>
              <a:gd name="T7" fmla="*/ 389058 h 4454"/>
              <a:gd name="T8" fmla="*/ 124265 w 4783"/>
              <a:gd name="T9" fmla="*/ 396234 h 4454"/>
              <a:gd name="T10" fmla="*/ 99173 w 4783"/>
              <a:gd name="T11" fmla="*/ 407794 h 4454"/>
              <a:gd name="T12" fmla="*/ 76073 w 4783"/>
              <a:gd name="T13" fmla="*/ 422543 h 4454"/>
              <a:gd name="T14" fmla="*/ 55362 w 4783"/>
              <a:gd name="T15" fmla="*/ 440481 h 4454"/>
              <a:gd name="T16" fmla="*/ 37837 w 4783"/>
              <a:gd name="T17" fmla="*/ 461209 h 4454"/>
              <a:gd name="T18" fmla="*/ 22702 w 4783"/>
              <a:gd name="T19" fmla="*/ 484330 h 4454"/>
              <a:gd name="T20" fmla="*/ 11550 w 4783"/>
              <a:gd name="T21" fmla="*/ 509044 h 4454"/>
              <a:gd name="T22" fmla="*/ 3983 w 4783"/>
              <a:gd name="T23" fmla="*/ 536151 h 4454"/>
              <a:gd name="T24" fmla="*/ 0 w 4783"/>
              <a:gd name="T25" fmla="*/ 564852 h 4454"/>
              <a:gd name="T26" fmla="*/ 0 w 4783"/>
              <a:gd name="T27" fmla="*/ 1585731 h 4454"/>
              <a:gd name="T28" fmla="*/ 1991 w 4783"/>
              <a:gd name="T29" fmla="*/ 1614432 h 4454"/>
              <a:gd name="T30" fmla="*/ 8364 w 4783"/>
              <a:gd name="T31" fmla="*/ 1641938 h 4454"/>
              <a:gd name="T32" fmla="*/ 18719 w 4783"/>
              <a:gd name="T33" fmla="*/ 1667848 h 4454"/>
              <a:gd name="T34" fmla="*/ 32261 w 4783"/>
              <a:gd name="T35" fmla="*/ 1691766 h 4454"/>
              <a:gd name="T36" fmla="*/ 49387 w 4783"/>
              <a:gd name="T37" fmla="*/ 1712893 h 4454"/>
              <a:gd name="T38" fmla="*/ 69302 w 4783"/>
              <a:gd name="T39" fmla="*/ 1731628 h 4454"/>
              <a:gd name="T40" fmla="*/ 91207 w 4783"/>
              <a:gd name="T41" fmla="*/ 1747972 h 4454"/>
              <a:gd name="T42" fmla="*/ 115503 w 4783"/>
              <a:gd name="T43" fmla="*/ 1760329 h 4454"/>
              <a:gd name="T44" fmla="*/ 142188 w 4783"/>
              <a:gd name="T45" fmla="*/ 1769498 h 4454"/>
              <a:gd name="T46" fmla="*/ 170068 w 4783"/>
              <a:gd name="T47" fmla="*/ 1774281 h 4454"/>
              <a:gd name="T48" fmla="*/ 1715416 w 4783"/>
              <a:gd name="T49" fmla="*/ 1775477 h 4454"/>
              <a:gd name="T50" fmla="*/ 1734534 w 4783"/>
              <a:gd name="T51" fmla="*/ 1774281 h 4454"/>
              <a:gd name="T52" fmla="*/ 1762812 w 4783"/>
              <a:gd name="T53" fmla="*/ 1769498 h 4454"/>
              <a:gd name="T54" fmla="*/ 1789099 w 4783"/>
              <a:gd name="T55" fmla="*/ 1760329 h 4454"/>
              <a:gd name="T56" fmla="*/ 1813394 w 4783"/>
              <a:gd name="T57" fmla="*/ 1747972 h 4454"/>
              <a:gd name="T58" fmla="*/ 1835698 w 4783"/>
              <a:gd name="T59" fmla="*/ 1731628 h 4454"/>
              <a:gd name="T60" fmla="*/ 1855613 w 4783"/>
              <a:gd name="T61" fmla="*/ 1712893 h 4454"/>
              <a:gd name="T62" fmla="*/ 1872341 w 4783"/>
              <a:gd name="T63" fmla="*/ 1691766 h 4454"/>
              <a:gd name="T64" fmla="*/ 1885882 w 4783"/>
              <a:gd name="T65" fmla="*/ 1667848 h 4454"/>
              <a:gd name="T66" fmla="*/ 1896238 w 4783"/>
              <a:gd name="T67" fmla="*/ 1641938 h 4454"/>
              <a:gd name="T68" fmla="*/ 1902610 w 4783"/>
              <a:gd name="T69" fmla="*/ 1614432 h 4454"/>
              <a:gd name="T70" fmla="*/ 1905000 w 4783"/>
              <a:gd name="T71" fmla="*/ 1585731 h 4454"/>
              <a:gd name="T72" fmla="*/ 1904602 w 4783"/>
              <a:gd name="T73" fmla="*/ 564852 h 4454"/>
              <a:gd name="T74" fmla="*/ 1900619 w 4783"/>
              <a:gd name="T75" fmla="*/ 536151 h 4454"/>
              <a:gd name="T76" fmla="*/ 1893450 w 4783"/>
              <a:gd name="T77" fmla="*/ 509044 h 4454"/>
              <a:gd name="T78" fmla="*/ 1881899 w 4783"/>
              <a:gd name="T79" fmla="*/ 484330 h 4454"/>
              <a:gd name="T80" fmla="*/ 1867163 w 4783"/>
              <a:gd name="T81" fmla="*/ 461209 h 4454"/>
              <a:gd name="T82" fmla="*/ 1849240 w 4783"/>
              <a:gd name="T83" fmla="*/ 440481 h 4454"/>
              <a:gd name="T84" fmla="*/ 1828529 w 4783"/>
              <a:gd name="T85" fmla="*/ 422543 h 4454"/>
              <a:gd name="T86" fmla="*/ 1805429 w 4783"/>
              <a:gd name="T87" fmla="*/ 407794 h 4454"/>
              <a:gd name="T88" fmla="*/ 1780337 w 4783"/>
              <a:gd name="T89" fmla="*/ 396234 h 4454"/>
              <a:gd name="T90" fmla="*/ 1753651 w 4783"/>
              <a:gd name="T91" fmla="*/ 389058 h 4454"/>
              <a:gd name="T92" fmla="*/ 1724975 w 4783"/>
              <a:gd name="T93" fmla="*/ 385072 h 4454"/>
              <a:gd name="T94" fmla="*/ 752361 w 4783"/>
              <a:gd name="T95" fmla="*/ 186955 h 4454"/>
              <a:gd name="T96" fmla="*/ 1146664 w 4783"/>
              <a:gd name="T97" fmla="*/ 186955 h 4454"/>
              <a:gd name="T98" fmla="*/ 752361 w 4783"/>
              <a:gd name="T99" fmla="*/ 384673 h 4454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4783" h="4454">
                <a:moveTo>
                  <a:pt x="4307" y="965"/>
                </a:moveTo>
                <a:lnTo>
                  <a:pt x="3347" y="965"/>
                </a:lnTo>
                <a:lnTo>
                  <a:pt x="3347" y="0"/>
                </a:lnTo>
                <a:lnTo>
                  <a:pt x="3114" y="0"/>
                </a:lnTo>
                <a:lnTo>
                  <a:pt x="1420" y="0"/>
                </a:lnTo>
                <a:lnTo>
                  <a:pt x="1420" y="965"/>
                </a:lnTo>
                <a:lnTo>
                  <a:pt x="476" y="965"/>
                </a:lnTo>
                <a:lnTo>
                  <a:pt x="451" y="966"/>
                </a:lnTo>
                <a:lnTo>
                  <a:pt x="427" y="968"/>
                </a:lnTo>
                <a:lnTo>
                  <a:pt x="404" y="971"/>
                </a:lnTo>
                <a:lnTo>
                  <a:pt x="380" y="976"/>
                </a:lnTo>
                <a:lnTo>
                  <a:pt x="357" y="980"/>
                </a:lnTo>
                <a:lnTo>
                  <a:pt x="334" y="987"/>
                </a:lnTo>
                <a:lnTo>
                  <a:pt x="312" y="994"/>
                </a:lnTo>
                <a:lnTo>
                  <a:pt x="290" y="1003"/>
                </a:lnTo>
                <a:lnTo>
                  <a:pt x="270" y="1013"/>
                </a:lnTo>
                <a:lnTo>
                  <a:pt x="249" y="1023"/>
                </a:lnTo>
                <a:lnTo>
                  <a:pt x="229" y="1035"/>
                </a:lnTo>
                <a:lnTo>
                  <a:pt x="209" y="1047"/>
                </a:lnTo>
                <a:lnTo>
                  <a:pt x="191" y="1060"/>
                </a:lnTo>
                <a:lnTo>
                  <a:pt x="174" y="1074"/>
                </a:lnTo>
                <a:lnTo>
                  <a:pt x="156" y="1089"/>
                </a:lnTo>
                <a:lnTo>
                  <a:pt x="139" y="1105"/>
                </a:lnTo>
                <a:lnTo>
                  <a:pt x="124" y="1121"/>
                </a:lnTo>
                <a:lnTo>
                  <a:pt x="109" y="1139"/>
                </a:lnTo>
                <a:lnTo>
                  <a:pt x="95" y="1157"/>
                </a:lnTo>
                <a:lnTo>
                  <a:pt x="81" y="1176"/>
                </a:lnTo>
                <a:lnTo>
                  <a:pt x="69" y="1194"/>
                </a:lnTo>
                <a:lnTo>
                  <a:pt x="57" y="1215"/>
                </a:lnTo>
                <a:lnTo>
                  <a:pt x="47" y="1234"/>
                </a:lnTo>
                <a:lnTo>
                  <a:pt x="37" y="1256"/>
                </a:lnTo>
                <a:lnTo>
                  <a:pt x="29" y="1277"/>
                </a:lnTo>
                <a:lnTo>
                  <a:pt x="21" y="1300"/>
                </a:lnTo>
                <a:lnTo>
                  <a:pt x="15" y="1322"/>
                </a:lnTo>
                <a:lnTo>
                  <a:pt x="10" y="1345"/>
                </a:lnTo>
                <a:lnTo>
                  <a:pt x="5" y="1368"/>
                </a:lnTo>
                <a:lnTo>
                  <a:pt x="3" y="1393"/>
                </a:lnTo>
                <a:lnTo>
                  <a:pt x="0" y="1417"/>
                </a:lnTo>
                <a:lnTo>
                  <a:pt x="0" y="1441"/>
                </a:lnTo>
                <a:lnTo>
                  <a:pt x="0" y="3978"/>
                </a:lnTo>
                <a:lnTo>
                  <a:pt x="0" y="4002"/>
                </a:lnTo>
                <a:lnTo>
                  <a:pt x="3" y="4027"/>
                </a:lnTo>
                <a:lnTo>
                  <a:pt x="5" y="4050"/>
                </a:lnTo>
                <a:lnTo>
                  <a:pt x="10" y="4074"/>
                </a:lnTo>
                <a:lnTo>
                  <a:pt x="15" y="4096"/>
                </a:lnTo>
                <a:lnTo>
                  <a:pt x="21" y="4119"/>
                </a:lnTo>
                <a:lnTo>
                  <a:pt x="29" y="4141"/>
                </a:lnTo>
                <a:lnTo>
                  <a:pt x="37" y="4163"/>
                </a:lnTo>
                <a:lnTo>
                  <a:pt x="47" y="4184"/>
                </a:lnTo>
                <a:lnTo>
                  <a:pt x="57" y="4204"/>
                </a:lnTo>
                <a:lnTo>
                  <a:pt x="69" y="4224"/>
                </a:lnTo>
                <a:lnTo>
                  <a:pt x="81" y="4244"/>
                </a:lnTo>
                <a:lnTo>
                  <a:pt x="95" y="4262"/>
                </a:lnTo>
                <a:lnTo>
                  <a:pt x="109" y="4281"/>
                </a:lnTo>
                <a:lnTo>
                  <a:pt x="124" y="4297"/>
                </a:lnTo>
                <a:lnTo>
                  <a:pt x="139" y="4314"/>
                </a:lnTo>
                <a:lnTo>
                  <a:pt x="156" y="4329"/>
                </a:lnTo>
                <a:lnTo>
                  <a:pt x="174" y="4344"/>
                </a:lnTo>
                <a:lnTo>
                  <a:pt x="191" y="4359"/>
                </a:lnTo>
                <a:lnTo>
                  <a:pt x="209" y="4372"/>
                </a:lnTo>
                <a:lnTo>
                  <a:pt x="229" y="4385"/>
                </a:lnTo>
                <a:lnTo>
                  <a:pt x="249" y="4396"/>
                </a:lnTo>
                <a:lnTo>
                  <a:pt x="270" y="4407"/>
                </a:lnTo>
                <a:lnTo>
                  <a:pt x="290" y="4416"/>
                </a:lnTo>
                <a:lnTo>
                  <a:pt x="312" y="4425"/>
                </a:lnTo>
                <a:lnTo>
                  <a:pt x="334" y="4432"/>
                </a:lnTo>
                <a:lnTo>
                  <a:pt x="357" y="4439"/>
                </a:lnTo>
                <a:lnTo>
                  <a:pt x="380" y="4444"/>
                </a:lnTo>
                <a:lnTo>
                  <a:pt x="404" y="4448"/>
                </a:lnTo>
                <a:lnTo>
                  <a:pt x="427" y="4451"/>
                </a:lnTo>
                <a:lnTo>
                  <a:pt x="451" y="4453"/>
                </a:lnTo>
                <a:lnTo>
                  <a:pt x="476" y="4454"/>
                </a:lnTo>
                <a:lnTo>
                  <a:pt x="4307" y="4454"/>
                </a:lnTo>
                <a:lnTo>
                  <a:pt x="4331" y="4453"/>
                </a:lnTo>
                <a:lnTo>
                  <a:pt x="4355" y="4451"/>
                </a:lnTo>
                <a:lnTo>
                  <a:pt x="4378" y="4448"/>
                </a:lnTo>
                <a:lnTo>
                  <a:pt x="4403" y="4444"/>
                </a:lnTo>
                <a:lnTo>
                  <a:pt x="4426" y="4439"/>
                </a:lnTo>
                <a:lnTo>
                  <a:pt x="4448" y="4432"/>
                </a:lnTo>
                <a:lnTo>
                  <a:pt x="4470" y="4425"/>
                </a:lnTo>
                <a:lnTo>
                  <a:pt x="4492" y="4416"/>
                </a:lnTo>
                <a:lnTo>
                  <a:pt x="4512" y="4407"/>
                </a:lnTo>
                <a:lnTo>
                  <a:pt x="4533" y="4396"/>
                </a:lnTo>
                <a:lnTo>
                  <a:pt x="4553" y="4385"/>
                </a:lnTo>
                <a:lnTo>
                  <a:pt x="4572" y="4372"/>
                </a:lnTo>
                <a:lnTo>
                  <a:pt x="4591" y="4359"/>
                </a:lnTo>
                <a:lnTo>
                  <a:pt x="4609" y="4344"/>
                </a:lnTo>
                <a:lnTo>
                  <a:pt x="4627" y="4329"/>
                </a:lnTo>
                <a:lnTo>
                  <a:pt x="4643" y="4314"/>
                </a:lnTo>
                <a:lnTo>
                  <a:pt x="4659" y="4297"/>
                </a:lnTo>
                <a:lnTo>
                  <a:pt x="4674" y="4281"/>
                </a:lnTo>
                <a:lnTo>
                  <a:pt x="4688" y="4262"/>
                </a:lnTo>
                <a:lnTo>
                  <a:pt x="4701" y="4244"/>
                </a:lnTo>
                <a:lnTo>
                  <a:pt x="4713" y="4224"/>
                </a:lnTo>
                <a:lnTo>
                  <a:pt x="4725" y="4204"/>
                </a:lnTo>
                <a:lnTo>
                  <a:pt x="4735" y="4184"/>
                </a:lnTo>
                <a:lnTo>
                  <a:pt x="4745" y="4163"/>
                </a:lnTo>
                <a:lnTo>
                  <a:pt x="4754" y="4141"/>
                </a:lnTo>
                <a:lnTo>
                  <a:pt x="4761" y="4119"/>
                </a:lnTo>
                <a:lnTo>
                  <a:pt x="4768" y="4096"/>
                </a:lnTo>
                <a:lnTo>
                  <a:pt x="4772" y="4074"/>
                </a:lnTo>
                <a:lnTo>
                  <a:pt x="4777" y="4050"/>
                </a:lnTo>
                <a:lnTo>
                  <a:pt x="4779" y="4027"/>
                </a:lnTo>
                <a:lnTo>
                  <a:pt x="4782" y="4002"/>
                </a:lnTo>
                <a:lnTo>
                  <a:pt x="4783" y="3978"/>
                </a:lnTo>
                <a:lnTo>
                  <a:pt x="4783" y="1441"/>
                </a:lnTo>
                <a:lnTo>
                  <a:pt x="4782" y="1417"/>
                </a:lnTo>
                <a:lnTo>
                  <a:pt x="4779" y="1393"/>
                </a:lnTo>
                <a:lnTo>
                  <a:pt x="4777" y="1368"/>
                </a:lnTo>
                <a:lnTo>
                  <a:pt x="4772" y="1345"/>
                </a:lnTo>
                <a:lnTo>
                  <a:pt x="4768" y="1322"/>
                </a:lnTo>
                <a:lnTo>
                  <a:pt x="4761" y="1300"/>
                </a:lnTo>
                <a:lnTo>
                  <a:pt x="4754" y="1277"/>
                </a:lnTo>
                <a:lnTo>
                  <a:pt x="4745" y="1256"/>
                </a:lnTo>
                <a:lnTo>
                  <a:pt x="4735" y="1234"/>
                </a:lnTo>
                <a:lnTo>
                  <a:pt x="4725" y="1215"/>
                </a:lnTo>
                <a:lnTo>
                  <a:pt x="4713" y="1194"/>
                </a:lnTo>
                <a:lnTo>
                  <a:pt x="4701" y="1176"/>
                </a:lnTo>
                <a:lnTo>
                  <a:pt x="4688" y="1157"/>
                </a:lnTo>
                <a:lnTo>
                  <a:pt x="4674" y="1139"/>
                </a:lnTo>
                <a:lnTo>
                  <a:pt x="4659" y="1121"/>
                </a:lnTo>
                <a:lnTo>
                  <a:pt x="4643" y="1105"/>
                </a:lnTo>
                <a:lnTo>
                  <a:pt x="4627" y="1089"/>
                </a:lnTo>
                <a:lnTo>
                  <a:pt x="4609" y="1074"/>
                </a:lnTo>
                <a:lnTo>
                  <a:pt x="4591" y="1060"/>
                </a:lnTo>
                <a:lnTo>
                  <a:pt x="4572" y="1047"/>
                </a:lnTo>
                <a:lnTo>
                  <a:pt x="4553" y="1035"/>
                </a:lnTo>
                <a:lnTo>
                  <a:pt x="4533" y="1023"/>
                </a:lnTo>
                <a:lnTo>
                  <a:pt x="4512" y="1013"/>
                </a:lnTo>
                <a:lnTo>
                  <a:pt x="4492" y="1003"/>
                </a:lnTo>
                <a:lnTo>
                  <a:pt x="4470" y="994"/>
                </a:lnTo>
                <a:lnTo>
                  <a:pt x="4448" y="987"/>
                </a:lnTo>
                <a:lnTo>
                  <a:pt x="4426" y="980"/>
                </a:lnTo>
                <a:lnTo>
                  <a:pt x="4403" y="976"/>
                </a:lnTo>
                <a:lnTo>
                  <a:pt x="4378" y="971"/>
                </a:lnTo>
                <a:lnTo>
                  <a:pt x="4355" y="968"/>
                </a:lnTo>
                <a:lnTo>
                  <a:pt x="4331" y="966"/>
                </a:lnTo>
                <a:lnTo>
                  <a:pt x="4307" y="965"/>
                </a:lnTo>
                <a:close/>
                <a:moveTo>
                  <a:pt x="1889" y="469"/>
                </a:moveTo>
                <a:lnTo>
                  <a:pt x="1889" y="469"/>
                </a:lnTo>
                <a:lnTo>
                  <a:pt x="2879" y="469"/>
                </a:lnTo>
                <a:lnTo>
                  <a:pt x="2879" y="965"/>
                </a:lnTo>
                <a:lnTo>
                  <a:pt x="1889" y="965"/>
                </a:lnTo>
                <a:lnTo>
                  <a:pt x="1889" y="469"/>
                </a:lnTo>
                <a:close/>
              </a:path>
            </a:pathLst>
          </a:custGeom>
          <a:solidFill>
            <a:srgbClr val="6585D9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文本框 22"/>
          <p:cNvSpPr txBox="1"/>
          <p:nvPr/>
        </p:nvSpPr>
        <p:spPr>
          <a:xfrm flipH="1">
            <a:off x="3515678" y="1296156"/>
            <a:ext cx="7823200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单击此处添加本章节的简要内容。本模板精心设计，模板所有素材均可自由编辑替换移动。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3345498" y="1308856"/>
            <a:ext cx="0" cy="93599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 flipH="1">
            <a:off x="1178243" y="1296156"/>
            <a:ext cx="2012950" cy="46164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r"/>
            <a:r>
              <a:rPr lang="zh-CN" altLang="en-US" sz="2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4" name="文本框 22"/>
          <p:cNvSpPr txBox="1"/>
          <p:nvPr/>
        </p:nvSpPr>
        <p:spPr>
          <a:xfrm flipH="1">
            <a:off x="853123" y="1692396"/>
            <a:ext cx="2338070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r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研究思路</a:t>
            </a:r>
          </a:p>
        </p:txBody>
      </p:sp>
      <p:sp>
        <p:nvSpPr>
          <p:cNvPr id="4" name="圆角矩形 5"/>
          <p:cNvSpPr/>
          <p:nvPr/>
        </p:nvSpPr>
        <p:spPr>
          <a:xfrm rot="2400000">
            <a:off x="1345565" y="1428115"/>
            <a:ext cx="790575" cy="3275965"/>
          </a:xfrm>
          <a:prstGeom prst="roundRect">
            <a:avLst>
              <a:gd name="adj" fmla="val 50000"/>
            </a:avLst>
          </a:prstGeom>
          <a:solidFill>
            <a:srgbClr val="B2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20"/>
          <p:cNvSpPr txBox="1"/>
          <p:nvPr/>
        </p:nvSpPr>
        <p:spPr>
          <a:xfrm rot="18600000" flipH="1">
            <a:off x="846855" y="2663496"/>
            <a:ext cx="2012950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6" name="文本框 5"/>
          <p:cNvSpPr txBox="1"/>
          <p:nvPr/>
        </p:nvSpPr>
        <p:spPr>
          <a:xfrm rot="18600000">
            <a:off x="745871" y="3483609"/>
            <a:ext cx="715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Impact" panose="020B0806030902050204" charset="0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7" name="圆角矩形 6"/>
          <p:cNvSpPr/>
          <p:nvPr/>
        </p:nvSpPr>
        <p:spPr>
          <a:xfrm rot="2400000">
            <a:off x="4000500" y="1428115"/>
            <a:ext cx="790575" cy="3275965"/>
          </a:xfrm>
          <a:prstGeom prst="roundRect">
            <a:avLst>
              <a:gd name="adj" fmla="val 50000"/>
            </a:avLst>
          </a:prstGeom>
          <a:solidFill>
            <a:srgbClr val="98A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文本框 20"/>
          <p:cNvSpPr txBox="1"/>
          <p:nvPr/>
        </p:nvSpPr>
        <p:spPr>
          <a:xfrm rot="18600000" flipH="1">
            <a:off x="3504330" y="2663496"/>
            <a:ext cx="2012950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9" name="文本框 8"/>
          <p:cNvSpPr txBox="1"/>
          <p:nvPr/>
        </p:nvSpPr>
        <p:spPr>
          <a:xfrm rot="18600000">
            <a:off x="3403346" y="3483609"/>
            <a:ext cx="715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Impact" panose="020B0806030902050204" charset="0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10" name="圆角矩形 7"/>
          <p:cNvSpPr/>
          <p:nvPr/>
        </p:nvSpPr>
        <p:spPr>
          <a:xfrm rot="2400000">
            <a:off x="6655435" y="1428115"/>
            <a:ext cx="790575" cy="3275965"/>
          </a:xfrm>
          <a:prstGeom prst="roundRect">
            <a:avLst>
              <a:gd name="adj" fmla="val 50000"/>
            </a:avLst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文本框 20"/>
          <p:cNvSpPr txBox="1"/>
          <p:nvPr/>
        </p:nvSpPr>
        <p:spPr>
          <a:xfrm rot="18600000" flipH="1">
            <a:off x="6161805" y="2663496"/>
            <a:ext cx="2012950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2" name="文本框 11"/>
          <p:cNvSpPr txBox="1"/>
          <p:nvPr/>
        </p:nvSpPr>
        <p:spPr>
          <a:xfrm rot="18600000">
            <a:off x="6060821" y="3483609"/>
            <a:ext cx="715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Impact" panose="020B0806030902050204" charset="0"/>
                <a:ea typeface="微软雅黑 Light" panose="020B0502040204020203" pitchFamily="34" charset="-122"/>
              </a:rPr>
              <a:t>C</a:t>
            </a:r>
          </a:p>
        </p:txBody>
      </p:sp>
      <p:sp>
        <p:nvSpPr>
          <p:cNvPr id="13" name="圆角矩形 8"/>
          <p:cNvSpPr/>
          <p:nvPr/>
        </p:nvSpPr>
        <p:spPr>
          <a:xfrm rot="2400000">
            <a:off x="9310370" y="1428115"/>
            <a:ext cx="790575" cy="3275965"/>
          </a:xfrm>
          <a:prstGeom prst="roundRect">
            <a:avLst>
              <a:gd name="adj" fmla="val 50000"/>
            </a:avLst>
          </a:prstGeom>
          <a:solidFill>
            <a:srgbClr val="436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20"/>
          <p:cNvSpPr txBox="1"/>
          <p:nvPr/>
        </p:nvSpPr>
        <p:spPr>
          <a:xfrm rot="18600000" flipH="1">
            <a:off x="8819280" y="2663496"/>
            <a:ext cx="2012950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5" name="文本框 14"/>
          <p:cNvSpPr txBox="1"/>
          <p:nvPr/>
        </p:nvSpPr>
        <p:spPr>
          <a:xfrm rot="18600000">
            <a:off x="8718296" y="3483609"/>
            <a:ext cx="715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Impact" panose="020B0806030902050204" charset="0"/>
                <a:ea typeface="微软雅黑 Light" panose="020B0502040204020203" pitchFamily="34" charset="-122"/>
              </a:rPr>
              <a:t>D</a:t>
            </a:r>
          </a:p>
        </p:txBody>
      </p:sp>
      <p:sp>
        <p:nvSpPr>
          <p:cNvPr id="16" name="文本框 22"/>
          <p:cNvSpPr txBox="1"/>
          <p:nvPr/>
        </p:nvSpPr>
        <p:spPr>
          <a:xfrm flipH="1">
            <a:off x="1417320" y="4159422"/>
            <a:ext cx="158940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7" name="文本框 22"/>
          <p:cNvSpPr txBox="1"/>
          <p:nvPr/>
        </p:nvSpPr>
        <p:spPr>
          <a:xfrm flipH="1">
            <a:off x="4074795" y="4159422"/>
            <a:ext cx="158940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8" name="文本框 22"/>
          <p:cNvSpPr txBox="1"/>
          <p:nvPr/>
        </p:nvSpPr>
        <p:spPr>
          <a:xfrm flipH="1">
            <a:off x="6732270" y="4159422"/>
            <a:ext cx="158940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9" name="文本框 22"/>
          <p:cNvSpPr txBox="1"/>
          <p:nvPr/>
        </p:nvSpPr>
        <p:spPr>
          <a:xfrm flipH="1">
            <a:off x="9389745" y="4159422"/>
            <a:ext cx="158940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20" name="电话"/>
          <p:cNvSpPr/>
          <p:nvPr/>
        </p:nvSpPr>
        <p:spPr bwMode="auto">
          <a:xfrm>
            <a:off x="2085975" y="3482975"/>
            <a:ext cx="698500" cy="601980"/>
          </a:xfrm>
          <a:custGeom>
            <a:avLst/>
            <a:gdLst>
              <a:gd name="T0" fmla="*/ 134077 w 5868"/>
              <a:gd name="T1" fmla="*/ 590892 h 4208"/>
              <a:gd name="T2" fmla="*/ 192837 w 5868"/>
              <a:gd name="T3" fmla="*/ 596084 h 4208"/>
              <a:gd name="T4" fmla="*/ 512935 w 5868"/>
              <a:gd name="T5" fmla="*/ 497764 h 4208"/>
              <a:gd name="T6" fmla="*/ 530465 w 5868"/>
              <a:gd name="T7" fmla="*/ 456230 h 4208"/>
              <a:gd name="T8" fmla="*/ 704473 w 5868"/>
              <a:gd name="T9" fmla="*/ 239797 h 4208"/>
              <a:gd name="T10" fmla="*/ 980744 w 5868"/>
              <a:gd name="T11" fmla="*/ 212215 h 4208"/>
              <a:gd name="T12" fmla="*/ 1253119 w 5868"/>
              <a:gd name="T13" fmla="*/ 253750 h 4208"/>
              <a:gd name="T14" fmla="*/ 1374859 w 5868"/>
              <a:gd name="T15" fmla="*/ 461746 h 4208"/>
              <a:gd name="T16" fmla="*/ 1400831 w 5868"/>
              <a:gd name="T17" fmla="*/ 505228 h 4208"/>
              <a:gd name="T18" fmla="*/ 1725798 w 5868"/>
              <a:gd name="T19" fmla="*/ 598031 h 4208"/>
              <a:gd name="T20" fmla="*/ 1779363 w 5868"/>
              <a:gd name="T21" fmla="*/ 585052 h 4208"/>
              <a:gd name="T22" fmla="*/ 1901104 w 5868"/>
              <a:gd name="T23" fmla="*/ 336494 h 4208"/>
              <a:gd name="T24" fmla="*/ 1897533 w 5868"/>
              <a:gd name="T25" fmla="*/ 289443 h 4208"/>
              <a:gd name="T26" fmla="*/ 1777740 w 5868"/>
              <a:gd name="T27" fmla="*/ 214162 h 4208"/>
              <a:gd name="T28" fmla="*/ 1493029 w 5868"/>
              <a:gd name="T29" fmla="*/ 92155 h 4208"/>
              <a:gd name="T30" fmla="*/ 1208318 w 5868"/>
              <a:gd name="T31" fmla="*/ 20767 h 4208"/>
              <a:gd name="T32" fmla="*/ 924256 w 5868"/>
              <a:gd name="T33" fmla="*/ 649 h 4208"/>
              <a:gd name="T34" fmla="*/ 639545 w 5868"/>
              <a:gd name="T35" fmla="*/ 30826 h 4208"/>
              <a:gd name="T36" fmla="*/ 355158 w 5868"/>
              <a:gd name="T37" fmla="*/ 112273 h 4208"/>
              <a:gd name="T38" fmla="*/ 70123 w 5868"/>
              <a:gd name="T39" fmla="*/ 244664 h 4208"/>
              <a:gd name="T40" fmla="*/ 3246 w 5868"/>
              <a:gd name="T41" fmla="*/ 297880 h 4208"/>
              <a:gd name="T42" fmla="*/ 10713 w 5868"/>
              <a:gd name="T43" fmla="*/ 355314 h 4208"/>
              <a:gd name="T44" fmla="*/ 772973 w 5868"/>
              <a:gd name="T45" fmla="*/ 339414 h 4208"/>
              <a:gd name="T46" fmla="*/ 960941 w 5868"/>
              <a:gd name="T47" fmla="*/ 320919 h 4208"/>
              <a:gd name="T48" fmla="*/ 1130729 w 5868"/>
              <a:gd name="T49" fmla="*/ 336169 h 4208"/>
              <a:gd name="T50" fmla="*/ 1259936 w 5868"/>
              <a:gd name="T51" fmla="*/ 525021 h 4208"/>
              <a:gd name="T52" fmla="*/ 1298244 w 5868"/>
              <a:gd name="T53" fmla="*/ 601925 h 4208"/>
              <a:gd name="T54" fmla="*/ 1598862 w 5868"/>
              <a:gd name="T55" fmla="*/ 671041 h 4208"/>
              <a:gd name="T56" fmla="*/ 1662168 w 5868"/>
              <a:gd name="T57" fmla="*/ 717767 h 4208"/>
              <a:gd name="T58" fmla="*/ 253546 w 5868"/>
              <a:gd name="T59" fmla="*/ 1210015 h 4208"/>
              <a:gd name="T60" fmla="*/ 273024 w 5868"/>
              <a:gd name="T61" fmla="*/ 698947 h 4208"/>
              <a:gd name="T62" fmla="*/ 576240 w 5868"/>
              <a:gd name="T63" fmla="*/ 620745 h 4208"/>
              <a:gd name="T64" fmla="*/ 641493 w 5868"/>
              <a:gd name="T65" fmla="*/ 585376 h 4208"/>
              <a:gd name="T66" fmla="*/ 662595 w 5868"/>
              <a:gd name="T67" fmla="*/ 367969 h 4208"/>
              <a:gd name="T68" fmla="*/ 1077163 w 5868"/>
              <a:gd name="T69" fmla="*/ 564933 h 4208"/>
              <a:gd name="T70" fmla="*/ 1178776 w 5868"/>
              <a:gd name="T71" fmla="*/ 636970 h 4208"/>
              <a:gd name="T72" fmla="*/ 1245003 w 5868"/>
              <a:gd name="T73" fmla="*/ 759302 h 4208"/>
              <a:gd name="T74" fmla="*/ 1252145 w 5868"/>
              <a:gd name="T75" fmla="*/ 867032 h 4208"/>
              <a:gd name="T76" fmla="*/ 1229095 w 5868"/>
              <a:gd name="T77" fmla="*/ 949452 h 4208"/>
              <a:gd name="T78" fmla="*/ 1125210 w 5868"/>
              <a:gd name="T79" fmla="*/ 852430 h 4208"/>
              <a:gd name="T80" fmla="*/ 1117094 w 5868"/>
              <a:gd name="T81" fmla="*/ 775851 h 4208"/>
              <a:gd name="T82" fmla="*/ 1079435 w 5868"/>
              <a:gd name="T83" fmla="*/ 716794 h 4208"/>
              <a:gd name="T84" fmla="*/ 1012883 w 5868"/>
              <a:gd name="T85" fmla="*/ 676882 h 4208"/>
              <a:gd name="T86" fmla="*/ 940164 w 5868"/>
              <a:gd name="T87" fmla="*/ 671365 h 4208"/>
              <a:gd name="T88" fmla="*/ 867768 w 5868"/>
              <a:gd name="T89" fmla="*/ 701867 h 4208"/>
              <a:gd name="T90" fmla="*/ 821994 w 5868"/>
              <a:gd name="T91" fmla="*/ 754434 h 4208"/>
              <a:gd name="T92" fmla="*/ 802515 w 5868"/>
              <a:gd name="T93" fmla="*/ 831662 h 4208"/>
              <a:gd name="T94" fmla="*/ 818423 w 5868"/>
              <a:gd name="T95" fmla="*/ 901752 h 4208"/>
              <a:gd name="T96" fmla="*/ 861600 w 5868"/>
              <a:gd name="T97" fmla="*/ 956590 h 4208"/>
              <a:gd name="T98" fmla="*/ 932048 w 5868"/>
              <a:gd name="T99" fmla="*/ 990337 h 4208"/>
              <a:gd name="T100" fmla="*/ 999573 w 5868"/>
              <a:gd name="T101" fmla="*/ 990013 h 4208"/>
              <a:gd name="T102" fmla="*/ 1060606 w 5868"/>
              <a:gd name="T103" fmla="*/ 962107 h 4208"/>
              <a:gd name="T104" fmla="*/ 1081058 w 5868"/>
              <a:gd name="T105" fmla="*/ 1096445 h 4208"/>
              <a:gd name="T106" fmla="*/ 964512 w 5868"/>
              <a:gd name="T107" fmla="*/ 1120781 h 4208"/>
              <a:gd name="T108" fmla="*/ 826863 w 5868"/>
              <a:gd name="T109" fmla="*/ 1085736 h 4208"/>
              <a:gd name="T110" fmla="*/ 732717 w 5868"/>
              <a:gd name="T111" fmla="*/ 1004614 h 4208"/>
              <a:gd name="T112" fmla="*/ 678827 w 5868"/>
              <a:gd name="T113" fmla="*/ 875793 h 4208"/>
              <a:gd name="T114" fmla="*/ 688241 w 5868"/>
              <a:gd name="T115" fmla="*/ 745673 h 4208"/>
              <a:gd name="T116" fmla="*/ 760312 w 5868"/>
              <a:gd name="T117" fmla="*/ 627235 h 4208"/>
              <a:gd name="T118" fmla="*/ 865171 w 5868"/>
              <a:gd name="T119" fmla="*/ 560066 h 4208"/>
              <a:gd name="T120" fmla="*/ 1577111 w 5868"/>
              <a:gd name="T121" fmla="*/ 1240842 h 4208"/>
              <a:gd name="T122" fmla="*/ 345419 w 5868"/>
              <a:gd name="T123" fmla="*/ 1240842 h 420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5868" h="4208">
                <a:moveTo>
                  <a:pt x="49" y="1128"/>
                </a:moveTo>
                <a:lnTo>
                  <a:pt x="49" y="1128"/>
                </a:lnTo>
                <a:lnTo>
                  <a:pt x="345" y="1748"/>
                </a:lnTo>
                <a:lnTo>
                  <a:pt x="354" y="1764"/>
                </a:lnTo>
                <a:lnTo>
                  <a:pt x="364" y="1778"/>
                </a:lnTo>
                <a:lnTo>
                  <a:pt x="375" y="1790"/>
                </a:lnTo>
                <a:lnTo>
                  <a:pt x="387" y="1803"/>
                </a:lnTo>
                <a:lnTo>
                  <a:pt x="400" y="1813"/>
                </a:lnTo>
                <a:lnTo>
                  <a:pt x="413" y="1821"/>
                </a:lnTo>
                <a:lnTo>
                  <a:pt x="428" y="1828"/>
                </a:lnTo>
                <a:lnTo>
                  <a:pt x="443" y="1834"/>
                </a:lnTo>
                <a:lnTo>
                  <a:pt x="460" y="1838"/>
                </a:lnTo>
                <a:lnTo>
                  <a:pt x="477" y="1842"/>
                </a:lnTo>
                <a:lnTo>
                  <a:pt x="495" y="1844"/>
                </a:lnTo>
                <a:lnTo>
                  <a:pt x="512" y="1845"/>
                </a:lnTo>
                <a:lnTo>
                  <a:pt x="531" y="1845"/>
                </a:lnTo>
                <a:lnTo>
                  <a:pt x="551" y="1843"/>
                </a:lnTo>
                <a:lnTo>
                  <a:pt x="573" y="1841"/>
                </a:lnTo>
                <a:lnTo>
                  <a:pt x="594" y="1837"/>
                </a:lnTo>
                <a:lnTo>
                  <a:pt x="1457" y="1607"/>
                </a:lnTo>
                <a:lnTo>
                  <a:pt x="1479" y="1599"/>
                </a:lnTo>
                <a:lnTo>
                  <a:pt x="1500" y="1589"/>
                </a:lnTo>
                <a:lnTo>
                  <a:pt x="1519" y="1579"/>
                </a:lnTo>
                <a:lnTo>
                  <a:pt x="1537" y="1569"/>
                </a:lnTo>
                <a:lnTo>
                  <a:pt x="1552" y="1557"/>
                </a:lnTo>
                <a:lnTo>
                  <a:pt x="1567" y="1546"/>
                </a:lnTo>
                <a:lnTo>
                  <a:pt x="1580" y="1534"/>
                </a:lnTo>
                <a:lnTo>
                  <a:pt x="1591" y="1522"/>
                </a:lnTo>
                <a:lnTo>
                  <a:pt x="1601" y="1510"/>
                </a:lnTo>
                <a:lnTo>
                  <a:pt x="1610" y="1496"/>
                </a:lnTo>
                <a:lnTo>
                  <a:pt x="1617" y="1482"/>
                </a:lnTo>
                <a:lnTo>
                  <a:pt x="1624" y="1467"/>
                </a:lnTo>
                <a:lnTo>
                  <a:pt x="1628" y="1453"/>
                </a:lnTo>
                <a:lnTo>
                  <a:pt x="1632" y="1438"/>
                </a:lnTo>
                <a:lnTo>
                  <a:pt x="1633" y="1423"/>
                </a:lnTo>
                <a:lnTo>
                  <a:pt x="1634" y="1406"/>
                </a:lnTo>
                <a:lnTo>
                  <a:pt x="1627" y="927"/>
                </a:lnTo>
                <a:lnTo>
                  <a:pt x="1664" y="910"/>
                </a:lnTo>
                <a:lnTo>
                  <a:pt x="1701" y="894"/>
                </a:lnTo>
                <a:lnTo>
                  <a:pt x="1775" y="863"/>
                </a:lnTo>
                <a:lnTo>
                  <a:pt x="1851" y="834"/>
                </a:lnTo>
                <a:lnTo>
                  <a:pt x="1929" y="807"/>
                </a:lnTo>
                <a:lnTo>
                  <a:pt x="2008" y="782"/>
                </a:lnTo>
                <a:lnTo>
                  <a:pt x="2089" y="759"/>
                </a:lnTo>
                <a:lnTo>
                  <a:pt x="2170" y="739"/>
                </a:lnTo>
                <a:lnTo>
                  <a:pt x="2252" y="720"/>
                </a:lnTo>
                <a:lnTo>
                  <a:pt x="2335" y="705"/>
                </a:lnTo>
                <a:lnTo>
                  <a:pt x="2420" y="690"/>
                </a:lnTo>
                <a:lnTo>
                  <a:pt x="2504" y="679"/>
                </a:lnTo>
                <a:lnTo>
                  <a:pt x="2589" y="669"/>
                </a:lnTo>
                <a:lnTo>
                  <a:pt x="2675" y="661"/>
                </a:lnTo>
                <a:lnTo>
                  <a:pt x="2761" y="657"/>
                </a:lnTo>
                <a:lnTo>
                  <a:pt x="2848" y="654"/>
                </a:lnTo>
                <a:lnTo>
                  <a:pt x="2934" y="652"/>
                </a:lnTo>
                <a:lnTo>
                  <a:pt x="3021" y="654"/>
                </a:lnTo>
                <a:lnTo>
                  <a:pt x="3106" y="657"/>
                </a:lnTo>
                <a:lnTo>
                  <a:pt x="3192" y="661"/>
                </a:lnTo>
                <a:lnTo>
                  <a:pt x="3278" y="669"/>
                </a:lnTo>
                <a:lnTo>
                  <a:pt x="3364" y="679"/>
                </a:lnTo>
                <a:lnTo>
                  <a:pt x="3449" y="690"/>
                </a:lnTo>
                <a:lnTo>
                  <a:pt x="3532" y="705"/>
                </a:lnTo>
                <a:lnTo>
                  <a:pt x="3616" y="720"/>
                </a:lnTo>
                <a:lnTo>
                  <a:pt x="3698" y="739"/>
                </a:lnTo>
                <a:lnTo>
                  <a:pt x="3780" y="759"/>
                </a:lnTo>
                <a:lnTo>
                  <a:pt x="3860" y="782"/>
                </a:lnTo>
                <a:lnTo>
                  <a:pt x="3939" y="807"/>
                </a:lnTo>
                <a:lnTo>
                  <a:pt x="4017" y="834"/>
                </a:lnTo>
                <a:lnTo>
                  <a:pt x="4093" y="863"/>
                </a:lnTo>
                <a:lnTo>
                  <a:pt x="4168" y="894"/>
                </a:lnTo>
                <a:lnTo>
                  <a:pt x="4204" y="910"/>
                </a:lnTo>
                <a:lnTo>
                  <a:pt x="4241" y="927"/>
                </a:lnTo>
                <a:lnTo>
                  <a:pt x="4235" y="1406"/>
                </a:lnTo>
                <a:lnTo>
                  <a:pt x="4235" y="1423"/>
                </a:lnTo>
                <a:lnTo>
                  <a:pt x="4237" y="1438"/>
                </a:lnTo>
                <a:lnTo>
                  <a:pt x="4240" y="1453"/>
                </a:lnTo>
                <a:lnTo>
                  <a:pt x="4245" y="1467"/>
                </a:lnTo>
                <a:lnTo>
                  <a:pt x="4250" y="1482"/>
                </a:lnTo>
                <a:lnTo>
                  <a:pt x="4258" y="1496"/>
                </a:lnTo>
                <a:lnTo>
                  <a:pt x="4266" y="1510"/>
                </a:lnTo>
                <a:lnTo>
                  <a:pt x="4276" y="1522"/>
                </a:lnTo>
                <a:lnTo>
                  <a:pt x="4288" y="1534"/>
                </a:lnTo>
                <a:lnTo>
                  <a:pt x="4300" y="1546"/>
                </a:lnTo>
                <a:lnTo>
                  <a:pt x="4315" y="1557"/>
                </a:lnTo>
                <a:lnTo>
                  <a:pt x="4331" y="1569"/>
                </a:lnTo>
                <a:lnTo>
                  <a:pt x="4349" y="1579"/>
                </a:lnTo>
                <a:lnTo>
                  <a:pt x="4368" y="1589"/>
                </a:lnTo>
                <a:lnTo>
                  <a:pt x="4389" y="1599"/>
                </a:lnTo>
                <a:lnTo>
                  <a:pt x="4412" y="1607"/>
                </a:lnTo>
                <a:lnTo>
                  <a:pt x="5275" y="1837"/>
                </a:lnTo>
                <a:lnTo>
                  <a:pt x="5296" y="1841"/>
                </a:lnTo>
                <a:lnTo>
                  <a:pt x="5316" y="1843"/>
                </a:lnTo>
                <a:lnTo>
                  <a:pt x="5336" y="1845"/>
                </a:lnTo>
                <a:lnTo>
                  <a:pt x="5355" y="1845"/>
                </a:lnTo>
                <a:lnTo>
                  <a:pt x="5374" y="1844"/>
                </a:lnTo>
                <a:lnTo>
                  <a:pt x="5392" y="1842"/>
                </a:lnTo>
                <a:lnTo>
                  <a:pt x="5408" y="1838"/>
                </a:lnTo>
                <a:lnTo>
                  <a:pt x="5425" y="1834"/>
                </a:lnTo>
                <a:lnTo>
                  <a:pt x="5440" y="1828"/>
                </a:lnTo>
                <a:lnTo>
                  <a:pt x="5454" y="1821"/>
                </a:lnTo>
                <a:lnTo>
                  <a:pt x="5469" y="1813"/>
                </a:lnTo>
                <a:lnTo>
                  <a:pt x="5481" y="1803"/>
                </a:lnTo>
                <a:lnTo>
                  <a:pt x="5493" y="1790"/>
                </a:lnTo>
                <a:lnTo>
                  <a:pt x="5504" y="1778"/>
                </a:lnTo>
                <a:lnTo>
                  <a:pt x="5514" y="1764"/>
                </a:lnTo>
                <a:lnTo>
                  <a:pt x="5523" y="1748"/>
                </a:lnTo>
                <a:lnTo>
                  <a:pt x="5820" y="1128"/>
                </a:lnTo>
                <a:lnTo>
                  <a:pt x="5835" y="1095"/>
                </a:lnTo>
                <a:lnTo>
                  <a:pt x="5848" y="1065"/>
                </a:lnTo>
                <a:lnTo>
                  <a:pt x="5856" y="1037"/>
                </a:lnTo>
                <a:lnTo>
                  <a:pt x="5863" y="1011"/>
                </a:lnTo>
                <a:lnTo>
                  <a:pt x="5867" y="988"/>
                </a:lnTo>
                <a:lnTo>
                  <a:pt x="5868" y="966"/>
                </a:lnTo>
                <a:lnTo>
                  <a:pt x="5868" y="956"/>
                </a:lnTo>
                <a:lnTo>
                  <a:pt x="5867" y="946"/>
                </a:lnTo>
                <a:lnTo>
                  <a:pt x="5864" y="936"/>
                </a:lnTo>
                <a:lnTo>
                  <a:pt x="5862" y="927"/>
                </a:lnTo>
                <a:lnTo>
                  <a:pt x="5859" y="918"/>
                </a:lnTo>
                <a:lnTo>
                  <a:pt x="5854" y="909"/>
                </a:lnTo>
                <a:lnTo>
                  <a:pt x="5845" y="892"/>
                </a:lnTo>
                <a:lnTo>
                  <a:pt x="5833" y="876"/>
                </a:lnTo>
                <a:lnTo>
                  <a:pt x="5820" y="861"/>
                </a:lnTo>
                <a:lnTo>
                  <a:pt x="5803" y="846"/>
                </a:lnTo>
                <a:lnTo>
                  <a:pt x="5784" y="832"/>
                </a:lnTo>
                <a:lnTo>
                  <a:pt x="5763" y="817"/>
                </a:lnTo>
                <a:lnTo>
                  <a:pt x="5741" y="803"/>
                </a:lnTo>
                <a:lnTo>
                  <a:pt x="5652" y="754"/>
                </a:lnTo>
                <a:lnTo>
                  <a:pt x="5564" y="706"/>
                </a:lnTo>
                <a:lnTo>
                  <a:pt x="5476" y="660"/>
                </a:lnTo>
                <a:lnTo>
                  <a:pt x="5389" y="616"/>
                </a:lnTo>
                <a:lnTo>
                  <a:pt x="5301" y="572"/>
                </a:lnTo>
                <a:lnTo>
                  <a:pt x="5213" y="531"/>
                </a:lnTo>
                <a:lnTo>
                  <a:pt x="5125" y="491"/>
                </a:lnTo>
                <a:lnTo>
                  <a:pt x="5037" y="452"/>
                </a:lnTo>
                <a:lnTo>
                  <a:pt x="4950" y="415"/>
                </a:lnTo>
                <a:lnTo>
                  <a:pt x="4862" y="381"/>
                </a:lnTo>
                <a:lnTo>
                  <a:pt x="4774" y="346"/>
                </a:lnTo>
                <a:lnTo>
                  <a:pt x="4686" y="315"/>
                </a:lnTo>
                <a:lnTo>
                  <a:pt x="4599" y="284"/>
                </a:lnTo>
                <a:lnTo>
                  <a:pt x="4511" y="255"/>
                </a:lnTo>
                <a:lnTo>
                  <a:pt x="4423" y="228"/>
                </a:lnTo>
                <a:lnTo>
                  <a:pt x="4336" y="201"/>
                </a:lnTo>
                <a:lnTo>
                  <a:pt x="4248" y="178"/>
                </a:lnTo>
                <a:lnTo>
                  <a:pt x="4161" y="154"/>
                </a:lnTo>
                <a:lnTo>
                  <a:pt x="4073" y="133"/>
                </a:lnTo>
                <a:lnTo>
                  <a:pt x="3985" y="114"/>
                </a:lnTo>
                <a:lnTo>
                  <a:pt x="3898" y="95"/>
                </a:lnTo>
                <a:lnTo>
                  <a:pt x="3810" y="80"/>
                </a:lnTo>
                <a:lnTo>
                  <a:pt x="3722" y="64"/>
                </a:lnTo>
                <a:lnTo>
                  <a:pt x="3635" y="51"/>
                </a:lnTo>
                <a:lnTo>
                  <a:pt x="3547" y="39"/>
                </a:lnTo>
                <a:lnTo>
                  <a:pt x="3460" y="29"/>
                </a:lnTo>
                <a:lnTo>
                  <a:pt x="3372" y="21"/>
                </a:lnTo>
                <a:lnTo>
                  <a:pt x="3285" y="14"/>
                </a:lnTo>
                <a:lnTo>
                  <a:pt x="3197" y="8"/>
                </a:lnTo>
                <a:lnTo>
                  <a:pt x="3109" y="4"/>
                </a:lnTo>
                <a:lnTo>
                  <a:pt x="3022" y="2"/>
                </a:lnTo>
                <a:lnTo>
                  <a:pt x="2934" y="0"/>
                </a:lnTo>
                <a:lnTo>
                  <a:pt x="2847" y="2"/>
                </a:lnTo>
                <a:lnTo>
                  <a:pt x="2759" y="4"/>
                </a:lnTo>
                <a:lnTo>
                  <a:pt x="2672" y="8"/>
                </a:lnTo>
                <a:lnTo>
                  <a:pt x="2584" y="14"/>
                </a:lnTo>
                <a:lnTo>
                  <a:pt x="2497" y="21"/>
                </a:lnTo>
                <a:lnTo>
                  <a:pt x="2409" y="29"/>
                </a:lnTo>
                <a:lnTo>
                  <a:pt x="2320" y="39"/>
                </a:lnTo>
                <a:lnTo>
                  <a:pt x="2234" y="51"/>
                </a:lnTo>
                <a:lnTo>
                  <a:pt x="2145" y="64"/>
                </a:lnTo>
                <a:lnTo>
                  <a:pt x="2059" y="80"/>
                </a:lnTo>
                <a:lnTo>
                  <a:pt x="1970" y="95"/>
                </a:lnTo>
                <a:lnTo>
                  <a:pt x="1882" y="114"/>
                </a:lnTo>
                <a:lnTo>
                  <a:pt x="1795" y="133"/>
                </a:lnTo>
                <a:lnTo>
                  <a:pt x="1707" y="154"/>
                </a:lnTo>
                <a:lnTo>
                  <a:pt x="1620" y="178"/>
                </a:lnTo>
                <a:lnTo>
                  <a:pt x="1532" y="201"/>
                </a:lnTo>
                <a:lnTo>
                  <a:pt x="1444" y="228"/>
                </a:lnTo>
                <a:lnTo>
                  <a:pt x="1357" y="255"/>
                </a:lnTo>
                <a:lnTo>
                  <a:pt x="1269" y="284"/>
                </a:lnTo>
                <a:lnTo>
                  <a:pt x="1181" y="315"/>
                </a:lnTo>
                <a:lnTo>
                  <a:pt x="1094" y="346"/>
                </a:lnTo>
                <a:lnTo>
                  <a:pt x="1006" y="381"/>
                </a:lnTo>
                <a:lnTo>
                  <a:pt x="918" y="415"/>
                </a:lnTo>
                <a:lnTo>
                  <a:pt x="830" y="452"/>
                </a:lnTo>
                <a:lnTo>
                  <a:pt x="743" y="491"/>
                </a:lnTo>
                <a:lnTo>
                  <a:pt x="655" y="531"/>
                </a:lnTo>
                <a:lnTo>
                  <a:pt x="567" y="572"/>
                </a:lnTo>
                <a:lnTo>
                  <a:pt x="479" y="616"/>
                </a:lnTo>
                <a:lnTo>
                  <a:pt x="391" y="660"/>
                </a:lnTo>
                <a:lnTo>
                  <a:pt x="303" y="706"/>
                </a:lnTo>
                <a:lnTo>
                  <a:pt x="216" y="754"/>
                </a:lnTo>
                <a:lnTo>
                  <a:pt x="128" y="803"/>
                </a:lnTo>
                <a:lnTo>
                  <a:pt x="104" y="817"/>
                </a:lnTo>
                <a:lnTo>
                  <a:pt x="84" y="832"/>
                </a:lnTo>
                <a:lnTo>
                  <a:pt x="65" y="846"/>
                </a:lnTo>
                <a:lnTo>
                  <a:pt x="49" y="861"/>
                </a:lnTo>
                <a:lnTo>
                  <a:pt x="34" y="876"/>
                </a:lnTo>
                <a:lnTo>
                  <a:pt x="23" y="892"/>
                </a:lnTo>
                <a:lnTo>
                  <a:pt x="13" y="909"/>
                </a:lnTo>
                <a:lnTo>
                  <a:pt x="10" y="918"/>
                </a:lnTo>
                <a:lnTo>
                  <a:pt x="6" y="927"/>
                </a:lnTo>
                <a:lnTo>
                  <a:pt x="4" y="936"/>
                </a:lnTo>
                <a:lnTo>
                  <a:pt x="2" y="946"/>
                </a:lnTo>
                <a:lnTo>
                  <a:pt x="1" y="956"/>
                </a:lnTo>
                <a:lnTo>
                  <a:pt x="0" y="966"/>
                </a:lnTo>
                <a:lnTo>
                  <a:pt x="1" y="988"/>
                </a:lnTo>
                <a:lnTo>
                  <a:pt x="4" y="1011"/>
                </a:lnTo>
                <a:lnTo>
                  <a:pt x="11" y="1037"/>
                </a:lnTo>
                <a:lnTo>
                  <a:pt x="21" y="1065"/>
                </a:lnTo>
                <a:lnTo>
                  <a:pt x="33" y="1095"/>
                </a:lnTo>
                <a:lnTo>
                  <a:pt x="49" y="1128"/>
                </a:lnTo>
                <a:close/>
                <a:moveTo>
                  <a:pt x="2041" y="1134"/>
                </a:moveTo>
                <a:lnTo>
                  <a:pt x="2041" y="1134"/>
                </a:lnTo>
                <a:lnTo>
                  <a:pt x="2096" y="1117"/>
                </a:lnTo>
                <a:lnTo>
                  <a:pt x="2153" y="1101"/>
                </a:lnTo>
                <a:lnTo>
                  <a:pt x="2210" y="1085"/>
                </a:lnTo>
                <a:lnTo>
                  <a:pt x="2267" y="1072"/>
                </a:lnTo>
                <a:lnTo>
                  <a:pt x="2324" y="1058"/>
                </a:lnTo>
                <a:lnTo>
                  <a:pt x="2381" y="1046"/>
                </a:lnTo>
                <a:lnTo>
                  <a:pt x="2438" y="1036"/>
                </a:lnTo>
                <a:lnTo>
                  <a:pt x="2495" y="1026"/>
                </a:lnTo>
                <a:lnTo>
                  <a:pt x="2553" y="1017"/>
                </a:lnTo>
                <a:lnTo>
                  <a:pt x="2610" y="1009"/>
                </a:lnTo>
                <a:lnTo>
                  <a:pt x="2668" y="1004"/>
                </a:lnTo>
                <a:lnTo>
                  <a:pt x="2726" y="998"/>
                </a:lnTo>
                <a:lnTo>
                  <a:pt x="2785" y="995"/>
                </a:lnTo>
                <a:lnTo>
                  <a:pt x="2843" y="991"/>
                </a:lnTo>
                <a:lnTo>
                  <a:pt x="2902" y="989"/>
                </a:lnTo>
                <a:lnTo>
                  <a:pt x="2960" y="989"/>
                </a:lnTo>
                <a:lnTo>
                  <a:pt x="3019" y="989"/>
                </a:lnTo>
                <a:lnTo>
                  <a:pt x="3079" y="991"/>
                </a:lnTo>
                <a:lnTo>
                  <a:pt x="3136" y="995"/>
                </a:lnTo>
                <a:lnTo>
                  <a:pt x="3194" y="998"/>
                </a:lnTo>
                <a:lnTo>
                  <a:pt x="3252" y="1004"/>
                </a:lnTo>
                <a:lnTo>
                  <a:pt x="3310" y="1009"/>
                </a:lnTo>
                <a:lnTo>
                  <a:pt x="3368" y="1017"/>
                </a:lnTo>
                <a:lnTo>
                  <a:pt x="3426" y="1026"/>
                </a:lnTo>
                <a:lnTo>
                  <a:pt x="3483" y="1036"/>
                </a:lnTo>
                <a:lnTo>
                  <a:pt x="3541" y="1046"/>
                </a:lnTo>
                <a:lnTo>
                  <a:pt x="3598" y="1058"/>
                </a:lnTo>
                <a:lnTo>
                  <a:pt x="3655" y="1072"/>
                </a:lnTo>
                <a:lnTo>
                  <a:pt x="3712" y="1085"/>
                </a:lnTo>
                <a:lnTo>
                  <a:pt x="3769" y="1101"/>
                </a:lnTo>
                <a:lnTo>
                  <a:pt x="3824" y="1117"/>
                </a:lnTo>
                <a:lnTo>
                  <a:pt x="3881" y="1134"/>
                </a:lnTo>
                <a:lnTo>
                  <a:pt x="3881" y="1618"/>
                </a:lnTo>
                <a:lnTo>
                  <a:pt x="3884" y="1651"/>
                </a:lnTo>
                <a:lnTo>
                  <a:pt x="3890" y="1681"/>
                </a:lnTo>
                <a:lnTo>
                  <a:pt x="3898" y="1709"/>
                </a:lnTo>
                <a:lnTo>
                  <a:pt x="3907" y="1736"/>
                </a:lnTo>
                <a:lnTo>
                  <a:pt x="3918" y="1760"/>
                </a:lnTo>
                <a:lnTo>
                  <a:pt x="3931" y="1783"/>
                </a:lnTo>
                <a:lnTo>
                  <a:pt x="3946" y="1804"/>
                </a:lnTo>
                <a:lnTo>
                  <a:pt x="3961" y="1823"/>
                </a:lnTo>
                <a:lnTo>
                  <a:pt x="3979" y="1839"/>
                </a:lnTo>
                <a:lnTo>
                  <a:pt x="3999" y="1855"/>
                </a:lnTo>
                <a:lnTo>
                  <a:pt x="4020" y="1868"/>
                </a:lnTo>
                <a:lnTo>
                  <a:pt x="4043" y="1881"/>
                </a:lnTo>
                <a:lnTo>
                  <a:pt x="4066" y="1891"/>
                </a:lnTo>
                <a:lnTo>
                  <a:pt x="4092" y="1900"/>
                </a:lnTo>
                <a:lnTo>
                  <a:pt x="4119" y="1907"/>
                </a:lnTo>
                <a:lnTo>
                  <a:pt x="4146" y="1913"/>
                </a:lnTo>
                <a:lnTo>
                  <a:pt x="4896" y="2061"/>
                </a:lnTo>
                <a:lnTo>
                  <a:pt x="4925" y="2068"/>
                </a:lnTo>
                <a:lnTo>
                  <a:pt x="4951" y="2077"/>
                </a:lnTo>
                <a:lnTo>
                  <a:pt x="4977" y="2086"/>
                </a:lnTo>
                <a:lnTo>
                  <a:pt x="5001" y="2097"/>
                </a:lnTo>
                <a:lnTo>
                  <a:pt x="5024" y="2109"/>
                </a:lnTo>
                <a:lnTo>
                  <a:pt x="5044" y="2123"/>
                </a:lnTo>
                <a:lnTo>
                  <a:pt x="5063" y="2137"/>
                </a:lnTo>
                <a:lnTo>
                  <a:pt x="5081" y="2154"/>
                </a:lnTo>
                <a:lnTo>
                  <a:pt x="5095" y="2172"/>
                </a:lnTo>
                <a:lnTo>
                  <a:pt x="5108" y="2191"/>
                </a:lnTo>
                <a:lnTo>
                  <a:pt x="5120" y="2212"/>
                </a:lnTo>
                <a:lnTo>
                  <a:pt x="5129" y="2235"/>
                </a:lnTo>
                <a:lnTo>
                  <a:pt x="5134" y="2260"/>
                </a:lnTo>
                <a:lnTo>
                  <a:pt x="5139" y="2285"/>
                </a:lnTo>
                <a:lnTo>
                  <a:pt x="5141" y="2314"/>
                </a:lnTo>
                <a:lnTo>
                  <a:pt x="5141" y="2344"/>
                </a:lnTo>
                <a:lnTo>
                  <a:pt x="5141" y="3729"/>
                </a:lnTo>
                <a:lnTo>
                  <a:pt x="2960" y="3729"/>
                </a:lnTo>
                <a:lnTo>
                  <a:pt x="781" y="3729"/>
                </a:lnTo>
                <a:lnTo>
                  <a:pt x="781" y="2344"/>
                </a:lnTo>
                <a:lnTo>
                  <a:pt x="780" y="2314"/>
                </a:lnTo>
                <a:lnTo>
                  <a:pt x="782" y="2285"/>
                </a:lnTo>
                <a:lnTo>
                  <a:pt x="787" y="2260"/>
                </a:lnTo>
                <a:lnTo>
                  <a:pt x="793" y="2235"/>
                </a:lnTo>
                <a:lnTo>
                  <a:pt x="802" y="2212"/>
                </a:lnTo>
                <a:lnTo>
                  <a:pt x="813" y="2191"/>
                </a:lnTo>
                <a:lnTo>
                  <a:pt x="826" y="2172"/>
                </a:lnTo>
                <a:lnTo>
                  <a:pt x="841" y="2154"/>
                </a:lnTo>
                <a:lnTo>
                  <a:pt x="858" y="2137"/>
                </a:lnTo>
                <a:lnTo>
                  <a:pt x="877" y="2123"/>
                </a:lnTo>
                <a:lnTo>
                  <a:pt x="898" y="2109"/>
                </a:lnTo>
                <a:lnTo>
                  <a:pt x="920" y="2097"/>
                </a:lnTo>
                <a:lnTo>
                  <a:pt x="944" y="2086"/>
                </a:lnTo>
                <a:lnTo>
                  <a:pt x="971" y="2077"/>
                </a:lnTo>
                <a:lnTo>
                  <a:pt x="997" y="2068"/>
                </a:lnTo>
                <a:lnTo>
                  <a:pt x="1026" y="2061"/>
                </a:lnTo>
                <a:lnTo>
                  <a:pt x="1775" y="1913"/>
                </a:lnTo>
                <a:lnTo>
                  <a:pt x="1803" y="1907"/>
                </a:lnTo>
                <a:lnTo>
                  <a:pt x="1830" y="1900"/>
                </a:lnTo>
                <a:lnTo>
                  <a:pt x="1855" y="1891"/>
                </a:lnTo>
                <a:lnTo>
                  <a:pt x="1879" y="1881"/>
                </a:lnTo>
                <a:lnTo>
                  <a:pt x="1901" y="1868"/>
                </a:lnTo>
                <a:lnTo>
                  <a:pt x="1923" y="1855"/>
                </a:lnTo>
                <a:lnTo>
                  <a:pt x="1941" y="1839"/>
                </a:lnTo>
                <a:lnTo>
                  <a:pt x="1959" y="1823"/>
                </a:lnTo>
                <a:lnTo>
                  <a:pt x="1976" y="1804"/>
                </a:lnTo>
                <a:lnTo>
                  <a:pt x="1991" y="1783"/>
                </a:lnTo>
                <a:lnTo>
                  <a:pt x="2003" y="1760"/>
                </a:lnTo>
                <a:lnTo>
                  <a:pt x="2014" y="1736"/>
                </a:lnTo>
                <a:lnTo>
                  <a:pt x="2024" y="1709"/>
                </a:lnTo>
                <a:lnTo>
                  <a:pt x="2031" y="1681"/>
                </a:lnTo>
                <a:lnTo>
                  <a:pt x="2037" y="1651"/>
                </a:lnTo>
                <a:lnTo>
                  <a:pt x="2041" y="1618"/>
                </a:lnTo>
                <a:lnTo>
                  <a:pt x="2041" y="1134"/>
                </a:lnTo>
                <a:close/>
                <a:moveTo>
                  <a:pt x="2971" y="1671"/>
                </a:moveTo>
                <a:lnTo>
                  <a:pt x="2971" y="1671"/>
                </a:lnTo>
                <a:lnTo>
                  <a:pt x="3017" y="1672"/>
                </a:lnTo>
                <a:lnTo>
                  <a:pt x="3063" y="1676"/>
                </a:lnTo>
                <a:lnTo>
                  <a:pt x="3107" y="1682"/>
                </a:lnTo>
                <a:lnTo>
                  <a:pt x="3151" y="1690"/>
                </a:lnTo>
                <a:lnTo>
                  <a:pt x="3194" y="1699"/>
                </a:lnTo>
                <a:lnTo>
                  <a:pt x="3237" y="1711"/>
                </a:lnTo>
                <a:lnTo>
                  <a:pt x="3278" y="1726"/>
                </a:lnTo>
                <a:lnTo>
                  <a:pt x="3318" y="1741"/>
                </a:lnTo>
                <a:lnTo>
                  <a:pt x="3358" y="1759"/>
                </a:lnTo>
                <a:lnTo>
                  <a:pt x="3396" y="1779"/>
                </a:lnTo>
                <a:lnTo>
                  <a:pt x="3434" y="1800"/>
                </a:lnTo>
                <a:lnTo>
                  <a:pt x="3470" y="1824"/>
                </a:lnTo>
                <a:lnTo>
                  <a:pt x="3505" y="1848"/>
                </a:lnTo>
                <a:lnTo>
                  <a:pt x="3539" y="1875"/>
                </a:lnTo>
                <a:lnTo>
                  <a:pt x="3571" y="1903"/>
                </a:lnTo>
                <a:lnTo>
                  <a:pt x="3602" y="1933"/>
                </a:lnTo>
                <a:lnTo>
                  <a:pt x="3631" y="1963"/>
                </a:lnTo>
                <a:lnTo>
                  <a:pt x="3659" y="1995"/>
                </a:lnTo>
                <a:lnTo>
                  <a:pt x="3686" y="2030"/>
                </a:lnTo>
                <a:lnTo>
                  <a:pt x="3711" y="2065"/>
                </a:lnTo>
                <a:lnTo>
                  <a:pt x="3734" y="2100"/>
                </a:lnTo>
                <a:lnTo>
                  <a:pt x="3755" y="2138"/>
                </a:lnTo>
                <a:lnTo>
                  <a:pt x="3775" y="2176"/>
                </a:lnTo>
                <a:lnTo>
                  <a:pt x="3793" y="2216"/>
                </a:lnTo>
                <a:lnTo>
                  <a:pt x="3809" y="2256"/>
                </a:lnTo>
                <a:lnTo>
                  <a:pt x="3823" y="2298"/>
                </a:lnTo>
                <a:lnTo>
                  <a:pt x="3835" y="2340"/>
                </a:lnTo>
                <a:lnTo>
                  <a:pt x="3845" y="2383"/>
                </a:lnTo>
                <a:lnTo>
                  <a:pt x="3853" y="2427"/>
                </a:lnTo>
                <a:lnTo>
                  <a:pt x="3859" y="2471"/>
                </a:lnTo>
                <a:lnTo>
                  <a:pt x="3862" y="2517"/>
                </a:lnTo>
                <a:lnTo>
                  <a:pt x="3863" y="2563"/>
                </a:lnTo>
                <a:lnTo>
                  <a:pt x="3863" y="2591"/>
                </a:lnTo>
                <a:lnTo>
                  <a:pt x="3861" y="2617"/>
                </a:lnTo>
                <a:lnTo>
                  <a:pt x="3860" y="2645"/>
                </a:lnTo>
                <a:lnTo>
                  <a:pt x="3857" y="2672"/>
                </a:lnTo>
                <a:lnTo>
                  <a:pt x="3853" y="2699"/>
                </a:lnTo>
                <a:lnTo>
                  <a:pt x="3849" y="2726"/>
                </a:lnTo>
                <a:lnTo>
                  <a:pt x="3843" y="2751"/>
                </a:lnTo>
                <a:lnTo>
                  <a:pt x="3838" y="2778"/>
                </a:lnTo>
                <a:lnTo>
                  <a:pt x="3831" y="2802"/>
                </a:lnTo>
                <a:lnTo>
                  <a:pt x="3823" y="2828"/>
                </a:lnTo>
                <a:lnTo>
                  <a:pt x="3814" y="2854"/>
                </a:lnTo>
                <a:lnTo>
                  <a:pt x="3805" y="2878"/>
                </a:lnTo>
                <a:lnTo>
                  <a:pt x="3796" y="2903"/>
                </a:lnTo>
                <a:lnTo>
                  <a:pt x="3786" y="2926"/>
                </a:lnTo>
                <a:lnTo>
                  <a:pt x="3775" y="2950"/>
                </a:lnTo>
                <a:lnTo>
                  <a:pt x="3763" y="2973"/>
                </a:lnTo>
                <a:lnTo>
                  <a:pt x="3410" y="2802"/>
                </a:lnTo>
                <a:lnTo>
                  <a:pt x="3423" y="2776"/>
                </a:lnTo>
                <a:lnTo>
                  <a:pt x="3435" y="2748"/>
                </a:lnTo>
                <a:lnTo>
                  <a:pt x="3446" y="2719"/>
                </a:lnTo>
                <a:lnTo>
                  <a:pt x="3455" y="2689"/>
                </a:lnTo>
                <a:lnTo>
                  <a:pt x="3462" y="2659"/>
                </a:lnTo>
                <a:lnTo>
                  <a:pt x="3466" y="2627"/>
                </a:lnTo>
                <a:lnTo>
                  <a:pt x="3470" y="2595"/>
                </a:lnTo>
                <a:lnTo>
                  <a:pt x="3471" y="2563"/>
                </a:lnTo>
                <a:lnTo>
                  <a:pt x="3470" y="2537"/>
                </a:lnTo>
                <a:lnTo>
                  <a:pt x="3469" y="2512"/>
                </a:lnTo>
                <a:lnTo>
                  <a:pt x="3465" y="2487"/>
                </a:lnTo>
                <a:lnTo>
                  <a:pt x="3461" y="2462"/>
                </a:lnTo>
                <a:lnTo>
                  <a:pt x="3455" y="2438"/>
                </a:lnTo>
                <a:lnTo>
                  <a:pt x="3449" y="2415"/>
                </a:lnTo>
                <a:lnTo>
                  <a:pt x="3441" y="2391"/>
                </a:lnTo>
                <a:lnTo>
                  <a:pt x="3432" y="2369"/>
                </a:lnTo>
                <a:lnTo>
                  <a:pt x="3422" y="2347"/>
                </a:lnTo>
                <a:lnTo>
                  <a:pt x="3411" y="2325"/>
                </a:lnTo>
                <a:lnTo>
                  <a:pt x="3398" y="2304"/>
                </a:lnTo>
                <a:lnTo>
                  <a:pt x="3386" y="2284"/>
                </a:lnTo>
                <a:lnTo>
                  <a:pt x="3372" y="2264"/>
                </a:lnTo>
                <a:lnTo>
                  <a:pt x="3357" y="2245"/>
                </a:lnTo>
                <a:lnTo>
                  <a:pt x="3342" y="2227"/>
                </a:lnTo>
                <a:lnTo>
                  <a:pt x="3325" y="2209"/>
                </a:lnTo>
                <a:lnTo>
                  <a:pt x="3307" y="2193"/>
                </a:lnTo>
                <a:lnTo>
                  <a:pt x="3289" y="2177"/>
                </a:lnTo>
                <a:lnTo>
                  <a:pt x="3270" y="2163"/>
                </a:lnTo>
                <a:lnTo>
                  <a:pt x="3251" y="2149"/>
                </a:lnTo>
                <a:lnTo>
                  <a:pt x="3230" y="2136"/>
                </a:lnTo>
                <a:lnTo>
                  <a:pt x="3210" y="2124"/>
                </a:lnTo>
                <a:lnTo>
                  <a:pt x="3188" y="2113"/>
                </a:lnTo>
                <a:lnTo>
                  <a:pt x="3165" y="2102"/>
                </a:lnTo>
                <a:lnTo>
                  <a:pt x="3143" y="2094"/>
                </a:lnTo>
                <a:lnTo>
                  <a:pt x="3120" y="2086"/>
                </a:lnTo>
                <a:lnTo>
                  <a:pt x="3096" y="2079"/>
                </a:lnTo>
                <a:lnTo>
                  <a:pt x="3072" y="2074"/>
                </a:lnTo>
                <a:lnTo>
                  <a:pt x="3047" y="2069"/>
                </a:lnTo>
                <a:lnTo>
                  <a:pt x="3023" y="2066"/>
                </a:lnTo>
                <a:lnTo>
                  <a:pt x="2997" y="2065"/>
                </a:lnTo>
                <a:lnTo>
                  <a:pt x="2971" y="2063"/>
                </a:lnTo>
                <a:lnTo>
                  <a:pt x="2946" y="2065"/>
                </a:lnTo>
                <a:lnTo>
                  <a:pt x="2920" y="2066"/>
                </a:lnTo>
                <a:lnTo>
                  <a:pt x="2896" y="2069"/>
                </a:lnTo>
                <a:lnTo>
                  <a:pt x="2871" y="2074"/>
                </a:lnTo>
                <a:lnTo>
                  <a:pt x="2847" y="2079"/>
                </a:lnTo>
                <a:lnTo>
                  <a:pt x="2823" y="2086"/>
                </a:lnTo>
                <a:lnTo>
                  <a:pt x="2800" y="2094"/>
                </a:lnTo>
                <a:lnTo>
                  <a:pt x="2778" y="2102"/>
                </a:lnTo>
                <a:lnTo>
                  <a:pt x="2755" y="2113"/>
                </a:lnTo>
                <a:lnTo>
                  <a:pt x="2734" y="2124"/>
                </a:lnTo>
                <a:lnTo>
                  <a:pt x="2713" y="2136"/>
                </a:lnTo>
                <a:lnTo>
                  <a:pt x="2693" y="2149"/>
                </a:lnTo>
                <a:lnTo>
                  <a:pt x="2673" y="2163"/>
                </a:lnTo>
                <a:lnTo>
                  <a:pt x="2654" y="2177"/>
                </a:lnTo>
                <a:lnTo>
                  <a:pt x="2636" y="2193"/>
                </a:lnTo>
                <a:lnTo>
                  <a:pt x="2619" y="2209"/>
                </a:lnTo>
                <a:lnTo>
                  <a:pt x="2603" y="2227"/>
                </a:lnTo>
                <a:lnTo>
                  <a:pt x="2587" y="2245"/>
                </a:lnTo>
                <a:lnTo>
                  <a:pt x="2571" y="2264"/>
                </a:lnTo>
                <a:lnTo>
                  <a:pt x="2558" y="2284"/>
                </a:lnTo>
                <a:lnTo>
                  <a:pt x="2545" y="2304"/>
                </a:lnTo>
                <a:lnTo>
                  <a:pt x="2532" y="2325"/>
                </a:lnTo>
                <a:lnTo>
                  <a:pt x="2521" y="2347"/>
                </a:lnTo>
                <a:lnTo>
                  <a:pt x="2512" y="2369"/>
                </a:lnTo>
                <a:lnTo>
                  <a:pt x="2502" y="2391"/>
                </a:lnTo>
                <a:lnTo>
                  <a:pt x="2494" y="2415"/>
                </a:lnTo>
                <a:lnTo>
                  <a:pt x="2488" y="2438"/>
                </a:lnTo>
                <a:lnTo>
                  <a:pt x="2482" y="2462"/>
                </a:lnTo>
                <a:lnTo>
                  <a:pt x="2478" y="2487"/>
                </a:lnTo>
                <a:lnTo>
                  <a:pt x="2475" y="2512"/>
                </a:lnTo>
                <a:lnTo>
                  <a:pt x="2473" y="2537"/>
                </a:lnTo>
                <a:lnTo>
                  <a:pt x="2472" y="2563"/>
                </a:lnTo>
                <a:lnTo>
                  <a:pt x="2473" y="2588"/>
                </a:lnTo>
                <a:lnTo>
                  <a:pt x="2475" y="2614"/>
                </a:lnTo>
                <a:lnTo>
                  <a:pt x="2478" y="2639"/>
                </a:lnTo>
                <a:lnTo>
                  <a:pt x="2482" y="2663"/>
                </a:lnTo>
                <a:lnTo>
                  <a:pt x="2488" y="2688"/>
                </a:lnTo>
                <a:lnTo>
                  <a:pt x="2494" y="2711"/>
                </a:lnTo>
                <a:lnTo>
                  <a:pt x="2502" y="2734"/>
                </a:lnTo>
                <a:lnTo>
                  <a:pt x="2512" y="2757"/>
                </a:lnTo>
                <a:lnTo>
                  <a:pt x="2521" y="2779"/>
                </a:lnTo>
                <a:lnTo>
                  <a:pt x="2532" y="2801"/>
                </a:lnTo>
                <a:lnTo>
                  <a:pt x="2545" y="2821"/>
                </a:lnTo>
                <a:lnTo>
                  <a:pt x="2558" y="2841"/>
                </a:lnTo>
                <a:lnTo>
                  <a:pt x="2571" y="2861"/>
                </a:lnTo>
                <a:lnTo>
                  <a:pt x="2587" y="2880"/>
                </a:lnTo>
                <a:lnTo>
                  <a:pt x="2603" y="2898"/>
                </a:lnTo>
                <a:lnTo>
                  <a:pt x="2619" y="2916"/>
                </a:lnTo>
                <a:lnTo>
                  <a:pt x="2636" y="2933"/>
                </a:lnTo>
                <a:lnTo>
                  <a:pt x="2654" y="2948"/>
                </a:lnTo>
                <a:lnTo>
                  <a:pt x="2673" y="2963"/>
                </a:lnTo>
                <a:lnTo>
                  <a:pt x="2693" y="2976"/>
                </a:lnTo>
                <a:lnTo>
                  <a:pt x="2713" y="2990"/>
                </a:lnTo>
                <a:lnTo>
                  <a:pt x="2734" y="3002"/>
                </a:lnTo>
                <a:lnTo>
                  <a:pt x="2755" y="3013"/>
                </a:lnTo>
                <a:lnTo>
                  <a:pt x="2778" y="3023"/>
                </a:lnTo>
                <a:lnTo>
                  <a:pt x="2800" y="3032"/>
                </a:lnTo>
                <a:lnTo>
                  <a:pt x="2823" y="3040"/>
                </a:lnTo>
                <a:lnTo>
                  <a:pt x="2847" y="3047"/>
                </a:lnTo>
                <a:lnTo>
                  <a:pt x="2871" y="3052"/>
                </a:lnTo>
                <a:lnTo>
                  <a:pt x="2896" y="3057"/>
                </a:lnTo>
                <a:lnTo>
                  <a:pt x="2920" y="3060"/>
                </a:lnTo>
                <a:lnTo>
                  <a:pt x="2946" y="3061"/>
                </a:lnTo>
                <a:lnTo>
                  <a:pt x="2971" y="3062"/>
                </a:lnTo>
                <a:lnTo>
                  <a:pt x="2994" y="3061"/>
                </a:lnTo>
                <a:lnTo>
                  <a:pt x="3015" y="3060"/>
                </a:lnTo>
                <a:lnTo>
                  <a:pt x="3037" y="3058"/>
                </a:lnTo>
                <a:lnTo>
                  <a:pt x="3058" y="3054"/>
                </a:lnTo>
                <a:lnTo>
                  <a:pt x="3079" y="3051"/>
                </a:lnTo>
                <a:lnTo>
                  <a:pt x="3100" y="3045"/>
                </a:lnTo>
                <a:lnTo>
                  <a:pt x="3120" y="3040"/>
                </a:lnTo>
                <a:lnTo>
                  <a:pt x="3140" y="3033"/>
                </a:lnTo>
                <a:lnTo>
                  <a:pt x="3159" y="3025"/>
                </a:lnTo>
                <a:lnTo>
                  <a:pt x="3178" y="3018"/>
                </a:lnTo>
                <a:lnTo>
                  <a:pt x="3197" y="3009"/>
                </a:lnTo>
                <a:lnTo>
                  <a:pt x="3215" y="2999"/>
                </a:lnTo>
                <a:lnTo>
                  <a:pt x="3232" y="2989"/>
                </a:lnTo>
                <a:lnTo>
                  <a:pt x="3250" y="2977"/>
                </a:lnTo>
                <a:lnTo>
                  <a:pt x="3267" y="2965"/>
                </a:lnTo>
                <a:lnTo>
                  <a:pt x="3283" y="2953"/>
                </a:lnTo>
                <a:lnTo>
                  <a:pt x="3563" y="3229"/>
                </a:lnTo>
                <a:lnTo>
                  <a:pt x="3533" y="3255"/>
                </a:lnTo>
                <a:lnTo>
                  <a:pt x="3502" y="3279"/>
                </a:lnTo>
                <a:lnTo>
                  <a:pt x="3470" y="3303"/>
                </a:lnTo>
                <a:lnTo>
                  <a:pt x="3436" y="3324"/>
                </a:lnTo>
                <a:lnTo>
                  <a:pt x="3402" y="3344"/>
                </a:lnTo>
                <a:lnTo>
                  <a:pt x="3366" y="3362"/>
                </a:lnTo>
                <a:lnTo>
                  <a:pt x="3330" y="3379"/>
                </a:lnTo>
                <a:lnTo>
                  <a:pt x="3294" y="3394"/>
                </a:lnTo>
                <a:lnTo>
                  <a:pt x="3256" y="3408"/>
                </a:lnTo>
                <a:lnTo>
                  <a:pt x="3217" y="3420"/>
                </a:lnTo>
                <a:lnTo>
                  <a:pt x="3178" y="3430"/>
                </a:lnTo>
                <a:lnTo>
                  <a:pt x="3138" y="3439"/>
                </a:lnTo>
                <a:lnTo>
                  <a:pt x="3097" y="3446"/>
                </a:lnTo>
                <a:lnTo>
                  <a:pt x="3056" y="3450"/>
                </a:lnTo>
                <a:lnTo>
                  <a:pt x="3014" y="3453"/>
                </a:lnTo>
                <a:lnTo>
                  <a:pt x="2971" y="3454"/>
                </a:lnTo>
                <a:lnTo>
                  <a:pt x="2926" y="3453"/>
                </a:lnTo>
                <a:lnTo>
                  <a:pt x="2880" y="3450"/>
                </a:lnTo>
                <a:lnTo>
                  <a:pt x="2835" y="3444"/>
                </a:lnTo>
                <a:lnTo>
                  <a:pt x="2792" y="3435"/>
                </a:lnTo>
                <a:lnTo>
                  <a:pt x="2749" y="3427"/>
                </a:lnTo>
                <a:lnTo>
                  <a:pt x="2706" y="3414"/>
                </a:lnTo>
                <a:lnTo>
                  <a:pt x="2665" y="3400"/>
                </a:lnTo>
                <a:lnTo>
                  <a:pt x="2625" y="3384"/>
                </a:lnTo>
                <a:lnTo>
                  <a:pt x="2585" y="3366"/>
                </a:lnTo>
                <a:lnTo>
                  <a:pt x="2547" y="3346"/>
                </a:lnTo>
                <a:lnTo>
                  <a:pt x="2510" y="3325"/>
                </a:lnTo>
                <a:lnTo>
                  <a:pt x="2473" y="3302"/>
                </a:lnTo>
                <a:lnTo>
                  <a:pt x="2439" y="3277"/>
                </a:lnTo>
                <a:lnTo>
                  <a:pt x="2405" y="3250"/>
                </a:lnTo>
                <a:lnTo>
                  <a:pt x="2373" y="3223"/>
                </a:lnTo>
                <a:lnTo>
                  <a:pt x="2342" y="3193"/>
                </a:lnTo>
                <a:lnTo>
                  <a:pt x="2312" y="3162"/>
                </a:lnTo>
                <a:lnTo>
                  <a:pt x="2284" y="3130"/>
                </a:lnTo>
                <a:lnTo>
                  <a:pt x="2257" y="3096"/>
                </a:lnTo>
                <a:lnTo>
                  <a:pt x="2232" y="3061"/>
                </a:lnTo>
                <a:lnTo>
                  <a:pt x="2209" y="3025"/>
                </a:lnTo>
                <a:lnTo>
                  <a:pt x="2188" y="2987"/>
                </a:lnTo>
                <a:lnTo>
                  <a:pt x="2168" y="2950"/>
                </a:lnTo>
                <a:lnTo>
                  <a:pt x="2150" y="2909"/>
                </a:lnTo>
                <a:lnTo>
                  <a:pt x="2134" y="2869"/>
                </a:lnTo>
                <a:lnTo>
                  <a:pt x="2120" y="2828"/>
                </a:lnTo>
                <a:lnTo>
                  <a:pt x="2109" y="2786"/>
                </a:lnTo>
                <a:lnTo>
                  <a:pt x="2099" y="2742"/>
                </a:lnTo>
                <a:lnTo>
                  <a:pt x="2091" y="2699"/>
                </a:lnTo>
                <a:lnTo>
                  <a:pt x="2085" y="2654"/>
                </a:lnTo>
                <a:lnTo>
                  <a:pt x="2081" y="2608"/>
                </a:lnTo>
                <a:lnTo>
                  <a:pt x="2080" y="2563"/>
                </a:lnTo>
                <a:lnTo>
                  <a:pt x="2081" y="2517"/>
                </a:lnTo>
                <a:lnTo>
                  <a:pt x="2085" y="2471"/>
                </a:lnTo>
                <a:lnTo>
                  <a:pt x="2091" y="2427"/>
                </a:lnTo>
                <a:lnTo>
                  <a:pt x="2099" y="2383"/>
                </a:lnTo>
                <a:lnTo>
                  <a:pt x="2109" y="2340"/>
                </a:lnTo>
                <a:lnTo>
                  <a:pt x="2120" y="2298"/>
                </a:lnTo>
                <a:lnTo>
                  <a:pt x="2134" y="2256"/>
                </a:lnTo>
                <a:lnTo>
                  <a:pt x="2150" y="2216"/>
                </a:lnTo>
                <a:lnTo>
                  <a:pt x="2168" y="2176"/>
                </a:lnTo>
                <a:lnTo>
                  <a:pt x="2188" y="2138"/>
                </a:lnTo>
                <a:lnTo>
                  <a:pt x="2209" y="2100"/>
                </a:lnTo>
                <a:lnTo>
                  <a:pt x="2232" y="2065"/>
                </a:lnTo>
                <a:lnTo>
                  <a:pt x="2257" y="2030"/>
                </a:lnTo>
                <a:lnTo>
                  <a:pt x="2284" y="1995"/>
                </a:lnTo>
                <a:lnTo>
                  <a:pt x="2312" y="1963"/>
                </a:lnTo>
                <a:lnTo>
                  <a:pt x="2342" y="1933"/>
                </a:lnTo>
                <a:lnTo>
                  <a:pt x="2373" y="1903"/>
                </a:lnTo>
                <a:lnTo>
                  <a:pt x="2405" y="1875"/>
                </a:lnTo>
                <a:lnTo>
                  <a:pt x="2439" y="1848"/>
                </a:lnTo>
                <a:lnTo>
                  <a:pt x="2473" y="1824"/>
                </a:lnTo>
                <a:lnTo>
                  <a:pt x="2510" y="1800"/>
                </a:lnTo>
                <a:lnTo>
                  <a:pt x="2547" y="1779"/>
                </a:lnTo>
                <a:lnTo>
                  <a:pt x="2585" y="1759"/>
                </a:lnTo>
                <a:lnTo>
                  <a:pt x="2625" y="1741"/>
                </a:lnTo>
                <a:lnTo>
                  <a:pt x="2665" y="1726"/>
                </a:lnTo>
                <a:lnTo>
                  <a:pt x="2706" y="1711"/>
                </a:lnTo>
                <a:lnTo>
                  <a:pt x="2749" y="1699"/>
                </a:lnTo>
                <a:lnTo>
                  <a:pt x="2792" y="1690"/>
                </a:lnTo>
                <a:lnTo>
                  <a:pt x="2835" y="1682"/>
                </a:lnTo>
                <a:lnTo>
                  <a:pt x="2880" y="1676"/>
                </a:lnTo>
                <a:lnTo>
                  <a:pt x="2926" y="1672"/>
                </a:lnTo>
                <a:lnTo>
                  <a:pt x="2971" y="1671"/>
                </a:lnTo>
                <a:close/>
                <a:moveTo>
                  <a:pt x="4858" y="3824"/>
                </a:moveTo>
                <a:lnTo>
                  <a:pt x="4858" y="3824"/>
                </a:lnTo>
                <a:lnTo>
                  <a:pt x="4328" y="3824"/>
                </a:lnTo>
                <a:lnTo>
                  <a:pt x="4328" y="4208"/>
                </a:lnTo>
                <a:lnTo>
                  <a:pt x="4702" y="4208"/>
                </a:lnTo>
                <a:lnTo>
                  <a:pt x="4858" y="3824"/>
                </a:lnTo>
                <a:close/>
                <a:moveTo>
                  <a:pt x="1064" y="3824"/>
                </a:moveTo>
                <a:lnTo>
                  <a:pt x="1064" y="3824"/>
                </a:lnTo>
                <a:lnTo>
                  <a:pt x="1594" y="3824"/>
                </a:lnTo>
                <a:lnTo>
                  <a:pt x="1594" y="4208"/>
                </a:lnTo>
                <a:lnTo>
                  <a:pt x="1219" y="4208"/>
                </a:lnTo>
                <a:lnTo>
                  <a:pt x="1064" y="3824"/>
                </a:lnTo>
                <a:close/>
              </a:path>
            </a:pathLst>
          </a:custGeom>
          <a:solidFill>
            <a:srgbClr val="6585D9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照相机"/>
          <p:cNvSpPr/>
          <p:nvPr/>
        </p:nvSpPr>
        <p:spPr bwMode="auto">
          <a:xfrm>
            <a:off x="4819650" y="3482975"/>
            <a:ext cx="668655" cy="505460"/>
          </a:xfrm>
          <a:custGeom>
            <a:avLst/>
            <a:gdLst>
              <a:gd name="T0" fmla="*/ 603268619 w 5832"/>
              <a:gd name="T1" fmla="*/ 56679958 h 4173"/>
              <a:gd name="T2" fmla="*/ 619913524 w 5832"/>
              <a:gd name="T3" fmla="*/ 76999053 h 4173"/>
              <a:gd name="T4" fmla="*/ 620980350 w 5832"/>
              <a:gd name="T5" fmla="*/ 416543893 h 4173"/>
              <a:gd name="T6" fmla="*/ 606362937 w 5832"/>
              <a:gd name="T7" fmla="*/ 438253429 h 4173"/>
              <a:gd name="T8" fmla="*/ 39478120 w 5832"/>
              <a:gd name="T9" fmla="*/ 446274150 h 4173"/>
              <a:gd name="T10" fmla="*/ 15791379 w 5832"/>
              <a:gd name="T11" fmla="*/ 438253429 h 4173"/>
              <a:gd name="T12" fmla="*/ 1173639 w 5832"/>
              <a:gd name="T13" fmla="*/ 416543893 h 4173"/>
              <a:gd name="T14" fmla="*/ 2347279 w 5832"/>
              <a:gd name="T15" fmla="*/ 76999053 h 4173"/>
              <a:gd name="T16" fmla="*/ 18992184 w 5832"/>
              <a:gd name="T17" fmla="*/ 56679958 h 4173"/>
              <a:gd name="T18" fmla="*/ 181706034 w 5832"/>
              <a:gd name="T19" fmla="*/ 0 h 4173"/>
              <a:gd name="T20" fmla="*/ 399049156 w 5832"/>
              <a:gd name="T21" fmla="*/ 190572934 h 4173"/>
              <a:gd name="T22" fmla="*/ 365332747 w 5832"/>
              <a:gd name="T23" fmla="*/ 218378166 h 4173"/>
              <a:gd name="T24" fmla="*/ 352422387 w 5832"/>
              <a:gd name="T25" fmla="*/ 265219360 h 4173"/>
              <a:gd name="T26" fmla="*/ 372161610 w 5832"/>
              <a:gd name="T27" fmla="*/ 312702121 h 4173"/>
              <a:gd name="T28" fmla="*/ 409719051 w 5832"/>
              <a:gd name="T29" fmla="*/ 335480825 h 4173"/>
              <a:gd name="T30" fmla="*/ 458586613 w 5832"/>
              <a:gd name="T31" fmla="*/ 331951720 h 4173"/>
              <a:gd name="T32" fmla="*/ 492303022 w 5832"/>
              <a:gd name="T33" fmla="*/ 304039506 h 4173"/>
              <a:gd name="T34" fmla="*/ 505320195 w 5832"/>
              <a:gd name="T35" fmla="*/ 257305294 h 4173"/>
              <a:gd name="T36" fmla="*/ 485474486 w 5832"/>
              <a:gd name="T37" fmla="*/ 209608897 h 4173"/>
              <a:gd name="T38" fmla="*/ 447916718 w 5832"/>
              <a:gd name="T39" fmla="*/ 186829866 h 4173"/>
              <a:gd name="T40" fmla="*/ 196430260 w 5832"/>
              <a:gd name="T41" fmla="*/ 134748506 h 4173"/>
              <a:gd name="T42" fmla="*/ 397769030 w 5832"/>
              <a:gd name="T43" fmla="*/ 110472379 h 4173"/>
              <a:gd name="T44" fmla="*/ 349221582 w 5832"/>
              <a:gd name="T45" fmla="*/ 129508341 h 4173"/>
              <a:gd name="T46" fmla="*/ 312624154 w 5832"/>
              <a:gd name="T47" fmla="*/ 160521731 h 4173"/>
              <a:gd name="T48" fmla="*/ 285843094 w 5832"/>
              <a:gd name="T49" fmla="*/ 204796333 h 4173"/>
              <a:gd name="T50" fmla="*/ 275280013 w 5832"/>
              <a:gd name="T51" fmla="*/ 257198639 h 4173"/>
              <a:gd name="T52" fmla="*/ 282108549 w 5832"/>
              <a:gd name="T53" fmla="*/ 307034027 h 4173"/>
              <a:gd name="T54" fmla="*/ 305795617 w 5832"/>
              <a:gd name="T55" fmla="*/ 353447292 h 4173"/>
              <a:gd name="T56" fmla="*/ 339938627 w 5832"/>
              <a:gd name="T57" fmla="*/ 386813636 h 4173"/>
              <a:gd name="T58" fmla="*/ 386779023 w 5832"/>
              <a:gd name="T59" fmla="*/ 409271720 h 4173"/>
              <a:gd name="T60" fmla="*/ 436713410 w 5832"/>
              <a:gd name="T61" fmla="*/ 415046796 h 4173"/>
              <a:gd name="T62" fmla="*/ 488568477 w 5832"/>
              <a:gd name="T63" fmla="*/ 403069042 h 4173"/>
              <a:gd name="T64" fmla="*/ 532101255 w 5832"/>
              <a:gd name="T65" fmla="*/ 375156828 h 4173"/>
              <a:gd name="T66" fmla="*/ 562083447 w 5832"/>
              <a:gd name="T67" fmla="*/ 337940761 h 4173"/>
              <a:gd name="T68" fmla="*/ 580008477 w 5832"/>
              <a:gd name="T69" fmla="*/ 288425993 h 4173"/>
              <a:gd name="T70" fmla="*/ 580648704 w 5832"/>
              <a:gd name="T71" fmla="*/ 237734748 h 4173"/>
              <a:gd name="T72" fmla="*/ 563897312 w 5832"/>
              <a:gd name="T73" fmla="*/ 187792379 h 4173"/>
              <a:gd name="T74" fmla="*/ 534875460 w 5832"/>
              <a:gd name="T75" fmla="*/ 149827436 h 4173"/>
              <a:gd name="T76" fmla="*/ 491982909 w 5832"/>
              <a:gd name="T77" fmla="*/ 120845727 h 4173"/>
              <a:gd name="T78" fmla="*/ 440661255 w 5832"/>
              <a:gd name="T79" fmla="*/ 107691823 h 4173"/>
              <a:gd name="T80" fmla="*/ 469256507 w 5832"/>
              <a:gd name="T81" fmla="*/ 165334294 h 4173"/>
              <a:gd name="T82" fmla="*/ 402783701 w 5832"/>
              <a:gd name="T83" fmla="*/ 160414748 h 4173"/>
              <a:gd name="T84" fmla="*/ 348581355 w 5832"/>
              <a:gd name="T85" fmla="*/ 194957569 h 4173"/>
              <a:gd name="T86" fmla="*/ 324894288 w 5832"/>
              <a:gd name="T87" fmla="*/ 261262327 h 4173"/>
              <a:gd name="T88" fmla="*/ 345593850 w 5832"/>
              <a:gd name="T89" fmla="*/ 323610380 h 4173"/>
              <a:gd name="T90" fmla="*/ 397982330 w 5832"/>
              <a:gd name="T91" fmla="*/ 360719465 h 4173"/>
              <a:gd name="T92" fmla="*/ 464561623 w 5832"/>
              <a:gd name="T93" fmla="*/ 359115386 h 4173"/>
              <a:gd name="T94" fmla="*/ 514922937 w 5832"/>
              <a:gd name="T95" fmla="*/ 319439383 h 4173"/>
              <a:gd name="T96" fmla="*/ 532528182 w 5832"/>
              <a:gd name="T97" fmla="*/ 255915180 h 4173"/>
              <a:gd name="T98" fmla="*/ 505746795 w 5832"/>
              <a:gd name="T99" fmla="*/ 191214501 h 4173"/>
              <a:gd name="T100" fmla="*/ 444182500 w 5832"/>
              <a:gd name="T101" fmla="*/ 211747560 h 4173"/>
              <a:gd name="T102" fmla="*/ 410999504 w 5832"/>
              <a:gd name="T103" fmla="*/ 212496108 h 4173"/>
              <a:gd name="T104" fmla="*/ 385925496 w 5832"/>
              <a:gd name="T105" fmla="*/ 232280619 h 4173"/>
              <a:gd name="T106" fmla="*/ 377069468 w 5832"/>
              <a:gd name="T107" fmla="*/ 263828919 h 4173"/>
              <a:gd name="T108" fmla="*/ 390513567 w 5832"/>
              <a:gd name="T109" fmla="*/ 296018785 h 4173"/>
              <a:gd name="T110" fmla="*/ 418361453 w 5832"/>
              <a:gd name="T111" fmla="*/ 312060228 h 4173"/>
              <a:gd name="T112" fmla="*/ 451224336 w 5832"/>
              <a:gd name="T113" fmla="*/ 307996539 h 4173"/>
              <a:gd name="T114" fmla="*/ 474271178 w 5832"/>
              <a:gd name="T115" fmla="*/ 285966384 h 4173"/>
              <a:gd name="T116" fmla="*/ 480032888 w 5832"/>
              <a:gd name="T117" fmla="*/ 253348589 h 4173"/>
              <a:gd name="T118" fmla="*/ 465415149 w 5832"/>
              <a:gd name="T119" fmla="*/ 224580844 h 4173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5832" h="4173">
                <a:moveTo>
                  <a:pt x="370" y="477"/>
                </a:moveTo>
                <a:lnTo>
                  <a:pt x="5462" y="477"/>
                </a:lnTo>
                <a:lnTo>
                  <a:pt x="5481" y="477"/>
                </a:lnTo>
                <a:lnTo>
                  <a:pt x="5500" y="478"/>
                </a:lnTo>
                <a:lnTo>
                  <a:pt x="5518" y="480"/>
                </a:lnTo>
                <a:lnTo>
                  <a:pt x="5537" y="484"/>
                </a:lnTo>
                <a:lnTo>
                  <a:pt x="5554" y="488"/>
                </a:lnTo>
                <a:lnTo>
                  <a:pt x="5571" y="494"/>
                </a:lnTo>
                <a:lnTo>
                  <a:pt x="5589" y="499"/>
                </a:lnTo>
                <a:lnTo>
                  <a:pt x="5606" y="506"/>
                </a:lnTo>
                <a:lnTo>
                  <a:pt x="5622" y="513"/>
                </a:lnTo>
                <a:lnTo>
                  <a:pt x="5638" y="521"/>
                </a:lnTo>
                <a:lnTo>
                  <a:pt x="5654" y="530"/>
                </a:lnTo>
                <a:lnTo>
                  <a:pt x="5668" y="539"/>
                </a:lnTo>
                <a:lnTo>
                  <a:pt x="5683" y="550"/>
                </a:lnTo>
                <a:lnTo>
                  <a:pt x="5697" y="562"/>
                </a:lnTo>
                <a:lnTo>
                  <a:pt x="5710" y="573"/>
                </a:lnTo>
                <a:lnTo>
                  <a:pt x="5723" y="585"/>
                </a:lnTo>
                <a:lnTo>
                  <a:pt x="5735" y="598"/>
                </a:lnTo>
                <a:lnTo>
                  <a:pt x="5747" y="612"/>
                </a:lnTo>
                <a:lnTo>
                  <a:pt x="5758" y="625"/>
                </a:lnTo>
                <a:lnTo>
                  <a:pt x="5768" y="640"/>
                </a:lnTo>
                <a:lnTo>
                  <a:pt x="5778" y="655"/>
                </a:lnTo>
                <a:lnTo>
                  <a:pt x="5787" y="670"/>
                </a:lnTo>
                <a:lnTo>
                  <a:pt x="5795" y="686"/>
                </a:lnTo>
                <a:lnTo>
                  <a:pt x="5803" y="702"/>
                </a:lnTo>
                <a:lnTo>
                  <a:pt x="5810" y="720"/>
                </a:lnTo>
                <a:lnTo>
                  <a:pt x="5815" y="737"/>
                </a:lnTo>
                <a:lnTo>
                  <a:pt x="5820" y="754"/>
                </a:lnTo>
                <a:lnTo>
                  <a:pt x="5824" y="772"/>
                </a:lnTo>
                <a:lnTo>
                  <a:pt x="5828" y="790"/>
                </a:lnTo>
                <a:lnTo>
                  <a:pt x="5830" y="808"/>
                </a:lnTo>
                <a:lnTo>
                  <a:pt x="5831" y="827"/>
                </a:lnTo>
                <a:lnTo>
                  <a:pt x="5832" y="846"/>
                </a:lnTo>
                <a:lnTo>
                  <a:pt x="5832" y="3803"/>
                </a:lnTo>
                <a:lnTo>
                  <a:pt x="5831" y="3822"/>
                </a:lnTo>
                <a:lnTo>
                  <a:pt x="5830" y="3841"/>
                </a:lnTo>
                <a:lnTo>
                  <a:pt x="5828" y="3858"/>
                </a:lnTo>
                <a:lnTo>
                  <a:pt x="5824" y="3877"/>
                </a:lnTo>
                <a:lnTo>
                  <a:pt x="5820" y="3895"/>
                </a:lnTo>
                <a:lnTo>
                  <a:pt x="5815" y="3912"/>
                </a:lnTo>
                <a:lnTo>
                  <a:pt x="5810" y="3930"/>
                </a:lnTo>
                <a:lnTo>
                  <a:pt x="5803" y="3947"/>
                </a:lnTo>
                <a:lnTo>
                  <a:pt x="5795" y="3962"/>
                </a:lnTo>
                <a:lnTo>
                  <a:pt x="5787" y="3979"/>
                </a:lnTo>
                <a:lnTo>
                  <a:pt x="5778" y="3994"/>
                </a:lnTo>
                <a:lnTo>
                  <a:pt x="5768" y="4009"/>
                </a:lnTo>
                <a:lnTo>
                  <a:pt x="5758" y="4023"/>
                </a:lnTo>
                <a:lnTo>
                  <a:pt x="5747" y="4038"/>
                </a:lnTo>
                <a:lnTo>
                  <a:pt x="5735" y="4051"/>
                </a:lnTo>
                <a:lnTo>
                  <a:pt x="5723" y="4064"/>
                </a:lnTo>
                <a:lnTo>
                  <a:pt x="5710" y="4076"/>
                </a:lnTo>
                <a:lnTo>
                  <a:pt x="5697" y="4088"/>
                </a:lnTo>
                <a:lnTo>
                  <a:pt x="5683" y="4098"/>
                </a:lnTo>
                <a:lnTo>
                  <a:pt x="5668" y="4109"/>
                </a:lnTo>
                <a:lnTo>
                  <a:pt x="5654" y="4118"/>
                </a:lnTo>
                <a:lnTo>
                  <a:pt x="5638" y="4127"/>
                </a:lnTo>
                <a:lnTo>
                  <a:pt x="5622" y="4136"/>
                </a:lnTo>
                <a:lnTo>
                  <a:pt x="5606" y="4143"/>
                </a:lnTo>
                <a:lnTo>
                  <a:pt x="5589" y="4149"/>
                </a:lnTo>
                <a:lnTo>
                  <a:pt x="5571" y="4156"/>
                </a:lnTo>
                <a:lnTo>
                  <a:pt x="5554" y="4160"/>
                </a:lnTo>
                <a:lnTo>
                  <a:pt x="5537" y="4165"/>
                </a:lnTo>
                <a:lnTo>
                  <a:pt x="5518" y="4168"/>
                </a:lnTo>
                <a:lnTo>
                  <a:pt x="5500" y="4171"/>
                </a:lnTo>
                <a:lnTo>
                  <a:pt x="5481" y="4172"/>
                </a:lnTo>
                <a:lnTo>
                  <a:pt x="5462" y="4173"/>
                </a:lnTo>
                <a:lnTo>
                  <a:pt x="370" y="4173"/>
                </a:lnTo>
                <a:lnTo>
                  <a:pt x="351" y="4172"/>
                </a:lnTo>
                <a:lnTo>
                  <a:pt x="332" y="4171"/>
                </a:lnTo>
                <a:lnTo>
                  <a:pt x="313" y="4168"/>
                </a:lnTo>
                <a:lnTo>
                  <a:pt x="295" y="4165"/>
                </a:lnTo>
                <a:lnTo>
                  <a:pt x="277" y="4160"/>
                </a:lnTo>
                <a:lnTo>
                  <a:pt x="259" y="4156"/>
                </a:lnTo>
                <a:lnTo>
                  <a:pt x="243" y="4149"/>
                </a:lnTo>
                <a:lnTo>
                  <a:pt x="226" y="4143"/>
                </a:lnTo>
                <a:lnTo>
                  <a:pt x="209" y="4136"/>
                </a:lnTo>
                <a:lnTo>
                  <a:pt x="194" y="4127"/>
                </a:lnTo>
                <a:lnTo>
                  <a:pt x="178" y="4118"/>
                </a:lnTo>
                <a:lnTo>
                  <a:pt x="162" y="4109"/>
                </a:lnTo>
                <a:lnTo>
                  <a:pt x="148" y="4098"/>
                </a:lnTo>
                <a:lnTo>
                  <a:pt x="134" y="4088"/>
                </a:lnTo>
                <a:lnTo>
                  <a:pt x="121" y="4076"/>
                </a:lnTo>
                <a:lnTo>
                  <a:pt x="108" y="4064"/>
                </a:lnTo>
                <a:lnTo>
                  <a:pt x="95" y="4051"/>
                </a:lnTo>
                <a:lnTo>
                  <a:pt x="84" y="4038"/>
                </a:lnTo>
                <a:lnTo>
                  <a:pt x="73" y="4023"/>
                </a:lnTo>
                <a:lnTo>
                  <a:pt x="63" y="4009"/>
                </a:lnTo>
                <a:lnTo>
                  <a:pt x="53" y="3994"/>
                </a:lnTo>
                <a:lnTo>
                  <a:pt x="44" y="3979"/>
                </a:lnTo>
                <a:lnTo>
                  <a:pt x="36" y="3962"/>
                </a:lnTo>
                <a:lnTo>
                  <a:pt x="29" y="3947"/>
                </a:lnTo>
                <a:lnTo>
                  <a:pt x="22" y="3930"/>
                </a:lnTo>
                <a:lnTo>
                  <a:pt x="16" y="3912"/>
                </a:lnTo>
                <a:lnTo>
                  <a:pt x="11" y="3895"/>
                </a:lnTo>
                <a:lnTo>
                  <a:pt x="7" y="3877"/>
                </a:lnTo>
                <a:lnTo>
                  <a:pt x="4" y="3858"/>
                </a:lnTo>
                <a:lnTo>
                  <a:pt x="2" y="3841"/>
                </a:lnTo>
                <a:lnTo>
                  <a:pt x="0" y="3822"/>
                </a:lnTo>
                <a:lnTo>
                  <a:pt x="0" y="3803"/>
                </a:lnTo>
                <a:lnTo>
                  <a:pt x="0" y="846"/>
                </a:lnTo>
                <a:lnTo>
                  <a:pt x="0" y="827"/>
                </a:lnTo>
                <a:lnTo>
                  <a:pt x="2" y="808"/>
                </a:lnTo>
                <a:lnTo>
                  <a:pt x="4" y="790"/>
                </a:lnTo>
                <a:lnTo>
                  <a:pt x="7" y="772"/>
                </a:lnTo>
                <a:lnTo>
                  <a:pt x="11" y="754"/>
                </a:lnTo>
                <a:lnTo>
                  <a:pt x="16" y="737"/>
                </a:lnTo>
                <a:lnTo>
                  <a:pt x="22" y="720"/>
                </a:lnTo>
                <a:lnTo>
                  <a:pt x="29" y="702"/>
                </a:lnTo>
                <a:lnTo>
                  <a:pt x="36" y="686"/>
                </a:lnTo>
                <a:lnTo>
                  <a:pt x="44" y="670"/>
                </a:lnTo>
                <a:lnTo>
                  <a:pt x="53" y="655"/>
                </a:lnTo>
                <a:lnTo>
                  <a:pt x="63" y="640"/>
                </a:lnTo>
                <a:lnTo>
                  <a:pt x="73" y="625"/>
                </a:lnTo>
                <a:lnTo>
                  <a:pt x="84" y="612"/>
                </a:lnTo>
                <a:lnTo>
                  <a:pt x="95" y="598"/>
                </a:lnTo>
                <a:lnTo>
                  <a:pt x="108" y="585"/>
                </a:lnTo>
                <a:lnTo>
                  <a:pt x="121" y="573"/>
                </a:lnTo>
                <a:lnTo>
                  <a:pt x="134" y="562"/>
                </a:lnTo>
                <a:lnTo>
                  <a:pt x="148" y="550"/>
                </a:lnTo>
                <a:lnTo>
                  <a:pt x="162" y="539"/>
                </a:lnTo>
                <a:lnTo>
                  <a:pt x="178" y="530"/>
                </a:lnTo>
                <a:lnTo>
                  <a:pt x="194" y="521"/>
                </a:lnTo>
                <a:lnTo>
                  <a:pt x="209" y="513"/>
                </a:lnTo>
                <a:lnTo>
                  <a:pt x="226" y="506"/>
                </a:lnTo>
                <a:lnTo>
                  <a:pt x="243" y="499"/>
                </a:lnTo>
                <a:lnTo>
                  <a:pt x="259" y="494"/>
                </a:lnTo>
                <a:lnTo>
                  <a:pt x="277" y="488"/>
                </a:lnTo>
                <a:lnTo>
                  <a:pt x="295" y="484"/>
                </a:lnTo>
                <a:lnTo>
                  <a:pt x="313" y="480"/>
                </a:lnTo>
                <a:lnTo>
                  <a:pt x="332" y="478"/>
                </a:lnTo>
                <a:lnTo>
                  <a:pt x="351" y="477"/>
                </a:lnTo>
                <a:lnTo>
                  <a:pt x="370" y="477"/>
                </a:lnTo>
                <a:close/>
                <a:moveTo>
                  <a:pt x="542" y="0"/>
                </a:moveTo>
                <a:lnTo>
                  <a:pt x="1703" y="0"/>
                </a:lnTo>
                <a:lnTo>
                  <a:pt x="1703" y="350"/>
                </a:lnTo>
                <a:lnTo>
                  <a:pt x="542" y="350"/>
                </a:lnTo>
                <a:lnTo>
                  <a:pt x="542" y="0"/>
                </a:lnTo>
                <a:close/>
                <a:moveTo>
                  <a:pt x="4019" y="1725"/>
                </a:moveTo>
                <a:lnTo>
                  <a:pt x="4019" y="1725"/>
                </a:lnTo>
                <a:lnTo>
                  <a:pt x="3983" y="1726"/>
                </a:lnTo>
                <a:lnTo>
                  <a:pt x="3946" y="1729"/>
                </a:lnTo>
                <a:lnTo>
                  <a:pt x="3910" y="1734"/>
                </a:lnTo>
                <a:lnTo>
                  <a:pt x="3874" y="1740"/>
                </a:lnTo>
                <a:lnTo>
                  <a:pt x="3840" y="1747"/>
                </a:lnTo>
                <a:lnTo>
                  <a:pt x="3806" y="1758"/>
                </a:lnTo>
                <a:lnTo>
                  <a:pt x="3773" y="1769"/>
                </a:lnTo>
                <a:lnTo>
                  <a:pt x="3740" y="1782"/>
                </a:lnTo>
                <a:lnTo>
                  <a:pt x="3708" y="1797"/>
                </a:lnTo>
                <a:lnTo>
                  <a:pt x="3677" y="1812"/>
                </a:lnTo>
                <a:lnTo>
                  <a:pt x="3647" y="1829"/>
                </a:lnTo>
                <a:lnTo>
                  <a:pt x="3618" y="1848"/>
                </a:lnTo>
                <a:lnTo>
                  <a:pt x="3590" y="1868"/>
                </a:lnTo>
                <a:lnTo>
                  <a:pt x="3563" y="1889"/>
                </a:lnTo>
                <a:lnTo>
                  <a:pt x="3537" y="1911"/>
                </a:lnTo>
                <a:lnTo>
                  <a:pt x="3512" y="1936"/>
                </a:lnTo>
                <a:lnTo>
                  <a:pt x="3488" y="1960"/>
                </a:lnTo>
                <a:lnTo>
                  <a:pt x="3465" y="1987"/>
                </a:lnTo>
                <a:lnTo>
                  <a:pt x="3444" y="2014"/>
                </a:lnTo>
                <a:lnTo>
                  <a:pt x="3424" y="2042"/>
                </a:lnTo>
                <a:lnTo>
                  <a:pt x="3405" y="2071"/>
                </a:lnTo>
                <a:lnTo>
                  <a:pt x="3388" y="2101"/>
                </a:lnTo>
                <a:lnTo>
                  <a:pt x="3372" y="2132"/>
                </a:lnTo>
                <a:lnTo>
                  <a:pt x="3358" y="2164"/>
                </a:lnTo>
                <a:lnTo>
                  <a:pt x="3345" y="2197"/>
                </a:lnTo>
                <a:lnTo>
                  <a:pt x="3334" y="2230"/>
                </a:lnTo>
                <a:lnTo>
                  <a:pt x="3324" y="2264"/>
                </a:lnTo>
                <a:lnTo>
                  <a:pt x="3316" y="2298"/>
                </a:lnTo>
                <a:lnTo>
                  <a:pt x="3309" y="2334"/>
                </a:lnTo>
                <a:lnTo>
                  <a:pt x="3305" y="2369"/>
                </a:lnTo>
                <a:lnTo>
                  <a:pt x="3303" y="2406"/>
                </a:lnTo>
                <a:lnTo>
                  <a:pt x="3302" y="2443"/>
                </a:lnTo>
                <a:lnTo>
                  <a:pt x="3303" y="2480"/>
                </a:lnTo>
                <a:lnTo>
                  <a:pt x="3305" y="2517"/>
                </a:lnTo>
                <a:lnTo>
                  <a:pt x="3309" y="2552"/>
                </a:lnTo>
                <a:lnTo>
                  <a:pt x="3316" y="2587"/>
                </a:lnTo>
                <a:lnTo>
                  <a:pt x="3324" y="2622"/>
                </a:lnTo>
                <a:lnTo>
                  <a:pt x="3334" y="2656"/>
                </a:lnTo>
                <a:lnTo>
                  <a:pt x="3345" y="2689"/>
                </a:lnTo>
                <a:lnTo>
                  <a:pt x="3358" y="2722"/>
                </a:lnTo>
                <a:lnTo>
                  <a:pt x="3372" y="2754"/>
                </a:lnTo>
                <a:lnTo>
                  <a:pt x="3388" y="2784"/>
                </a:lnTo>
                <a:lnTo>
                  <a:pt x="3405" y="2814"/>
                </a:lnTo>
                <a:lnTo>
                  <a:pt x="3424" y="2843"/>
                </a:lnTo>
                <a:lnTo>
                  <a:pt x="3444" y="2872"/>
                </a:lnTo>
                <a:lnTo>
                  <a:pt x="3465" y="2899"/>
                </a:lnTo>
                <a:lnTo>
                  <a:pt x="3488" y="2924"/>
                </a:lnTo>
                <a:lnTo>
                  <a:pt x="3512" y="2950"/>
                </a:lnTo>
                <a:lnTo>
                  <a:pt x="3537" y="2973"/>
                </a:lnTo>
                <a:lnTo>
                  <a:pt x="3563" y="2997"/>
                </a:lnTo>
                <a:lnTo>
                  <a:pt x="3590" y="3018"/>
                </a:lnTo>
                <a:lnTo>
                  <a:pt x="3618" y="3038"/>
                </a:lnTo>
                <a:lnTo>
                  <a:pt x="3647" y="3056"/>
                </a:lnTo>
                <a:lnTo>
                  <a:pt x="3677" y="3074"/>
                </a:lnTo>
                <a:lnTo>
                  <a:pt x="3708" y="3089"/>
                </a:lnTo>
                <a:lnTo>
                  <a:pt x="3740" y="3104"/>
                </a:lnTo>
                <a:lnTo>
                  <a:pt x="3773" y="3117"/>
                </a:lnTo>
                <a:lnTo>
                  <a:pt x="3806" y="3128"/>
                </a:lnTo>
                <a:lnTo>
                  <a:pt x="3840" y="3137"/>
                </a:lnTo>
                <a:lnTo>
                  <a:pt x="3874" y="3145"/>
                </a:lnTo>
                <a:lnTo>
                  <a:pt x="3910" y="3152"/>
                </a:lnTo>
                <a:lnTo>
                  <a:pt x="3946" y="3156"/>
                </a:lnTo>
                <a:lnTo>
                  <a:pt x="3983" y="3160"/>
                </a:lnTo>
                <a:lnTo>
                  <a:pt x="4019" y="3161"/>
                </a:lnTo>
                <a:lnTo>
                  <a:pt x="4056" y="3160"/>
                </a:lnTo>
                <a:lnTo>
                  <a:pt x="4092" y="3156"/>
                </a:lnTo>
                <a:lnTo>
                  <a:pt x="4129" y="3152"/>
                </a:lnTo>
                <a:lnTo>
                  <a:pt x="4163" y="3145"/>
                </a:lnTo>
                <a:lnTo>
                  <a:pt x="4198" y="3137"/>
                </a:lnTo>
                <a:lnTo>
                  <a:pt x="4232" y="3128"/>
                </a:lnTo>
                <a:lnTo>
                  <a:pt x="4266" y="3117"/>
                </a:lnTo>
                <a:lnTo>
                  <a:pt x="4298" y="3104"/>
                </a:lnTo>
                <a:lnTo>
                  <a:pt x="4329" y="3089"/>
                </a:lnTo>
                <a:lnTo>
                  <a:pt x="4361" y="3074"/>
                </a:lnTo>
                <a:lnTo>
                  <a:pt x="4391" y="3056"/>
                </a:lnTo>
                <a:lnTo>
                  <a:pt x="4420" y="3038"/>
                </a:lnTo>
                <a:lnTo>
                  <a:pt x="4447" y="3018"/>
                </a:lnTo>
                <a:lnTo>
                  <a:pt x="4475" y="2997"/>
                </a:lnTo>
                <a:lnTo>
                  <a:pt x="4501" y="2973"/>
                </a:lnTo>
                <a:lnTo>
                  <a:pt x="4527" y="2950"/>
                </a:lnTo>
                <a:lnTo>
                  <a:pt x="4550" y="2924"/>
                </a:lnTo>
                <a:lnTo>
                  <a:pt x="4572" y="2899"/>
                </a:lnTo>
                <a:lnTo>
                  <a:pt x="4595" y="2872"/>
                </a:lnTo>
                <a:lnTo>
                  <a:pt x="4614" y="2843"/>
                </a:lnTo>
                <a:lnTo>
                  <a:pt x="4633" y="2814"/>
                </a:lnTo>
                <a:lnTo>
                  <a:pt x="4650" y="2784"/>
                </a:lnTo>
                <a:lnTo>
                  <a:pt x="4666" y="2754"/>
                </a:lnTo>
                <a:lnTo>
                  <a:pt x="4680" y="2722"/>
                </a:lnTo>
                <a:lnTo>
                  <a:pt x="4693" y="2689"/>
                </a:lnTo>
                <a:lnTo>
                  <a:pt x="4705" y="2656"/>
                </a:lnTo>
                <a:lnTo>
                  <a:pt x="4714" y="2622"/>
                </a:lnTo>
                <a:lnTo>
                  <a:pt x="4722" y="2587"/>
                </a:lnTo>
                <a:lnTo>
                  <a:pt x="4728" y="2552"/>
                </a:lnTo>
                <a:lnTo>
                  <a:pt x="4733" y="2517"/>
                </a:lnTo>
                <a:lnTo>
                  <a:pt x="4736" y="2480"/>
                </a:lnTo>
                <a:lnTo>
                  <a:pt x="4736" y="2443"/>
                </a:lnTo>
                <a:lnTo>
                  <a:pt x="4736" y="2406"/>
                </a:lnTo>
                <a:lnTo>
                  <a:pt x="4733" y="2369"/>
                </a:lnTo>
                <a:lnTo>
                  <a:pt x="4728" y="2334"/>
                </a:lnTo>
                <a:lnTo>
                  <a:pt x="4722" y="2298"/>
                </a:lnTo>
                <a:lnTo>
                  <a:pt x="4714" y="2264"/>
                </a:lnTo>
                <a:lnTo>
                  <a:pt x="4705" y="2230"/>
                </a:lnTo>
                <a:lnTo>
                  <a:pt x="4693" y="2197"/>
                </a:lnTo>
                <a:lnTo>
                  <a:pt x="4680" y="2164"/>
                </a:lnTo>
                <a:lnTo>
                  <a:pt x="4666" y="2132"/>
                </a:lnTo>
                <a:lnTo>
                  <a:pt x="4650" y="2101"/>
                </a:lnTo>
                <a:lnTo>
                  <a:pt x="4633" y="2071"/>
                </a:lnTo>
                <a:lnTo>
                  <a:pt x="4614" y="2042"/>
                </a:lnTo>
                <a:lnTo>
                  <a:pt x="4595" y="2014"/>
                </a:lnTo>
                <a:lnTo>
                  <a:pt x="4572" y="1987"/>
                </a:lnTo>
                <a:lnTo>
                  <a:pt x="4550" y="1960"/>
                </a:lnTo>
                <a:lnTo>
                  <a:pt x="4527" y="1936"/>
                </a:lnTo>
                <a:lnTo>
                  <a:pt x="4501" y="1911"/>
                </a:lnTo>
                <a:lnTo>
                  <a:pt x="4475" y="1889"/>
                </a:lnTo>
                <a:lnTo>
                  <a:pt x="4447" y="1868"/>
                </a:lnTo>
                <a:lnTo>
                  <a:pt x="4420" y="1848"/>
                </a:lnTo>
                <a:lnTo>
                  <a:pt x="4391" y="1829"/>
                </a:lnTo>
                <a:lnTo>
                  <a:pt x="4361" y="1812"/>
                </a:lnTo>
                <a:lnTo>
                  <a:pt x="4329" y="1797"/>
                </a:lnTo>
                <a:lnTo>
                  <a:pt x="4298" y="1782"/>
                </a:lnTo>
                <a:lnTo>
                  <a:pt x="4266" y="1769"/>
                </a:lnTo>
                <a:lnTo>
                  <a:pt x="4232" y="1758"/>
                </a:lnTo>
                <a:lnTo>
                  <a:pt x="4198" y="1747"/>
                </a:lnTo>
                <a:lnTo>
                  <a:pt x="4163" y="1740"/>
                </a:lnTo>
                <a:lnTo>
                  <a:pt x="4129" y="1734"/>
                </a:lnTo>
                <a:lnTo>
                  <a:pt x="4092" y="1729"/>
                </a:lnTo>
                <a:lnTo>
                  <a:pt x="4056" y="1726"/>
                </a:lnTo>
                <a:lnTo>
                  <a:pt x="4019" y="1725"/>
                </a:lnTo>
                <a:close/>
                <a:moveTo>
                  <a:pt x="1375" y="838"/>
                </a:moveTo>
                <a:lnTo>
                  <a:pt x="1375" y="3754"/>
                </a:lnTo>
                <a:lnTo>
                  <a:pt x="1591" y="3754"/>
                </a:lnTo>
                <a:lnTo>
                  <a:pt x="1591" y="838"/>
                </a:lnTo>
                <a:lnTo>
                  <a:pt x="1375" y="838"/>
                </a:lnTo>
                <a:close/>
                <a:moveTo>
                  <a:pt x="1841" y="690"/>
                </a:moveTo>
                <a:lnTo>
                  <a:pt x="1841" y="1260"/>
                </a:lnTo>
                <a:lnTo>
                  <a:pt x="2899" y="1260"/>
                </a:lnTo>
                <a:lnTo>
                  <a:pt x="2899" y="690"/>
                </a:lnTo>
                <a:lnTo>
                  <a:pt x="1841" y="690"/>
                </a:lnTo>
                <a:close/>
                <a:moveTo>
                  <a:pt x="4019" y="1003"/>
                </a:moveTo>
                <a:lnTo>
                  <a:pt x="4019" y="1003"/>
                </a:lnTo>
                <a:lnTo>
                  <a:pt x="3982" y="1004"/>
                </a:lnTo>
                <a:lnTo>
                  <a:pt x="3945" y="1005"/>
                </a:lnTo>
                <a:lnTo>
                  <a:pt x="3908" y="1007"/>
                </a:lnTo>
                <a:lnTo>
                  <a:pt x="3872" y="1011"/>
                </a:lnTo>
                <a:lnTo>
                  <a:pt x="3835" y="1015"/>
                </a:lnTo>
                <a:lnTo>
                  <a:pt x="3800" y="1020"/>
                </a:lnTo>
                <a:lnTo>
                  <a:pt x="3764" y="1026"/>
                </a:lnTo>
                <a:lnTo>
                  <a:pt x="3728" y="1033"/>
                </a:lnTo>
                <a:lnTo>
                  <a:pt x="3694" y="1040"/>
                </a:lnTo>
                <a:lnTo>
                  <a:pt x="3659" y="1049"/>
                </a:lnTo>
                <a:lnTo>
                  <a:pt x="3625" y="1058"/>
                </a:lnTo>
                <a:lnTo>
                  <a:pt x="3591" y="1068"/>
                </a:lnTo>
                <a:lnTo>
                  <a:pt x="3558" y="1079"/>
                </a:lnTo>
                <a:lnTo>
                  <a:pt x="3524" y="1091"/>
                </a:lnTo>
                <a:lnTo>
                  <a:pt x="3491" y="1103"/>
                </a:lnTo>
                <a:lnTo>
                  <a:pt x="3459" y="1117"/>
                </a:lnTo>
                <a:lnTo>
                  <a:pt x="3426" y="1130"/>
                </a:lnTo>
                <a:lnTo>
                  <a:pt x="3395" y="1146"/>
                </a:lnTo>
                <a:lnTo>
                  <a:pt x="3364" y="1161"/>
                </a:lnTo>
                <a:lnTo>
                  <a:pt x="3333" y="1177"/>
                </a:lnTo>
                <a:lnTo>
                  <a:pt x="3303" y="1194"/>
                </a:lnTo>
                <a:lnTo>
                  <a:pt x="3273" y="1211"/>
                </a:lnTo>
                <a:lnTo>
                  <a:pt x="3244" y="1230"/>
                </a:lnTo>
                <a:lnTo>
                  <a:pt x="3215" y="1249"/>
                </a:lnTo>
                <a:lnTo>
                  <a:pt x="3186" y="1269"/>
                </a:lnTo>
                <a:lnTo>
                  <a:pt x="3158" y="1289"/>
                </a:lnTo>
                <a:lnTo>
                  <a:pt x="3130" y="1311"/>
                </a:lnTo>
                <a:lnTo>
                  <a:pt x="3103" y="1332"/>
                </a:lnTo>
                <a:lnTo>
                  <a:pt x="3077" y="1354"/>
                </a:lnTo>
                <a:lnTo>
                  <a:pt x="3051" y="1377"/>
                </a:lnTo>
                <a:lnTo>
                  <a:pt x="3026" y="1401"/>
                </a:lnTo>
                <a:lnTo>
                  <a:pt x="3001" y="1425"/>
                </a:lnTo>
                <a:lnTo>
                  <a:pt x="2977" y="1450"/>
                </a:lnTo>
                <a:lnTo>
                  <a:pt x="2954" y="1474"/>
                </a:lnTo>
                <a:lnTo>
                  <a:pt x="2930" y="1501"/>
                </a:lnTo>
                <a:lnTo>
                  <a:pt x="2908" y="1527"/>
                </a:lnTo>
                <a:lnTo>
                  <a:pt x="2887" y="1554"/>
                </a:lnTo>
                <a:lnTo>
                  <a:pt x="2866" y="1581"/>
                </a:lnTo>
                <a:lnTo>
                  <a:pt x="2844" y="1609"/>
                </a:lnTo>
                <a:lnTo>
                  <a:pt x="2826" y="1638"/>
                </a:lnTo>
                <a:lnTo>
                  <a:pt x="2807" y="1667"/>
                </a:lnTo>
                <a:lnTo>
                  <a:pt x="2788" y="1696"/>
                </a:lnTo>
                <a:lnTo>
                  <a:pt x="2770" y="1726"/>
                </a:lnTo>
                <a:lnTo>
                  <a:pt x="2753" y="1756"/>
                </a:lnTo>
                <a:lnTo>
                  <a:pt x="2737" y="1788"/>
                </a:lnTo>
                <a:lnTo>
                  <a:pt x="2722" y="1819"/>
                </a:lnTo>
                <a:lnTo>
                  <a:pt x="2706" y="1850"/>
                </a:lnTo>
                <a:lnTo>
                  <a:pt x="2693" y="1882"/>
                </a:lnTo>
                <a:lnTo>
                  <a:pt x="2679" y="1915"/>
                </a:lnTo>
                <a:lnTo>
                  <a:pt x="2667" y="1948"/>
                </a:lnTo>
                <a:lnTo>
                  <a:pt x="2655" y="1982"/>
                </a:lnTo>
                <a:lnTo>
                  <a:pt x="2644" y="2015"/>
                </a:lnTo>
                <a:lnTo>
                  <a:pt x="2634" y="2048"/>
                </a:lnTo>
                <a:lnTo>
                  <a:pt x="2625" y="2083"/>
                </a:lnTo>
                <a:lnTo>
                  <a:pt x="2616" y="2118"/>
                </a:lnTo>
                <a:lnTo>
                  <a:pt x="2609" y="2153"/>
                </a:lnTo>
                <a:lnTo>
                  <a:pt x="2601" y="2188"/>
                </a:lnTo>
                <a:lnTo>
                  <a:pt x="2596" y="2223"/>
                </a:lnTo>
                <a:lnTo>
                  <a:pt x="2591" y="2259"/>
                </a:lnTo>
                <a:lnTo>
                  <a:pt x="2587" y="2296"/>
                </a:lnTo>
                <a:lnTo>
                  <a:pt x="2584" y="2332"/>
                </a:lnTo>
                <a:lnTo>
                  <a:pt x="2581" y="2368"/>
                </a:lnTo>
                <a:lnTo>
                  <a:pt x="2580" y="2405"/>
                </a:lnTo>
                <a:lnTo>
                  <a:pt x="2579" y="2443"/>
                </a:lnTo>
                <a:lnTo>
                  <a:pt x="2580" y="2480"/>
                </a:lnTo>
                <a:lnTo>
                  <a:pt x="2581" y="2517"/>
                </a:lnTo>
                <a:lnTo>
                  <a:pt x="2584" y="2553"/>
                </a:lnTo>
                <a:lnTo>
                  <a:pt x="2587" y="2590"/>
                </a:lnTo>
                <a:lnTo>
                  <a:pt x="2591" y="2626"/>
                </a:lnTo>
                <a:lnTo>
                  <a:pt x="2596" y="2661"/>
                </a:lnTo>
                <a:lnTo>
                  <a:pt x="2601" y="2697"/>
                </a:lnTo>
                <a:lnTo>
                  <a:pt x="2609" y="2733"/>
                </a:lnTo>
                <a:lnTo>
                  <a:pt x="2616" y="2767"/>
                </a:lnTo>
                <a:lnTo>
                  <a:pt x="2625" y="2803"/>
                </a:lnTo>
                <a:lnTo>
                  <a:pt x="2634" y="2836"/>
                </a:lnTo>
                <a:lnTo>
                  <a:pt x="2644" y="2871"/>
                </a:lnTo>
                <a:lnTo>
                  <a:pt x="2655" y="2904"/>
                </a:lnTo>
                <a:lnTo>
                  <a:pt x="2667" y="2938"/>
                </a:lnTo>
                <a:lnTo>
                  <a:pt x="2679" y="2970"/>
                </a:lnTo>
                <a:lnTo>
                  <a:pt x="2693" y="3004"/>
                </a:lnTo>
                <a:lnTo>
                  <a:pt x="2706" y="3035"/>
                </a:lnTo>
                <a:lnTo>
                  <a:pt x="2722" y="3067"/>
                </a:lnTo>
                <a:lnTo>
                  <a:pt x="2737" y="3098"/>
                </a:lnTo>
                <a:lnTo>
                  <a:pt x="2753" y="3128"/>
                </a:lnTo>
                <a:lnTo>
                  <a:pt x="2770" y="3160"/>
                </a:lnTo>
                <a:lnTo>
                  <a:pt x="2788" y="3189"/>
                </a:lnTo>
                <a:lnTo>
                  <a:pt x="2807" y="3219"/>
                </a:lnTo>
                <a:lnTo>
                  <a:pt x="2826" y="3248"/>
                </a:lnTo>
                <a:lnTo>
                  <a:pt x="2844" y="3276"/>
                </a:lnTo>
                <a:lnTo>
                  <a:pt x="2866" y="3305"/>
                </a:lnTo>
                <a:lnTo>
                  <a:pt x="2887" y="3331"/>
                </a:lnTo>
                <a:lnTo>
                  <a:pt x="2908" y="3358"/>
                </a:lnTo>
                <a:lnTo>
                  <a:pt x="2930" y="3385"/>
                </a:lnTo>
                <a:lnTo>
                  <a:pt x="2954" y="3410"/>
                </a:lnTo>
                <a:lnTo>
                  <a:pt x="2977" y="3436"/>
                </a:lnTo>
                <a:lnTo>
                  <a:pt x="3001" y="3461"/>
                </a:lnTo>
                <a:lnTo>
                  <a:pt x="3026" y="3485"/>
                </a:lnTo>
                <a:lnTo>
                  <a:pt x="3051" y="3508"/>
                </a:lnTo>
                <a:lnTo>
                  <a:pt x="3077" y="3531"/>
                </a:lnTo>
                <a:lnTo>
                  <a:pt x="3103" y="3553"/>
                </a:lnTo>
                <a:lnTo>
                  <a:pt x="3130" y="3575"/>
                </a:lnTo>
                <a:lnTo>
                  <a:pt x="3158" y="3597"/>
                </a:lnTo>
                <a:lnTo>
                  <a:pt x="3186" y="3617"/>
                </a:lnTo>
                <a:lnTo>
                  <a:pt x="3215" y="3637"/>
                </a:lnTo>
                <a:lnTo>
                  <a:pt x="3244" y="3656"/>
                </a:lnTo>
                <a:lnTo>
                  <a:pt x="3273" y="3673"/>
                </a:lnTo>
                <a:lnTo>
                  <a:pt x="3303" y="3691"/>
                </a:lnTo>
                <a:lnTo>
                  <a:pt x="3333" y="3708"/>
                </a:lnTo>
                <a:lnTo>
                  <a:pt x="3364" y="3725"/>
                </a:lnTo>
                <a:lnTo>
                  <a:pt x="3395" y="3740"/>
                </a:lnTo>
                <a:lnTo>
                  <a:pt x="3426" y="3755"/>
                </a:lnTo>
                <a:lnTo>
                  <a:pt x="3459" y="3769"/>
                </a:lnTo>
                <a:lnTo>
                  <a:pt x="3491" y="3783"/>
                </a:lnTo>
                <a:lnTo>
                  <a:pt x="3524" y="3795"/>
                </a:lnTo>
                <a:lnTo>
                  <a:pt x="3558" y="3806"/>
                </a:lnTo>
                <a:lnTo>
                  <a:pt x="3591" y="3817"/>
                </a:lnTo>
                <a:lnTo>
                  <a:pt x="3625" y="3827"/>
                </a:lnTo>
                <a:lnTo>
                  <a:pt x="3659" y="3837"/>
                </a:lnTo>
                <a:lnTo>
                  <a:pt x="3694" y="3845"/>
                </a:lnTo>
                <a:lnTo>
                  <a:pt x="3728" y="3853"/>
                </a:lnTo>
                <a:lnTo>
                  <a:pt x="3764" y="3860"/>
                </a:lnTo>
                <a:lnTo>
                  <a:pt x="3800" y="3865"/>
                </a:lnTo>
                <a:lnTo>
                  <a:pt x="3835" y="3871"/>
                </a:lnTo>
                <a:lnTo>
                  <a:pt x="3872" y="3875"/>
                </a:lnTo>
                <a:lnTo>
                  <a:pt x="3908" y="3879"/>
                </a:lnTo>
                <a:lnTo>
                  <a:pt x="3945" y="3881"/>
                </a:lnTo>
                <a:lnTo>
                  <a:pt x="3982" y="3882"/>
                </a:lnTo>
                <a:lnTo>
                  <a:pt x="4019" y="3882"/>
                </a:lnTo>
                <a:lnTo>
                  <a:pt x="4056" y="3882"/>
                </a:lnTo>
                <a:lnTo>
                  <a:pt x="4093" y="3881"/>
                </a:lnTo>
                <a:lnTo>
                  <a:pt x="4130" y="3879"/>
                </a:lnTo>
                <a:lnTo>
                  <a:pt x="4167" y="3875"/>
                </a:lnTo>
                <a:lnTo>
                  <a:pt x="4202" y="3871"/>
                </a:lnTo>
                <a:lnTo>
                  <a:pt x="4238" y="3865"/>
                </a:lnTo>
                <a:lnTo>
                  <a:pt x="4274" y="3860"/>
                </a:lnTo>
                <a:lnTo>
                  <a:pt x="4309" y="3853"/>
                </a:lnTo>
                <a:lnTo>
                  <a:pt x="4344" y="3845"/>
                </a:lnTo>
                <a:lnTo>
                  <a:pt x="4378" y="3837"/>
                </a:lnTo>
                <a:lnTo>
                  <a:pt x="4413" y="3827"/>
                </a:lnTo>
                <a:lnTo>
                  <a:pt x="4447" y="3817"/>
                </a:lnTo>
                <a:lnTo>
                  <a:pt x="4481" y="3806"/>
                </a:lnTo>
                <a:lnTo>
                  <a:pt x="4514" y="3795"/>
                </a:lnTo>
                <a:lnTo>
                  <a:pt x="4547" y="3783"/>
                </a:lnTo>
                <a:lnTo>
                  <a:pt x="4579" y="3769"/>
                </a:lnTo>
                <a:lnTo>
                  <a:pt x="4611" y="3755"/>
                </a:lnTo>
                <a:lnTo>
                  <a:pt x="4644" y="3740"/>
                </a:lnTo>
                <a:lnTo>
                  <a:pt x="4675" y="3725"/>
                </a:lnTo>
                <a:lnTo>
                  <a:pt x="4705" y="3708"/>
                </a:lnTo>
                <a:lnTo>
                  <a:pt x="4736" y="3691"/>
                </a:lnTo>
                <a:lnTo>
                  <a:pt x="4765" y="3673"/>
                </a:lnTo>
                <a:lnTo>
                  <a:pt x="4795" y="3656"/>
                </a:lnTo>
                <a:lnTo>
                  <a:pt x="4824" y="3637"/>
                </a:lnTo>
                <a:lnTo>
                  <a:pt x="4852" y="3617"/>
                </a:lnTo>
                <a:lnTo>
                  <a:pt x="4880" y="3597"/>
                </a:lnTo>
                <a:lnTo>
                  <a:pt x="4908" y="3575"/>
                </a:lnTo>
                <a:lnTo>
                  <a:pt x="4935" y="3553"/>
                </a:lnTo>
                <a:lnTo>
                  <a:pt x="4961" y="3531"/>
                </a:lnTo>
                <a:lnTo>
                  <a:pt x="4987" y="3508"/>
                </a:lnTo>
                <a:lnTo>
                  <a:pt x="5013" y="3485"/>
                </a:lnTo>
                <a:lnTo>
                  <a:pt x="5037" y="3461"/>
                </a:lnTo>
                <a:lnTo>
                  <a:pt x="5061" y="3436"/>
                </a:lnTo>
                <a:lnTo>
                  <a:pt x="5085" y="3410"/>
                </a:lnTo>
                <a:lnTo>
                  <a:pt x="5107" y="3385"/>
                </a:lnTo>
                <a:lnTo>
                  <a:pt x="5130" y="3358"/>
                </a:lnTo>
                <a:lnTo>
                  <a:pt x="5152" y="3331"/>
                </a:lnTo>
                <a:lnTo>
                  <a:pt x="5173" y="3305"/>
                </a:lnTo>
                <a:lnTo>
                  <a:pt x="5193" y="3276"/>
                </a:lnTo>
                <a:lnTo>
                  <a:pt x="5213" y="3248"/>
                </a:lnTo>
                <a:lnTo>
                  <a:pt x="5232" y="3219"/>
                </a:lnTo>
                <a:lnTo>
                  <a:pt x="5250" y="3189"/>
                </a:lnTo>
                <a:lnTo>
                  <a:pt x="5268" y="3160"/>
                </a:lnTo>
                <a:lnTo>
                  <a:pt x="5285" y="3128"/>
                </a:lnTo>
                <a:lnTo>
                  <a:pt x="5301" y="3098"/>
                </a:lnTo>
                <a:lnTo>
                  <a:pt x="5317" y="3067"/>
                </a:lnTo>
                <a:lnTo>
                  <a:pt x="5331" y="3035"/>
                </a:lnTo>
                <a:lnTo>
                  <a:pt x="5346" y="3004"/>
                </a:lnTo>
                <a:lnTo>
                  <a:pt x="5359" y="2970"/>
                </a:lnTo>
                <a:lnTo>
                  <a:pt x="5372" y="2938"/>
                </a:lnTo>
                <a:lnTo>
                  <a:pt x="5383" y="2904"/>
                </a:lnTo>
                <a:lnTo>
                  <a:pt x="5394" y="2871"/>
                </a:lnTo>
                <a:lnTo>
                  <a:pt x="5404" y="2836"/>
                </a:lnTo>
                <a:lnTo>
                  <a:pt x="5414" y="2803"/>
                </a:lnTo>
                <a:lnTo>
                  <a:pt x="5422" y="2767"/>
                </a:lnTo>
                <a:lnTo>
                  <a:pt x="5430" y="2733"/>
                </a:lnTo>
                <a:lnTo>
                  <a:pt x="5436" y="2697"/>
                </a:lnTo>
                <a:lnTo>
                  <a:pt x="5442" y="2661"/>
                </a:lnTo>
                <a:lnTo>
                  <a:pt x="5447" y="2626"/>
                </a:lnTo>
                <a:lnTo>
                  <a:pt x="5452" y="2590"/>
                </a:lnTo>
                <a:lnTo>
                  <a:pt x="5454" y="2553"/>
                </a:lnTo>
                <a:lnTo>
                  <a:pt x="5457" y="2517"/>
                </a:lnTo>
                <a:lnTo>
                  <a:pt x="5459" y="2480"/>
                </a:lnTo>
                <a:lnTo>
                  <a:pt x="5459" y="2443"/>
                </a:lnTo>
                <a:lnTo>
                  <a:pt x="5459" y="2405"/>
                </a:lnTo>
                <a:lnTo>
                  <a:pt x="5457" y="2368"/>
                </a:lnTo>
                <a:lnTo>
                  <a:pt x="5454" y="2332"/>
                </a:lnTo>
                <a:lnTo>
                  <a:pt x="5452" y="2296"/>
                </a:lnTo>
                <a:lnTo>
                  <a:pt x="5447" y="2259"/>
                </a:lnTo>
                <a:lnTo>
                  <a:pt x="5442" y="2223"/>
                </a:lnTo>
                <a:lnTo>
                  <a:pt x="5436" y="2188"/>
                </a:lnTo>
                <a:lnTo>
                  <a:pt x="5430" y="2153"/>
                </a:lnTo>
                <a:lnTo>
                  <a:pt x="5422" y="2118"/>
                </a:lnTo>
                <a:lnTo>
                  <a:pt x="5414" y="2083"/>
                </a:lnTo>
                <a:lnTo>
                  <a:pt x="5404" y="2048"/>
                </a:lnTo>
                <a:lnTo>
                  <a:pt x="5394" y="2015"/>
                </a:lnTo>
                <a:lnTo>
                  <a:pt x="5383" y="1982"/>
                </a:lnTo>
                <a:lnTo>
                  <a:pt x="5372" y="1948"/>
                </a:lnTo>
                <a:lnTo>
                  <a:pt x="5359" y="1915"/>
                </a:lnTo>
                <a:lnTo>
                  <a:pt x="5346" y="1882"/>
                </a:lnTo>
                <a:lnTo>
                  <a:pt x="5331" y="1850"/>
                </a:lnTo>
                <a:lnTo>
                  <a:pt x="5317" y="1819"/>
                </a:lnTo>
                <a:lnTo>
                  <a:pt x="5301" y="1788"/>
                </a:lnTo>
                <a:lnTo>
                  <a:pt x="5285" y="1756"/>
                </a:lnTo>
                <a:lnTo>
                  <a:pt x="5268" y="1726"/>
                </a:lnTo>
                <a:lnTo>
                  <a:pt x="5250" y="1696"/>
                </a:lnTo>
                <a:lnTo>
                  <a:pt x="5232" y="1667"/>
                </a:lnTo>
                <a:lnTo>
                  <a:pt x="5213" y="1638"/>
                </a:lnTo>
                <a:lnTo>
                  <a:pt x="5193" y="1609"/>
                </a:lnTo>
                <a:lnTo>
                  <a:pt x="5173" y="1581"/>
                </a:lnTo>
                <a:lnTo>
                  <a:pt x="5152" y="1554"/>
                </a:lnTo>
                <a:lnTo>
                  <a:pt x="5130" y="1527"/>
                </a:lnTo>
                <a:lnTo>
                  <a:pt x="5107" y="1501"/>
                </a:lnTo>
                <a:lnTo>
                  <a:pt x="5085" y="1474"/>
                </a:lnTo>
                <a:lnTo>
                  <a:pt x="5061" y="1450"/>
                </a:lnTo>
                <a:lnTo>
                  <a:pt x="5037" y="1425"/>
                </a:lnTo>
                <a:lnTo>
                  <a:pt x="5013" y="1401"/>
                </a:lnTo>
                <a:lnTo>
                  <a:pt x="4987" y="1377"/>
                </a:lnTo>
                <a:lnTo>
                  <a:pt x="4961" y="1354"/>
                </a:lnTo>
                <a:lnTo>
                  <a:pt x="4935" y="1332"/>
                </a:lnTo>
                <a:lnTo>
                  <a:pt x="4908" y="1311"/>
                </a:lnTo>
                <a:lnTo>
                  <a:pt x="4880" y="1289"/>
                </a:lnTo>
                <a:lnTo>
                  <a:pt x="4852" y="1269"/>
                </a:lnTo>
                <a:lnTo>
                  <a:pt x="4824" y="1249"/>
                </a:lnTo>
                <a:lnTo>
                  <a:pt x="4795" y="1230"/>
                </a:lnTo>
                <a:lnTo>
                  <a:pt x="4765" y="1211"/>
                </a:lnTo>
                <a:lnTo>
                  <a:pt x="4736" y="1194"/>
                </a:lnTo>
                <a:lnTo>
                  <a:pt x="4705" y="1177"/>
                </a:lnTo>
                <a:lnTo>
                  <a:pt x="4675" y="1161"/>
                </a:lnTo>
                <a:lnTo>
                  <a:pt x="4644" y="1146"/>
                </a:lnTo>
                <a:lnTo>
                  <a:pt x="4611" y="1130"/>
                </a:lnTo>
                <a:lnTo>
                  <a:pt x="4579" y="1117"/>
                </a:lnTo>
                <a:lnTo>
                  <a:pt x="4547" y="1103"/>
                </a:lnTo>
                <a:lnTo>
                  <a:pt x="4514" y="1091"/>
                </a:lnTo>
                <a:lnTo>
                  <a:pt x="4481" y="1079"/>
                </a:lnTo>
                <a:lnTo>
                  <a:pt x="4447" y="1068"/>
                </a:lnTo>
                <a:lnTo>
                  <a:pt x="4413" y="1058"/>
                </a:lnTo>
                <a:lnTo>
                  <a:pt x="4378" y="1049"/>
                </a:lnTo>
                <a:lnTo>
                  <a:pt x="4344" y="1040"/>
                </a:lnTo>
                <a:lnTo>
                  <a:pt x="4309" y="1033"/>
                </a:lnTo>
                <a:lnTo>
                  <a:pt x="4274" y="1026"/>
                </a:lnTo>
                <a:lnTo>
                  <a:pt x="4238" y="1020"/>
                </a:lnTo>
                <a:lnTo>
                  <a:pt x="4202" y="1015"/>
                </a:lnTo>
                <a:lnTo>
                  <a:pt x="4167" y="1011"/>
                </a:lnTo>
                <a:lnTo>
                  <a:pt x="4130" y="1007"/>
                </a:lnTo>
                <a:lnTo>
                  <a:pt x="4093" y="1005"/>
                </a:lnTo>
                <a:lnTo>
                  <a:pt x="4056" y="1004"/>
                </a:lnTo>
                <a:lnTo>
                  <a:pt x="4019" y="1003"/>
                </a:lnTo>
                <a:close/>
                <a:moveTo>
                  <a:pt x="4708" y="1754"/>
                </a:moveTo>
                <a:lnTo>
                  <a:pt x="4708" y="1754"/>
                </a:lnTo>
                <a:lnTo>
                  <a:pt x="4674" y="1722"/>
                </a:lnTo>
                <a:lnTo>
                  <a:pt x="4639" y="1692"/>
                </a:lnTo>
                <a:lnTo>
                  <a:pt x="4602" y="1663"/>
                </a:lnTo>
                <a:lnTo>
                  <a:pt x="4563" y="1635"/>
                </a:lnTo>
                <a:lnTo>
                  <a:pt x="4524" y="1610"/>
                </a:lnTo>
                <a:lnTo>
                  <a:pt x="4483" y="1587"/>
                </a:lnTo>
                <a:lnTo>
                  <a:pt x="4442" y="1565"/>
                </a:lnTo>
                <a:lnTo>
                  <a:pt x="4398" y="1546"/>
                </a:lnTo>
                <a:lnTo>
                  <a:pt x="4354" y="1528"/>
                </a:lnTo>
                <a:lnTo>
                  <a:pt x="4309" y="1512"/>
                </a:lnTo>
                <a:lnTo>
                  <a:pt x="4262" y="1500"/>
                </a:lnTo>
                <a:lnTo>
                  <a:pt x="4216" y="1489"/>
                </a:lnTo>
                <a:lnTo>
                  <a:pt x="4168" y="1480"/>
                </a:lnTo>
                <a:lnTo>
                  <a:pt x="4119" y="1474"/>
                </a:lnTo>
                <a:lnTo>
                  <a:pt x="4070" y="1470"/>
                </a:lnTo>
                <a:lnTo>
                  <a:pt x="4019" y="1469"/>
                </a:lnTo>
                <a:lnTo>
                  <a:pt x="3969" y="1470"/>
                </a:lnTo>
                <a:lnTo>
                  <a:pt x="3919" y="1474"/>
                </a:lnTo>
                <a:lnTo>
                  <a:pt x="3871" y="1480"/>
                </a:lnTo>
                <a:lnTo>
                  <a:pt x="3823" y="1489"/>
                </a:lnTo>
                <a:lnTo>
                  <a:pt x="3775" y="1500"/>
                </a:lnTo>
                <a:lnTo>
                  <a:pt x="3730" y="1512"/>
                </a:lnTo>
                <a:lnTo>
                  <a:pt x="3684" y="1528"/>
                </a:lnTo>
                <a:lnTo>
                  <a:pt x="3640" y="1546"/>
                </a:lnTo>
                <a:lnTo>
                  <a:pt x="3597" y="1565"/>
                </a:lnTo>
                <a:lnTo>
                  <a:pt x="3555" y="1587"/>
                </a:lnTo>
                <a:lnTo>
                  <a:pt x="3514" y="1610"/>
                </a:lnTo>
                <a:lnTo>
                  <a:pt x="3474" y="1635"/>
                </a:lnTo>
                <a:lnTo>
                  <a:pt x="3436" y="1663"/>
                </a:lnTo>
                <a:lnTo>
                  <a:pt x="3400" y="1692"/>
                </a:lnTo>
                <a:lnTo>
                  <a:pt x="3364" y="1722"/>
                </a:lnTo>
                <a:lnTo>
                  <a:pt x="3330" y="1754"/>
                </a:lnTo>
                <a:lnTo>
                  <a:pt x="3298" y="1788"/>
                </a:lnTo>
                <a:lnTo>
                  <a:pt x="3267" y="1823"/>
                </a:lnTo>
                <a:lnTo>
                  <a:pt x="3239" y="1860"/>
                </a:lnTo>
                <a:lnTo>
                  <a:pt x="3211" y="1898"/>
                </a:lnTo>
                <a:lnTo>
                  <a:pt x="3186" y="1938"/>
                </a:lnTo>
                <a:lnTo>
                  <a:pt x="3162" y="1978"/>
                </a:lnTo>
                <a:lnTo>
                  <a:pt x="3141" y="2021"/>
                </a:lnTo>
                <a:lnTo>
                  <a:pt x="3122" y="2064"/>
                </a:lnTo>
                <a:lnTo>
                  <a:pt x="3104" y="2107"/>
                </a:lnTo>
                <a:lnTo>
                  <a:pt x="3089" y="2153"/>
                </a:lnTo>
                <a:lnTo>
                  <a:pt x="3075" y="2199"/>
                </a:lnTo>
                <a:lnTo>
                  <a:pt x="3065" y="2247"/>
                </a:lnTo>
                <a:lnTo>
                  <a:pt x="3056" y="2295"/>
                </a:lnTo>
                <a:lnTo>
                  <a:pt x="3050" y="2344"/>
                </a:lnTo>
                <a:lnTo>
                  <a:pt x="3046" y="2393"/>
                </a:lnTo>
                <a:lnTo>
                  <a:pt x="3045" y="2443"/>
                </a:lnTo>
                <a:lnTo>
                  <a:pt x="3046" y="2493"/>
                </a:lnTo>
                <a:lnTo>
                  <a:pt x="3050" y="2542"/>
                </a:lnTo>
                <a:lnTo>
                  <a:pt x="3056" y="2591"/>
                </a:lnTo>
                <a:lnTo>
                  <a:pt x="3065" y="2639"/>
                </a:lnTo>
                <a:lnTo>
                  <a:pt x="3075" y="2686"/>
                </a:lnTo>
                <a:lnTo>
                  <a:pt x="3089" y="2733"/>
                </a:lnTo>
                <a:lnTo>
                  <a:pt x="3104" y="2777"/>
                </a:lnTo>
                <a:lnTo>
                  <a:pt x="3122" y="2822"/>
                </a:lnTo>
                <a:lnTo>
                  <a:pt x="3141" y="2865"/>
                </a:lnTo>
                <a:lnTo>
                  <a:pt x="3162" y="2907"/>
                </a:lnTo>
                <a:lnTo>
                  <a:pt x="3186" y="2948"/>
                </a:lnTo>
                <a:lnTo>
                  <a:pt x="3211" y="2987"/>
                </a:lnTo>
                <a:lnTo>
                  <a:pt x="3239" y="3026"/>
                </a:lnTo>
                <a:lnTo>
                  <a:pt x="3267" y="3063"/>
                </a:lnTo>
                <a:lnTo>
                  <a:pt x="3298" y="3097"/>
                </a:lnTo>
                <a:lnTo>
                  <a:pt x="3330" y="3132"/>
                </a:lnTo>
                <a:lnTo>
                  <a:pt x="3364" y="3164"/>
                </a:lnTo>
                <a:lnTo>
                  <a:pt x="3400" y="3194"/>
                </a:lnTo>
                <a:lnTo>
                  <a:pt x="3436" y="3223"/>
                </a:lnTo>
                <a:lnTo>
                  <a:pt x="3474" y="3250"/>
                </a:lnTo>
                <a:lnTo>
                  <a:pt x="3514" y="3276"/>
                </a:lnTo>
                <a:lnTo>
                  <a:pt x="3555" y="3299"/>
                </a:lnTo>
                <a:lnTo>
                  <a:pt x="3597" y="3320"/>
                </a:lnTo>
                <a:lnTo>
                  <a:pt x="3640" y="3340"/>
                </a:lnTo>
                <a:lnTo>
                  <a:pt x="3684" y="3358"/>
                </a:lnTo>
                <a:lnTo>
                  <a:pt x="3730" y="3373"/>
                </a:lnTo>
                <a:lnTo>
                  <a:pt x="3775" y="3386"/>
                </a:lnTo>
                <a:lnTo>
                  <a:pt x="3823" y="3397"/>
                </a:lnTo>
                <a:lnTo>
                  <a:pt x="3871" y="3405"/>
                </a:lnTo>
                <a:lnTo>
                  <a:pt x="3919" y="3412"/>
                </a:lnTo>
                <a:lnTo>
                  <a:pt x="3969" y="3415"/>
                </a:lnTo>
                <a:lnTo>
                  <a:pt x="4019" y="3417"/>
                </a:lnTo>
                <a:lnTo>
                  <a:pt x="4070" y="3415"/>
                </a:lnTo>
                <a:lnTo>
                  <a:pt x="4119" y="3412"/>
                </a:lnTo>
                <a:lnTo>
                  <a:pt x="4168" y="3405"/>
                </a:lnTo>
                <a:lnTo>
                  <a:pt x="4216" y="3397"/>
                </a:lnTo>
                <a:lnTo>
                  <a:pt x="4262" y="3386"/>
                </a:lnTo>
                <a:lnTo>
                  <a:pt x="4309" y="3373"/>
                </a:lnTo>
                <a:lnTo>
                  <a:pt x="4354" y="3358"/>
                </a:lnTo>
                <a:lnTo>
                  <a:pt x="4398" y="3340"/>
                </a:lnTo>
                <a:lnTo>
                  <a:pt x="4442" y="3320"/>
                </a:lnTo>
                <a:lnTo>
                  <a:pt x="4483" y="3299"/>
                </a:lnTo>
                <a:lnTo>
                  <a:pt x="4524" y="3276"/>
                </a:lnTo>
                <a:lnTo>
                  <a:pt x="4563" y="3250"/>
                </a:lnTo>
                <a:lnTo>
                  <a:pt x="4602" y="3223"/>
                </a:lnTo>
                <a:lnTo>
                  <a:pt x="4639" y="3194"/>
                </a:lnTo>
                <a:lnTo>
                  <a:pt x="4674" y="3164"/>
                </a:lnTo>
                <a:lnTo>
                  <a:pt x="4708" y="3132"/>
                </a:lnTo>
                <a:lnTo>
                  <a:pt x="4740" y="3097"/>
                </a:lnTo>
                <a:lnTo>
                  <a:pt x="4771" y="3063"/>
                </a:lnTo>
                <a:lnTo>
                  <a:pt x="4800" y="3026"/>
                </a:lnTo>
                <a:lnTo>
                  <a:pt x="4826" y="2987"/>
                </a:lnTo>
                <a:lnTo>
                  <a:pt x="4852" y="2948"/>
                </a:lnTo>
                <a:lnTo>
                  <a:pt x="4876" y="2907"/>
                </a:lnTo>
                <a:lnTo>
                  <a:pt x="4897" y="2865"/>
                </a:lnTo>
                <a:lnTo>
                  <a:pt x="4917" y="2822"/>
                </a:lnTo>
                <a:lnTo>
                  <a:pt x="4934" y="2777"/>
                </a:lnTo>
                <a:lnTo>
                  <a:pt x="4949" y="2733"/>
                </a:lnTo>
                <a:lnTo>
                  <a:pt x="4962" y="2686"/>
                </a:lnTo>
                <a:lnTo>
                  <a:pt x="4974" y="2639"/>
                </a:lnTo>
                <a:lnTo>
                  <a:pt x="4981" y="2591"/>
                </a:lnTo>
                <a:lnTo>
                  <a:pt x="4988" y="2542"/>
                </a:lnTo>
                <a:lnTo>
                  <a:pt x="4991" y="2493"/>
                </a:lnTo>
                <a:lnTo>
                  <a:pt x="4993" y="2443"/>
                </a:lnTo>
                <a:lnTo>
                  <a:pt x="4991" y="2393"/>
                </a:lnTo>
                <a:lnTo>
                  <a:pt x="4988" y="2344"/>
                </a:lnTo>
                <a:lnTo>
                  <a:pt x="4981" y="2295"/>
                </a:lnTo>
                <a:lnTo>
                  <a:pt x="4974" y="2247"/>
                </a:lnTo>
                <a:lnTo>
                  <a:pt x="4962" y="2199"/>
                </a:lnTo>
                <a:lnTo>
                  <a:pt x="4949" y="2153"/>
                </a:lnTo>
                <a:lnTo>
                  <a:pt x="4934" y="2107"/>
                </a:lnTo>
                <a:lnTo>
                  <a:pt x="4917" y="2064"/>
                </a:lnTo>
                <a:lnTo>
                  <a:pt x="4897" y="2021"/>
                </a:lnTo>
                <a:lnTo>
                  <a:pt x="4876" y="1978"/>
                </a:lnTo>
                <a:lnTo>
                  <a:pt x="4852" y="1938"/>
                </a:lnTo>
                <a:lnTo>
                  <a:pt x="4826" y="1898"/>
                </a:lnTo>
                <a:lnTo>
                  <a:pt x="4800" y="1860"/>
                </a:lnTo>
                <a:lnTo>
                  <a:pt x="4771" y="1823"/>
                </a:lnTo>
                <a:lnTo>
                  <a:pt x="4740" y="1788"/>
                </a:lnTo>
                <a:lnTo>
                  <a:pt x="4708" y="1754"/>
                </a:lnTo>
                <a:close/>
                <a:moveTo>
                  <a:pt x="4362" y="2100"/>
                </a:moveTo>
                <a:lnTo>
                  <a:pt x="4362" y="2100"/>
                </a:lnTo>
                <a:lnTo>
                  <a:pt x="4345" y="2084"/>
                </a:lnTo>
                <a:lnTo>
                  <a:pt x="4328" y="2068"/>
                </a:lnTo>
                <a:lnTo>
                  <a:pt x="4309" y="2054"/>
                </a:lnTo>
                <a:lnTo>
                  <a:pt x="4290" y="2041"/>
                </a:lnTo>
                <a:lnTo>
                  <a:pt x="4270" y="2028"/>
                </a:lnTo>
                <a:lnTo>
                  <a:pt x="4250" y="2016"/>
                </a:lnTo>
                <a:lnTo>
                  <a:pt x="4229" y="2006"/>
                </a:lnTo>
                <a:lnTo>
                  <a:pt x="4208" y="1996"/>
                </a:lnTo>
                <a:lnTo>
                  <a:pt x="4186" y="1987"/>
                </a:lnTo>
                <a:lnTo>
                  <a:pt x="4163" y="1980"/>
                </a:lnTo>
                <a:lnTo>
                  <a:pt x="4141" y="1974"/>
                </a:lnTo>
                <a:lnTo>
                  <a:pt x="4116" y="1968"/>
                </a:lnTo>
                <a:lnTo>
                  <a:pt x="4093" y="1964"/>
                </a:lnTo>
                <a:lnTo>
                  <a:pt x="4068" y="1960"/>
                </a:lnTo>
                <a:lnTo>
                  <a:pt x="4044" y="1959"/>
                </a:lnTo>
                <a:lnTo>
                  <a:pt x="4019" y="1958"/>
                </a:lnTo>
                <a:lnTo>
                  <a:pt x="3994" y="1959"/>
                </a:lnTo>
                <a:lnTo>
                  <a:pt x="3969" y="1960"/>
                </a:lnTo>
                <a:lnTo>
                  <a:pt x="3945" y="1964"/>
                </a:lnTo>
                <a:lnTo>
                  <a:pt x="3921" y="1968"/>
                </a:lnTo>
                <a:lnTo>
                  <a:pt x="3898" y="1974"/>
                </a:lnTo>
                <a:lnTo>
                  <a:pt x="3874" y="1980"/>
                </a:lnTo>
                <a:lnTo>
                  <a:pt x="3852" y="1987"/>
                </a:lnTo>
                <a:lnTo>
                  <a:pt x="3830" y="1996"/>
                </a:lnTo>
                <a:lnTo>
                  <a:pt x="3809" y="2006"/>
                </a:lnTo>
                <a:lnTo>
                  <a:pt x="3788" y="2016"/>
                </a:lnTo>
                <a:lnTo>
                  <a:pt x="3767" y="2028"/>
                </a:lnTo>
                <a:lnTo>
                  <a:pt x="3747" y="2041"/>
                </a:lnTo>
                <a:lnTo>
                  <a:pt x="3728" y="2054"/>
                </a:lnTo>
                <a:lnTo>
                  <a:pt x="3711" y="2068"/>
                </a:lnTo>
                <a:lnTo>
                  <a:pt x="3693" y="2084"/>
                </a:lnTo>
                <a:lnTo>
                  <a:pt x="3676" y="2100"/>
                </a:lnTo>
                <a:lnTo>
                  <a:pt x="3660" y="2116"/>
                </a:lnTo>
                <a:lnTo>
                  <a:pt x="3645" y="2134"/>
                </a:lnTo>
                <a:lnTo>
                  <a:pt x="3630" y="2152"/>
                </a:lnTo>
                <a:lnTo>
                  <a:pt x="3617" y="2172"/>
                </a:lnTo>
                <a:lnTo>
                  <a:pt x="3605" y="2191"/>
                </a:lnTo>
                <a:lnTo>
                  <a:pt x="3592" y="2211"/>
                </a:lnTo>
                <a:lnTo>
                  <a:pt x="3582" y="2232"/>
                </a:lnTo>
                <a:lnTo>
                  <a:pt x="3572" y="2253"/>
                </a:lnTo>
                <a:lnTo>
                  <a:pt x="3563" y="2276"/>
                </a:lnTo>
                <a:lnTo>
                  <a:pt x="3556" y="2298"/>
                </a:lnTo>
                <a:lnTo>
                  <a:pt x="3550" y="2321"/>
                </a:lnTo>
                <a:lnTo>
                  <a:pt x="3545" y="2345"/>
                </a:lnTo>
                <a:lnTo>
                  <a:pt x="3540" y="2369"/>
                </a:lnTo>
                <a:lnTo>
                  <a:pt x="3537" y="2393"/>
                </a:lnTo>
                <a:lnTo>
                  <a:pt x="3534" y="2417"/>
                </a:lnTo>
                <a:lnTo>
                  <a:pt x="3534" y="2443"/>
                </a:lnTo>
                <a:lnTo>
                  <a:pt x="3534" y="2467"/>
                </a:lnTo>
                <a:lnTo>
                  <a:pt x="3537" y="2492"/>
                </a:lnTo>
                <a:lnTo>
                  <a:pt x="3540" y="2517"/>
                </a:lnTo>
                <a:lnTo>
                  <a:pt x="3545" y="2541"/>
                </a:lnTo>
                <a:lnTo>
                  <a:pt x="3550" y="2564"/>
                </a:lnTo>
                <a:lnTo>
                  <a:pt x="3556" y="2587"/>
                </a:lnTo>
                <a:lnTo>
                  <a:pt x="3563" y="2610"/>
                </a:lnTo>
                <a:lnTo>
                  <a:pt x="3572" y="2631"/>
                </a:lnTo>
                <a:lnTo>
                  <a:pt x="3582" y="2654"/>
                </a:lnTo>
                <a:lnTo>
                  <a:pt x="3592" y="2674"/>
                </a:lnTo>
                <a:lnTo>
                  <a:pt x="3605" y="2695"/>
                </a:lnTo>
                <a:lnTo>
                  <a:pt x="3617" y="2714"/>
                </a:lnTo>
                <a:lnTo>
                  <a:pt x="3630" y="2733"/>
                </a:lnTo>
                <a:lnTo>
                  <a:pt x="3645" y="2752"/>
                </a:lnTo>
                <a:lnTo>
                  <a:pt x="3660" y="2768"/>
                </a:lnTo>
                <a:lnTo>
                  <a:pt x="3676" y="2786"/>
                </a:lnTo>
                <a:lnTo>
                  <a:pt x="3693" y="2802"/>
                </a:lnTo>
                <a:lnTo>
                  <a:pt x="3711" y="2817"/>
                </a:lnTo>
                <a:lnTo>
                  <a:pt x="3728" y="2831"/>
                </a:lnTo>
                <a:lnTo>
                  <a:pt x="3747" y="2845"/>
                </a:lnTo>
                <a:lnTo>
                  <a:pt x="3767" y="2858"/>
                </a:lnTo>
                <a:lnTo>
                  <a:pt x="3788" y="2869"/>
                </a:lnTo>
                <a:lnTo>
                  <a:pt x="3809" y="2880"/>
                </a:lnTo>
                <a:lnTo>
                  <a:pt x="3830" y="2890"/>
                </a:lnTo>
                <a:lnTo>
                  <a:pt x="3852" y="2898"/>
                </a:lnTo>
                <a:lnTo>
                  <a:pt x="3874" y="2906"/>
                </a:lnTo>
                <a:lnTo>
                  <a:pt x="3898" y="2912"/>
                </a:lnTo>
                <a:lnTo>
                  <a:pt x="3921" y="2918"/>
                </a:lnTo>
                <a:lnTo>
                  <a:pt x="3945" y="2922"/>
                </a:lnTo>
                <a:lnTo>
                  <a:pt x="3969" y="2924"/>
                </a:lnTo>
                <a:lnTo>
                  <a:pt x="3994" y="2927"/>
                </a:lnTo>
                <a:lnTo>
                  <a:pt x="4019" y="2928"/>
                </a:lnTo>
                <a:lnTo>
                  <a:pt x="4044" y="2927"/>
                </a:lnTo>
                <a:lnTo>
                  <a:pt x="4068" y="2924"/>
                </a:lnTo>
                <a:lnTo>
                  <a:pt x="4093" y="2922"/>
                </a:lnTo>
                <a:lnTo>
                  <a:pt x="4116" y="2918"/>
                </a:lnTo>
                <a:lnTo>
                  <a:pt x="4141" y="2912"/>
                </a:lnTo>
                <a:lnTo>
                  <a:pt x="4163" y="2906"/>
                </a:lnTo>
                <a:lnTo>
                  <a:pt x="4186" y="2898"/>
                </a:lnTo>
                <a:lnTo>
                  <a:pt x="4208" y="2890"/>
                </a:lnTo>
                <a:lnTo>
                  <a:pt x="4229" y="2880"/>
                </a:lnTo>
                <a:lnTo>
                  <a:pt x="4250" y="2869"/>
                </a:lnTo>
                <a:lnTo>
                  <a:pt x="4270" y="2858"/>
                </a:lnTo>
                <a:lnTo>
                  <a:pt x="4290" y="2845"/>
                </a:lnTo>
                <a:lnTo>
                  <a:pt x="4309" y="2831"/>
                </a:lnTo>
                <a:lnTo>
                  <a:pt x="4328" y="2817"/>
                </a:lnTo>
                <a:lnTo>
                  <a:pt x="4345" y="2802"/>
                </a:lnTo>
                <a:lnTo>
                  <a:pt x="4362" y="2786"/>
                </a:lnTo>
                <a:lnTo>
                  <a:pt x="4378" y="2768"/>
                </a:lnTo>
                <a:lnTo>
                  <a:pt x="4393" y="2752"/>
                </a:lnTo>
                <a:lnTo>
                  <a:pt x="4407" y="2733"/>
                </a:lnTo>
                <a:lnTo>
                  <a:pt x="4421" y="2714"/>
                </a:lnTo>
                <a:lnTo>
                  <a:pt x="4434" y="2695"/>
                </a:lnTo>
                <a:lnTo>
                  <a:pt x="4445" y="2674"/>
                </a:lnTo>
                <a:lnTo>
                  <a:pt x="4456" y="2654"/>
                </a:lnTo>
                <a:lnTo>
                  <a:pt x="4465" y="2631"/>
                </a:lnTo>
                <a:lnTo>
                  <a:pt x="4474" y="2610"/>
                </a:lnTo>
                <a:lnTo>
                  <a:pt x="4482" y="2587"/>
                </a:lnTo>
                <a:lnTo>
                  <a:pt x="4489" y="2564"/>
                </a:lnTo>
                <a:lnTo>
                  <a:pt x="4494" y="2541"/>
                </a:lnTo>
                <a:lnTo>
                  <a:pt x="4499" y="2517"/>
                </a:lnTo>
                <a:lnTo>
                  <a:pt x="4501" y="2492"/>
                </a:lnTo>
                <a:lnTo>
                  <a:pt x="4503" y="2467"/>
                </a:lnTo>
                <a:lnTo>
                  <a:pt x="4504" y="2443"/>
                </a:lnTo>
                <a:lnTo>
                  <a:pt x="4503" y="2417"/>
                </a:lnTo>
                <a:lnTo>
                  <a:pt x="4501" y="2393"/>
                </a:lnTo>
                <a:lnTo>
                  <a:pt x="4499" y="2369"/>
                </a:lnTo>
                <a:lnTo>
                  <a:pt x="4494" y="2345"/>
                </a:lnTo>
                <a:lnTo>
                  <a:pt x="4489" y="2321"/>
                </a:lnTo>
                <a:lnTo>
                  <a:pt x="4482" y="2298"/>
                </a:lnTo>
                <a:lnTo>
                  <a:pt x="4474" y="2276"/>
                </a:lnTo>
                <a:lnTo>
                  <a:pt x="4465" y="2253"/>
                </a:lnTo>
                <a:lnTo>
                  <a:pt x="4456" y="2232"/>
                </a:lnTo>
                <a:lnTo>
                  <a:pt x="4445" y="2211"/>
                </a:lnTo>
                <a:lnTo>
                  <a:pt x="4434" y="2191"/>
                </a:lnTo>
                <a:lnTo>
                  <a:pt x="4421" y="2172"/>
                </a:lnTo>
                <a:lnTo>
                  <a:pt x="4407" y="2152"/>
                </a:lnTo>
                <a:lnTo>
                  <a:pt x="4393" y="2134"/>
                </a:lnTo>
                <a:lnTo>
                  <a:pt x="4378" y="2116"/>
                </a:lnTo>
                <a:lnTo>
                  <a:pt x="4362" y="2100"/>
                </a:lnTo>
                <a:close/>
              </a:path>
            </a:pathLst>
          </a:custGeom>
          <a:solidFill>
            <a:srgbClr val="6585D9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接口"/>
          <p:cNvSpPr/>
          <p:nvPr/>
        </p:nvSpPr>
        <p:spPr bwMode="auto">
          <a:xfrm>
            <a:off x="7422515" y="3398520"/>
            <a:ext cx="650875" cy="650875"/>
          </a:xfrm>
          <a:custGeom>
            <a:avLst/>
            <a:gdLst>
              <a:gd name="T0" fmla="*/ 75031380 w 6161"/>
              <a:gd name="T1" fmla="*/ 238104551 h 6428"/>
              <a:gd name="T2" fmla="*/ 88473918 w 6161"/>
              <a:gd name="T3" fmla="*/ 225457106 h 6428"/>
              <a:gd name="T4" fmla="*/ 12300226 w 6161"/>
              <a:gd name="T5" fmla="*/ 144566621 h 6428"/>
              <a:gd name="T6" fmla="*/ 0 w 6161"/>
              <a:gd name="T7" fmla="*/ 131567989 h 6428"/>
              <a:gd name="T8" fmla="*/ 13003096 w 6161"/>
              <a:gd name="T9" fmla="*/ 119359749 h 6428"/>
              <a:gd name="T10" fmla="*/ 126780337 w 6161"/>
              <a:gd name="T11" fmla="*/ 12208241 h 6428"/>
              <a:gd name="T12" fmla="*/ 139783433 w 6161"/>
              <a:gd name="T13" fmla="*/ 0 h 6428"/>
              <a:gd name="T14" fmla="*/ 151995653 w 6161"/>
              <a:gd name="T15" fmla="*/ 12998632 h 6428"/>
              <a:gd name="T16" fmla="*/ 228257055 w 6161"/>
              <a:gd name="T17" fmla="*/ 93977135 h 6428"/>
              <a:gd name="T18" fmla="*/ 240030129 w 6161"/>
              <a:gd name="T19" fmla="*/ 82822750 h 6428"/>
              <a:gd name="T20" fmla="*/ 372345419 w 6161"/>
              <a:gd name="T21" fmla="*/ 223261377 h 6428"/>
              <a:gd name="T22" fmla="*/ 405292602 w 6161"/>
              <a:gd name="T23" fmla="*/ 319434241 h 6428"/>
              <a:gd name="T24" fmla="*/ 435955161 w 6161"/>
              <a:gd name="T25" fmla="*/ 352018987 h 6428"/>
              <a:gd name="T26" fmla="*/ 333599855 w 6161"/>
              <a:gd name="T27" fmla="*/ 448367296 h 6428"/>
              <a:gd name="T28" fmla="*/ 303288435 w 6161"/>
              <a:gd name="T29" fmla="*/ 416046310 h 6428"/>
              <a:gd name="T30" fmla="*/ 210246158 w 6161"/>
              <a:gd name="T31" fmla="*/ 381617317 h 6428"/>
              <a:gd name="T32" fmla="*/ 75031380 w 6161"/>
              <a:gd name="T33" fmla="*/ 238104551 h 6428"/>
              <a:gd name="T34" fmla="*/ 75031380 w 6161"/>
              <a:gd name="T35" fmla="*/ 238104551 h 6428"/>
              <a:gd name="T36" fmla="*/ 120981659 w 6161"/>
              <a:gd name="T37" fmla="*/ 109874165 h 6428"/>
              <a:gd name="T38" fmla="*/ 136532511 w 6161"/>
              <a:gd name="T39" fmla="*/ 126386140 h 6428"/>
              <a:gd name="T40" fmla="*/ 164120161 w 6161"/>
              <a:gd name="T41" fmla="*/ 100476303 h 6428"/>
              <a:gd name="T42" fmla="*/ 148481302 w 6161"/>
              <a:gd name="T43" fmla="*/ 83964624 h 6428"/>
              <a:gd name="T44" fmla="*/ 120981659 w 6161"/>
              <a:gd name="T45" fmla="*/ 109874165 h 6428"/>
              <a:gd name="T46" fmla="*/ 120981659 w 6161"/>
              <a:gd name="T47" fmla="*/ 109874165 h 6428"/>
              <a:gd name="T48" fmla="*/ 85135285 w 6161"/>
              <a:gd name="T49" fmla="*/ 143600488 h 6428"/>
              <a:gd name="T50" fmla="*/ 100686137 w 6161"/>
              <a:gd name="T51" fmla="*/ 160200187 h 6428"/>
              <a:gd name="T52" fmla="*/ 128361795 w 6161"/>
              <a:gd name="T53" fmla="*/ 134202923 h 6428"/>
              <a:gd name="T54" fmla="*/ 112722936 w 6161"/>
              <a:gd name="T55" fmla="*/ 117690947 h 6428"/>
              <a:gd name="T56" fmla="*/ 85135285 w 6161"/>
              <a:gd name="T57" fmla="*/ 143600488 h 6428"/>
              <a:gd name="T58" fmla="*/ 85135285 w 6161"/>
              <a:gd name="T59" fmla="*/ 143600488 h 6428"/>
              <a:gd name="T60" fmla="*/ 114392104 w 6161"/>
              <a:gd name="T61" fmla="*/ 200952902 h 6428"/>
              <a:gd name="T62" fmla="*/ 202250863 w 6161"/>
              <a:gd name="T63" fmla="*/ 118393616 h 6428"/>
              <a:gd name="T64" fmla="*/ 138201976 w 6161"/>
              <a:gd name="T65" fmla="*/ 50413745 h 6428"/>
              <a:gd name="T66" fmla="*/ 50430928 w 6161"/>
              <a:gd name="T67" fmla="*/ 133148772 h 6428"/>
              <a:gd name="T68" fmla="*/ 114392104 w 6161"/>
              <a:gd name="T69" fmla="*/ 200952902 h 6428"/>
              <a:gd name="T70" fmla="*/ 114392104 w 6161"/>
              <a:gd name="T71" fmla="*/ 200952902 h 6428"/>
              <a:gd name="T72" fmla="*/ 381834165 w 6161"/>
              <a:gd name="T73" fmla="*/ 439057453 h 6428"/>
              <a:gd name="T74" fmla="*/ 500004344 w 6161"/>
              <a:gd name="T75" fmla="*/ 564565184 h 6428"/>
              <a:gd name="T76" fmla="*/ 541297961 w 6161"/>
              <a:gd name="T77" fmla="*/ 525744733 h 6428"/>
              <a:gd name="T78" fmla="*/ 423040071 w 6161"/>
              <a:gd name="T79" fmla="*/ 400149280 h 6428"/>
              <a:gd name="T80" fmla="*/ 381834165 w 6161"/>
              <a:gd name="T81" fmla="*/ 439057453 h 642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161" h="6428">
                <a:moveTo>
                  <a:pt x="854" y="2711"/>
                </a:moveTo>
                <a:lnTo>
                  <a:pt x="1007" y="2567"/>
                </a:lnTo>
                <a:lnTo>
                  <a:pt x="140" y="1646"/>
                </a:lnTo>
                <a:lnTo>
                  <a:pt x="0" y="1498"/>
                </a:lnTo>
                <a:lnTo>
                  <a:pt x="148" y="1359"/>
                </a:lnTo>
                <a:lnTo>
                  <a:pt x="1443" y="139"/>
                </a:lnTo>
                <a:lnTo>
                  <a:pt x="1591" y="0"/>
                </a:lnTo>
                <a:lnTo>
                  <a:pt x="1730" y="148"/>
                </a:lnTo>
                <a:lnTo>
                  <a:pt x="2598" y="1070"/>
                </a:lnTo>
                <a:lnTo>
                  <a:pt x="2732" y="943"/>
                </a:lnTo>
                <a:lnTo>
                  <a:pt x="4238" y="2542"/>
                </a:lnTo>
                <a:lnTo>
                  <a:pt x="4613" y="3637"/>
                </a:lnTo>
                <a:lnTo>
                  <a:pt x="4962" y="4008"/>
                </a:lnTo>
                <a:lnTo>
                  <a:pt x="3797" y="5105"/>
                </a:lnTo>
                <a:lnTo>
                  <a:pt x="3452" y="4737"/>
                </a:lnTo>
                <a:lnTo>
                  <a:pt x="2393" y="4345"/>
                </a:lnTo>
                <a:lnTo>
                  <a:pt x="854" y="2711"/>
                </a:lnTo>
                <a:close/>
                <a:moveTo>
                  <a:pt x="1377" y="1251"/>
                </a:moveTo>
                <a:lnTo>
                  <a:pt x="1554" y="1439"/>
                </a:lnTo>
                <a:lnTo>
                  <a:pt x="1868" y="1144"/>
                </a:lnTo>
                <a:lnTo>
                  <a:pt x="1690" y="956"/>
                </a:lnTo>
                <a:lnTo>
                  <a:pt x="1377" y="1251"/>
                </a:lnTo>
                <a:close/>
                <a:moveTo>
                  <a:pt x="969" y="1635"/>
                </a:moveTo>
                <a:lnTo>
                  <a:pt x="1146" y="1824"/>
                </a:lnTo>
                <a:lnTo>
                  <a:pt x="1461" y="1528"/>
                </a:lnTo>
                <a:lnTo>
                  <a:pt x="1283" y="1340"/>
                </a:lnTo>
                <a:lnTo>
                  <a:pt x="969" y="1635"/>
                </a:lnTo>
                <a:close/>
                <a:moveTo>
                  <a:pt x="1302" y="2288"/>
                </a:moveTo>
                <a:lnTo>
                  <a:pt x="2302" y="1348"/>
                </a:lnTo>
                <a:lnTo>
                  <a:pt x="1573" y="574"/>
                </a:lnTo>
                <a:lnTo>
                  <a:pt x="574" y="1516"/>
                </a:lnTo>
                <a:lnTo>
                  <a:pt x="1302" y="2288"/>
                </a:lnTo>
                <a:close/>
                <a:moveTo>
                  <a:pt x="4346" y="4999"/>
                </a:moveTo>
                <a:lnTo>
                  <a:pt x="5691" y="6428"/>
                </a:lnTo>
                <a:lnTo>
                  <a:pt x="6161" y="5986"/>
                </a:lnTo>
                <a:lnTo>
                  <a:pt x="4815" y="4556"/>
                </a:lnTo>
                <a:lnTo>
                  <a:pt x="4346" y="4999"/>
                </a:lnTo>
                <a:close/>
              </a:path>
            </a:pathLst>
          </a:custGeom>
          <a:solidFill>
            <a:srgbClr val="6585D9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打印机"/>
          <p:cNvSpPr/>
          <p:nvPr/>
        </p:nvSpPr>
        <p:spPr bwMode="auto">
          <a:xfrm>
            <a:off x="10064750" y="3422015"/>
            <a:ext cx="627380" cy="627380"/>
          </a:xfrm>
          <a:custGeom>
            <a:avLst/>
            <a:gdLst>
              <a:gd name="T0" fmla="*/ 68306812 w 5831"/>
              <a:gd name="T1" fmla="*/ 194929901 h 6140"/>
              <a:gd name="T2" fmla="*/ 84877616 w 5831"/>
              <a:gd name="T3" fmla="*/ 273864227 h 6140"/>
              <a:gd name="T4" fmla="*/ 84877616 w 5831"/>
              <a:gd name="T5" fmla="*/ 0 h 6140"/>
              <a:gd name="T6" fmla="*/ 368221276 w 5831"/>
              <a:gd name="T7" fmla="*/ 0 h 6140"/>
              <a:gd name="T8" fmla="*/ 374387027 w 5831"/>
              <a:gd name="T9" fmla="*/ 1540134 h 6140"/>
              <a:gd name="T10" fmla="*/ 478918634 w 5831"/>
              <a:gd name="T11" fmla="*/ 55157817 h 6140"/>
              <a:gd name="T12" fmla="*/ 478918634 w 5831"/>
              <a:gd name="T13" fmla="*/ 273864227 h 6140"/>
              <a:gd name="T14" fmla="*/ 495200487 w 5831"/>
              <a:gd name="T15" fmla="*/ 194929901 h 6140"/>
              <a:gd name="T16" fmla="*/ 548863252 w 5831"/>
              <a:gd name="T17" fmla="*/ 194929901 h 6140"/>
              <a:gd name="T18" fmla="*/ 551657176 w 5831"/>
              <a:gd name="T19" fmla="*/ 212642057 h 6140"/>
              <a:gd name="T20" fmla="*/ 554162148 w 5831"/>
              <a:gd name="T21" fmla="*/ 230257722 h 6140"/>
              <a:gd name="T22" fmla="*/ 556281644 w 5831"/>
              <a:gd name="T23" fmla="*/ 247969879 h 6140"/>
              <a:gd name="T24" fmla="*/ 558112189 w 5831"/>
              <a:gd name="T25" fmla="*/ 265585854 h 6140"/>
              <a:gd name="T26" fmla="*/ 559653782 w 5831"/>
              <a:gd name="T27" fmla="*/ 283201830 h 6140"/>
              <a:gd name="T28" fmla="*/ 560713374 w 5831"/>
              <a:gd name="T29" fmla="*/ 300817495 h 6140"/>
              <a:gd name="T30" fmla="*/ 561387802 w 5831"/>
              <a:gd name="T31" fmla="*/ 318433471 h 6140"/>
              <a:gd name="T32" fmla="*/ 561773278 w 5831"/>
              <a:gd name="T33" fmla="*/ 336145627 h 6140"/>
              <a:gd name="T34" fmla="*/ 561773278 w 5831"/>
              <a:gd name="T35" fmla="*/ 353761603 h 6140"/>
              <a:gd name="T36" fmla="*/ 561195374 w 5831"/>
              <a:gd name="T37" fmla="*/ 371377268 h 6140"/>
              <a:gd name="T38" fmla="*/ 560328209 w 5831"/>
              <a:gd name="T39" fmla="*/ 389089424 h 6140"/>
              <a:gd name="T40" fmla="*/ 558979354 w 5831"/>
              <a:gd name="T41" fmla="*/ 406609219 h 6140"/>
              <a:gd name="T42" fmla="*/ 557148809 w 5831"/>
              <a:gd name="T43" fmla="*/ 424321375 h 6140"/>
              <a:gd name="T44" fmla="*/ 554836575 w 5831"/>
              <a:gd name="T45" fmla="*/ 441937041 h 6140"/>
              <a:gd name="T46" fmla="*/ 552042651 w 5831"/>
              <a:gd name="T47" fmla="*/ 459553016 h 6140"/>
              <a:gd name="T48" fmla="*/ 548863252 w 5831"/>
              <a:gd name="T49" fmla="*/ 477265173 h 6140"/>
              <a:gd name="T50" fmla="*/ 478918634 w 5831"/>
              <a:gd name="T51" fmla="*/ 591046417 h 6140"/>
              <a:gd name="T52" fmla="*/ 84877616 w 5831"/>
              <a:gd name="T53" fmla="*/ 591046417 h 6140"/>
              <a:gd name="T54" fmla="*/ 16474591 w 5831"/>
              <a:gd name="T55" fmla="*/ 477265173 h 6140"/>
              <a:gd name="T56" fmla="*/ 14451308 w 5831"/>
              <a:gd name="T57" fmla="*/ 468505275 h 6140"/>
              <a:gd name="T58" fmla="*/ 10886743 w 5831"/>
              <a:gd name="T59" fmla="*/ 451178152 h 6140"/>
              <a:gd name="T60" fmla="*/ 7803868 w 5831"/>
              <a:gd name="T61" fmla="*/ 433754849 h 6140"/>
              <a:gd name="T62" fmla="*/ 5202372 w 5831"/>
              <a:gd name="T63" fmla="*/ 416331545 h 6140"/>
              <a:gd name="T64" fmla="*/ 3179400 w 5831"/>
              <a:gd name="T65" fmla="*/ 398812060 h 6140"/>
              <a:gd name="T66" fmla="*/ 1637807 w 5831"/>
              <a:gd name="T67" fmla="*/ 381196085 h 6140"/>
              <a:gd name="T68" fmla="*/ 577903 w 5831"/>
              <a:gd name="T69" fmla="*/ 363772781 h 6140"/>
              <a:gd name="T70" fmla="*/ 96214 w 5831"/>
              <a:gd name="T71" fmla="*/ 346156805 h 6140"/>
              <a:gd name="T72" fmla="*/ 96214 w 5831"/>
              <a:gd name="T73" fmla="*/ 328444649 h 6140"/>
              <a:gd name="T74" fmla="*/ 577903 w 5831"/>
              <a:gd name="T75" fmla="*/ 310828673 h 6140"/>
              <a:gd name="T76" fmla="*/ 1541593 w 5831"/>
              <a:gd name="T77" fmla="*/ 293020336 h 6140"/>
              <a:gd name="T78" fmla="*/ 3082875 w 5831"/>
              <a:gd name="T79" fmla="*/ 275308180 h 6140"/>
              <a:gd name="T80" fmla="*/ 5202372 w 5831"/>
              <a:gd name="T81" fmla="*/ 257499843 h 6140"/>
              <a:gd name="T82" fmla="*/ 7803868 w 5831"/>
              <a:gd name="T83" fmla="*/ 239691506 h 6140"/>
              <a:gd name="T84" fmla="*/ 10790219 w 5831"/>
              <a:gd name="T85" fmla="*/ 221883169 h 6140"/>
              <a:gd name="T86" fmla="*/ 14451308 w 5831"/>
              <a:gd name="T87" fmla="*/ 203978340 h 6140"/>
              <a:gd name="T88" fmla="*/ 16474591 w 5831"/>
              <a:gd name="T89" fmla="*/ 194929901 h 6140"/>
              <a:gd name="T90" fmla="*/ 123607384 w 5831"/>
              <a:gd name="T91" fmla="*/ 420855765 h 6140"/>
              <a:gd name="T92" fmla="*/ 440285390 w 5831"/>
              <a:gd name="T93" fmla="*/ 552541837 h 6140"/>
              <a:gd name="T94" fmla="*/ 440285390 w 5831"/>
              <a:gd name="T95" fmla="*/ 420855765 h 6140"/>
              <a:gd name="T96" fmla="*/ 442212149 w 5831"/>
              <a:gd name="T97" fmla="*/ 273864227 h 6140"/>
              <a:gd name="T98" fmla="*/ 365138090 w 5831"/>
              <a:gd name="T99" fmla="*/ 38504580 h 6140"/>
              <a:gd name="T100" fmla="*/ 123607384 w 5831"/>
              <a:gd name="T101" fmla="*/ 273864227 h 6140"/>
              <a:gd name="T102" fmla="*/ 433155950 w 5831"/>
              <a:gd name="T103" fmla="*/ 319588571 h 6140"/>
              <a:gd name="T104" fmla="*/ 452231727 w 5831"/>
              <a:gd name="T105" fmla="*/ 345482919 h 6140"/>
              <a:gd name="T106" fmla="*/ 495200487 w 5831"/>
              <a:gd name="T107" fmla="*/ 345482919 h 6140"/>
              <a:gd name="T108" fmla="*/ 478918634 w 5831"/>
              <a:gd name="T109" fmla="*/ 319588571 h 6140"/>
              <a:gd name="T110" fmla="*/ 433155950 w 5831"/>
              <a:gd name="T111" fmla="*/ 319588571 h 6140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5831" h="6140">
                <a:moveTo>
                  <a:pt x="171" y="2025"/>
                </a:moveTo>
                <a:lnTo>
                  <a:pt x="709" y="2025"/>
                </a:lnTo>
                <a:lnTo>
                  <a:pt x="709" y="2845"/>
                </a:lnTo>
                <a:lnTo>
                  <a:pt x="881" y="2845"/>
                </a:lnTo>
                <a:lnTo>
                  <a:pt x="881" y="138"/>
                </a:lnTo>
                <a:lnTo>
                  <a:pt x="881" y="0"/>
                </a:lnTo>
                <a:lnTo>
                  <a:pt x="1021" y="0"/>
                </a:lnTo>
                <a:lnTo>
                  <a:pt x="3822" y="0"/>
                </a:lnTo>
                <a:lnTo>
                  <a:pt x="3855" y="0"/>
                </a:lnTo>
                <a:lnTo>
                  <a:pt x="3886" y="16"/>
                </a:lnTo>
                <a:lnTo>
                  <a:pt x="4896" y="535"/>
                </a:lnTo>
                <a:lnTo>
                  <a:pt x="4971" y="573"/>
                </a:lnTo>
                <a:lnTo>
                  <a:pt x="4971" y="658"/>
                </a:lnTo>
                <a:lnTo>
                  <a:pt x="4971" y="2845"/>
                </a:lnTo>
                <a:lnTo>
                  <a:pt x="5140" y="2845"/>
                </a:lnTo>
                <a:lnTo>
                  <a:pt x="5140" y="2025"/>
                </a:lnTo>
                <a:lnTo>
                  <a:pt x="5697" y="2025"/>
                </a:lnTo>
                <a:lnTo>
                  <a:pt x="5712" y="2117"/>
                </a:lnTo>
                <a:lnTo>
                  <a:pt x="5726" y="2209"/>
                </a:lnTo>
                <a:lnTo>
                  <a:pt x="5739" y="2301"/>
                </a:lnTo>
                <a:lnTo>
                  <a:pt x="5752" y="2392"/>
                </a:lnTo>
                <a:lnTo>
                  <a:pt x="5764" y="2483"/>
                </a:lnTo>
                <a:lnTo>
                  <a:pt x="5774" y="2576"/>
                </a:lnTo>
                <a:lnTo>
                  <a:pt x="5784" y="2667"/>
                </a:lnTo>
                <a:lnTo>
                  <a:pt x="5793" y="2759"/>
                </a:lnTo>
                <a:lnTo>
                  <a:pt x="5802" y="2850"/>
                </a:lnTo>
                <a:lnTo>
                  <a:pt x="5809" y="2942"/>
                </a:lnTo>
                <a:lnTo>
                  <a:pt x="5815" y="3034"/>
                </a:lnTo>
                <a:lnTo>
                  <a:pt x="5820" y="3125"/>
                </a:lnTo>
                <a:lnTo>
                  <a:pt x="5824" y="3217"/>
                </a:lnTo>
                <a:lnTo>
                  <a:pt x="5827" y="3308"/>
                </a:lnTo>
                <a:lnTo>
                  <a:pt x="5830" y="3400"/>
                </a:lnTo>
                <a:lnTo>
                  <a:pt x="5831" y="3492"/>
                </a:lnTo>
                <a:lnTo>
                  <a:pt x="5831" y="3584"/>
                </a:lnTo>
                <a:lnTo>
                  <a:pt x="5831" y="3675"/>
                </a:lnTo>
                <a:lnTo>
                  <a:pt x="5829" y="3766"/>
                </a:lnTo>
                <a:lnTo>
                  <a:pt x="5825" y="3858"/>
                </a:lnTo>
                <a:lnTo>
                  <a:pt x="5821" y="3950"/>
                </a:lnTo>
                <a:lnTo>
                  <a:pt x="5816" y="4042"/>
                </a:lnTo>
                <a:lnTo>
                  <a:pt x="5810" y="4133"/>
                </a:lnTo>
                <a:lnTo>
                  <a:pt x="5802" y="4224"/>
                </a:lnTo>
                <a:lnTo>
                  <a:pt x="5793" y="4316"/>
                </a:lnTo>
                <a:lnTo>
                  <a:pt x="5783" y="4408"/>
                </a:lnTo>
                <a:lnTo>
                  <a:pt x="5772" y="4500"/>
                </a:lnTo>
                <a:lnTo>
                  <a:pt x="5759" y="4591"/>
                </a:lnTo>
                <a:lnTo>
                  <a:pt x="5745" y="4682"/>
                </a:lnTo>
                <a:lnTo>
                  <a:pt x="5730" y="4774"/>
                </a:lnTo>
                <a:lnTo>
                  <a:pt x="5714" y="4866"/>
                </a:lnTo>
                <a:lnTo>
                  <a:pt x="5697" y="4958"/>
                </a:lnTo>
                <a:lnTo>
                  <a:pt x="4971" y="4958"/>
                </a:lnTo>
                <a:lnTo>
                  <a:pt x="4971" y="6140"/>
                </a:lnTo>
                <a:lnTo>
                  <a:pt x="881" y="6140"/>
                </a:lnTo>
                <a:lnTo>
                  <a:pt x="881" y="4958"/>
                </a:lnTo>
                <a:lnTo>
                  <a:pt x="171" y="4958"/>
                </a:lnTo>
                <a:lnTo>
                  <a:pt x="150" y="4867"/>
                </a:lnTo>
                <a:lnTo>
                  <a:pt x="131" y="4777"/>
                </a:lnTo>
                <a:lnTo>
                  <a:pt x="113" y="4687"/>
                </a:lnTo>
                <a:lnTo>
                  <a:pt x="97" y="4597"/>
                </a:lnTo>
                <a:lnTo>
                  <a:pt x="81" y="4506"/>
                </a:lnTo>
                <a:lnTo>
                  <a:pt x="68" y="4415"/>
                </a:lnTo>
                <a:lnTo>
                  <a:pt x="54" y="4325"/>
                </a:lnTo>
                <a:lnTo>
                  <a:pt x="43" y="4233"/>
                </a:lnTo>
                <a:lnTo>
                  <a:pt x="33" y="4143"/>
                </a:lnTo>
                <a:lnTo>
                  <a:pt x="24" y="4052"/>
                </a:lnTo>
                <a:lnTo>
                  <a:pt x="17" y="3960"/>
                </a:lnTo>
                <a:lnTo>
                  <a:pt x="11" y="3870"/>
                </a:lnTo>
                <a:lnTo>
                  <a:pt x="6" y="3779"/>
                </a:lnTo>
                <a:lnTo>
                  <a:pt x="3" y="3687"/>
                </a:lnTo>
                <a:lnTo>
                  <a:pt x="1" y="3596"/>
                </a:lnTo>
                <a:lnTo>
                  <a:pt x="0" y="3504"/>
                </a:lnTo>
                <a:lnTo>
                  <a:pt x="1" y="3412"/>
                </a:lnTo>
                <a:lnTo>
                  <a:pt x="3" y="3320"/>
                </a:lnTo>
                <a:lnTo>
                  <a:pt x="6" y="3229"/>
                </a:lnTo>
                <a:lnTo>
                  <a:pt x="11" y="3137"/>
                </a:lnTo>
                <a:lnTo>
                  <a:pt x="16" y="3044"/>
                </a:lnTo>
                <a:lnTo>
                  <a:pt x="24" y="2953"/>
                </a:lnTo>
                <a:lnTo>
                  <a:pt x="32" y="2860"/>
                </a:lnTo>
                <a:lnTo>
                  <a:pt x="42" y="2768"/>
                </a:lnTo>
                <a:lnTo>
                  <a:pt x="54" y="2675"/>
                </a:lnTo>
                <a:lnTo>
                  <a:pt x="66" y="2583"/>
                </a:lnTo>
                <a:lnTo>
                  <a:pt x="81" y="2490"/>
                </a:lnTo>
                <a:lnTo>
                  <a:pt x="95" y="2398"/>
                </a:lnTo>
                <a:lnTo>
                  <a:pt x="112" y="2305"/>
                </a:lnTo>
                <a:lnTo>
                  <a:pt x="131" y="2212"/>
                </a:lnTo>
                <a:lnTo>
                  <a:pt x="150" y="2119"/>
                </a:lnTo>
                <a:lnTo>
                  <a:pt x="171" y="2025"/>
                </a:lnTo>
                <a:close/>
                <a:moveTo>
                  <a:pt x="4570" y="4372"/>
                </a:moveTo>
                <a:lnTo>
                  <a:pt x="1283" y="4372"/>
                </a:lnTo>
                <a:lnTo>
                  <a:pt x="1283" y="5740"/>
                </a:lnTo>
                <a:lnTo>
                  <a:pt x="4570" y="5740"/>
                </a:lnTo>
                <a:lnTo>
                  <a:pt x="4570" y="4372"/>
                </a:lnTo>
                <a:close/>
                <a:moveTo>
                  <a:pt x="1283" y="2845"/>
                </a:moveTo>
                <a:lnTo>
                  <a:pt x="4590" y="2845"/>
                </a:lnTo>
                <a:lnTo>
                  <a:pt x="4590" y="845"/>
                </a:lnTo>
                <a:lnTo>
                  <a:pt x="3790" y="400"/>
                </a:lnTo>
                <a:lnTo>
                  <a:pt x="1283" y="400"/>
                </a:lnTo>
                <a:lnTo>
                  <a:pt x="1283" y="2845"/>
                </a:lnTo>
                <a:close/>
                <a:moveTo>
                  <a:pt x="4496" y="3320"/>
                </a:moveTo>
                <a:lnTo>
                  <a:pt x="4496" y="3589"/>
                </a:lnTo>
                <a:lnTo>
                  <a:pt x="4694" y="3589"/>
                </a:lnTo>
                <a:lnTo>
                  <a:pt x="4971" y="3589"/>
                </a:lnTo>
                <a:lnTo>
                  <a:pt x="5140" y="3589"/>
                </a:lnTo>
                <a:lnTo>
                  <a:pt x="5140" y="3320"/>
                </a:lnTo>
                <a:lnTo>
                  <a:pt x="4971" y="3320"/>
                </a:lnTo>
                <a:lnTo>
                  <a:pt x="4694" y="3320"/>
                </a:lnTo>
                <a:lnTo>
                  <a:pt x="4496" y="3320"/>
                </a:lnTo>
                <a:close/>
              </a:path>
            </a:pathLst>
          </a:custGeom>
          <a:solidFill>
            <a:srgbClr val="6585D9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576605" y="3951671"/>
            <a:ext cx="5038791" cy="156067"/>
            <a:chOff x="3891126" y="3631108"/>
            <a:chExt cx="5038791" cy="156067"/>
          </a:xfrm>
          <a:solidFill>
            <a:schemeClr val="bg1"/>
          </a:solidFill>
        </p:grpSpPr>
        <p:sp>
          <p:nvSpPr>
            <p:cNvPr id="13" name="椭圆 12"/>
            <p:cNvSpPr/>
            <p:nvPr/>
          </p:nvSpPr>
          <p:spPr>
            <a:xfrm>
              <a:off x="3891126" y="3631108"/>
              <a:ext cx="156067" cy="1560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8773850" y="3631108"/>
              <a:ext cx="156067" cy="1560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891126" y="3737318"/>
            <a:ext cx="4409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研究方法与过程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3775906" y="2212796"/>
            <a:ext cx="4640188" cy="10045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68B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8B7E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81574" y="2161077"/>
            <a:ext cx="34288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rgbClr val="6585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研究方法</a:t>
            </a:r>
          </a:p>
        </p:txBody>
      </p:sp>
      <p:sp>
        <p:nvSpPr>
          <p:cNvPr id="4" name="圆角矩形 2"/>
          <p:cNvSpPr/>
          <p:nvPr/>
        </p:nvSpPr>
        <p:spPr>
          <a:xfrm>
            <a:off x="417195" y="1915070"/>
            <a:ext cx="2408555" cy="753745"/>
          </a:xfrm>
          <a:prstGeom prst="roundRect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351530" y="4867820"/>
            <a:ext cx="2408555" cy="753745"/>
          </a:xfrm>
          <a:prstGeom prst="roundRect">
            <a:avLst/>
          </a:prstGeom>
          <a:solidFill>
            <a:srgbClr val="98A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圆角矩形 11"/>
          <p:cNvSpPr/>
          <p:nvPr/>
        </p:nvSpPr>
        <p:spPr>
          <a:xfrm>
            <a:off x="6285865" y="2386875"/>
            <a:ext cx="2408555" cy="753745"/>
          </a:xfrm>
          <a:prstGeom prst="roundRect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圆角矩形 14"/>
          <p:cNvSpPr/>
          <p:nvPr/>
        </p:nvSpPr>
        <p:spPr>
          <a:xfrm>
            <a:off x="9220200" y="3804195"/>
            <a:ext cx="2408555" cy="753745"/>
          </a:xfrm>
          <a:prstGeom prst="roundRect">
            <a:avLst/>
          </a:prstGeom>
          <a:solidFill>
            <a:srgbClr val="98A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任意多边形 16"/>
          <p:cNvSpPr/>
          <p:nvPr/>
        </p:nvSpPr>
        <p:spPr>
          <a:xfrm>
            <a:off x="217170" y="1789975"/>
            <a:ext cx="11811635" cy="4031615"/>
          </a:xfrm>
          <a:custGeom>
            <a:avLst/>
            <a:gdLst>
              <a:gd name="connsiteX0" fmla="*/ 0 w 18601"/>
              <a:gd name="connsiteY0" fmla="*/ 0 h 6349"/>
              <a:gd name="connsiteX1" fmla="*/ 4534 w 18601"/>
              <a:gd name="connsiteY1" fmla="*/ 0 h 6349"/>
              <a:gd name="connsiteX2" fmla="*/ 4517 w 18601"/>
              <a:gd name="connsiteY2" fmla="*/ 6349 h 6349"/>
              <a:gd name="connsiteX3" fmla="*/ 9138 w 18601"/>
              <a:gd name="connsiteY3" fmla="*/ 6298 h 6349"/>
              <a:gd name="connsiteX4" fmla="*/ 9138 w 18601"/>
              <a:gd name="connsiteY4" fmla="*/ 599 h 6349"/>
              <a:gd name="connsiteX5" fmla="*/ 13741 w 18601"/>
              <a:gd name="connsiteY5" fmla="*/ 599 h 6349"/>
              <a:gd name="connsiteX6" fmla="*/ 13809 w 18601"/>
              <a:gd name="connsiteY6" fmla="*/ 4638 h 6349"/>
              <a:gd name="connsiteX7" fmla="*/ 18601 w 18601"/>
              <a:gd name="connsiteY7" fmla="*/ 4621 h 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601" h="6349">
                <a:moveTo>
                  <a:pt x="0" y="0"/>
                </a:moveTo>
                <a:lnTo>
                  <a:pt x="4534" y="0"/>
                </a:lnTo>
                <a:lnTo>
                  <a:pt x="4517" y="6349"/>
                </a:lnTo>
                <a:lnTo>
                  <a:pt x="9138" y="6298"/>
                </a:lnTo>
                <a:lnTo>
                  <a:pt x="9138" y="599"/>
                </a:lnTo>
                <a:lnTo>
                  <a:pt x="13741" y="599"/>
                </a:lnTo>
                <a:lnTo>
                  <a:pt x="13809" y="4638"/>
                </a:lnTo>
                <a:lnTo>
                  <a:pt x="18601" y="4621"/>
                </a:lnTo>
              </a:path>
            </a:pathLst>
          </a:custGeom>
          <a:noFill/>
          <a:ln>
            <a:solidFill>
              <a:srgbClr val="6585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22"/>
          <p:cNvSpPr txBox="1"/>
          <p:nvPr/>
        </p:nvSpPr>
        <p:spPr>
          <a:xfrm flipH="1">
            <a:off x="400050" y="3531145"/>
            <a:ext cx="2425700" cy="18999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028700" y="2057945"/>
            <a:ext cx="0" cy="467995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20"/>
          <p:cNvSpPr txBox="1"/>
          <p:nvPr/>
        </p:nvSpPr>
        <p:spPr>
          <a:xfrm flipH="1">
            <a:off x="1069340" y="2092753"/>
            <a:ext cx="1756410" cy="39837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2" name="文本框 20"/>
          <p:cNvSpPr txBox="1"/>
          <p:nvPr/>
        </p:nvSpPr>
        <p:spPr>
          <a:xfrm flipH="1">
            <a:off x="628015" y="2007730"/>
            <a:ext cx="516255" cy="56842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en-US" altLang="zh-CN" sz="28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A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3959225" y="5010695"/>
            <a:ext cx="0" cy="467995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20"/>
          <p:cNvSpPr txBox="1"/>
          <p:nvPr/>
        </p:nvSpPr>
        <p:spPr>
          <a:xfrm flipH="1">
            <a:off x="3999865" y="5045503"/>
            <a:ext cx="1756410" cy="39837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5" name="文本框 20"/>
          <p:cNvSpPr txBox="1"/>
          <p:nvPr/>
        </p:nvSpPr>
        <p:spPr>
          <a:xfrm flipH="1">
            <a:off x="3558540" y="4960480"/>
            <a:ext cx="516255" cy="56842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en-US" altLang="zh-CN" sz="28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B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6897370" y="2529750"/>
            <a:ext cx="0" cy="467995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20"/>
          <p:cNvSpPr txBox="1"/>
          <p:nvPr/>
        </p:nvSpPr>
        <p:spPr>
          <a:xfrm flipH="1">
            <a:off x="6938010" y="2564558"/>
            <a:ext cx="1756410" cy="39837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8" name="文本框 20"/>
          <p:cNvSpPr txBox="1"/>
          <p:nvPr/>
        </p:nvSpPr>
        <p:spPr>
          <a:xfrm flipH="1">
            <a:off x="6496685" y="2479535"/>
            <a:ext cx="516255" cy="56842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en-US" altLang="zh-CN" sz="28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C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9816465" y="3947070"/>
            <a:ext cx="0" cy="467995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20"/>
          <p:cNvSpPr txBox="1"/>
          <p:nvPr/>
        </p:nvSpPr>
        <p:spPr>
          <a:xfrm flipH="1">
            <a:off x="9857105" y="3981878"/>
            <a:ext cx="1756410" cy="39837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1" name="文本框 20"/>
          <p:cNvSpPr txBox="1"/>
          <p:nvPr/>
        </p:nvSpPr>
        <p:spPr>
          <a:xfrm flipH="1">
            <a:off x="9415780" y="3896855"/>
            <a:ext cx="516255" cy="56842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en-US" altLang="zh-CN" sz="28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D</a:t>
            </a:r>
          </a:p>
        </p:txBody>
      </p:sp>
      <p:sp>
        <p:nvSpPr>
          <p:cNvPr id="22" name="文本框 22"/>
          <p:cNvSpPr txBox="1"/>
          <p:nvPr/>
        </p:nvSpPr>
        <p:spPr>
          <a:xfrm flipH="1">
            <a:off x="3330575" y="2812960"/>
            <a:ext cx="2425700" cy="18999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</a:t>
            </a:r>
          </a:p>
        </p:txBody>
      </p:sp>
      <p:sp>
        <p:nvSpPr>
          <p:cNvPr id="23" name="文本框 22"/>
          <p:cNvSpPr txBox="1"/>
          <p:nvPr/>
        </p:nvSpPr>
        <p:spPr>
          <a:xfrm flipH="1">
            <a:off x="6231890" y="3804195"/>
            <a:ext cx="2425700" cy="18999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</a:t>
            </a:r>
          </a:p>
        </p:txBody>
      </p:sp>
      <p:sp>
        <p:nvSpPr>
          <p:cNvPr id="24" name="文本框 22"/>
          <p:cNvSpPr txBox="1"/>
          <p:nvPr/>
        </p:nvSpPr>
        <p:spPr>
          <a:xfrm flipH="1">
            <a:off x="9211310" y="1777275"/>
            <a:ext cx="2425700" cy="18999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</a:t>
            </a:r>
          </a:p>
        </p:txBody>
      </p:sp>
      <p:sp>
        <p:nvSpPr>
          <p:cNvPr id="25" name="money-stacks-of-coins_31028"/>
          <p:cNvSpPr>
            <a:spLocks noChangeAspect="1"/>
          </p:cNvSpPr>
          <p:nvPr/>
        </p:nvSpPr>
        <p:spPr bwMode="auto">
          <a:xfrm>
            <a:off x="1254496" y="2832716"/>
            <a:ext cx="698998" cy="698429"/>
          </a:xfrm>
          <a:custGeom>
            <a:avLst/>
            <a:gdLst>
              <a:gd name="T0" fmla="*/ 4140 w 12790"/>
              <a:gd name="T1" fmla="*/ 10550 h 12780"/>
              <a:gd name="T2" fmla="*/ 2210 w 12790"/>
              <a:gd name="T3" fmla="*/ 8380 h 12780"/>
              <a:gd name="T4" fmla="*/ 11660 w 12790"/>
              <a:gd name="T5" fmla="*/ 90 h 12780"/>
              <a:gd name="T6" fmla="*/ 12690 w 12790"/>
              <a:gd name="T7" fmla="*/ 900 h 12780"/>
              <a:gd name="T8" fmla="*/ 10830 w 12790"/>
              <a:gd name="T9" fmla="*/ 5620 h 12780"/>
              <a:gd name="T10" fmla="*/ 4280 w 12790"/>
              <a:gd name="T11" fmla="*/ 10610 h 12780"/>
              <a:gd name="T12" fmla="*/ 4300 w 12790"/>
              <a:gd name="T13" fmla="*/ 10140 h 12780"/>
              <a:gd name="T14" fmla="*/ 12290 w 12790"/>
              <a:gd name="T15" fmla="*/ 1130 h 12780"/>
              <a:gd name="T16" fmla="*/ 11860 w 12790"/>
              <a:gd name="T17" fmla="*/ 480 h 12780"/>
              <a:gd name="T18" fmla="*/ 7480 w 12790"/>
              <a:gd name="T19" fmla="*/ 2200 h 12780"/>
              <a:gd name="T20" fmla="*/ 2370 w 12790"/>
              <a:gd name="T21" fmla="*/ 8700 h 12780"/>
              <a:gd name="T22" fmla="*/ 60 w 12790"/>
              <a:gd name="T23" fmla="*/ 6470 h 12780"/>
              <a:gd name="T24" fmla="*/ 60 w 12790"/>
              <a:gd name="T25" fmla="*/ 6190 h 12780"/>
              <a:gd name="T26" fmla="*/ 880 w 12790"/>
              <a:gd name="T27" fmla="*/ 5490 h 12780"/>
              <a:gd name="T28" fmla="*/ 4270 w 12790"/>
              <a:gd name="T29" fmla="*/ 6210 h 12780"/>
              <a:gd name="T30" fmla="*/ 2530 w 12790"/>
              <a:gd name="T31" fmla="*/ 8620 h 12780"/>
              <a:gd name="T32" fmla="*/ 2370 w 12790"/>
              <a:gd name="T33" fmla="*/ 8700 h 12780"/>
              <a:gd name="T34" fmla="*/ 2350 w 12790"/>
              <a:gd name="T35" fmla="*/ 8200 h 12780"/>
              <a:gd name="T36" fmla="*/ 910 w 12790"/>
              <a:gd name="T37" fmla="*/ 5900 h 12780"/>
              <a:gd name="T38" fmla="*/ 6450 w 12790"/>
              <a:gd name="T39" fmla="*/ 12780 h 12780"/>
              <a:gd name="T40" fmla="*/ 4140 w 12790"/>
              <a:gd name="T41" fmla="*/ 10550 h 12780"/>
              <a:gd name="T42" fmla="*/ 4160 w 12790"/>
              <a:gd name="T43" fmla="*/ 10250 h 12780"/>
              <a:gd name="T44" fmla="*/ 6570 w 12790"/>
              <a:gd name="T45" fmla="*/ 8510 h 12780"/>
              <a:gd name="T46" fmla="*/ 7290 w 12790"/>
              <a:gd name="T47" fmla="*/ 11900 h 12780"/>
              <a:gd name="T48" fmla="*/ 6590 w 12790"/>
              <a:gd name="T49" fmla="*/ 12720 h 12780"/>
              <a:gd name="T50" fmla="*/ 4580 w 12790"/>
              <a:gd name="T51" fmla="*/ 10430 h 12780"/>
              <a:gd name="T52" fmla="*/ 6880 w 12790"/>
              <a:gd name="T53" fmla="*/ 11870 h 12780"/>
              <a:gd name="T54" fmla="*/ 4580 w 12790"/>
              <a:gd name="T55" fmla="*/ 10430 h 12780"/>
              <a:gd name="T56" fmla="*/ 1040 w 12790"/>
              <a:gd name="T57" fmla="*/ 11750 h 12780"/>
              <a:gd name="T58" fmla="*/ 2020 w 12790"/>
              <a:gd name="T59" fmla="*/ 8790 h 12780"/>
              <a:gd name="T60" fmla="*/ 2390 w 12790"/>
              <a:gd name="T61" fmla="*/ 9020 h 12780"/>
              <a:gd name="T62" fmla="*/ 1810 w 12790"/>
              <a:gd name="T63" fmla="*/ 10980 h 12780"/>
              <a:gd name="T64" fmla="*/ 3700 w 12790"/>
              <a:gd name="T65" fmla="*/ 10370 h 12780"/>
              <a:gd name="T66" fmla="*/ 4000 w 12790"/>
              <a:gd name="T67" fmla="*/ 10630 h 12780"/>
              <a:gd name="T68" fmla="*/ 2350 w 12790"/>
              <a:gd name="T69" fmla="*/ 11870 h 12780"/>
              <a:gd name="T70" fmla="*/ 2090 w 12790"/>
              <a:gd name="T71" fmla="*/ 8990 h 12780"/>
              <a:gd name="T72" fmla="*/ 1180 w 12790"/>
              <a:gd name="T73" fmla="*/ 11610 h 12780"/>
              <a:gd name="T74" fmla="*/ 3800 w 12790"/>
              <a:gd name="T75" fmla="*/ 10700 h 12780"/>
              <a:gd name="T76" fmla="*/ 1680 w 12790"/>
              <a:gd name="T77" fmla="*/ 11120 h 12780"/>
              <a:gd name="T78" fmla="*/ 2090 w 12790"/>
              <a:gd name="T79" fmla="*/ 8990 h 12780"/>
              <a:gd name="T80" fmla="*/ 8610 w 12790"/>
              <a:gd name="T81" fmla="*/ 4170 h 12780"/>
              <a:gd name="T82" fmla="*/ 10380 w 12790"/>
              <a:gd name="T83" fmla="*/ 2400 h 12780"/>
              <a:gd name="T84" fmla="*/ 10380 w 12790"/>
              <a:gd name="T85" fmla="*/ 4160 h 12780"/>
              <a:gd name="T86" fmla="*/ 9490 w 12790"/>
              <a:gd name="T87" fmla="*/ 2240 h 12780"/>
              <a:gd name="T88" fmla="*/ 8750 w 12790"/>
              <a:gd name="T89" fmla="*/ 4040 h 12780"/>
              <a:gd name="T90" fmla="*/ 10550 w 12790"/>
              <a:gd name="T91" fmla="*/ 3300 h 12780"/>
              <a:gd name="T92" fmla="*/ 9490 w 12790"/>
              <a:gd name="T93" fmla="*/ 2240 h 12780"/>
              <a:gd name="T94" fmla="*/ 3960 w 12790"/>
              <a:gd name="T95" fmla="*/ 8820 h 12780"/>
              <a:gd name="T96" fmla="*/ 8540 w 12790"/>
              <a:gd name="T97" fmla="*/ 4100 h 12780"/>
              <a:gd name="T98" fmla="*/ 8680 w 12790"/>
              <a:gd name="T99" fmla="*/ 4240 h 12780"/>
              <a:gd name="T100" fmla="*/ 4030 w 12790"/>
              <a:gd name="T101" fmla="*/ 8850 h 127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2790" h="12780">
                <a:moveTo>
                  <a:pt x="4280" y="10610"/>
                </a:moveTo>
                <a:cubicBezTo>
                  <a:pt x="4230" y="10610"/>
                  <a:pt x="4180" y="10590"/>
                  <a:pt x="4140" y="10550"/>
                </a:cubicBezTo>
                <a:lnTo>
                  <a:pt x="2230" y="8640"/>
                </a:lnTo>
                <a:cubicBezTo>
                  <a:pt x="2160" y="8570"/>
                  <a:pt x="2150" y="8460"/>
                  <a:pt x="2210" y="8380"/>
                </a:cubicBezTo>
                <a:lnTo>
                  <a:pt x="7160" y="1960"/>
                </a:lnTo>
                <a:cubicBezTo>
                  <a:pt x="8160" y="660"/>
                  <a:pt x="9750" y="0"/>
                  <a:pt x="11660" y="90"/>
                </a:cubicBezTo>
                <a:lnTo>
                  <a:pt x="11890" y="100"/>
                </a:lnTo>
                <a:cubicBezTo>
                  <a:pt x="12280" y="120"/>
                  <a:pt x="12670" y="510"/>
                  <a:pt x="12690" y="900"/>
                </a:cubicBezTo>
                <a:lnTo>
                  <a:pt x="12700" y="1130"/>
                </a:lnTo>
                <a:cubicBezTo>
                  <a:pt x="12790" y="3030"/>
                  <a:pt x="12120" y="4630"/>
                  <a:pt x="10830" y="5620"/>
                </a:cubicBezTo>
                <a:lnTo>
                  <a:pt x="4410" y="10570"/>
                </a:lnTo>
                <a:cubicBezTo>
                  <a:pt x="4370" y="10600"/>
                  <a:pt x="4320" y="10610"/>
                  <a:pt x="4280" y="10610"/>
                </a:cubicBezTo>
                <a:close/>
                <a:moveTo>
                  <a:pt x="2640" y="8480"/>
                </a:moveTo>
                <a:lnTo>
                  <a:pt x="4300" y="10140"/>
                </a:lnTo>
                <a:lnTo>
                  <a:pt x="10580" y="5290"/>
                </a:lnTo>
                <a:cubicBezTo>
                  <a:pt x="11760" y="4380"/>
                  <a:pt x="12370" y="2900"/>
                  <a:pt x="12290" y="1130"/>
                </a:cubicBezTo>
                <a:lnTo>
                  <a:pt x="12280" y="900"/>
                </a:lnTo>
                <a:cubicBezTo>
                  <a:pt x="12270" y="710"/>
                  <a:pt x="12050" y="490"/>
                  <a:pt x="11860" y="480"/>
                </a:cubicBezTo>
                <a:lnTo>
                  <a:pt x="11630" y="470"/>
                </a:lnTo>
                <a:cubicBezTo>
                  <a:pt x="9870" y="410"/>
                  <a:pt x="8400" y="1010"/>
                  <a:pt x="7480" y="2200"/>
                </a:cubicBezTo>
                <a:lnTo>
                  <a:pt x="2640" y="8480"/>
                </a:lnTo>
                <a:close/>
                <a:moveTo>
                  <a:pt x="2370" y="8700"/>
                </a:moveTo>
                <a:cubicBezTo>
                  <a:pt x="2320" y="8700"/>
                  <a:pt x="2270" y="8680"/>
                  <a:pt x="2230" y="8640"/>
                </a:cubicBezTo>
                <a:lnTo>
                  <a:pt x="60" y="6470"/>
                </a:lnTo>
                <a:cubicBezTo>
                  <a:pt x="20" y="6430"/>
                  <a:pt x="0" y="6380"/>
                  <a:pt x="0" y="6330"/>
                </a:cubicBezTo>
                <a:cubicBezTo>
                  <a:pt x="0" y="6280"/>
                  <a:pt x="20" y="6230"/>
                  <a:pt x="60" y="6190"/>
                </a:cubicBezTo>
                <a:lnTo>
                  <a:pt x="700" y="5550"/>
                </a:lnTo>
                <a:cubicBezTo>
                  <a:pt x="750" y="5500"/>
                  <a:pt x="810" y="5480"/>
                  <a:pt x="880" y="5490"/>
                </a:cubicBezTo>
                <a:lnTo>
                  <a:pt x="4120" y="6080"/>
                </a:lnTo>
                <a:cubicBezTo>
                  <a:pt x="4190" y="6090"/>
                  <a:pt x="4250" y="6140"/>
                  <a:pt x="4270" y="6210"/>
                </a:cubicBezTo>
                <a:cubicBezTo>
                  <a:pt x="4290" y="6280"/>
                  <a:pt x="4280" y="6350"/>
                  <a:pt x="4240" y="6400"/>
                </a:cubicBezTo>
                <a:lnTo>
                  <a:pt x="2530" y="8620"/>
                </a:lnTo>
                <a:cubicBezTo>
                  <a:pt x="2490" y="8670"/>
                  <a:pt x="2440" y="8690"/>
                  <a:pt x="2380" y="8700"/>
                </a:cubicBezTo>
                <a:lnTo>
                  <a:pt x="2370" y="8700"/>
                </a:lnTo>
                <a:close/>
                <a:moveTo>
                  <a:pt x="480" y="6330"/>
                </a:moveTo>
                <a:lnTo>
                  <a:pt x="2350" y="8200"/>
                </a:lnTo>
                <a:lnTo>
                  <a:pt x="3720" y="6420"/>
                </a:lnTo>
                <a:lnTo>
                  <a:pt x="910" y="5900"/>
                </a:lnTo>
                <a:lnTo>
                  <a:pt x="480" y="6330"/>
                </a:lnTo>
                <a:close/>
                <a:moveTo>
                  <a:pt x="6450" y="12780"/>
                </a:moveTo>
                <a:cubicBezTo>
                  <a:pt x="6400" y="12780"/>
                  <a:pt x="6350" y="12760"/>
                  <a:pt x="6310" y="12720"/>
                </a:cubicBezTo>
                <a:lnTo>
                  <a:pt x="4140" y="10550"/>
                </a:lnTo>
                <a:cubicBezTo>
                  <a:pt x="4100" y="10510"/>
                  <a:pt x="4080" y="10450"/>
                  <a:pt x="4080" y="10400"/>
                </a:cubicBezTo>
                <a:cubicBezTo>
                  <a:pt x="4080" y="10340"/>
                  <a:pt x="4110" y="10290"/>
                  <a:pt x="4160" y="10250"/>
                </a:cubicBezTo>
                <a:lnTo>
                  <a:pt x="6380" y="8540"/>
                </a:lnTo>
                <a:cubicBezTo>
                  <a:pt x="6440" y="8500"/>
                  <a:pt x="6510" y="8490"/>
                  <a:pt x="6570" y="8510"/>
                </a:cubicBezTo>
                <a:cubicBezTo>
                  <a:pt x="6640" y="8540"/>
                  <a:pt x="6680" y="8590"/>
                  <a:pt x="6700" y="8660"/>
                </a:cubicBezTo>
                <a:lnTo>
                  <a:pt x="7290" y="11900"/>
                </a:lnTo>
                <a:cubicBezTo>
                  <a:pt x="7300" y="11960"/>
                  <a:pt x="7280" y="12030"/>
                  <a:pt x="7230" y="12080"/>
                </a:cubicBezTo>
                <a:lnTo>
                  <a:pt x="6590" y="12720"/>
                </a:lnTo>
                <a:cubicBezTo>
                  <a:pt x="6550" y="12760"/>
                  <a:pt x="6500" y="12780"/>
                  <a:pt x="6450" y="12780"/>
                </a:cubicBezTo>
                <a:close/>
                <a:moveTo>
                  <a:pt x="4580" y="10430"/>
                </a:moveTo>
                <a:lnTo>
                  <a:pt x="6450" y="12300"/>
                </a:lnTo>
                <a:lnTo>
                  <a:pt x="6880" y="11870"/>
                </a:lnTo>
                <a:lnTo>
                  <a:pt x="6360" y="9060"/>
                </a:lnTo>
                <a:lnTo>
                  <a:pt x="4580" y="10430"/>
                </a:lnTo>
                <a:close/>
                <a:moveTo>
                  <a:pt x="1700" y="11990"/>
                </a:moveTo>
                <a:cubicBezTo>
                  <a:pt x="1420" y="11990"/>
                  <a:pt x="1200" y="11910"/>
                  <a:pt x="1040" y="11750"/>
                </a:cubicBezTo>
                <a:cubicBezTo>
                  <a:pt x="760" y="11470"/>
                  <a:pt x="720" y="11010"/>
                  <a:pt x="920" y="10440"/>
                </a:cubicBezTo>
                <a:cubicBezTo>
                  <a:pt x="1110" y="9890"/>
                  <a:pt x="1500" y="9300"/>
                  <a:pt x="2020" y="8790"/>
                </a:cubicBezTo>
                <a:cubicBezTo>
                  <a:pt x="2060" y="8750"/>
                  <a:pt x="2120" y="8750"/>
                  <a:pt x="2160" y="8790"/>
                </a:cubicBezTo>
                <a:lnTo>
                  <a:pt x="2390" y="9020"/>
                </a:lnTo>
                <a:cubicBezTo>
                  <a:pt x="2430" y="9060"/>
                  <a:pt x="2430" y="9120"/>
                  <a:pt x="2390" y="9160"/>
                </a:cubicBezTo>
                <a:cubicBezTo>
                  <a:pt x="1740" y="9810"/>
                  <a:pt x="1480" y="10640"/>
                  <a:pt x="1810" y="10980"/>
                </a:cubicBezTo>
                <a:cubicBezTo>
                  <a:pt x="2150" y="11320"/>
                  <a:pt x="2980" y="11050"/>
                  <a:pt x="3630" y="10400"/>
                </a:cubicBezTo>
                <a:cubicBezTo>
                  <a:pt x="3650" y="10380"/>
                  <a:pt x="3670" y="10370"/>
                  <a:pt x="3700" y="10370"/>
                </a:cubicBezTo>
                <a:cubicBezTo>
                  <a:pt x="3730" y="10370"/>
                  <a:pt x="3750" y="10380"/>
                  <a:pt x="3770" y="10400"/>
                </a:cubicBezTo>
                <a:lnTo>
                  <a:pt x="4000" y="10630"/>
                </a:lnTo>
                <a:cubicBezTo>
                  <a:pt x="4040" y="10670"/>
                  <a:pt x="4040" y="10730"/>
                  <a:pt x="4000" y="10770"/>
                </a:cubicBezTo>
                <a:cubicBezTo>
                  <a:pt x="3480" y="11290"/>
                  <a:pt x="2890" y="11680"/>
                  <a:pt x="2350" y="11870"/>
                </a:cubicBezTo>
                <a:cubicBezTo>
                  <a:pt x="2110" y="11940"/>
                  <a:pt x="1900" y="11990"/>
                  <a:pt x="1700" y="11990"/>
                </a:cubicBezTo>
                <a:close/>
                <a:moveTo>
                  <a:pt x="2090" y="8990"/>
                </a:moveTo>
                <a:cubicBezTo>
                  <a:pt x="1630" y="9470"/>
                  <a:pt x="1280" y="10000"/>
                  <a:pt x="1110" y="10500"/>
                </a:cubicBezTo>
                <a:cubicBezTo>
                  <a:pt x="940" y="11000"/>
                  <a:pt x="960" y="11390"/>
                  <a:pt x="1180" y="11610"/>
                </a:cubicBezTo>
                <a:cubicBezTo>
                  <a:pt x="1400" y="11830"/>
                  <a:pt x="1790" y="11850"/>
                  <a:pt x="2290" y="11680"/>
                </a:cubicBezTo>
                <a:cubicBezTo>
                  <a:pt x="2790" y="11510"/>
                  <a:pt x="3320" y="11160"/>
                  <a:pt x="3800" y="10700"/>
                </a:cubicBezTo>
                <a:lnTo>
                  <a:pt x="3710" y="10610"/>
                </a:lnTo>
                <a:cubicBezTo>
                  <a:pt x="2970" y="11310"/>
                  <a:pt x="2100" y="11530"/>
                  <a:pt x="1680" y="11120"/>
                </a:cubicBezTo>
                <a:cubicBezTo>
                  <a:pt x="1270" y="10710"/>
                  <a:pt x="1490" y="9830"/>
                  <a:pt x="2190" y="9090"/>
                </a:cubicBezTo>
                <a:lnTo>
                  <a:pt x="2090" y="8990"/>
                </a:lnTo>
                <a:close/>
                <a:moveTo>
                  <a:pt x="9490" y="4540"/>
                </a:moveTo>
                <a:cubicBezTo>
                  <a:pt x="9170" y="4540"/>
                  <a:pt x="8850" y="4420"/>
                  <a:pt x="8610" y="4170"/>
                </a:cubicBezTo>
                <a:cubicBezTo>
                  <a:pt x="8120" y="3680"/>
                  <a:pt x="8120" y="2890"/>
                  <a:pt x="8610" y="2400"/>
                </a:cubicBezTo>
                <a:cubicBezTo>
                  <a:pt x="9100" y="1910"/>
                  <a:pt x="9890" y="1910"/>
                  <a:pt x="10380" y="2400"/>
                </a:cubicBezTo>
                <a:cubicBezTo>
                  <a:pt x="10620" y="2640"/>
                  <a:pt x="10750" y="2950"/>
                  <a:pt x="10750" y="3280"/>
                </a:cubicBezTo>
                <a:cubicBezTo>
                  <a:pt x="10750" y="3610"/>
                  <a:pt x="10620" y="3930"/>
                  <a:pt x="10380" y="4160"/>
                </a:cubicBezTo>
                <a:cubicBezTo>
                  <a:pt x="10130" y="4420"/>
                  <a:pt x="9810" y="4540"/>
                  <a:pt x="9490" y="4540"/>
                </a:cubicBezTo>
                <a:close/>
                <a:moveTo>
                  <a:pt x="9490" y="2240"/>
                </a:moveTo>
                <a:cubicBezTo>
                  <a:pt x="9220" y="2240"/>
                  <a:pt x="8950" y="2340"/>
                  <a:pt x="8750" y="2550"/>
                </a:cubicBezTo>
                <a:cubicBezTo>
                  <a:pt x="8340" y="2960"/>
                  <a:pt x="8340" y="3630"/>
                  <a:pt x="8750" y="4040"/>
                </a:cubicBezTo>
                <a:cubicBezTo>
                  <a:pt x="9160" y="4450"/>
                  <a:pt x="9830" y="4450"/>
                  <a:pt x="10240" y="4040"/>
                </a:cubicBezTo>
                <a:cubicBezTo>
                  <a:pt x="10440" y="3840"/>
                  <a:pt x="10550" y="3580"/>
                  <a:pt x="10550" y="3300"/>
                </a:cubicBezTo>
                <a:cubicBezTo>
                  <a:pt x="10550" y="3020"/>
                  <a:pt x="10440" y="2760"/>
                  <a:pt x="10240" y="2560"/>
                </a:cubicBezTo>
                <a:cubicBezTo>
                  <a:pt x="10020" y="2350"/>
                  <a:pt x="9760" y="2240"/>
                  <a:pt x="9490" y="2240"/>
                </a:cubicBezTo>
                <a:close/>
                <a:moveTo>
                  <a:pt x="4030" y="8850"/>
                </a:moveTo>
                <a:cubicBezTo>
                  <a:pt x="4000" y="8850"/>
                  <a:pt x="3980" y="8840"/>
                  <a:pt x="3960" y="8820"/>
                </a:cubicBezTo>
                <a:cubicBezTo>
                  <a:pt x="3920" y="8780"/>
                  <a:pt x="3920" y="8720"/>
                  <a:pt x="3960" y="8680"/>
                </a:cubicBezTo>
                <a:lnTo>
                  <a:pt x="8540" y="4100"/>
                </a:lnTo>
                <a:cubicBezTo>
                  <a:pt x="8580" y="4060"/>
                  <a:pt x="8640" y="4060"/>
                  <a:pt x="8680" y="4100"/>
                </a:cubicBezTo>
                <a:cubicBezTo>
                  <a:pt x="8720" y="4140"/>
                  <a:pt x="8720" y="4200"/>
                  <a:pt x="8680" y="4240"/>
                </a:cubicBezTo>
                <a:lnTo>
                  <a:pt x="4100" y="8820"/>
                </a:lnTo>
                <a:cubicBezTo>
                  <a:pt x="4080" y="8840"/>
                  <a:pt x="4060" y="8850"/>
                  <a:pt x="4030" y="8850"/>
                </a:cubicBezTo>
                <a:close/>
              </a:path>
            </a:pathLst>
          </a:custGeom>
          <a:solidFill>
            <a:srgbClr val="6585D9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6" name="money-stacks-of-coins_31028"/>
          <p:cNvSpPr>
            <a:spLocks noChangeAspect="1"/>
          </p:cNvSpPr>
          <p:nvPr/>
        </p:nvSpPr>
        <p:spPr bwMode="auto">
          <a:xfrm>
            <a:off x="4249806" y="2026190"/>
            <a:ext cx="698997" cy="695042"/>
          </a:xfrm>
          <a:custGeom>
            <a:avLst/>
            <a:gdLst>
              <a:gd name="T0" fmla="*/ 6444 w 12886"/>
              <a:gd name="T1" fmla="*/ 8002 h 12813"/>
              <a:gd name="T2" fmla="*/ 6305 w 12886"/>
              <a:gd name="T3" fmla="*/ 7963 h 12813"/>
              <a:gd name="T4" fmla="*/ 171 w 12886"/>
              <a:gd name="T5" fmla="*/ 4235 h 12813"/>
              <a:gd name="T6" fmla="*/ 171 w 12886"/>
              <a:gd name="T7" fmla="*/ 3779 h 12813"/>
              <a:gd name="T8" fmla="*/ 6304 w 12886"/>
              <a:gd name="T9" fmla="*/ 52 h 12813"/>
              <a:gd name="T10" fmla="*/ 6581 w 12886"/>
              <a:gd name="T11" fmla="*/ 52 h 12813"/>
              <a:gd name="T12" fmla="*/ 12715 w 12886"/>
              <a:gd name="T13" fmla="*/ 3779 h 12813"/>
              <a:gd name="T14" fmla="*/ 12715 w 12886"/>
              <a:gd name="T15" fmla="*/ 4235 h 12813"/>
              <a:gd name="T16" fmla="*/ 6582 w 12886"/>
              <a:gd name="T17" fmla="*/ 7963 h 12813"/>
              <a:gd name="T18" fmla="*/ 6444 w 12886"/>
              <a:gd name="T19" fmla="*/ 8002 h 12813"/>
              <a:gd name="T20" fmla="*/ 823 w 12886"/>
              <a:gd name="T21" fmla="*/ 4007 h 12813"/>
              <a:gd name="T22" fmla="*/ 6444 w 12886"/>
              <a:gd name="T23" fmla="*/ 7423 h 12813"/>
              <a:gd name="T24" fmla="*/ 12063 w 12886"/>
              <a:gd name="T25" fmla="*/ 4007 h 12813"/>
              <a:gd name="T26" fmla="*/ 6443 w 12886"/>
              <a:gd name="T27" fmla="*/ 592 h 12813"/>
              <a:gd name="T28" fmla="*/ 823 w 12886"/>
              <a:gd name="T29" fmla="*/ 4007 h 12813"/>
              <a:gd name="T30" fmla="*/ 6444 w 12886"/>
              <a:gd name="T31" fmla="*/ 10359 h 12813"/>
              <a:gd name="T32" fmla="*/ 6305 w 12886"/>
              <a:gd name="T33" fmla="*/ 10320 h 12813"/>
              <a:gd name="T34" fmla="*/ 171 w 12886"/>
              <a:gd name="T35" fmla="*/ 6592 h 12813"/>
              <a:gd name="T36" fmla="*/ 171 w 12886"/>
              <a:gd name="T37" fmla="*/ 6137 h 12813"/>
              <a:gd name="T38" fmla="*/ 2111 w 12886"/>
              <a:gd name="T39" fmla="*/ 4958 h 12813"/>
              <a:gd name="T40" fmla="*/ 2388 w 12886"/>
              <a:gd name="T41" fmla="*/ 5414 h 12813"/>
              <a:gd name="T42" fmla="*/ 823 w 12886"/>
              <a:gd name="T43" fmla="*/ 6364 h 12813"/>
              <a:gd name="T44" fmla="*/ 6444 w 12886"/>
              <a:gd name="T45" fmla="*/ 9781 h 12813"/>
              <a:gd name="T46" fmla="*/ 12063 w 12886"/>
              <a:gd name="T47" fmla="*/ 6365 h 12813"/>
              <a:gd name="T48" fmla="*/ 10498 w 12886"/>
              <a:gd name="T49" fmla="*/ 5415 h 12813"/>
              <a:gd name="T50" fmla="*/ 10775 w 12886"/>
              <a:gd name="T51" fmla="*/ 4959 h 12813"/>
              <a:gd name="T52" fmla="*/ 12715 w 12886"/>
              <a:gd name="T53" fmla="*/ 6137 h 12813"/>
              <a:gd name="T54" fmla="*/ 12715 w 12886"/>
              <a:gd name="T55" fmla="*/ 6593 h 12813"/>
              <a:gd name="T56" fmla="*/ 6582 w 12886"/>
              <a:gd name="T57" fmla="*/ 10320 h 12813"/>
              <a:gd name="T58" fmla="*/ 6444 w 12886"/>
              <a:gd name="T59" fmla="*/ 10359 h 12813"/>
              <a:gd name="T60" fmla="*/ 6444 w 12886"/>
              <a:gd name="T61" fmla="*/ 12813 h 12813"/>
              <a:gd name="T62" fmla="*/ 6305 w 12886"/>
              <a:gd name="T63" fmla="*/ 12774 h 12813"/>
              <a:gd name="T64" fmla="*/ 171 w 12886"/>
              <a:gd name="T65" fmla="*/ 9046 h 12813"/>
              <a:gd name="T66" fmla="*/ 171 w 12886"/>
              <a:gd name="T67" fmla="*/ 8591 h 12813"/>
              <a:gd name="T68" fmla="*/ 2111 w 12886"/>
              <a:gd name="T69" fmla="*/ 7411 h 12813"/>
              <a:gd name="T70" fmla="*/ 2388 w 12886"/>
              <a:gd name="T71" fmla="*/ 7867 h 12813"/>
              <a:gd name="T72" fmla="*/ 823 w 12886"/>
              <a:gd name="T73" fmla="*/ 8818 h 12813"/>
              <a:gd name="T74" fmla="*/ 6444 w 12886"/>
              <a:gd name="T75" fmla="*/ 12234 h 12813"/>
              <a:gd name="T76" fmla="*/ 12063 w 12886"/>
              <a:gd name="T77" fmla="*/ 8818 h 12813"/>
              <a:gd name="T78" fmla="*/ 10498 w 12886"/>
              <a:gd name="T79" fmla="*/ 7868 h 12813"/>
              <a:gd name="T80" fmla="*/ 10775 w 12886"/>
              <a:gd name="T81" fmla="*/ 7412 h 12813"/>
              <a:gd name="T82" fmla="*/ 12715 w 12886"/>
              <a:gd name="T83" fmla="*/ 8591 h 12813"/>
              <a:gd name="T84" fmla="*/ 12715 w 12886"/>
              <a:gd name="T85" fmla="*/ 9046 h 12813"/>
              <a:gd name="T86" fmla="*/ 6582 w 12886"/>
              <a:gd name="T87" fmla="*/ 12774 h 12813"/>
              <a:gd name="T88" fmla="*/ 6444 w 12886"/>
              <a:gd name="T89" fmla="*/ 12813 h 128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886" h="12813">
                <a:moveTo>
                  <a:pt x="6444" y="8002"/>
                </a:moveTo>
                <a:cubicBezTo>
                  <a:pt x="6396" y="8002"/>
                  <a:pt x="6348" y="7989"/>
                  <a:pt x="6305" y="7963"/>
                </a:cubicBezTo>
                <a:lnTo>
                  <a:pt x="171" y="4235"/>
                </a:lnTo>
                <a:cubicBezTo>
                  <a:pt x="1" y="4131"/>
                  <a:pt x="1" y="3884"/>
                  <a:pt x="171" y="3779"/>
                </a:cubicBezTo>
                <a:lnTo>
                  <a:pt x="6304" y="52"/>
                </a:lnTo>
                <a:cubicBezTo>
                  <a:pt x="6389" y="0"/>
                  <a:pt x="6496" y="0"/>
                  <a:pt x="6581" y="52"/>
                </a:cubicBezTo>
                <a:lnTo>
                  <a:pt x="12715" y="3779"/>
                </a:lnTo>
                <a:cubicBezTo>
                  <a:pt x="12886" y="3883"/>
                  <a:pt x="12886" y="4131"/>
                  <a:pt x="12715" y="4235"/>
                </a:cubicBezTo>
                <a:lnTo>
                  <a:pt x="6582" y="7963"/>
                </a:lnTo>
                <a:cubicBezTo>
                  <a:pt x="6540" y="7989"/>
                  <a:pt x="6492" y="8002"/>
                  <a:pt x="6444" y="8002"/>
                </a:cubicBezTo>
                <a:close/>
                <a:moveTo>
                  <a:pt x="823" y="4007"/>
                </a:moveTo>
                <a:lnTo>
                  <a:pt x="6444" y="7423"/>
                </a:lnTo>
                <a:lnTo>
                  <a:pt x="12063" y="4007"/>
                </a:lnTo>
                <a:lnTo>
                  <a:pt x="6443" y="592"/>
                </a:lnTo>
                <a:lnTo>
                  <a:pt x="823" y="4007"/>
                </a:lnTo>
                <a:close/>
                <a:moveTo>
                  <a:pt x="6444" y="10359"/>
                </a:moveTo>
                <a:cubicBezTo>
                  <a:pt x="6396" y="10359"/>
                  <a:pt x="6348" y="10346"/>
                  <a:pt x="6305" y="10320"/>
                </a:cubicBezTo>
                <a:lnTo>
                  <a:pt x="171" y="6592"/>
                </a:lnTo>
                <a:cubicBezTo>
                  <a:pt x="1" y="6488"/>
                  <a:pt x="1" y="6241"/>
                  <a:pt x="171" y="6137"/>
                </a:cubicBezTo>
                <a:lnTo>
                  <a:pt x="2111" y="4958"/>
                </a:lnTo>
                <a:lnTo>
                  <a:pt x="2388" y="5414"/>
                </a:lnTo>
                <a:lnTo>
                  <a:pt x="823" y="6364"/>
                </a:lnTo>
                <a:lnTo>
                  <a:pt x="6444" y="9781"/>
                </a:lnTo>
                <a:lnTo>
                  <a:pt x="12063" y="6365"/>
                </a:lnTo>
                <a:lnTo>
                  <a:pt x="10498" y="5415"/>
                </a:lnTo>
                <a:lnTo>
                  <a:pt x="10775" y="4959"/>
                </a:lnTo>
                <a:lnTo>
                  <a:pt x="12715" y="6137"/>
                </a:lnTo>
                <a:cubicBezTo>
                  <a:pt x="12886" y="6241"/>
                  <a:pt x="12886" y="6489"/>
                  <a:pt x="12715" y="6593"/>
                </a:cubicBezTo>
                <a:lnTo>
                  <a:pt x="6582" y="10320"/>
                </a:lnTo>
                <a:cubicBezTo>
                  <a:pt x="6540" y="10346"/>
                  <a:pt x="6492" y="10359"/>
                  <a:pt x="6444" y="10359"/>
                </a:cubicBezTo>
                <a:close/>
                <a:moveTo>
                  <a:pt x="6444" y="12813"/>
                </a:moveTo>
                <a:cubicBezTo>
                  <a:pt x="6396" y="12813"/>
                  <a:pt x="6348" y="12800"/>
                  <a:pt x="6305" y="12774"/>
                </a:cubicBezTo>
                <a:lnTo>
                  <a:pt x="171" y="9046"/>
                </a:lnTo>
                <a:cubicBezTo>
                  <a:pt x="0" y="8942"/>
                  <a:pt x="0" y="8695"/>
                  <a:pt x="171" y="8591"/>
                </a:cubicBezTo>
                <a:lnTo>
                  <a:pt x="2111" y="7411"/>
                </a:lnTo>
                <a:lnTo>
                  <a:pt x="2388" y="7867"/>
                </a:lnTo>
                <a:lnTo>
                  <a:pt x="823" y="8818"/>
                </a:lnTo>
                <a:lnTo>
                  <a:pt x="6444" y="12234"/>
                </a:lnTo>
                <a:lnTo>
                  <a:pt x="12063" y="8818"/>
                </a:lnTo>
                <a:lnTo>
                  <a:pt x="10498" y="7868"/>
                </a:lnTo>
                <a:lnTo>
                  <a:pt x="10775" y="7412"/>
                </a:lnTo>
                <a:lnTo>
                  <a:pt x="12715" y="8591"/>
                </a:lnTo>
                <a:cubicBezTo>
                  <a:pt x="12886" y="8694"/>
                  <a:pt x="12886" y="8942"/>
                  <a:pt x="12715" y="9046"/>
                </a:cubicBezTo>
                <a:lnTo>
                  <a:pt x="6582" y="12774"/>
                </a:lnTo>
                <a:cubicBezTo>
                  <a:pt x="6540" y="12800"/>
                  <a:pt x="6492" y="12813"/>
                  <a:pt x="6444" y="12813"/>
                </a:cubicBezTo>
                <a:close/>
              </a:path>
            </a:pathLst>
          </a:custGeom>
          <a:solidFill>
            <a:srgbClr val="6585D9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7" name="money-stacks-of-coins_31028"/>
          <p:cNvSpPr>
            <a:spLocks noChangeAspect="1"/>
          </p:cNvSpPr>
          <p:nvPr/>
        </p:nvSpPr>
        <p:spPr bwMode="auto">
          <a:xfrm>
            <a:off x="7086094" y="3242761"/>
            <a:ext cx="698998" cy="576767"/>
          </a:xfrm>
          <a:custGeom>
            <a:avLst/>
            <a:gdLst>
              <a:gd name="T0" fmla="*/ 5188 w 10375"/>
              <a:gd name="T1" fmla="*/ 1 h 8561"/>
              <a:gd name="T2" fmla="*/ 0 w 10375"/>
              <a:gd name="T3" fmla="*/ 4218 h 8561"/>
              <a:gd name="T4" fmla="*/ 1453 w 10375"/>
              <a:gd name="T5" fmla="*/ 7143 h 8561"/>
              <a:gd name="T6" fmla="*/ 1328 w 10375"/>
              <a:gd name="T7" fmla="*/ 8561 h 8561"/>
              <a:gd name="T8" fmla="*/ 2703 w 10375"/>
              <a:gd name="T9" fmla="*/ 7920 h 8561"/>
              <a:gd name="T10" fmla="*/ 5188 w 10375"/>
              <a:gd name="T11" fmla="*/ 8436 h 8561"/>
              <a:gd name="T12" fmla="*/ 10375 w 10375"/>
              <a:gd name="T13" fmla="*/ 4218 h 8561"/>
              <a:gd name="T14" fmla="*/ 5188 w 10375"/>
              <a:gd name="T15" fmla="*/ 1 h 8561"/>
              <a:gd name="T16" fmla="*/ 5188 w 10375"/>
              <a:gd name="T17" fmla="*/ 7604 h 8561"/>
              <a:gd name="T18" fmla="*/ 3200 w 10375"/>
              <a:gd name="T19" fmla="*/ 7193 h 8561"/>
              <a:gd name="T20" fmla="*/ 2100 w 10375"/>
              <a:gd name="T21" fmla="*/ 7706 h 8561"/>
              <a:gd name="T22" fmla="*/ 2200 w 10375"/>
              <a:gd name="T23" fmla="*/ 6572 h 8561"/>
              <a:gd name="T24" fmla="*/ 1038 w 10375"/>
              <a:gd name="T25" fmla="*/ 4230 h 8561"/>
              <a:gd name="T26" fmla="*/ 5188 w 10375"/>
              <a:gd name="T27" fmla="*/ 857 h 8561"/>
              <a:gd name="T28" fmla="*/ 9338 w 10375"/>
              <a:gd name="T29" fmla="*/ 4230 h 8561"/>
              <a:gd name="T30" fmla="*/ 5188 w 10375"/>
              <a:gd name="T31" fmla="*/ 7604 h 8561"/>
              <a:gd name="T32" fmla="*/ 2776 w 10375"/>
              <a:gd name="T33" fmla="*/ 4287 h 8561"/>
              <a:gd name="T34" fmla="*/ 2008 w 10375"/>
              <a:gd name="T35" fmla="*/ 4287 h 8561"/>
              <a:gd name="T36" fmla="*/ 2776 w 10375"/>
              <a:gd name="T37" fmla="*/ 5055 h 8561"/>
              <a:gd name="T38" fmla="*/ 3545 w 10375"/>
              <a:gd name="T39" fmla="*/ 4287 h 8561"/>
              <a:gd name="T40" fmla="*/ 2776 w 10375"/>
              <a:gd name="T41" fmla="*/ 3518 h 8561"/>
              <a:gd name="T42" fmla="*/ 2008 w 10375"/>
              <a:gd name="T43" fmla="*/ 4287 h 8561"/>
              <a:gd name="T44" fmla="*/ 5188 w 10375"/>
              <a:gd name="T45" fmla="*/ 4282 h 8561"/>
              <a:gd name="T46" fmla="*/ 4419 w 10375"/>
              <a:gd name="T47" fmla="*/ 4282 h 8561"/>
              <a:gd name="T48" fmla="*/ 5188 w 10375"/>
              <a:gd name="T49" fmla="*/ 5050 h 8561"/>
              <a:gd name="T50" fmla="*/ 5956 w 10375"/>
              <a:gd name="T51" fmla="*/ 4282 h 8561"/>
              <a:gd name="T52" fmla="*/ 5188 w 10375"/>
              <a:gd name="T53" fmla="*/ 3513 h 8561"/>
              <a:gd name="T54" fmla="*/ 4419 w 10375"/>
              <a:gd name="T55" fmla="*/ 4282 h 8561"/>
              <a:gd name="T56" fmla="*/ 7576 w 10375"/>
              <a:gd name="T57" fmla="*/ 4278 h 8561"/>
              <a:gd name="T58" fmla="*/ 6808 w 10375"/>
              <a:gd name="T59" fmla="*/ 4278 h 8561"/>
              <a:gd name="T60" fmla="*/ 7576 w 10375"/>
              <a:gd name="T61" fmla="*/ 5047 h 8561"/>
              <a:gd name="T62" fmla="*/ 8345 w 10375"/>
              <a:gd name="T63" fmla="*/ 4278 h 8561"/>
              <a:gd name="T64" fmla="*/ 7576 w 10375"/>
              <a:gd name="T65" fmla="*/ 3509 h 8561"/>
              <a:gd name="T66" fmla="*/ 6808 w 10375"/>
              <a:gd name="T67" fmla="*/ 4278 h 8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375" h="8561">
                <a:moveTo>
                  <a:pt x="5188" y="1"/>
                </a:moveTo>
                <a:cubicBezTo>
                  <a:pt x="2323" y="1"/>
                  <a:pt x="0" y="1888"/>
                  <a:pt x="0" y="4218"/>
                </a:cubicBezTo>
                <a:cubicBezTo>
                  <a:pt x="0" y="5354"/>
                  <a:pt x="554" y="6384"/>
                  <a:pt x="1453" y="7143"/>
                </a:cubicBezTo>
                <a:lnTo>
                  <a:pt x="1328" y="8561"/>
                </a:lnTo>
                <a:lnTo>
                  <a:pt x="2703" y="7920"/>
                </a:lnTo>
                <a:cubicBezTo>
                  <a:pt x="3440" y="8248"/>
                  <a:pt x="4288" y="8436"/>
                  <a:pt x="5188" y="8436"/>
                </a:cubicBezTo>
                <a:cubicBezTo>
                  <a:pt x="8053" y="8436"/>
                  <a:pt x="10375" y="6548"/>
                  <a:pt x="10375" y="4218"/>
                </a:cubicBezTo>
                <a:cubicBezTo>
                  <a:pt x="10375" y="1889"/>
                  <a:pt x="8053" y="0"/>
                  <a:pt x="5188" y="1"/>
                </a:cubicBezTo>
                <a:close/>
                <a:moveTo>
                  <a:pt x="5188" y="7604"/>
                </a:moveTo>
                <a:cubicBezTo>
                  <a:pt x="4468" y="7604"/>
                  <a:pt x="3790" y="7456"/>
                  <a:pt x="3200" y="7193"/>
                </a:cubicBezTo>
                <a:lnTo>
                  <a:pt x="2100" y="7706"/>
                </a:lnTo>
                <a:lnTo>
                  <a:pt x="2200" y="6572"/>
                </a:lnTo>
                <a:cubicBezTo>
                  <a:pt x="1480" y="5963"/>
                  <a:pt x="1038" y="5139"/>
                  <a:pt x="1038" y="4230"/>
                </a:cubicBezTo>
                <a:cubicBezTo>
                  <a:pt x="1038" y="2367"/>
                  <a:pt x="2895" y="857"/>
                  <a:pt x="5188" y="857"/>
                </a:cubicBezTo>
                <a:cubicBezTo>
                  <a:pt x="7480" y="857"/>
                  <a:pt x="9338" y="2367"/>
                  <a:pt x="9338" y="4230"/>
                </a:cubicBezTo>
                <a:cubicBezTo>
                  <a:pt x="9338" y="6094"/>
                  <a:pt x="7480" y="7604"/>
                  <a:pt x="5188" y="7604"/>
                </a:cubicBezTo>
                <a:close/>
                <a:moveTo>
                  <a:pt x="2776" y="4287"/>
                </a:moveTo>
                <a:close/>
                <a:moveTo>
                  <a:pt x="2008" y="4287"/>
                </a:moveTo>
                <a:cubicBezTo>
                  <a:pt x="2008" y="4711"/>
                  <a:pt x="2352" y="5055"/>
                  <a:pt x="2776" y="5055"/>
                </a:cubicBezTo>
                <a:cubicBezTo>
                  <a:pt x="3201" y="5055"/>
                  <a:pt x="3545" y="4711"/>
                  <a:pt x="3545" y="4287"/>
                </a:cubicBezTo>
                <a:cubicBezTo>
                  <a:pt x="3545" y="3862"/>
                  <a:pt x="3201" y="3518"/>
                  <a:pt x="2776" y="3518"/>
                </a:cubicBezTo>
                <a:cubicBezTo>
                  <a:pt x="2352" y="3518"/>
                  <a:pt x="2008" y="3862"/>
                  <a:pt x="2008" y="4287"/>
                </a:cubicBezTo>
                <a:close/>
                <a:moveTo>
                  <a:pt x="5188" y="4282"/>
                </a:moveTo>
                <a:close/>
                <a:moveTo>
                  <a:pt x="4419" y="4282"/>
                </a:moveTo>
                <a:cubicBezTo>
                  <a:pt x="4419" y="4706"/>
                  <a:pt x="4763" y="5050"/>
                  <a:pt x="5188" y="5050"/>
                </a:cubicBezTo>
                <a:cubicBezTo>
                  <a:pt x="5612" y="5050"/>
                  <a:pt x="5956" y="4706"/>
                  <a:pt x="5956" y="4282"/>
                </a:cubicBezTo>
                <a:cubicBezTo>
                  <a:pt x="5956" y="3857"/>
                  <a:pt x="5612" y="3513"/>
                  <a:pt x="5188" y="3513"/>
                </a:cubicBezTo>
                <a:cubicBezTo>
                  <a:pt x="4763" y="3513"/>
                  <a:pt x="4419" y="3857"/>
                  <a:pt x="4419" y="4282"/>
                </a:cubicBezTo>
                <a:close/>
                <a:moveTo>
                  <a:pt x="7576" y="4278"/>
                </a:moveTo>
                <a:close/>
                <a:moveTo>
                  <a:pt x="6808" y="4278"/>
                </a:moveTo>
                <a:cubicBezTo>
                  <a:pt x="6808" y="4703"/>
                  <a:pt x="7152" y="5047"/>
                  <a:pt x="7576" y="5047"/>
                </a:cubicBezTo>
                <a:cubicBezTo>
                  <a:pt x="8001" y="5047"/>
                  <a:pt x="8345" y="4703"/>
                  <a:pt x="8345" y="4278"/>
                </a:cubicBezTo>
                <a:cubicBezTo>
                  <a:pt x="8345" y="3853"/>
                  <a:pt x="8001" y="3509"/>
                  <a:pt x="7576" y="3509"/>
                </a:cubicBezTo>
                <a:cubicBezTo>
                  <a:pt x="7152" y="3509"/>
                  <a:pt x="6808" y="3853"/>
                  <a:pt x="6808" y="4278"/>
                </a:cubicBezTo>
                <a:close/>
              </a:path>
            </a:pathLst>
          </a:custGeom>
          <a:solidFill>
            <a:srgbClr val="6585D9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8" name="money-stacks-of-coins_31028"/>
          <p:cNvSpPr>
            <a:spLocks noChangeAspect="1"/>
          </p:cNvSpPr>
          <p:nvPr/>
        </p:nvSpPr>
        <p:spPr bwMode="auto">
          <a:xfrm>
            <a:off x="10089515" y="4895193"/>
            <a:ext cx="655585" cy="698998"/>
          </a:xfrm>
          <a:custGeom>
            <a:avLst/>
            <a:gdLst>
              <a:gd name="connsiteX0" fmla="*/ 11643 w 567981"/>
              <a:gd name="connsiteY0" fmla="*/ 567698 h 605592"/>
              <a:gd name="connsiteX1" fmla="*/ 556337 w 567981"/>
              <a:gd name="connsiteY1" fmla="*/ 567698 h 605592"/>
              <a:gd name="connsiteX2" fmla="*/ 556337 w 567981"/>
              <a:gd name="connsiteY2" fmla="*/ 605592 h 605592"/>
              <a:gd name="connsiteX3" fmla="*/ 11643 w 567981"/>
              <a:gd name="connsiteY3" fmla="*/ 605592 h 605592"/>
              <a:gd name="connsiteX4" fmla="*/ 446467 w 567981"/>
              <a:gd name="connsiteY4" fmla="*/ 226303 h 605592"/>
              <a:gd name="connsiteX5" fmla="*/ 484572 w 567981"/>
              <a:gd name="connsiteY5" fmla="*/ 226303 h 605592"/>
              <a:gd name="connsiteX6" fmla="*/ 484572 w 567981"/>
              <a:gd name="connsiteY6" fmla="*/ 523454 h 605592"/>
              <a:gd name="connsiteX7" fmla="*/ 446467 w 567981"/>
              <a:gd name="connsiteY7" fmla="*/ 523454 h 605592"/>
              <a:gd name="connsiteX8" fmla="*/ 83479 w 567981"/>
              <a:gd name="connsiteY8" fmla="*/ 226303 h 605592"/>
              <a:gd name="connsiteX9" fmla="*/ 121443 w 567981"/>
              <a:gd name="connsiteY9" fmla="*/ 226303 h 605592"/>
              <a:gd name="connsiteX10" fmla="*/ 121443 w 567981"/>
              <a:gd name="connsiteY10" fmla="*/ 523454 h 605592"/>
              <a:gd name="connsiteX11" fmla="*/ 83479 w 567981"/>
              <a:gd name="connsiteY11" fmla="*/ 523454 h 605592"/>
              <a:gd name="connsiteX12" fmla="*/ 284002 w 567981"/>
              <a:gd name="connsiteY12" fmla="*/ 214660 h 605592"/>
              <a:gd name="connsiteX13" fmla="*/ 359743 w 567981"/>
              <a:gd name="connsiteY13" fmla="*/ 345858 h 605592"/>
              <a:gd name="connsiteX14" fmla="*/ 302937 w 567981"/>
              <a:gd name="connsiteY14" fmla="*/ 345858 h 605592"/>
              <a:gd name="connsiteX15" fmla="*/ 302937 w 567981"/>
              <a:gd name="connsiteY15" fmla="*/ 466578 h 605592"/>
              <a:gd name="connsiteX16" fmla="*/ 264974 w 567981"/>
              <a:gd name="connsiteY16" fmla="*/ 466578 h 605592"/>
              <a:gd name="connsiteX17" fmla="*/ 264974 w 567981"/>
              <a:gd name="connsiteY17" fmla="*/ 345858 h 605592"/>
              <a:gd name="connsiteX18" fmla="*/ 208168 w 567981"/>
              <a:gd name="connsiteY18" fmla="*/ 345858 h 605592"/>
              <a:gd name="connsiteX19" fmla="*/ 284455 w 567981"/>
              <a:gd name="connsiteY19" fmla="*/ 0 h 605592"/>
              <a:gd name="connsiteX20" fmla="*/ 567981 w 567981"/>
              <a:gd name="connsiteY20" fmla="*/ 177904 h 605592"/>
              <a:gd name="connsiteX21" fmla="*/ 547743 w 567981"/>
              <a:gd name="connsiteY21" fmla="*/ 210073 h 605592"/>
              <a:gd name="connsiteX22" fmla="*/ 284362 w 567981"/>
              <a:gd name="connsiteY22" fmla="*/ 44777 h 605592"/>
              <a:gd name="connsiteX23" fmla="*/ 20146 w 567981"/>
              <a:gd name="connsiteY23" fmla="*/ 209795 h 605592"/>
              <a:gd name="connsiteX24" fmla="*/ 0 w 567981"/>
              <a:gd name="connsiteY24" fmla="*/ 177625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67981" h="605592">
                <a:moveTo>
                  <a:pt x="11643" y="567698"/>
                </a:moveTo>
                <a:lnTo>
                  <a:pt x="556337" y="567698"/>
                </a:lnTo>
                <a:lnTo>
                  <a:pt x="556337" y="605592"/>
                </a:lnTo>
                <a:lnTo>
                  <a:pt x="11643" y="605592"/>
                </a:lnTo>
                <a:close/>
                <a:moveTo>
                  <a:pt x="446467" y="226303"/>
                </a:moveTo>
                <a:lnTo>
                  <a:pt x="484572" y="226303"/>
                </a:lnTo>
                <a:lnTo>
                  <a:pt x="484572" y="523454"/>
                </a:lnTo>
                <a:lnTo>
                  <a:pt x="446467" y="523454"/>
                </a:lnTo>
                <a:close/>
                <a:moveTo>
                  <a:pt x="83479" y="226303"/>
                </a:moveTo>
                <a:lnTo>
                  <a:pt x="121443" y="226303"/>
                </a:lnTo>
                <a:lnTo>
                  <a:pt x="121443" y="523454"/>
                </a:lnTo>
                <a:lnTo>
                  <a:pt x="83479" y="523454"/>
                </a:lnTo>
                <a:close/>
                <a:moveTo>
                  <a:pt x="284002" y="214660"/>
                </a:moveTo>
                <a:lnTo>
                  <a:pt x="359743" y="345858"/>
                </a:lnTo>
                <a:lnTo>
                  <a:pt x="302937" y="345858"/>
                </a:lnTo>
                <a:lnTo>
                  <a:pt x="302937" y="466578"/>
                </a:lnTo>
                <a:lnTo>
                  <a:pt x="264974" y="466578"/>
                </a:lnTo>
                <a:lnTo>
                  <a:pt x="264974" y="345858"/>
                </a:lnTo>
                <a:lnTo>
                  <a:pt x="208168" y="345858"/>
                </a:lnTo>
                <a:close/>
                <a:moveTo>
                  <a:pt x="284455" y="0"/>
                </a:moveTo>
                <a:lnTo>
                  <a:pt x="567981" y="177904"/>
                </a:lnTo>
                <a:lnTo>
                  <a:pt x="547743" y="210073"/>
                </a:lnTo>
                <a:lnTo>
                  <a:pt x="284362" y="44777"/>
                </a:lnTo>
                <a:lnTo>
                  <a:pt x="20146" y="209795"/>
                </a:lnTo>
                <a:lnTo>
                  <a:pt x="0" y="177625"/>
                </a:lnTo>
                <a:close/>
              </a:path>
            </a:pathLst>
          </a:custGeom>
          <a:solidFill>
            <a:srgbClr val="6585D9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研究过程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-30480" y="2206916"/>
            <a:ext cx="12207240" cy="0"/>
          </a:xfrm>
          <a:prstGeom prst="line">
            <a:avLst/>
          </a:prstGeom>
          <a:ln w="50800">
            <a:solidFill>
              <a:srgbClr val="6585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2148840" y="1833536"/>
            <a:ext cx="0" cy="350520"/>
          </a:xfrm>
          <a:prstGeom prst="line">
            <a:avLst/>
          </a:prstGeom>
          <a:ln w="25400">
            <a:solidFill>
              <a:srgbClr val="6585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2059305" y="2117381"/>
            <a:ext cx="179705" cy="179705"/>
          </a:xfrm>
          <a:prstGeom prst="ellips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670050" y="876591"/>
            <a:ext cx="956945" cy="956945"/>
          </a:xfrm>
          <a:prstGeom prst="ellips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721485" y="1124876"/>
            <a:ext cx="85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Impact" panose="020B0806030902050204" charset="0"/>
              </a:rPr>
              <a:t>20XX</a:t>
            </a: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6096000" y="1833536"/>
            <a:ext cx="0" cy="350520"/>
          </a:xfrm>
          <a:prstGeom prst="line">
            <a:avLst/>
          </a:prstGeom>
          <a:ln w="25400">
            <a:solidFill>
              <a:srgbClr val="6585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6006465" y="2117381"/>
            <a:ext cx="179705" cy="179705"/>
          </a:xfrm>
          <a:prstGeom prst="ellips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617210" y="876591"/>
            <a:ext cx="956945" cy="956945"/>
          </a:xfrm>
          <a:prstGeom prst="ellips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668645" y="1124876"/>
            <a:ext cx="85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Impact" panose="020B0806030902050204" charset="0"/>
              </a:rPr>
              <a:t>20XX</a:t>
            </a: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9951720" y="1833536"/>
            <a:ext cx="0" cy="350520"/>
          </a:xfrm>
          <a:prstGeom prst="line">
            <a:avLst/>
          </a:prstGeom>
          <a:ln w="25400">
            <a:solidFill>
              <a:srgbClr val="6585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9862185" y="2117381"/>
            <a:ext cx="179705" cy="179705"/>
          </a:xfrm>
          <a:prstGeom prst="ellips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9472930" y="876591"/>
            <a:ext cx="956945" cy="956945"/>
          </a:xfrm>
          <a:prstGeom prst="ellips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524365" y="1124876"/>
            <a:ext cx="85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Impact" panose="020B0806030902050204" charset="0"/>
              </a:rPr>
              <a:t>20XX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4114800" y="2223426"/>
            <a:ext cx="0" cy="35052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 flipV="1">
            <a:off x="4025265" y="2110396"/>
            <a:ext cx="179705" cy="179705"/>
          </a:xfrm>
          <a:prstGeom prst="ellips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 flipV="1">
            <a:off x="3636010" y="2573946"/>
            <a:ext cx="956945" cy="956945"/>
          </a:xfrm>
          <a:prstGeom prst="ellips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8024495" y="2223426"/>
            <a:ext cx="0" cy="35052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>
          <a:xfrm flipV="1">
            <a:off x="7934960" y="2110396"/>
            <a:ext cx="179705" cy="179705"/>
          </a:xfrm>
          <a:prstGeom prst="ellips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 flipV="1">
            <a:off x="7545705" y="2573946"/>
            <a:ext cx="956945" cy="956945"/>
          </a:xfrm>
          <a:prstGeom prst="ellipse">
            <a:avLst/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3687445" y="2822231"/>
            <a:ext cx="85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Impact" panose="020B0806030902050204" charset="0"/>
              </a:rPr>
              <a:t>20XX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7597140" y="2822231"/>
            <a:ext cx="85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Impact" panose="020B0806030902050204" charset="0"/>
              </a:rPr>
              <a:t>20XX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496877" y="3882519"/>
            <a:ext cx="2671898" cy="110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本模板精心设计，模板所有素材均可自由编辑替换移动。模板所有素材均可自由编辑替换移动。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496877" y="5428405"/>
            <a:ext cx="2671898" cy="110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本模板精心设计，模板所有素材均可自由编辑替换移动。模板所有素材均可自由编辑替换移动。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352597" y="3882519"/>
            <a:ext cx="2671898" cy="110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本模板精心设计，模板所有素材均可自由编辑替换移动。模板所有素材均可自由编辑替换移动。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5352597" y="5428405"/>
            <a:ext cx="2671898" cy="110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本模板精心设计，模板所有素材均可自由编辑替换移动。模板所有素材均可自由编辑替换移动。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9147992" y="3882519"/>
            <a:ext cx="2671898" cy="110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本模板精心设计，模板所有素材均可自由编辑替换移动。模板所有素材均可自由编辑替换移动。</a:t>
            </a:r>
          </a:p>
        </p:txBody>
      </p:sp>
      <p:sp>
        <p:nvSpPr>
          <p:cNvPr id="38" name="Freeform 49"/>
          <p:cNvSpPr>
            <a:spLocks noEditPoints="1"/>
          </p:cNvSpPr>
          <p:nvPr/>
        </p:nvSpPr>
        <p:spPr>
          <a:xfrm>
            <a:off x="794199" y="4075160"/>
            <a:ext cx="554990" cy="553951"/>
          </a:xfrm>
          <a:custGeom>
            <a:avLst/>
            <a:gdLst>
              <a:gd name="T0" fmla="*/ 2270 w 2478"/>
              <a:gd name="T1" fmla="*/ 208 h 2478"/>
              <a:gd name="T2" fmla="*/ 1769 w 2478"/>
              <a:gd name="T3" fmla="*/ 0 h 2478"/>
              <a:gd name="T4" fmla="*/ 1268 w 2478"/>
              <a:gd name="T5" fmla="*/ 208 h 2478"/>
              <a:gd name="T6" fmla="*/ 1139 w 2478"/>
              <a:gd name="T7" fmla="*/ 1034 h 2478"/>
              <a:gd name="T8" fmla="*/ 1140 w 2478"/>
              <a:gd name="T9" fmla="*/ 1223 h 2478"/>
              <a:gd name="T10" fmla="*/ 956 w 2478"/>
              <a:gd name="T11" fmla="*/ 1407 h 2478"/>
              <a:gd name="T12" fmla="*/ 915 w 2478"/>
              <a:gd name="T13" fmla="*/ 1366 h 2478"/>
              <a:gd name="T14" fmla="*/ 851 w 2478"/>
              <a:gd name="T15" fmla="*/ 1366 h 2478"/>
              <a:gd name="T16" fmla="*/ 64 w 2478"/>
              <a:gd name="T17" fmla="*/ 2152 h 2478"/>
              <a:gd name="T18" fmla="*/ 64 w 2478"/>
              <a:gd name="T19" fmla="*/ 2386 h 2478"/>
              <a:gd name="T20" fmla="*/ 91 w 2478"/>
              <a:gd name="T21" fmla="*/ 2413 h 2478"/>
              <a:gd name="T22" fmla="*/ 325 w 2478"/>
              <a:gd name="T23" fmla="*/ 2413 h 2478"/>
              <a:gd name="T24" fmla="*/ 1112 w 2478"/>
              <a:gd name="T25" fmla="*/ 1627 h 2478"/>
              <a:gd name="T26" fmla="*/ 1112 w 2478"/>
              <a:gd name="T27" fmla="*/ 1562 h 2478"/>
              <a:gd name="T28" fmla="*/ 1071 w 2478"/>
              <a:gd name="T29" fmla="*/ 1521 h 2478"/>
              <a:gd name="T30" fmla="*/ 1255 w 2478"/>
              <a:gd name="T31" fmla="*/ 1338 h 2478"/>
              <a:gd name="T32" fmla="*/ 1444 w 2478"/>
              <a:gd name="T33" fmla="*/ 1339 h 2478"/>
              <a:gd name="T34" fmla="*/ 1769 w 2478"/>
              <a:gd name="T35" fmla="*/ 1418 h 2478"/>
              <a:gd name="T36" fmla="*/ 2270 w 2478"/>
              <a:gd name="T37" fmla="*/ 1210 h 2478"/>
              <a:gd name="T38" fmla="*/ 2478 w 2478"/>
              <a:gd name="T39" fmla="*/ 709 h 2478"/>
              <a:gd name="T40" fmla="*/ 2270 w 2478"/>
              <a:gd name="T41" fmla="*/ 208 h 2478"/>
              <a:gd name="T42" fmla="*/ 2176 w 2478"/>
              <a:gd name="T43" fmla="*/ 1116 h 2478"/>
              <a:gd name="T44" fmla="*/ 1769 w 2478"/>
              <a:gd name="T45" fmla="*/ 1284 h 2478"/>
              <a:gd name="T46" fmla="*/ 1362 w 2478"/>
              <a:gd name="T47" fmla="*/ 1116 h 2478"/>
              <a:gd name="T48" fmla="*/ 1362 w 2478"/>
              <a:gd name="T49" fmla="*/ 302 h 2478"/>
              <a:gd name="T50" fmla="*/ 1769 w 2478"/>
              <a:gd name="T51" fmla="*/ 133 h 2478"/>
              <a:gd name="T52" fmla="*/ 2176 w 2478"/>
              <a:gd name="T53" fmla="*/ 302 h 2478"/>
              <a:gd name="T54" fmla="*/ 2344 w 2478"/>
              <a:gd name="T55" fmla="*/ 709 h 2478"/>
              <a:gd name="T56" fmla="*/ 2176 w 2478"/>
              <a:gd name="T57" fmla="*/ 1116 h 24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478" h="2478">
                <a:moveTo>
                  <a:pt x="2270" y="208"/>
                </a:moveTo>
                <a:cubicBezTo>
                  <a:pt x="2136" y="74"/>
                  <a:pt x="1958" y="0"/>
                  <a:pt x="1769" y="0"/>
                </a:cubicBezTo>
                <a:cubicBezTo>
                  <a:pt x="1579" y="0"/>
                  <a:pt x="1401" y="74"/>
                  <a:pt x="1268" y="208"/>
                </a:cubicBezTo>
                <a:cubicBezTo>
                  <a:pt x="1044" y="431"/>
                  <a:pt x="1002" y="767"/>
                  <a:pt x="1139" y="1034"/>
                </a:cubicBezTo>
                <a:cubicBezTo>
                  <a:pt x="1099" y="1079"/>
                  <a:pt x="1101" y="1154"/>
                  <a:pt x="1140" y="1223"/>
                </a:cubicBezTo>
                <a:lnTo>
                  <a:pt x="956" y="1407"/>
                </a:lnTo>
                <a:lnTo>
                  <a:pt x="915" y="1366"/>
                </a:lnTo>
                <a:cubicBezTo>
                  <a:pt x="897" y="1348"/>
                  <a:pt x="869" y="1348"/>
                  <a:pt x="851" y="1366"/>
                </a:cubicBezTo>
                <a:lnTo>
                  <a:pt x="64" y="2152"/>
                </a:lnTo>
                <a:cubicBezTo>
                  <a:pt x="0" y="2217"/>
                  <a:pt x="0" y="2322"/>
                  <a:pt x="64" y="2386"/>
                </a:cubicBezTo>
                <a:lnTo>
                  <a:pt x="91" y="2413"/>
                </a:lnTo>
                <a:cubicBezTo>
                  <a:pt x="156" y="2478"/>
                  <a:pt x="261" y="2478"/>
                  <a:pt x="325" y="2413"/>
                </a:cubicBezTo>
                <a:lnTo>
                  <a:pt x="1112" y="1627"/>
                </a:lnTo>
                <a:cubicBezTo>
                  <a:pt x="1130" y="1609"/>
                  <a:pt x="1130" y="1580"/>
                  <a:pt x="1112" y="1562"/>
                </a:cubicBezTo>
                <a:lnTo>
                  <a:pt x="1071" y="1521"/>
                </a:lnTo>
                <a:lnTo>
                  <a:pt x="1255" y="1338"/>
                </a:lnTo>
                <a:cubicBezTo>
                  <a:pt x="1324" y="1376"/>
                  <a:pt x="1398" y="1378"/>
                  <a:pt x="1444" y="1339"/>
                </a:cubicBezTo>
                <a:cubicBezTo>
                  <a:pt x="1543" y="1390"/>
                  <a:pt x="1654" y="1418"/>
                  <a:pt x="1769" y="1418"/>
                </a:cubicBezTo>
                <a:cubicBezTo>
                  <a:pt x="1958" y="1418"/>
                  <a:pt x="2136" y="1344"/>
                  <a:pt x="2270" y="1210"/>
                </a:cubicBezTo>
                <a:cubicBezTo>
                  <a:pt x="2404" y="1076"/>
                  <a:pt x="2478" y="898"/>
                  <a:pt x="2478" y="709"/>
                </a:cubicBezTo>
                <a:cubicBezTo>
                  <a:pt x="2478" y="519"/>
                  <a:pt x="2404" y="341"/>
                  <a:pt x="2270" y="208"/>
                </a:cubicBezTo>
                <a:close/>
                <a:moveTo>
                  <a:pt x="2176" y="1116"/>
                </a:moveTo>
                <a:cubicBezTo>
                  <a:pt x="2067" y="1224"/>
                  <a:pt x="1922" y="1284"/>
                  <a:pt x="1769" y="1284"/>
                </a:cubicBezTo>
                <a:cubicBezTo>
                  <a:pt x="1615" y="1284"/>
                  <a:pt x="1471" y="1224"/>
                  <a:pt x="1362" y="1116"/>
                </a:cubicBezTo>
                <a:cubicBezTo>
                  <a:pt x="1138" y="891"/>
                  <a:pt x="1138" y="526"/>
                  <a:pt x="1362" y="302"/>
                </a:cubicBezTo>
                <a:cubicBezTo>
                  <a:pt x="1471" y="193"/>
                  <a:pt x="1615" y="133"/>
                  <a:pt x="1769" y="133"/>
                </a:cubicBezTo>
                <a:cubicBezTo>
                  <a:pt x="1922" y="133"/>
                  <a:pt x="2067" y="193"/>
                  <a:pt x="2176" y="302"/>
                </a:cubicBezTo>
                <a:cubicBezTo>
                  <a:pt x="2284" y="411"/>
                  <a:pt x="2344" y="555"/>
                  <a:pt x="2344" y="709"/>
                </a:cubicBezTo>
                <a:cubicBezTo>
                  <a:pt x="2344" y="862"/>
                  <a:pt x="2284" y="1007"/>
                  <a:pt x="2176" y="1116"/>
                </a:cubicBezTo>
                <a:close/>
              </a:path>
            </a:pathLst>
          </a:custGeom>
          <a:solidFill>
            <a:srgbClr val="6585D9"/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9" name="Freeform 103"/>
          <p:cNvSpPr>
            <a:spLocks noEditPoints="1"/>
          </p:cNvSpPr>
          <p:nvPr/>
        </p:nvSpPr>
        <p:spPr>
          <a:xfrm>
            <a:off x="4593457" y="5572567"/>
            <a:ext cx="669925" cy="668874"/>
          </a:xfrm>
          <a:custGeom>
            <a:avLst/>
            <a:gdLst>
              <a:gd name="connsiteX0" fmla="*/ 250141 w 607652"/>
              <a:gd name="connsiteY0" fmla="*/ 235711 h 606699"/>
              <a:gd name="connsiteX1" fmla="*/ 335983 w 607652"/>
              <a:gd name="connsiteY1" fmla="*/ 271237 h 606699"/>
              <a:gd name="connsiteX2" fmla="*/ 361972 w 607652"/>
              <a:gd name="connsiteY2" fmla="*/ 309895 h 606699"/>
              <a:gd name="connsiteX3" fmla="*/ 314534 w 607652"/>
              <a:gd name="connsiteY3" fmla="*/ 292654 h 606699"/>
              <a:gd name="connsiteX4" fmla="*/ 185748 w 607652"/>
              <a:gd name="connsiteY4" fmla="*/ 292654 h 606699"/>
              <a:gd name="connsiteX5" fmla="*/ 57051 w 607652"/>
              <a:gd name="connsiteY5" fmla="*/ 421161 h 606699"/>
              <a:gd name="connsiteX6" fmla="*/ 57051 w 607652"/>
              <a:gd name="connsiteY6" fmla="*/ 549756 h 606699"/>
              <a:gd name="connsiteX7" fmla="*/ 185748 w 607652"/>
              <a:gd name="connsiteY7" fmla="*/ 549756 h 606699"/>
              <a:gd name="connsiteX8" fmla="*/ 314534 w 607652"/>
              <a:gd name="connsiteY8" fmla="*/ 421161 h 606699"/>
              <a:gd name="connsiteX9" fmla="*/ 330554 w 607652"/>
              <a:gd name="connsiteY9" fmla="*/ 398676 h 606699"/>
              <a:gd name="connsiteX10" fmla="*/ 363218 w 607652"/>
              <a:gd name="connsiteY10" fmla="*/ 400632 h 606699"/>
              <a:gd name="connsiteX11" fmla="*/ 335983 w 607652"/>
              <a:gd name="connsiteY11" fmla="*/ 442578 h 606699"/>
              <a:gd name="connsiteX12" fmla="*/ 207197 w 607652"/>
              <a:gd name="connsiteY12" fmla="*/ 571173 h 606699"/>
              <a:gd name="connsiteX13" fmla="*/ 35512 w 607652"/>
              <a:gd name="connsiteY13" fmla="*/ 571173 h 606699"/>
              <a:gd name="connsiteX14" fmla="*/ 35512 w 607652"/>
              <a:gd name="connsiteY14" fmla="*/ 399743 h 606699"/>
              <a:gd name="connsiteX15" fmla="*/ 164298 w 607652"/>
              <a:gd name="connsiteY15" fmla="*/ 271237 h 606699"/>
              <a:gd name="connsiteX16" fmla="*/ 250141 w 607652"/>
              <a:gd name="connsiteY16" fmla="*/ 235711 h 606699"/>
              <a:gd name="connsiteX17" fmla="*/ 486231 w 607652"/>
              <a:gd name="connsiteY17" fmla="*/ 0 h 606699"/>
              <a:gd name="connsiteX18" fmla="*/ 572074 w 607652"/>
              <a:gd name="connsiteY18" fmla="*/ 35459 h 606699"/>
              <a:gd name="connsiteX19" fmla="*/ 572074 w 607652"/>
              <a:gd name="connsiteY19" fmla="*/ 206889 h 606699"/>
              <a:gd name="connsiteX20" fmla="*/ 443288 w 607652"/>
              <a:gd name="connsiteY20" fmla="*/ 335484 h 606699"/>
              <a:gd name="connsiteX21" fmla="*/ 271692 w 607652"/>
              <a:gd name="connsiteY21" fmla="*/ 335484 h 606699"/>
              <a:gd name="connsiteX22" fmla="*/ 245703 w 607652"/>
              <a:gd name="connsiteY22" fmla="*/ 296737 h 606699"/>
              <a:gd name="connsiteX23" fmla="*/ 293141 w 607652"/>
              <a:gd name="connsiteY23" fmla="*/ 314067 h 606699"/>
              <a:gd name="connsiteX24" fmla="*/ 421838 w 607652"/>
              <a:gd name="connsiteY24" fmla="*/ 314067 h 606699"/>
              <a:gd name="connsiteX25" fmla="*/ 550624 w 607652"/>
              <a:gd name="connsiteY25" fmla="*/ 185472 h 606699"/>
              <a:gd name="connsiteX26" fmla="*/ 550624 w 607652"/>
              <a:gd name="connsiteY26" fmla="*/ 56965 h 606699"/>
              <a:gd name="connsiteX27" fmla="*/ 421838 w 607652"/>
              <a:gd name="connsiteY27" fmla="*/ 56965 h 606699"/>
              <a:gd name="connsiteX28" fmla="*/ 293141 w 607652"/>
              <a:gd name="connsiteY28" fmla="*/ 185472 h 606699"/>
              <a:gd name="connsiteX29" fmla="*/ 277121 w 607652"/>
              <a:gd name="connsiteY29" fmla="*/ 208045 h 606699"/>
              <a:gd name="connsiteX30" fmla="*/ 244457 w 607652"/>
              <a:gd name="connsiteY30" fmla="*/ 206001 h 606699"/>
              <a:gd name="connsiteX31" fmla="*/ 271692 w 607652"/>
              <a:gd name="connsiteY31" fmla="*/ 164054 h 606699"/>
              <a:gd name="connsiteX32" fmla="*/ 400389 w 607652"/>
              <a:gd name="connsiteY32" fmla="*/ 35459 h 606699"/>
              <a:gd name="connsiteX33" fmla="*/ 486231 w 607652"/>
              <a:gd name="connsiteY33" fmla="*/ 0 h 606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07652" h="606699">
                <a:moveTo>
                  <a:pt x="250141" y="235711"/>
                </a:moveTo>
                <a:cubicBezTo>
                  <a:pt x="281202" y="235711"/>
                  <a:pt x="312264" y="247553"/>
                  <a:pt x="335983" y="271237"/>
                </a:cubicBezTo>
                <a:cubicBezTo>
                  <a:pt x="347465" y="282612"/>
                  <a:pt x="356009" y="295854"/>
                  <a:pt x="361972" y="309895"/>
                </a:cubicBezTo>
                <a:cubicBezTo>
                  <a:pt x="344884" y="311139"/>
                  <a:pt x="327528" y="305629"/>
                  <a:pt x="314534" y="292654"/>
                </a:cubicBezTo>
                <a:cubicBezTo>
                  <a:pt x="279022" y="257195"/>
                  <a:pt x="221260" y="257195"/>
                  <a:pt x="185748" y="292654"/>
                </a:cubicBezTo>
                <a:lnTo>
                  <a:pt x="57051" y="421161"/>
                </a:lnTo>
                <a:cubicBezTo>
                  <a:pt x="21539" y="456620"/>
                  <a:pt x="21539" y="514296"/>
                  <a:pt x="57051" y="549756"/>
                </a:cubicBezTo>
                <a:cubicBezTo>
                  <a:pt x="92474" y="585215"/>
                  <a:pt x="150236" y="585215"/>
                  <a:pt x="185748" y="549756"/>
                </a:cubicBezTo>
                <a:lnTo>
                  <a:pt x="314534" y="421161"/>
                </a:lnTo>
                <a:cubicBezTo>
                  <a:pt x="321298" y="414406"/>
                  <a:pt x="326371" y="406675"/>
                  <a:pt x="330554" y="398676"/>
                </a:cubicBezTo>
                <a:cubicBezTo>
                  <a:pt x="341323" y="400543"/>
                  <a:pt x="352271" y="401076"/>
                  <a:pt x="363218" y="400632"/>
                </a:cubicBezTo>
                <a:cubicBezTo>
                  <a:pt x="357255" y="415917"/>
                  <a:pt x="348355" y="430314"/>
                  <a:pt x="335983" y="442578"/>
                </a:cubicBezTo>
                <a:lnTo>
                  <a:pt x="207197" y="571173"/>
                </a:lnTo>
                <a:cubicBezTo>
                  <a:pt x="159848" y="618541"/>
                  <a:pt x="82950" y="618541"/>
                  <a:pt x="35512" y="571173"/>
                </a:cubicBezTo>
                <a:cubicBezTo>
                  <a:pt x="-11837" y="523805"/>
                  <a:pt x="-11837" y="447111"/>
                  <a:pt x="35512" y="399743"/>
                </a:cubicBezTo>
                <a:lnTo>
                  <a:pt x="164298" y="271237"/>
                </a:lnTo>
                <a:cubicBezTo>
                  <a:pt x="188017" y="247553"/>
                  <a:pt x="219079" y="235711"/>
                  <a:pt x="250141" y="235711"/>
                </a:cubicBezTo>
                <a:close/>
                <a:moveTo>
                  <a:pt x="486231" y="0"/>
                </a:moveTo>
                <a:cubicBezTo>
                  <a:pt x="517293" y="0"/>
                  <a:pt x="548355" y="11820"/>
                  <a:pt x="572074" y="35459"/>
                </a:cubicBezTo>
                <a:cubicBezTo>
                  <a:pt x="619512" y="82827"/>
                  <a:pt x="619512" y="159610"/>
                  <a:pt x="572074" y="206889"/>
                </a:cubicBezTo>
                <a:lnTo>
                  <a:pt x="443288" y="335484"/>
                </a:lnTo>
                <a:cubicBezTo>
                  <a:pt x="395939" y="382852"/>
                  <a:pt x="319041" y="382852"/>
                  <a:pt x="271692" y="335484"/>
                </a:cubicBezTo>
                <a:cubicBezTo>
                  <a:pt x="260210" y="324020"/>
                  <a:pt x="251666" y="310778"/>
                  <a:pt x="245703" y="296737"/>
                </a:cubicBezTo>
                <a:cubicBezTo>
                  <a:pt x="262702" y="295493"/>
                  <a:pt x="280147" y="301092"/>
                  <a:pt x="293141" y="314067"/>
                </a:cubicBezTo>
                <a:cubicBezTo>
                  <a:pt x="328653" y="349526"/>
                  <a:pt x="386415" y="349526"/>
                  <a:pt x="421838" y="314067"/>
                </a:cubicBezTo>
                <a:lnTo>
                  <a:pt x="550624" y="185472"/>
                </a:lnTo>
                <a:cubicBezTo>
                  <a:pt x="586136" y="150012"/>
                  <a:pt x="586136" y="92336"/>
                  <a:pt x="550624" y="56965"/>
                </a:cubicBezTo>
                <a:cubicBezTo>
                  <a:pt x="515112" y="21506"/>
                  <a:pt x="457350" y="21506"/>
                  <a:pt x="421838" y="56965"/>
                </a:cubicBezTo>
                <a:lnTo>
                  <a:pt x="293141" y="185472"/>
                </a:lnTo>
                <a:cubicBezTo>
                  <a:pt x="286377" y="192226"/>
                  <a:pt x="281304" y="199957"/>
                  <a:pt x="277121" y="208045"/>
                </a:cubicBezTo>
                <a:cubicBezTo>
                  <a:pt x="266263" y="206089"/>
                  <a:pt x="255404" y="205645"/>
                  <a:pt x="244457" y="206001"/>
                </a:cubicBezTo>
                <a:cubicBezTo>
                  <a:pt x="250331" y="190715"/>
                  <a:pt x="259320" y="176407"/>
                  <a:pt x="271692" y="164054"/>
                </a:cubicBezTo>
                <a:lnTo>
                  <a:pt x="400389" y="35459"/>
                </a:lnTo>
                <a:cubicBezTo>
                  <a:pt x="424108" y="11820"/>
                  <a:pt x="455170" y="0"/>
                  <a:pt x="486231" y="0"/>
                </a:cubicBezTo>
                <a:close/>
              </a:path>
            </a:pathLst>
          </a:custGeom>
          <a:solidFill>
            <a:srgbClr val="6585D9"/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0" name="Freeform 47"/>
          <p:cNvSpPr/>
          <p:nvPr/>
        </p:nvSpPr>
        <p:spPr>
          <a:xfrm>
            <a:off x="8451215" y="4052415"/>
            <a:ext cx="580466" cy="599440"/>
          </a:xfrm>
          <a:custGeom>
            <a:avLst/>
            <a:gdLst>
              <a:gd name="connsiteX0" fmla="*/ 291443 w 582734"/>
              <a:gd name="connsiteY0" fmla="*/ 254983 h 601782"/>
              <a:gd name="connsiteX1" fmla="*/ 245350 w 582734"/>
              <a:gd name="connsiteY1" fmla="*/ 300966 h 601782"/>
              <a:gd name="connsiteX2" fmla="*/ 291443 w 582734"/>
              <a:gd name="connsiteY2" fmla="*/ 346800 h 601782"/>
              <a:gd name="connsiteX3" fmla="*/ 337385 w 582734"/>
              <a:gd name="connsiteY3" fmla="*/ 300966 h 601782"/>
              <a:gd name="connsiteX4" fmla="*/ 291443 w 582734"/>
              <a:gd name="connsiteY4" fmla="*/ 254983 h 601782"/>
              <a:gd name="connsiteX5" fmla="*/ 291443 w 582734"/>
              <a:gd name="connsiteY5" fmla="*/ 226374 h 601782"/>
              <a:gd name="connsiteX6" fmla="*/ 366061 w 582734"/>
              <a:gd name="connsiteY6" fmla="*/ 300966 h 601782"/>
              <a:gd name="connsiteX7" fmla="*/ 291443 w 582734"/>
              <a:gd name="connsiteY7" fmla="*/ 375408 h 601782"/>
              <a:gd name="connsiteX8" fmla="*/ 216674 w 582734"/>
              <a:gd name="connsiteY8" fmla="*/ 300966 h 601782"/>
              <a:gd name="connsiteX9" fmla="*/ 291443 w 582734"/>
              <a:gd name="connsiteY9" fmla="*/ 226374 h 601782"/>
              <a:gd name="connsiteX10" fmla="*/ 248975 w 582734"/>
              <a:gd name="connsiteY10" fmla="*/ 28613 h 601782"/>
              <a:gd name="connsiteX11" fmla="*/ 248975 w 582734"/>
              <a:gd name="connsiteY11" fmla="*/ 78050 h 601782"/>
              <a:gd name="connsiteX12" fmla="*/ 238170 w 582734"/>
              <a:gd name="connsiteY12" fmla="*/ 91982 h 601782"/>
              <a:gd name="connsiteX13" fmla="*/ 136728 w 582734"/>
              <a:gd name="connsiteY13" fmla="*/ 150408 h 601782"/>
              <a:gd name="connsiteX14" fmla="*/ 119321 w 582734"/>
              <a:gd name="connsiteY14" fmla="*/ 152805 h 601782"/>
              <a:gd name="connsiteX15" fmla="*/ 76403 w 582734"/>
              <a:gd name="connsiteY15" fmla="*/ 128086 h 601782"/>
              <a:gd name="connsiteX16" fmla="*/ 33936 w 582734"/>
              <a:gd name="connsiteY16" fmla="*/ 201493 h 601782"/>
              <a:gd name="connsiteX17" fmla="*/ 76854 w 582734"/>
              <a:gd name="connsiteY17" fmla="*/ 226211 h 601782"/>
              <a:gd name="connsiteX18" fmla="*/ 83456 w 582734"/>
              <a:gd name="connsiteY18" fmla="*/ 242541 h 601782"/>
              <a:gd name="connsiteX19" fmla="*/ 75503 w 582734"/>
              <a:gd name="connsiteY19" fmla="*/ 300966 h 601782"/>
              <a:gd name="connsiteX20" fmla="*/ 83456 w 582734"/>
              <a:gd name="connsiteY20" fmla="*/ 359392 h 601782"/>
              <a:gd name="connsiteX21" fmla="*/ 76854 w 582734"/>
              <a:gd name="connsiteY21" fmla="*/ 375571 h 601782"/>
              <a:gd name="connsiteX22" fmla="*/ 33936 w 582734"/>
              <a:gd name="connsiteY22" fmla="*/ 400289 h 601782"/>
              <a:gd name="connsiteX23" fmla="*/ 76403 w 582734"/>
              <a:gd name="connsiteY23" fmla="*/ 473696 h 601782"/>
              <a:gd name="connsiteX24" fmla="*/ 116770 w 582734"/>
              <a:gd name="connsiteY24" fmla="*/ 450475 h 601782"/>
              <a:gd name="connsiteX25" fmla="*/ 186699 w 582734"/>
              <a:gd name="connsiteY25" fmla="*/ 380814 h 601782"/>
              <a:gd name="connsiteX26" fmla="*/ 206957 w 582734"/>
              <a:gd name="connsiteY26" fmla="*/ 380814 h 601782"/>
              <a:gd name="connsiteX27" fmla="*/ 206957 w 582734"/>
              <a:gd name="connsiteY27" fmla="*/ 401038 h 601782"/>
              <a:gd name="connsiteX28" fmla="*/ 146782 w 582734"/>
              <a:gd name="connsiteY28" fmla="*/ 460962 h 601782"/>
              <a:gd name="connsiteX29" fmla="*/ 231717 w 582734"/>
              <a:gd name="connsiteY29" fmla="*/ 508152 h 601782"/>
              <a:gd name="connsiteX30" fmla="*/ 296544 w 582734"/>
              <a:gd name="connsiteY30" fmla="*/ 443434 h 601782"/>
              <a:gd name="connsiteX31" fmla="*/ 316803 w 582734"/>
              <a:gd name="connsiteY31" fmla="*/ 443434 h 601782"/>
              <a:gd name="connsiteX32" fmla="*/ 316803 w 582734"/>
              <a:gd name="connsiteY32" fmla="*/ 463659 h 601782"/>
              <a:gd name="connsiteX33" fmla="*/ 248975 w 582734"/>
              <a:gd name="connsiteY33" fmla="*/ 531372 h 601782"/>
              <a:gd name="connsiteX34" fmla="*/ 248975 w 582734"/>
              <a:gd name="connsiteY34" fmla="*/ 573169 h 601782"/>
              <a:gd name="connsiteX35" fmla="*/ 333910 w 582734"/>
              <a:gd name="connsiteY35" fmla="*/ 573169 h 601782"/>
              <a:gd name="connsiteX36" fmla="*/ 333910 w 582734"/>
              <a:gd name="connsiteY36" fmla="*/ 523732 h 601782"/>
              <a:gd name="connsiteX37" fmla="*/ 344714 w 582734"/>
              <a:gd name="connsiteY37" fmla="*/ 509800 h 601782"/>
              <a:gd name="connsiteX38" fmla="*/ 446006 w 582734"/>
              <a:gd name="connsiteY38" fmla="*/ 451374 h 601782"/>
              <a:gd name="connsiteX39" fmla="*/ 463413 w 582734"/>
              <a:gd name="connsiteY39" fmla="*/ 448977 h 601782"/>
              <a:gd name="connsiteX40" fmla="*/ 506331 w 582734"/>
              <a:gd name="connsiteY40" fmla="*/ 473696 h 601782"/>
              <a:gd name="connsiteX41" fmla="*/ 548798 w 582734"/>
              <a:gd name="connsiteY41" fmla="*/ 400289 h 601782"/>
              <a:gd name="connsiteX42" fmla="*/ 505880 w 582734"/>
              <a:gd name="connsiteY42" fmla="*/ 375571 h 601782"/>
              <a:gd name="connsiteX43" fmla="*/ 499278 w 582734"/>
              <a:gd name="connsiteY43" fmla="*/ 359392 h 601782"/>
              <a:gd name="connsiteX44" fmla="*/ 507381 w 582734"/>
              <a:gd name="connsiteY44" fmla="*/ 300966 h 601782"/>
              <a:gd name="connsiteX45" fmla="*/ 499278 w 582734"/>
              <a:gd name="connsiteY45" fmla="*/ 242391 h 601782"/>
              <a:gd name="connsiteX46" fmla="*/ 505880 w 582734"/>
              <a:gd name="connsiteY46" fmla="*/ 226211 h 601782"/>
              <a:gd name="connsiteX47" fmla="*/ 548798 w 582734"/>
              <a:gd name="connsiteY47" fmla="*/ 201493 h 601782"/>
              <a:gd name="connsiteX48" fmla="*/ 506331 w 582734"/>
              <a:gd name="connsiteY48" fmla="*/ 128086 h 601782"/>
              <a:gd name="connsiteX49" fmla="*/ 463413 w 582734"/>
              <a:gd name="connsiteY49" fmla="*/ 152805 h 601782"/>
              <a:gd name="connsiteX50" fmla="*/ 446006 w 582734"/>
              <a:gd name="connsiteY50" fmla="*/ 150408 h 601782"/>
              <a:gd name="connsiteX51" fmla="*/ 344714 w 582734"/>
              <a:gd name="connsiteY51" fmla="*/ 91982 h 601782"/>
              <a:gd name="connsiteX52" fmla="*/ 333910 w 582734"/>
              <a:gd name="connsiteY52" fmla="*/ 78050 h 601782"/>
              <a:gd name="connsiteX53" fmla="*/ 333910 w 582734"/>
              <a:gd name="connsiteY53" fmla="*/ 28613 h 601782"/>
              <a:gd name="connsiteX54" fmla="*/ 234569 w 582734"/>
              <a:gd name="connsiteY54" fmla="*/ 0 h 601782"/>
              <a:gd name="connsiteX55" fmla="*/ 348165 w 582734"/>
              <a:gd name="connsiteY55" fmla="*/ 0 h 601782"/>
              <a:gd name="connsiteX56" fmla="*/ 362571 w 582734"/>
              <a:gd name="connsiteY56" fmla="*/ 14381 h 601782"/>
              <a:gd name="connsiteX57" fmla="*/ 362571 w 582734"/>
              <a:gd name="connsiteY57" fmla="*/ 67264 h 601782"/>
              <a:gd name="connsiteX58" fmla="*/ 458461 w 582734"/>
              <a:gd name="connsiteY58" fmla="*/ 122543 h 601782"/>
              <a:gd name="connsiteX59" fmla="*/ 504380 w 582734"/>
              <a:gd name="connsiteY59" fmla="*/ 96177 h 601782"/>
              <a:gd name="connsiteX60" fmla="*/ 515334 w 582734"/>
              <a:gd name="connsiteY60" fmla="*/ 94679 h 601782"/>
              <a:gd name="connsiteX61" fmla="*/ 524038 w 582734"/>
              <a:gd name="connsiteY61" fmla="*/ 101420 h 601782"/>
              <a:gd name="connsiteX62" fmla="*/ 580761 w 582734"/>
              <a:gd name="connsiteY62" fmla="*/ 199545 h 601782"/>
              <a:gd name="connsiteX63" fmla="*/ 575509 w 582734"/>
              <a:gd name="connsiteY63" fmla="*/ 219170 h 601782"/>
              <a:gd name="connsiteX64" fmla="*/ 529740 w 582734"/>
              <a:gd name="connsiteY64" fmla="*/ 245537 h 601782"/>
              <a:gd name="connsiteX65" fmla="*/ 536043 w 582734"/>
              <a:gd name="connsiteY65" fmla="*/ 300966 h 601782"/>
              <a:gd name="connsiteX66" fmla="*/ 529740 w 582734"/>
              <a:gd name="connsiteY66" fmla="*/ 356246 h 601782"/>
              <a:gd name="connsiteX67" fmla="*/ 575509 w 582734"/>
              <a:gd name="connsiteY67" fmla="*/ 382762 h 601782"/>
              <a:gd name="connsiteX68" fmla="*/ 580761 w 582734"/>
              <a:gd name="connsiteY68" fmla="*/ 402237 h 601782"/>
              <a:gd name="connsiteX69" fmla="*/ 524038 w 582734"/>
              <a:gd name="connsiteY69" fmla="*/ 500511 h 601782"/>
              <a:gd name="connsiteX70" fmla="*/ 515334 w 582734"/>
              <a:gd name="connsiteY70" fmla="*/ 507103 h 601782"/>
              <a:gd name="connsiteX71" fmla="*/ 504380 w 582734"/>
              <a:gd name="connsiteY71" fmla="*/ 505755 h 601782"/>
              <a:gd name="connsiteX72" fmla="*/ 458461 w 582734"/>
              <a:gd name="connsiteY72" fmla="*/ 479239 h 601782"/>
              <a:gd name="connsiteX73" fmla="*/ 362571 w 582734"/>
              <a:gd name="connsiteY73" fmla="*/ 534668 h 601782"/>
              <a:gd name="connsiteX74" fmla="*/ 362571 w 582734"/>
              <a:gd name="connsiteY74" fmla="*/ 587550 h 601782"/>
              <a:gd name="connsiteX75" fmla="*/ 348165 w 582734"/>
              <a:gd name="connsiteY75" fmla="*/ 601782 h 601782"/>
              <a:gd name="connsiteX76" fmla="*/ 234569 w 582734"/>
              <a:gd name="connsiteY76" fmla="*/ 601782 h 601782"/>
              <a:gd name="connsiteX77" fmla="*/ 220313 w 582734"/>
              <a:gd name="connsiteY77" fmla="*/ 587550 h 601782"/>
              <a:gd name="connsiteX78" fmla="*/ 220313 w 582734"/>
              <a:gd name="connsiteY78" fmla="*/ 534668 h 601782"/>
              <a:gd name="connsiteX79" fmla="*/ 124273 w 582734"/>
              <a:gd name="connsiteY79" fmla="*/ 479239 h 601782"/>
              <a:gd name="connsiteX80" fmla="*/ 78354 w 582734"/>
              <a:gd name="connsiteY80" fmla="*/ 505755 h 601782"/>
              <a:gd name="connsiteX81" fmla="*/ 67400 w 582734"/>
              <a:gd name="connsiteY81" fmla="*/ 507103 h 601782"/>
              <a:gd name="connsiteX82" fmla="*/ 58696 w 582734"/>
              <a:gd name="connsiteY82" fmla="*/ 500511 h 601782"/>
              <a:gd name="connsiteX83" fmla="*/ 1973 w 582734"/>
              <a:gd name="connsiteY83" fmla="*/ 402237 h 601782"/>
              <a:gd name="connsiteX84" fmla="*/ 7225 w 582734"/>
              <a:gd name="connsiteY84" fmla="*/ 382762 h 601782"/>
              <a:gd name="connsiteX85" fmla="*/ 53144 w 582734"/>
              <a:gd name="connsiteY85" fmla="*/ 356246 h 601782"/>
              <a:gd name="connsiteX86" fmla="*/ 46691 w 582734"/>
              <a:gd name="connsiteY86" fmla="*/ 300966 h 601782"/>
              <a:gd name="connsiteX87" fmla="*/ 53144 w 582734"/>
              <a:gd name="connsiteY87" fmla="*/ 245537 h 601782"/>
              <a:gd name="connsiteX88" fmla="*/ 7225 w 582734"/>
              <a:gd name="connsiteY88" fmla="*/ 219170 h 601782"/>
              <a:gd name="connsiteX89" fmla="*/ 1973 w 582734"/>
              <a:gd name="connsiteY89" fmla="*/ 199545 h 601782"/>
              <a:gd name="connsiteX90" fmla="*/ 58696 w 582734"/>
              <a:gd name="connsiteY90" fmla="*/ 101420 h 601782"/>
              <a:gd name="connsiteX91" fmla="*/ 67400 w 582734"/>
              <a:gd name="connsiteY91" fmla="*/ 94679 h 601782"/>
              <a:gd name="connsiteX92" fmla="*/ 78354 w 582734"/>
              <a:gd name="connsiteY92" fmla="*/ 96177 h 601782"/>
              <a:gd name="connsiteX93" fmla="*/ 124273 w 582734"/>
              <a:gd name="connsiteY93" fmla="*/ 122543 h 601782"/>
              <a:gd name="connsiteX94" fmla="*/ 220313 w 582734"/>
              <a:gd name="connsiteY94" fmla="*/ 67264 h 601782"/>
              <a:gd name="connsiteX95" fmla="*/ 220313 w 582734"/>
              <a:gd name="connsiteY95" fmla="*/ 14381 h 601782"/>
              <a:gd name="connsiteX96" fmla="*/ 234569 w 582734"/>
              <a:gd name="connsiteY96" fmla="*/ 0 h 601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582734" h="601782">
                <a:moveTo>
                  <a:pt x="291443" y="254983"/>
                </a:moveTo>
                <a:cubicBezTo>
                  <a:pt x="266069" y="254983"/>
                  <a:pt x="245350" y="275653"/>
                  <a:pt x="245350" y="300966"/>
                </a:cubicBezTo>
                <a:cubicBezTo>
                  <a:pt x="245350" y="326279"/>
                  <a:pt x="266069" y="346800"/>
                  <a:pt x="291443" y="346800"/>
                </a:cubicBezTo>
                <a:cubicBezTo>
                  <a:pt x="316816" y="346800"/>
                  <a:pt x="337385" y="326279"/>
                  <a:pt x="337385" y="300966"/>
                </a:cubicBezTo>
                <a:cubicBezTo>
                  <a:pt x="337385" y="275653"/>
                  <a:pt x="316816" y="254983"/>
                  <a:pt x="291443" y="254983"/>
                </a:cubicBezTo>
                <a:close/>
                <a:moveTo>
                  <a:pt x="291443" y="226374"/>
                </a:moveTo>
                <a:cubicBezTo>
                  <a:pt x="332580" y="226374"/>
                  <a:pt x="366061" y="259776"/>
                  <a:pt x="366061" y="300966"/>
                </a:cubicBezTo>
                <a:cubicBezTo>
                  <a:pt x="366061" y="342007"/>
                  <a:pt x="332580" y="375408"/>
                  <a:pt x="291443" y="375408"/>
                </a:cubicBezTo>
                <a:cubicBezTo>
                  <a:pt x="250155" y="375408"/>
                  <a:pt x="216674" y="342007"/>
                  <a:pt x="216674" y="300966"/>
                </a:cubicBezTo>
                <a:cubicBezTo>
                  <a:pt x="216674" y="259776"/>
                  <a:pt x="250155" y="226374"/>
                  <a:pt x="291443" y="226374"/>
                </a:cubicBezTo>
                <a:close/>
                <a:moveTo>
                  <a:pt x="248975" y="28613"/>
                </a:moveTo>
                <a:lnTo>
                  <a:pt x="248975" y="78050"/>
                </a:lnTo>
                <a:cubicBezTo>
                  <a:pt x="248975" y="84642"/>
                  <a:pt x="244473" y="90334"/>
                  <a:pt x="238170" y="91982"/>
                </a:cubicBezTo>
                <a:cubicBezTo>
                  <a:pt x="199754" y="101720"/>
                  <a:pt x="164640" y="121944"/>
                  <a:pt x="136728" y="150408"/>
                </a:cubicBezTo>
                <a:cubicBezTo>
                  <a:pt x="132226" y="155052"/>
                  <a:pt x="125023" y="156101"/>
                  <a:pt x="119321" y="152805"/>
                </a:cubicBezTo>
                <a:lnTo>
                  <a:pt x="76403" y="128086"/>
                </a:lnTo>
                <a:lnTo>
                  <a:pt x="33936" y="201493"/>
                </a:lnTo>
                <a:lnTo>
                  <a:pt x="76854" y="226211"/>
                </a:lnTo>
                <a:cubicBezTo>
                  <a:pt x="82556" y="229507"/>
                  <a:pt x="85257" y="236099"/>
                  <a:pt x="83456" y="242541"/>
                </a:cubicBezTo>
                <a:cubicBezTo>
                  <a:pt x="78204" y="261417"/>
                  <a:pt x="75503" y="281042"/>
                  <a:pt x="75503" y="300966"/>
                </a:cubicBezTo>
                <a:cubicBezTo>
                  <a:pt x="75503" y="320741"/>
                  <a:pt x="78204" y="340366"/>
                  <a:pt x="83456" y="359392"/>
                </a:cubicBezTo>
                <a:cubicBezTo>
                  <a:pt x="85257" y="365684"/>
                  <a:pt x="82556" y="372425"/>
                  <a:pt x="76854" y="375571"/>
                </a:cubicBezTo>
                <a:lnTo>
                  <a:pt x="33936" y="400289"/>
                </a:lnTo>
                <a:lnTo>
                  <a:pt x="76403" y="473696"/>
                </a:lnTo>
                <a:lnTo>
                  <a:pt x="116770" y="450475"/>
                </a:lnTo>
                <a:lnTo>
                  <a:pt x="186699" y="380814"/>
                </a:lnTo>
                <a:cubicBezTo>
                  <a:pt x="192251" y="375122"/>
                  <a:pt x="201405" y="375122"/>
                  <a:pt x="206957" y="380814"/>
                </a:cubicBezTo>
                <a:cubicBezTo>
                  <a:pt x="212509" y="386357"/>
                  <a:pt x="212509" y="395346"/>
                  <a:pt x="206957" y="401038"/>
                </a:cubicBezTo>
                <a:lnTo>
                  <a:pt x="146782" y="460962"/>
                </a:lnTo>
                <a:cubicBezTo>
                  <a:pt x="171242" y="482984"/>
                  <a:pt x="200204" y="499163"/>
                  <a:pt x="231717" y="508152"/>
                </a:cubicBezTo>
                <a:lnTo>
                  <a:pt x="296544" y="443434"/>
                </a:lnTo>
                <a:cubicBezTo>
                  <a:pt x="302096" y="437891"/>
                  <a:pt x="311250" y="437891"/>
                  <a:pt x="316803" y="443434"/>
                </a:cubicBezTo>
                <a:cubicBezTo>
                  <a:pt x="322355" y="448977"/>
                  <a:pt x="322355" y="458116"/>
                  <a:pt x="316803" y="463659"/>
                </a:cubicBezTo>
                <a:lnTo>
                  <a:pt x="248975" y="531372"/>
                </a:lnTo>
                <a:lnTo>
                  <a:pt x="248975" y="573169"/>
                </a:lnTo>
                <a:lnTo>
                  <a:pt x="333910" y="573169"/>
                </a:lnTo>
                <a:lnTo>
                  <a:pt x="333910" y="523732"/>
                </a:lnTo>
                <a:cubicBezTo>
                  <a:pt x="333910" y="517140"/>
                  <a:pt x="338261" y="511448"/>
                  <a:pt x="344714" y="509800"/>
                </a:cubicBezTo>
                <a:cubicBezTo>
                  <a:pt x="383130" y="500212"/>
                  <a:pt x="418094" y="479988"/>
                  <a:pt x="446006" y="451374"/>
                </a:cubicBezTo>
                <a:cubicBezTo>
                  <a:pt x="450508" y="446730"/>
                  <a:pt x="457711" y="445681"/>
                  <a:pt x="463413" y="448977"/>
                </a:cubicBezTo>
                <a:lnTo>
                  <a:pt x="506331" y="473696"/>
                </a:lnTo>
                <a:lnTo>
                  <a:pt x="548798" y="400289"/>
                </a:lnTo>
                <a:lnTo>
                  <a:pt x="505880" y="375571"/>
                </a:lnTo>
                <a:cubicBezTo>
                  <a:pt x="500178" y="372425"/>
                  <a:pt x="497477" y="365684"/>
                  <a:pt x="499278" y="359392"/>
                </a:cubicBezTo>
                <a:cubicBezTo>
                  <a:pt x="504680" y="340366"/>
                  <a:pt x="507381" y="320741"/>
                  <a:pt x="507381" y="300966"/>
                </a:cubicBezTo>
                <a:cubicBezTo>
                  <a:pt x="507381" y="281042"/>
                  <a:pt x="504680" y="261417"/>
                  <a:pt x="499278" y="242391"/>
                </a:cubicBezTo>
                <a:cubicBezTo>
                  <a:pt x="497477" y="236099"/>
                  <a:pt x="500178" y="229507"/>
                  <a:pt x="505880" y="226211"/>
                </a:cubicBezTo>
                <a:lnTo>
                  <a:pt x="548798" y="201493"/>
                </a:lnTo>
                <a:lnTo>
                  <a:pt x="506331" y="128086"/>
                </a:lnTo>
                <a:lnTo>
                  <a:pt x="463413" y="152805"/>
                </a:lnTo>
                <a:cubicBezTo>
                  <a:pt x="457711" y="156101"/>
                  <a:pt x="450508" y="155052"/>
                  <a:pt x="446006" y="150408"/>
                </a:cubicBezTo>
                <a:cubicBezTo>
                  <a:pt x="418094" y="121944"/>
                  <a:pt x="383130" y="101720"/>
                  <a:pt x="344714" y="91982"/>
                </a:cubicBezTo>
                <a:cubicBezTo>
                  <a:pt x="338261" y="90334"/>
                  <a:pt x="333910" y="84642"/>
                  <a:pt x="333910" y="78050"/>
                </a:cubicBezTo>
                <a:lnTo>
                  <a:pt x="333910" y="28613"/>
                </a:lnTo>
                <a:close/>
                <a:moveTo>
                  <a:pt x="234569" y="0"/>
                </a:moveTo>
                <a:lnTo>
                  <a:pt x="348165" y="0"/>
                </a:lnTo>
                <a:cubicBezTo>
                  <a:pt x="356119" y="0"/>
                  <a:pt x="362571" y="6442"/>
                  <a:pt x="362571" y="14381"/>
                </a:cubicBezTo>
                <a:lnTo>
                  <a:pt x="362571" y="67264"/>
                </a:lnTo>
                <a:cubicBezTo>
                  <a:pt x="398286" y="78050"/>
                  <a:pt x="431150" y="96926"/>
                  <a:pt x="458461" y="122543"/>
                </a:cubicBezTo>
                <a:lnTo>
                  <a:pt x="504380" y="96177"/>
                </a:lnTo>
                <a:cubicBezTo>
                  <a:pt x="507681" y="94229"/>
                  <a:pt x="511583" y="93630"/>
                  <a:pt x="515334" y="94679"/>
                </a:cubicBezTo>
                <a:cubicBezTo>
                  <a:pt x="518936" y="95728"/>
                  <a:pt x="522087" y="98125"/>
                  <a:pt x="524038" y="101420"/>
                </a:cubicBezTo>
                <a:lnTo>
                  <a:pt x="580761" y="199545"/>
                </a:lnTo>
                <a:cubicBezTo>
                  <a:pt x="584813" y="206436"/>
                  <a:pt x="582412" y="215125"/>
                  <a:pt x="575509" y="219170"/>
                </a:cubicBezTo>
                <a:lnTo>
                  <a:pt x="529740" y="245537"/>
                </a:lnTo>
                <a:cubicBezTo>
                  <a:pt x="533942" y="263664"/>
                  <a:pt x="536043" y="282240"/>
                  <a:pt x="536043" y="300966"/>
                </a:cubicBezTo>
                <a:cubicBezTo>
                  <a:pt x="536043" y="319542"/>
                  <a:pt x="533942" y="338119"/>
                  <a:pt x="529740" y="356246"/>
                </a:cubicBezTo>
                <a:lnTo>
                  <a:pt x="575509" y="382762"/>
                </a:lnTo>
                <a:cubicBezTo>
                  <a:pt x="582412" y="386657"/>
                  <a:pt x="584813" y="395346"/>
                  <a:pt x="580761" y="402237"/>
                </a:cubicBezTo>
                <a:lnTo>
                  <a:pt x="524038" y="500511"/>
                </a:lnTo>
                <a:cubicBezTo>
                  <a:pt x="522087" y="503807"/>
                  <a:pt x="518936" y="506204"/>
                  <a:pt x="515334" y="507103"/>
                </a:cubicBezTo>
                <a:cubicBezTo>
                  <a:pt x="511583" y="508152"/>
                  <a:pt x="507681" y="507552"/>
                  <a:pt x="504380" y="505755"/>
                </a:cubicBezTo>
                <a:lnTo>
                  <a:pt x="458461" y="479239"/>
                </a:lnTo>
                <a:cubicBezTo>
                  <a:pt x="431150" y="504856"/>
                  <a:pt x="398286" y="523732"/>
                  <a:pt x="362571" y="534668"/>
                </a:cubicBezTo>
                <a:lnTo>
                  <a:pt x="362571" y="587550"/>
                </a:lnTo>
                <a:cubicBezTo>
                  <a:pt x="362571" y="595340"/>
                  <a:pt x="356119" y="601782"/>
                  <a:pt x="348165" y="601782"/>
                </a:cubicBezTo>
                <a:lnTo>
                  <a:pt x="234569" y="601782"/>
                </a:lnTo>
                <a:cubicBezTo>
                  <a:pt x="226615" y="601782"/>
                  <a:pt x="220313" y="595340"/>
                  <a:pt x="220313" y="587550"/>
                </a:cubicBezTo>
                <a:lnTo>
                  <a:pt x="220313" y="534668"/>
                </a:lnTo>
                <a:cubicBezTo>
                  <a:pt x="184448" y="523732"/>
                  <a:pt x="151734" y="504856"/>
                  <a:pt x="124273" y="479239"/>
                </a:cubicBezTo>
                <a:lnTo>
                  <a:pt x="78354" y="505755"/>
                </a:lnTo>
                <a:cubicBezTo>
                  <a:pt x="75053" y="507552"/>
                  <a:pt x="71151" y="508152"/>
                  <a:pt x="67400" y="507103"/>
                </a:cubicBezTo>
                <a:cubicBezTo>
                  <a:pt x="63798" y="506204"/>
                  <a:pt x="60647" y="503807"/>
                  <a:pt x="58696" y="500511"/>
                </a:cubicBezTo>
                <a:lnTo>
                  <a:pt x="1973" y="402237"/>
                </a:lnTo>
                <a:cubicBezTo>
                  <a:pt x="-2079" y="395346"/>
                  <a:pt x="322" y="386657"/>
                  <a:pt x="7225" y="382762"/>
                </a:cubicBezTo>
                <a:lnTo>
                  <a:pt x="53144" y="356246"/>
                </a:lnTo>
                <a:cubicBezTo>
                  <a:pt x="48942" y="338119"/>
                  <a:pt x="46691" y="319542"/>
                  <a:pt x="46691" y="300966"/>
                </a:cubicBezTo>
                <a:cubicBezTo>
                  <a:pt x="46691" y="282240"/>
                  <a:pt x="48942" y="263664"/>
                  <a:pt x="53144" y="245537"/>
                </a:cubicBezTo>
                <a:lnTo>
                  <a:pt x="7225" y="219170"/>
                </a:lnTo>
                <a:cubicBezTo>
                  <a:pt x="322" y="215125"/>
                  <a:pt x="-2079" y="206436"/>
                  <a:pt x="1973" y="199545"/>
                </a:cubicBezTo>
                <a:lnTo>
                  <a:pt x="58696" y="101420"/>
                </a:lnTo>
                <a:cubicBezTo>
                  <a:pt x="60647" y="98125"/>
                  <a:pt x="63798" y="95728"/>
                  <a:pt x="67400" y="94679"/>
                </a:cubicBezTo>
                <a:cubicBezTo>
                  <a:pt x="71151" y="93630"/>
                  <a:pt x="75053" y="94229"/>
                  <a:pt x="78354" y="96177"/>
                </a:cubicBezTo>
                <a:lnTo>
                  <a:pt x="124273" y="122543"/>
                </a:lnTo>
                <a:cubicBezTo>
                  <a:pt x="151734" y="96926"/>
                  <a:pt x="184448" y="78050"/>
                  <a:pt x="220313" y="67264"/>
                </a:cubicBezTo>
                <a:lnTo>
                  <a:pt x="220313" y="14381"/>
                </a:lnTo>
                <a:cubicBezTo>
                  <a:pt x="220313" y="6442"/>
                  <a:pt x="226615" y="0"/>
                  <a:pt x="234569" y="0"/>
                </a:cubicBezTo>
                <a:close/>
              </a:path>
            </a:pathLst>
          </a:custGeom>
          <a:solidFill>
            <a:srgbClr val="6585D9"/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1" name="Freeform 34"/>
          <p:cNvSpPr>
            <a:spLocks noEditPoints="1"/>
          </p:cNvSpPr>
          <p:nvPr/>
        </p:nvSpPr>
        <p:spPr>
          <a:xfrm>
            <a:off x="4598219" y="4159379"/>
            <a:ext cx="660400" cy="385512"/>
          </a:xfrm>
          <a:custGeom>
            <a:avLst/>
            <a:gdLst>
              <a:gd name="T0" fmla="*/ 184 w 5885"/>
              <a:gd name="T1" fmla="*/ 2551 h 3440"/>
              <a:gd name="T2" fmla="*/ 1356 w 5885"/>
              <a:gd name="T3" fmla="*/ 3440 h 3440"/>
              <a:gd name="T4" fmla="*/ 2569 w 5885"/>
              <a:gd name="T5" fmla="*/ 2323 h 3440"/>
              <a:gd name="T6" fmla="*/ 2947 w 5885"/>
              <a:gd name="T7" fmla="*/ 2172 h 3440"/>
              <a:gd name="T8" fmla="*/ 2948 w 5885"/>
              <a:gd name="T9" fmla="*/ 2172 h 3440"/>
              <a:gd name="T10" fmla="*/ 3312 w 5885"/>
              <a:gd name="T11" fmla="*/ 2326 h 3440"/>
              <a:gd name="T12" fmla="*/ 4525 w 5885"/>
              <a:gd name="T13" fmla="*/ 3440 h 3440"/>
              <a:gd name="T14" fmla="*/ 5696 w 5885"/>
              <a:gd name="T15" fmla="*/ 2554 h 3440"/>
              <a:gd name="T16" fmla="*/ 5857 w 5885"/>
              <a:gd name="T17" fmla="*/ 2092 h 3440"/>
              <a:gd name="T18" fmla="*/ 5831 w 5885"/>
              <a:gd name="T19" fmla="*/ 2000 h 3440"/>
              <a:gd name="T20" fmla="*/ 5836 w 5885"/>
              <a:gd name="T21" fmla="*/ 2000 h 3440"/>
              <a:gd name="T22" fmla="*/ 4816 w 5885"/>
              <a:gd name="T23" fmla="*/ 181 h 3440"/>
              <a:gd name="T24" fmla="*/ 4640 w 5885"/>
              <a:gd name="T25" fmla="*/ 67 h 3440"/>
              <a:gd name="T26" fmla="*/ 3966 w 5885"/>
              <a:gd name="T27" fmla="*/ 7 h 3440"/>
              <a:gd name="T28" fmla="*/ 3833 w 5885"/>
              <a:gd name="T29" fmla="*/ 128 h 3440"/>
              <a:gd name="T30" fmla="*/ 3833 w 5885"/>
              <a:gd name="T31" fmla="*/ 251 h 3440"/>
              <a:gd name="T32" fmla="*/ 3966 w 5885"/>
              <a:gd name="T33" fmla="*/ 370 h 3440"/>
              <a:gd name="T34" fmla="*/ 4675 w 5885"/>
              <a:gd name="T35" fmla="*/ 288 h 3440"/>
              <a:gd name="T36" fmla="*/ 5152 w 5885"/>
              <a:gd name="T37" fmla="*/ 1178 h 3440"/>
              <a:gd name="T38" fmla="*/ 4525 w 5885"/>
              <a:gd name="T39" fmla="*/ 1003 h 3440"/>
              <a:gd name="T40" fmla="*/ 3331 w 5885"/>
              <a:gd name="T41" fmla="*/ 1983 h 3440"/>
              <a:gd name="T42" fmla="*/ 2954 w 5885"/>
              <a:gd name="T43" fmla="*/ 1876 h 3440"/>
              <a:gd name="T44" fmla="*/ 2940 w 5885"/>
              <a:gd name="T45" fmla="*/ 1876 h 3440"/>
              <a:gd name="T46" fmla="*/ 2549 w 5885"/>
              <a:gd name="T47" fmla="*/ 1981 h 3440"/>
              <a:gd name="T48" fmla="*/ 1356 w 5885"/>
              <a:gd name="T49" fmla="*/ 1003 h 3440"/>
              <a:gd name="T50" fmla="*/ 731 w 5885"/>
              <a:gd name="T51" fmla="*/ 1176 h 3440"/>
              <a:gd name="T52" fmla="*/ 1207 w 5885"/>
              <a:gd name="T53" fmla="*/ 288 h 3440"/>
              <a:gd name="T54" fmla="*/ 1917 w 5885"/>
              <a:gd name="T55" fmla="*/ 370 h 3440"/>
              <a:gd name="T56" fmla="*/ 2050 w 5885"/>
              <a:gd name="T57" fmla="*/ 251 h 3440"/>
              <a:gd name="T58" fmla="*/ 2050 w 5885"/>
              <a:gd name="T59" fmla="*/ 128 h 3440"/>
              <a:gd name="T60" fmla="*/ 1917 w 5885"/>
              <a:gd name="T61" fmla="*/ 7 h 3440"/>
              <a:gd name="T62" fmla="*/ 1242 w 5885"/>
              <a:gd name="T63" fmla="*/ 67 h 3440"/>
              <a:gd name="T64" fmla="*/ 1066 w 5885"/>
              <a:gd name="T65" fmla="*/ 181 h 3440"/>
              <a:gd name="T66" fmla="*/ 46 w 5885"/>
              <a:gd name="T67" fmla="*/ 2000 h 3440"/>
              <a:gd name="T68" fmla="*/ 54 w 5885"/>
              <a:gd name="T69" fmla="*/ 2000 h 3440"/>
              <a:gd name="T70" fmla="*/ 28 w 5885"/>
              <a:gd name="T71" fmla="*/ 2092 h 3440"/>
              <a:gd name="T72" fmla="*/ 184 w 5885"/>
              <a:gd name="T73" fmla="*/ 2551 h 3440"/>
              <a:gd name="T74" fmla="*/ 4524 w 5885"/>
              <a:gd name="T75" fmla="*/ 1314 h 3440"/>
              <a:gd name="T76" fmla="*/ 5447 w 5885"/>
              <a:gd name="T77" fmla="*/ 2238 h 3440"/>
              <a:gd name="T78" fmla="*/ 4524 w 5885"/>
              <a:gd name="T79" fmla="*/ 3161 h 3440"/>
              <a:gd name="T80" fmla="*/ 3600 w 5885"/>
              <a:gd name="T81" fmla="*/ 2238 h 3440"/>
              <a:gd name="T82" fmla="*/ 4524 w 5885"/>
              <a:gd name="T83" fmla="*/ 1314 h 3440"/>
              <a:gd name="T84" fmla="*/ 1373 w 5885"/>
              <a:gd name="T85" fmla="*/ 1314 h 3440"/>
              <a:gd name="T86" fmla="*/ 2296 w 5885"/>
              <a:gd name="T87" fmla="*/ 2238 h 3440"/>
              <a:gd name="T88" fmla="*/ 1373 w 5885"/>
              <a:gd name="T89" fmla="*/ 3161 h 3440"/>
              <a:gd name="T90" fmla="*/ 450 w 5885"/>
              <a:gd name="T91" fmla="*/ 2238 h 3440"/>
              <a:gd name="T92" fmla="*/ 1373 w 5885"/>
              <a:gd name="T93" fmla="*/ 1314 h 3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5885" h="3440">
                <a:moveTo>
                  <a:pt x="184" y="2551"/>
                </a:moveTo>
                <a:cubicBezTo>
                  <a:pt x="331" y="3076"/>
                  <a:pt x="809" y="3440"/>
                  <a:pt x="1356" y="3440"/>
                </a:cubicBezTo>
                <a:cubicBezTo>
                  <a:pt x="1989" y="3440"/>
                  <a:pt x="2517" y="2951"/>
                  <a:pt x="2569" y="2323"/>
                </a:cubicBezTo>
                <a:cubicBezTo>
                  <a:pt x="2656" y="2251"/>
                  <a:pt x="2787" y="2172"/>
                  <a:pt x="2947" y="2172"/>
                </a:cubicBezTo>
                <a:lnTo>
                  <a:pt x="2948" y="2172"/>
                </a:lnTo>
                <a:cubicBezTo>
                  <a:pt x="3091" y="2176"/>
                  <a:pt x="3222" y="2255"/>
                  <a:pt x="3312" y="2326"/>
                </a:cubicBezTo>
                <a:cubicBezTo>
                  <a:pt x="3365" y="2953"/>
                  <a:pt x="3893" y="3440"/>
                  <a:pt x="4525" y="3440"/>
                </a:cubicBezTo>
                <a:cubicBezTo>
                  <a:pt x="5071" y="3440"/>
                  <a:pt x="5548" y="3077"/>
                  <a:pt x="5696" y="2554"/>
                </a:cubicBezTo>
                <a:cubicBezTo>
                  <a:pt x="5826" y="2509"/>
                  <a:pt x="5885" y="2341"/>
                  <a:pt x="5857" y="2092"/>
                </a:cubicBezTo>
                <a:cubicBezTo>
                  <a:pt x="5852" y="2055"/>
                  <a:pt x="5843" y="2025"/>
                  <a:pt x="5831" y="2000"/>
                </a:cubicBezTo>
                <a:lnTo>
                  <a:pt x="5836" y="2000"/>
                </a:lnTo>
                <a:lnTo>
                  <a:pt x="4816" y="181"/>
                </a:lnTo>
                <a:cubicBezTo>
                  <a:pt x="4784" y="123"/>
                  <a:pt x="4706" y="73"/>
                  <a:pt x="4640" y="67"/>
                </a:cubicBezTo>
                <a:lnTo>
                  <a:pt x="3966" y="7"/>
                </a:lnTo>
                <a:cubicBezTo>
                  <a:pt x="3893" y="0"/>
                  <a:pt x="3833" y="56"/>
                  <a:pt x="3833" y="128"/>
                </a:cubicBezTo>
                <a:lnTo>
                  <a:pt x="3833" y="251"/>
                </a:lnTo>
                <a:cubicBezTo>
                  <a:pt x="3833" y="324"/>
                  <a:pt x="3893" y="378"/>
                  <a:pt x="3966" y="370"/>
                </a:cubicBezTo>
                <a:lnTo>
                  <a:pt x="4675" y="288"/>
                </a:lnTo>
                <a:lnTo>
                  <a:pt x="5152" y="1178"/>
                </a:lnTo>
                <a:cubicBezTo>
                  <a:pt x="4967" y="1067"/>
                  <a:pt x="4752" y="1003"/>
                  <a:pt x="4525" y="1003"/>
                </a:cubicBezTo>
                <a:cubicBezTo>
                  <a:pt x="3943" y="1003"/>
                  <a:pt x="3443" y="1419"/>
                  <a:pt x="3331" y="1983"/>
                </a:cubicBezTo>
                <a:cubicBezTo>
                  <a:pt x="3206" y="1914"/>
                  <a:pt x="3080" y="1879"/>
                  <a:pt x="2954" y="1876"/>
                </a:cubicBezTo>
                <a:lnTo>
                  <a:pt x="2940" y="1876"/>
                </a:lnTo>
                <a:cubicBezTo>
                  <a:pt x="2808" y="1876"/>
                  <a:pt x="2676" y="1911"/>
                  <a:pt x="2549" y="1981"/>
                </a:cubicBezTo>
                <a:cubicBezTo>
                  <a:pt x="2436" y="1418"/>
                  <a:pt x="1936" y="1003"/>
                  <a:pt x="1356" y="1003"/>
                </a:cubicBezTo>
                <a:cubicBezTo>
                  <a:pt x="1129" y="1003"/>
                  <a:pt x="915" y="1066"/>
                  <a:pt x="731" y="1176"/>
                </a:cubicBezTo>
                <a:lnTo>
                  <a:pt x="1207" y="288"/>
                </a:lnTo>
                <a:lnTo>
                  <a:pt x="1917" y="370"/>
                </a:lnTo>
                <a:cubicBezTo>
                  <a:pt x="1989" y="378"/>
                  <a:pt x="2050" y="325"/>
                  <a:pt x="2050" y="251"/>
                </a:cubicBezTo>
                <a:lnTo>
                  <a:pt x="2050" y="128"/>
                </a:lnTo>
                <a:cubicBezTo>
                  <a:pt x="2050" y="56"/>
                  <a:pt x="1990" y="0"/>
                  <a:pt x="1917" y="7"/>
                </a:cubicBezTo>
                <a:lnTo>
                  <a:pt x="1242" y="67"/>
                </a:lnTo>
                <a:cubicBezTo>
                  <a:pt x="1176" y="73"/>
                  <a:pt x="1099" y="123"/>
                  <a:pt x="1066" y="181"/>
                </a:cubicBezTo>
                <a:lnTo>
                  <a:pt x="46" y="2000"/>
                </a:lnTo>
                <a:lnTo>
                  <a:pt x="54" y="2000"/>
                </a:lnTo>
                <a:cubicBezTo>
                  <a:pt x="42" y="2025"/>
                  <a:pt x="32" y="2055"/>
                  <a:pt x="28" y="2092"/>
                </a:cubicBezTo>
                <a:cubicBezTo>
                  <a:pt x="0" y="2336"/>
                  <a:pt x="58" y="2504"/>
                  <a:pt x="184" y="2551"/>
                </a:cubicBezTo>
                <a:close/>
                <a:moveTo>
                  <a:pt x="4524" y="1314"/>
                </a:moveTo>
                <a:cubicBezTo>
                  <a:pt x="5033" y="1314"/>
                  <a:pt x="5447" y="1729"/>
                  <a:pt x="5447" y="2238"/>
                </a:cubicBezTo>
                <a:cubicBezTo>
                  <a:pt x="5447" y="2747"/>
                  <a:pt x="5033" y="3161"/>
                  <a:pt x="4524" y="3161"/>
                </a:cubicBezTo>
                <a:cubicBezTo>
                  <a:pt x="4014" y="3161"/>
                  <a:pt x="3600" y="2747"/>
                  <a:pt x="3600" y="2238"/>
                </a:cubicBezTo>
                <a:cubicBezTo>
                  <a:pt x="3600" y="1729"/>
                  <a:pt x="4014" y="1314"/>
                  <a:pt x="4524" y="1314"/>
                </a:cubicBezTo>
                <a:close/>
                <a:moveTo>
                  <a:pt x="1373" y="1314"/>
                </a:moveTo>
                <a:cubicBezTo>
                  <a:pt x="1882" y="1314"/>
                  <a:pt x="2296" y="1729"/>
                  <a:pt x="2296" y="2238"/>
                </a:cubicBezTo>
                <a:cubicBezTo>
                  <a:pt x="2296" y="2747"/>
                  <a:pt x="1882" y="3161"/>
                  <a:pt x="1373" y="3161"/>
                </a:cubicBezTo>
                <a:cubicBezTo>
                  <a:pt x="864" y="3161"/>
                  <a:pt x="450" y="2747"/>
                  <a:pt x="450" y="2238"/>
                </a:cubicBezTo>
                <a:cubicBezTo>
                  <a:pt x="450" y="1729"/>
                  <a:pt x="864" y="1314"/>
                  <a:pt x="1373" y="1314"/>
                </a:cubicBezTo>
                <a:close/>
              </a:path>
            </a:pathLst>
          </a:custGeom>
          <a:solidFill>
            <a:srgbClr val="6585D9"/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3" name="话筒"/>
          <p:cNvSpPr/>
          <p:nvPr/>
        </p:nvSpPr>
        <p:spPr>
          <a:xfrm>
            <a:off x="846412" y="5646972"/>
            <a:ext cx="450565" cy="520065"/>
          </a:xfrm>
          <a:custGeom>
            <a:avLst/>
            <a:gdLst>
              <a:gd name="connsiteX0" fmla="*/ 364492 w 525642"/>
              <a:gd name="connsiteY0" fmla="*/ 201148 h 606722"/>
              <a:gd name="connsiteX1" fmla="*/ 378547 w 525642"/>
              <a:gd name="connsiteY1" fmla="*/ 215723 h 606722"/>
              <a:gd name="connsiteX2" fmla="*/ 374010 w 525642"/>
              <a:gd name="connsiteY2" fmla="*/ 448744 h 606722"/>
              <a:gd name="connsiteX3" fmla="*/ 359777 w 525642"/>
              <a:gd name="connsiteY3" fmla="*/ 462697 h 606722"/>
              <a:gd name="connsiteX4" fmla="*/ 359510 w 525642"/>
              <a:gd name="connsiteY4" fmla="*/ 462697 h 606722"/>
              <a:gd name="connsiteX5" fmla="*/ 345455 w 525642"/>
              <a:gd name="connsiteY5" fmla="*/ 448211 h 606722"/>
              <a:gd name="connsiteX6" fmla="*/ 349992 w 525642"/>
              <a:gd name="connsiteY6" fmla="*/ 215190 h 606722"/>
              <a:gd name="connsiteX7" fmla="*/ 364492 w 525642"/>
              <a:gd name="connsiteY7" fmla="*/ 201148 h 606722"/>
              <a:gd name="connsiteX8" fmla="*/ 262847 w 525642"/>
              <a:gd name="connsiteY8" fmla="*/ 201112 h 606722"/>
              <a:gd name="connsiteX9" fmla="*/ 277181 w 525642"/>
              <a:gd name="connsiteY9" fmla="*/ 215422 h 606722"/>
              <a:gd name="connsiteX10" fmla="*/ 277181 w 525642"/>
              <a:gd name="connsiteY10" fmla="*/ 448477 h 606722"/>
              <a:gd name="connsiteX11" fmla="*/ 262847 w 525642"/>
              <a:gd name="connsiteY11" fmla="*/ 462698 h 606722"/>
              <a:gd name="connsiteX12" fmla="*/ 248602 w 525642"/>
              <a:gd name="connsiteY12" fmla="*/ 448477 h 606722"/>
              <a:gd name="connsiteX13" fmla="*/ 248602 w 525642"/>
              <a:gd name="connsiteY13" fmla="*/ 215422 h 606722"/>
              <a:gd name="connsiteX14" fmla="*/ 262847 w 525642"/>
              <a:gd name="connsiteY14" fmla="*/ 201112 h 606722"/>
              <a:gd name="connsiteX15" fmla="*/ 161210 w 525642"/>
              <a:gd name="connsiteY15" fmla="*/ 201112 h 606722"/>
              <a:gd name="connsiteX16" fmla="*/ 161566 w 525642"/>
              <a:gd name="connsiteY16" fmla="*/ 201112 h 606722"/>
              <a:gd name="connsiteX17" fmla="*/ 175807 w 525642"/>
              <a:gd name="connsiteY17" fmla="*/ 215156 h 606722"/>
              <a:gd name="connsiteX18" fmla="*/ 180257 w 525642"/>
              <a:gd name="connsiteY18" fmla="*/ 448210 h 606722"/>
              <a:gd name="connsiteX19" fmla="*/ 166283 w 525642"/>
              <a:gd name="connsiteY19" fmla="*/ 462698 h 606722"/>
              <a:gd name="connsiteX20" fmla="*/ 166016 w 525642"/>
              <a:gd name="connsiteY20" fmla="*/ 462698 h 606722"/>
              <a:gd name="connsiteX21" fmla="*/ 151686 w 525642"/>
              <a:gd name="connsiteY21" fmla="*/ 448743 h 606722"/>
              <a:gd name="connsiteX22" fmla="*/ 147236 w 525642"/>
              <a:gd name="connsiteY22" fmla="*/ 215689 h 606722"/>
              <a:gd name="connsiteX23" fmla="*/ 161210 w 525642"/>
              <a:gd name="connsiteY23" fmla="*/ 201112 h 606722"/>
              <a:gd name="connsiteX24" fmla="*/ 69421 w 525642"/>
              <a:gd name="connsiteY24" fmla="*/ 85760 h 606722"/>
              <a:gd name="connsiteX25" fmla="*/ 87488 w 525642"/>
              <a:gd name="connsiteY25" fmla="*/ 554288 h 606722"/>
              <a:gd name="connsiteX26" fmla="*/ 112231 w 525642"/>
              <a:gd name="connsiteY26" fmla="*/ 578106 h 606722"/>
              <a:gd name="connsiteX27" fmla="*/ 413411 w 525642"/>
              <a:gd name="connsiteY27" fmla="*/ 578106 h 606722"/>
              <a:gd name="connsiteX28" fmla="*/ 438243 w 525642"/>
              <a:gd name="connsiteY28" fmla="*/ 554288 h 606722"/>
              <a:gd name="connsiteX29" fmla="*/ 456221 w 525642"/>
              <a:gd name="connsiteY29" fmla="*/ 85760 h 606722"/>
              <a:gd name="connsiteX30" fmla="*/ 206216 w 525642"/>
              <a:gd name="connsiteY30" fmla="*/ 28527 h 606722"/>
              <a:gd name="connsiteX31" fmla="*/ 206216 w 525642"/>
              <a:gd name="connsiteY31" fmla="*/ 57144 h 606722"/>
              <a:gd name="connsiteX32" fmla="*/ 319515 w 525642"/>
              <a:gd name="connsiteY32" fmla="*/ 57144 h 606722"/>
              <a:gd name="connsiteX33" fmla="*/ 319515 w 525642"/>
              <a:gd name="connsiteY33" fmla="*/ 28527 h 606722"/>
              <a:gd name="connsiteX34" fmla="*/ 206038 w 525642"/>
              <a:gd name="connsiteY34" fmla="*/ 0 h 606722"/>
              <a:gd name="connsiteX35" fmla="*/ 319693 w 525642"/>
              <a:gd name="connsiteY35" fmla="*/ 0 h 606722"/>
              <a:gd name="connsiteX36" fmla="*/ 348084 w 525642"/>
              <a:gd name="connsiteY36" fmla="*/ 28350 h 606722"/>
              <a:gd name="connsiteX37" fmla="*/ 348084 w 525642"/>
              <a:gd name="connsiteY37" fmla="*/ 57144 h 606722"/>
              <a:gd name="connsiteX38" fmla="*/ 511402 w 525642"/>
              <a:gd name="connsiteY38" fmla="*/ 57144 h 606722"/>
              <a:gd name="connsiteX39" fmla="*/ 525642 w 525642"/>
              <a:gd name="connsiteY39" fmla="*/ 71452 h 606722"/>
              <a:gd name="connsiteX40" fmla="*/ 511402 w 525642"/>
              <a:gd name="connsiteY40" fmla="*/ 85671 h 606722"/>
              <a:gd name="connsiteX41" fmla="*/ 484879 w 525642"/>
              <a:gd name="connsiteY41" fmla="*/ 85671 h 606722"/>
              <a:gd name="connsiteX42" fmla="*/ 466812 w 525642"/>
              <a:gd name="connsiteY42" fmla="*/ 555444 h 606722"/>
              <a:gd name="connsiteX43" fmla="*/ 413411 w 525642"/>
              <a:gd name="connsiteY43" fmla="*/ 606722 h 606722"/>
              <a:gd name="connsiteX44" fmla="*/ 112231 w 525642"/>
              <a:gd name="connsiteY44" fmla="*/ 606722 h 606722"/>
              <a:gd name="connsiteX45" fmla="*/ 58919 w 525642"/>
              <a:gd name="connsiteY45" fmla="*/ 555444 h 606722"/>
              <a:gd name="connsiteX46" fmla="*/ 40852 w 525642"/>
              <a:gd name="connsiteY46" fmla="*/ 85760 h 606722"/>
              <a:gd name="connsiteX47" fmla="*/ 14329 w 525642"/>
              <a:gd name="connsiteY47" fmla="*/ 85760 h 606722"/>
              <a:gd name="connsiteX48" fmla="*/ 0 w 525642"/>
              <a:gd name="connsiteY48" fmla="*/ 71452 h 606722"/>
              <a:gd name="connsiteX49" fmla="*/ 14329 w 525642"/>
              <a:gd name="connsiteY49" fmla="*/ 57144 h 606722"/>
              <a:gd name="connsiteX50" fmla="*/ 177647 w 525642"/>
              <a:gd name="connsiteY50" fmla="*/ 57144 h 606722"/>
              <a:gd name="connsiteX51" fmla="*/ 177647 w 525642"/>
              <a:gd name="connsiteY51" fmla="*/ 28350 h 606722"/>
              <a:gd name="connsiteX52" fmla="*/ 206038 w 525642"/>
              <a:gd name="connsiteY52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25642" h="606722">
                <a:moveTo>
                  <a:pt x="364492" y="201148"/>
                </a:moveTo>
                <a:cubicBezTo>
                  <a:pt x="372409" y="201326"/>
                  <a:pt x="378725" y="207813"/>
                  <a:pt x="378547" y="215723"/>
                </a:cubicBezTo>
                <a:lnTo>
                  <a:pt x="374010" y="448744"/>
                </a:lnTo>
                <a:cubicBezTo>
                  <a:pt x="373921" y="456565"/>
                  <a:pt x="367516" y="462697"/>
                  <a:pt x="359777" y="462697"/>
                </a:cubicBezTo>
                <a:cubicBezTo>
                  <a:pt x="359688" y="462697"/>
                  <a:pt x="359599" y="462697"/>
                  <a:pt x="359510" y="462697"/>
                </a:cubicBezTo>
                <a:cubicBezTo>
                  <a:pt x="351593" y="462608"/>
                  <a:pt x="345277" y="456032"/>
                  <a:pt x="345455" y="448211"/>
                </a:cubicBezTo>
                <a:lnTo>
                  <a:pt x="349992" y="215190"/>
                </a:lnTo>
                <a:cubicBezTo>
                  <a:pt x="350081" y="207280"/>
                  <a:pt x="356664" y="200970"/>
                  <a:pt x="364492" y="201148"/>
                </a:cubicBezTo>
                <a:close/>
                <a:moveTo>
                  <a:pt x="262847" y="201112"/>
                </a:moveTo>
                <a:cubicBezTo>
                  <a:pt x="270771" y="201112"/>
                  <a:pt x="277181" y="207512"/>
                  <a:pt x="277181" y="215422"/>
                </a:cubicBezTo>
                <a:lnTo>
                  <a:pt x="277181" y="448477"/>
                </a:lnTo>
                <a:cubicBezTo>
                  <a:pt x="277181" y="456387"/>
                  <a:pt x="270771" y="462698"/>
                  <a:pt x="262847" y="462698"/>
                </a:cubicBezTo>
                <a:cubicBezTo>
                  <a:pt x="255012" y="462698"/>
                  <a:pt x="248602" y="456387"/>
                  <a:pt x="248602" y="448477"/>
                </a:cubicBezTo>
                <a:lnTo>
                  <a:pt x="248602" y="215422"/>
                </a:lnTo>
                <a:cubicBezTo>
                  <a:pt x="248602" y="207512"/>
                  <a:pt x="255012" y="201112"/>
                  <a:pt x="262847" y="201112"/>
                </a:cubicBezTo>
                <a:close/>
                <a:moveTo>
                  <a:pt x="161210" y="201112"/>
                </a:moveTo>
                <a:cubicBezTo>
                  <a:pt x="161299" y="201112"/>
                  <a:pt x="161388" y="201112"/>
                  <a:pt x="161566" y="201112"/>
                </a:cubicBezTo>
                <a:cubicBezTo>
                  <a:pt x="169309" y="201112"/>
                  <a:pt x="175629" y="207334"/>
                  <a:pt x="175807" y="215156"/>
                </a:cubicBezTo>
                <a:lnTo>
                  <a:pt x="180257" y="448210"/>
                </a:lnTo>
                <a:cubicBezTo>
                  <a:pt x="180435" y="456032"/>
                  <a:pt x="174205" y="462609"/>
                  <a:pt x="166283" y="462698"/>
                </a:cubicBezTo>
                <a:cubicBezTo>
                  <a:pt x="166194" y="462698"/>
                  <a:pt x="166105" y="462698"/>
                  <a:pt x="166016" y="462698"/>
                </a:cubicBezTo>
                <a:cubicBezTo>
                  <a:pt x="158273" y="462698"/>
                  <a:pt x="151864" y="456565"/>
                  <a:pt x="151686" y="448743"/>
                </a:cubicBezTo>
                <a:lnTo>
                  <a:pt x="147236" y="215689"/>
                </a:lnTo>
                <a:cubicBezTo>
                  <a:pt x="147058" y="207778"/>
                  <a:pt x="153377" y="201290"/>
                  <a:pt x="161210" y="201112"/>
                </a:cubicBezTo>
                <a:close/>
                <a:moveTo>
                  <a:pt x="69421" y="85760"/>
                </a:moveTo>
                <a:lnTo>
                  <a:pt x="87488" y="554288"/>
                </a:lnTo>
                <a:cubicBezTo>
                  <a:pt x="88022" y="567708"/>
                  <a:pt x="98881" y="578106"/>
                  <a:pt x="112231" y="578106"/>
                </a:cubicBezTo>
                <a:lnTo>
                  <a:pt x="413411" y="578106"/>
                </a:lnTo>
                <a:cubicBezTo>
                  <a:pt x="426850" y="578106"/>
                  <a:pt x="437709" y="567708"/>
                  <a:pt x="438243" y="554288"/>
                </a:cubicBezTo>
                <a:lnTo>
                  <a:pt x="456221" y="85760"/>
                </a:lnTo>
                <a:close/>
                <a:moveTo>
                  <a:pt x="206216" y="28527"/>
                </a:moveTo>
                <a:lnTo>
                  <a:pt x="206216" y="57144"/>
                </a:lnTo>
                <a:lnTo>
                  <a:pt x="319515" y="57144"/>
                </a:lnTo>
                <a:lnTo>
                  <a:pt x="319515" y="28527"/>
                </a:lnTo>
                <a:close/>
                <a:moveTo>
                  <a:pt x="206038" y="0"/>
                </a:moveTo>
                <a:lnTo>
                  <a:pt x="319693" y="0"/>
                </a:lnTo>
                <a:cubicBezTo>
                  <a:pt x="335357" y="0"/>
                  <a:pt x="348084" y="12708"/>
                  <a:pt x="348084" y="28350"/>
                </a:cubicBezTo>
                <a:lnTo>
                  <a:pt x="348084" y="57144"/>
                </a:lnTo>
                <a:lnTo>
                  <a:pt x="511402" y="57144"/>
                </a:lnTo>
                <a:cubicBezTo>
                  <a:pt x="519234" y="57144"/>
                  <a:pt x="525642" y="63543"/>
                  <a:pt x="525642" y="71452"/>
                </a:cubicBezTo>
                <a:cubicBezTo>
                  <a:pt x="525642" y="79362"/>
                  <a:pt x="519234" y="85671"/>
                  <a:pt x="511402" y="85671"/>
                </a:cubicBezTo>
                <a:lnTo>
                  <a:pt x="484879" y="85671"/>
                </a:lnTo>
                <a:lnTo>
                  <a:pt x="466812" y="555444"/>
                </a:lnTo>
                <a:cubicBezTo>
                  <a:pt x="465655" y="584149"/>
                  <a:pt x="442248" y="606722"/>
                  <a:pt x="413411" y="606722"/>
                </a:cubicBezTo>
                <a:lnTo>
                  <a:pt x="112231" y="606722"/>
                </a:lnTo>
                <a:cubicBezTo>
                  <a:pt x="83483" y="606722"/>
                  <a:pt x="59987" y="584149"/>
                  <a:pt x="58919" y="555444"/>
                </a:cubicBezTo>
                <a:lnTo>
                  <a:pt x="40852" y="85760"/>
                </a:lnTo>
                <a:lnTo>
                  <a:pt x="14329" y="85760"/>
                </a:lnTo>
                <a:cubicBezTo>
                  <a:pt x="6408" y="85760"/>
                  <a:pt x="0" y="79362"/>
                  <a:pt x="0" y="71452"/>
                </a:cubicBezTo>
                <a:cubicBezTo>
                  <a:pt x="0" y="63543"/>
                  <a:pt x="6408" y="57144"/>
                  <a:pt x="14329" y="57144"/>
                </a:cubicBezTo>
                <a:lnTo>
                  <a:pt x="177647" y="57144"/>
                </a:lnTo>
                <a:lnTo>
                  <a:pt x="177647" y="28350"/>
                </a:lnTo>
                <a:cubicBezTo>
                  <a:pt x="177647" y="12708"/>
                  <a:pt x="190374" y="0"/>
                  <a:pt x="206038" y="0"/>
                </a:cubicBezTo>
                <a:close/>
              </a:path>
            </a:pathLst>
          </a:cu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576605" y="3951671"/>
            <a:ext cx="5038791" cy="156067"/>
            <a:chOff x="3891126" y="3631108"/>
            <a:chExt cx="5038791" cy="156067"/>
          </a:xfrm>
          <a:solidFill>
            <a:schemeClr val="bg1"/>
          </a:solidFill>
        </p:grpSpPr>
        <p:sp>
          <p:nvSpPr>
            <p:cNvPr id="13" name="椭圆 12"/>
            <p:cNvSpPr/>
            <p:nvPr/>
          </p:nvSpPr>
          <p:spPr>
            <a:xfrm>
              <a:off x="3891126" y="3631108"/>
              <a:ext cx="156067" cy="1560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8773850" y="3631108"/>
              <a:ext cx="156067" cy="1560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891126" y="3737318"/>
            <a:ext cx="4409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预期研究目标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3775906" y="2212796"/>
            <a:ext cx="4640188" cy="10045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68B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8B7E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81574" y="2161077"/>
            <a:ext cx="34288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rgbClr val="6585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研究目标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684205" y="4870691"/>
            <a:ext cx="1410074" cy="588945"/>
            <a:chOff x="1487170" y="2167871"/>
            <a:chExt cx="2610903" cy="2610903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1487170" y="2167871"/>
              <a:ext cx="0" cy="2610903"/>
            </a:xfrm>
            <a:prstGeom prst="line">
              <a:avLst/>
            </a:prstGeom>
            <a:ln>
              <a:solidFill>
                <a:srgbClr val="6585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 rot="5400000">
              <a:off x="2792622" y="862420"/>
              <a:ext cx="0" cy="2610903"/>
            </a:xfrm>
            <a:prstGeom prst="line">
              <a:avLst/>
            </a:prstGeom>
            <a:ln>
              <a:solidFill>
                <a:srgbClr val="6585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3469709" y="3846285"/>
            <a:ext cx="2639085" cy="1545765"/>
            <a:chOff x="1487170" y="2167871"/>
            <a:chExt cx="2610903" cy="2610903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1487170" y="2167871"/>
              <a:ext cx="0" cy="2610903"/>
            </a:xfrm>
            <a:prstGeom prst="line">
              <a:avLst/>
            </a:prstGeom>
            <a:ln>
              <a:solidFill>
                <a:srgbClr val="6585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rot="5400000">
              <a:off x="2792622" y="862420"/>
              <a:ext cx="0" cy="2610903"/>
            </a:xfrm>
            <a:prstGeom prst="line">
              <a:avLst/>
            </a:prstGeom>
            <a:ln>
              <a:solidFill>
                <a:srgbClr val="6585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2240700" y="2831489"/>
            <a:ext cx="3882610" cy="2152884"/>
            <a:chOff x="1487170" y="2167871"/>
            <a:chExt cx="2610903" cy="2610903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1487170" y="2167871"/>
              <a:ext cx="0" cy="2610903"/>
            </a:xfrm>
            <a:prstGeom prst="line">
              <a:avLst/>
            </a:prstGeom>
            <a:ln>
              <a:solidFill>
                <a:srgbClr val="6585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5400000">
              <a:off x="2792622" y="862420"/>
              <a:ext cx="0" cy="2610903"/>
            </a:xfrm>
            <a:prstGeom prst="line">
              <a:avLst/>
            </a:prstGeom>
            <a:ln>
              <a:solidFill>
                <a:srgbClr val="6585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1038187" y="1796176"/>
            <a:ext cx="5056087" cy="2981218"/>
            <a:chOff x="1487170" y="2167871"/>
            <a:chExt cx="2610903" cy="2610903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1487170" y="2167871"/>
              <a:ext cx="0" cy="2610903"/>
            </a:xfrm>
            <a:prstGeom prst="line">
              <a:avLst/>
            </a:prstGeom>
            <a:ln>
              <a:solidFill>
                <a:srgbClr val="6585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rot="5400000">
              <a:off x="2792622" y="862420"/>
              <a:ext cx="0" cy="2610903"/>
            </a:xfrm>
            <a:prstGeom prst="line">
              <a:avLst/>
            </a:prstGeom>
            <a:ln>
              <a:solidFill>
                <a:srgbClr val="6585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正方体"/>
          <p:cNvSpPr/>
          <p:nvPr/>
        </p:nvSpPr>
        <p:spPr>
          <a:xfrm>
            <a:off x="542806" y="4666792"/>
            <a:ext cx="908737" cy="191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2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正方体"/>
          <p:cNvSpPr/>
          <p:nvPr/>
        </p:nvSpPr>
        <p:spPr>
          <a:xfrm>
            <a:off x="1771816" y="4931072"/>
            <a:ext cx="908737" cy="165175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8A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正方体"/>
          <p:cNvSpPr/>
          <p:nvPr/>
        </p:nvSpPr>
        <p:spPr>
          <a:xfrm>
            <a:off x="3000826" y="5195354"/>
            <a:ext cx="908737" cy="138747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585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正方体"/>
          <p:cNvSpPr/>
          <p:nvPr/>
        </p:nvSpPr>
        <p:spPr>
          <a:xfrm>
            <a:off x="4229835" y="5459636"/>
            <a:ext cx="908737" cy="11231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36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文本框 22"/>
          <p:cNvSpPr txBox="1"/>
          <p:nvPr/>
        </p:nvSpPr>
        <p:spPr>
          <a:xfrm flipH="1">
            <a:off x="6152896" y="4606410"/>
            <a:ext cx="5298873" cy="58894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21" name="文本框 22"/>
          <p:cNvSpPr txBox="1"/>
          <p:nvPr/>
        </p:nvSpPr>
        <p:spPr>
          <a:xfrm flipH="1">
            <a:off x="6152896" y="3565883"/>
            <a:ext cx="5298873" cy="58894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22" name="文本框 22"/>
          <p:cNvSpPr txBox="1"/>
          <p:nvPr/>
        </p:nvSpPr>
        <p:spPr>
          <a:xfrm flipH="1">
            <a:off x="6152896" y="2525355"/>
            <a:ext cx="5298873" cy="58894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23" name="文本框 22"/>
          <p:cNvSpPr txBox="1"/>
          <p:nvPr/>
        </p:nvSpPr>
        <p:spPr>
          <a:xfrm flipH="1">
            <a:off x="6152896" y="1484827"/>
            <a:ext cx="5298873" cy="58894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24" name="蓝牙"/>
          <p:cNvSpPr/>
          <p:nvPr/>
        </p:nvSpPr>
        <p:spPr bwMode="auto">
          <a:xfrm>
            <a:off x="741283" y="5918602"/>
            <a:ext cx="520065" cy="454278"/>
          </a:xfrm>
          <a:custGeom>
            <a:avLst/>
            <a:gdLst>
              <a:gd name="connsiteX0" fmla="*/ 17800 w 606368"/>
              <a:gd name="connsiteY0" fmla="*/ 434840 h 529664"/>
              <a:gd name="connsiteX1" fmla="*/ 17800 w 606368"/>
              <a:gd name="connsiteY1" fmla="*/ 473321 h 529664"/>
              <a:gd name="connsiteX2" fmla="*/ 56338 w 606368"/>
              <a:gd name="connsiteY2" fmla="*/ 511890 h 529664"/>
              <a:gd name="connsiteX3" fmla="*/ 414036 w 606368"/>
              <a:gd name="connsiteY3" fmla="*/ 511890 h 529664"/>
              <a:gd name="connsiteX4" fmla="*/ 398727 w 606368"/>
              <a:gd name="connsiteY4" fmla="*/ 473321 h 529664"/>
              <a:gd name="connsiteX5" fmla="*/ 398727 w 606368"/>
              <a:gd name="connsiteY5" fmla="*/ 434840 h 529664"/>
              <a:gd name="connsiteX6" fmla="*/ 103865 w 606368"/>
              <a:gd name="connsiteY6" fmla="*/ 434840 h 529664"/>
              <a:gd name="connsiteX7" fmla="*/ 103776 w 606368"/>
              <a:gd name="connsiteY7" fmla="*/ 434840 h 529664"/>
              <a:gd name="connsiteX8" fmla="*/ 227230 w 606368"/>
              <a:gd name="connsiteY8" fmla="*/ 369692 h 529664"/>
              <a:gd name="connsiteX9" fmla="*/ 407646 w 606368"/>
              <a:gd name="connsiteY9" fmla="*/ 369692 h 529664"/>
              <a:gd name="connsiteX10" fmla="*/ 416547 w 606368"/>
              <a:gd name="connsiteY10" fmla="*/ 378583 h 529664"/>
              <a:gd name="connsiteX11" fmla="*/ 407646 w 606368"/>
              <a:gd name="connsiteY11" fmla="*/ 387474 h 529664"/>
              <a:gd name="connsiteX12" fmla="*/ 227230 w 606368"/>
              <a:gd name="connsiteY12" fmla="*/ 387474 h 529664"/>
              <a:gd name="connsiteX13" fmla="*/ 218329 w 606368"/>
              <a:gd name="connsiteY13" fmla="*/ 378583 h 529664"/>
              <a:gd name="connsiteX14" fmla="*/ 227230 w 606368"/>
              <a:gd name="connsiteY14" fmla="*/ 369692 h 529664"/>
              <a:gd name="connsiteX15" fmla="*/ 170280 w 606368"/>
              <a:gd name="connsiteY15" fmla="*/ 369692 h 529664"/>
              <a:gd name="connsiteX16" fmla="*/ 189321 w 606368"/>
              <a:gd name="connsiteY16" fmla="*/ 369692 h 529664"/>
              <a:gd name="connsiteX17" fmla="*/ 198218 w 606368"/>
              <a:gd name="connsiteY17" fmla="*/ 378583 h 529664"/>
              <a:gd name="connsiteX18" fmla="*/ 189321 w 606368"/>
              <a:gd name="connsiteY18" fmla="*/ 387474 h 529664"/>
              <a:gd name="connsiteX19" fmla="*/ 170280 w 606368"/>
              <a:gd name="connsiteY19" fmla="*/ 387474 h 529664"/>
              <a:gd name="connsiteX20" fmla="*/ 161383 w 606368"/>
              <a:gd name="connsiteY20" fmla="*/ 378583 h 529664"/>
              <a:gd name="connsiteX21" fmla="*/ 170280 w 606368"/>
              <a:gd name="connsiteY21" fmla="*/ 369692 h 529664"/>
              <a:gd name="connsiteX22" fmla="*/ 227228 w 606368"/>
              <a:gd name="connsiteY22" fmla="*/ 322272 h 529664"/>
              <a:gd name="connsiteX23" fmla="*/ 436086 w 606368"/>
              <a:gd name="connsiteY23" fmla="*/ 322272 h 529664"/>
              <a:gd name="connsiteX24" fmla="*/ 444985 w 606368"/>
              <a:gd name="connsiteY24" fmla="*/ 331128 h 529664"/>
              <a:gd name="connsiteX25" fmla="*/ 436086 w 606368"/>
              <a:gd name="connsiteY25" fmla="*/ 339984 h 529664"/>
              <a:gd name="connsiteX26" fmla="*/ 227228 w 606368"/>
              <a:gd name="connsiteY26" fmla="*/ 339984 h 529664"/>
              <a:gd name="connsiteX27" fmla="*/ 218329 w 606368"/>
              <a:gd name="connsiteY27" fmla="*/ 331128 h 529664"/>
              <a:gd name="connsiteX28" fmla="*/ 227228 w 606368"/>
              <a:gd name="connsiteY28" fmla="*/ 322272 h 529664"/>
              <a:gd name="connsiteX29" fmla="*/ 170280 w 606368"/>
              <a:gd name="connsiteY29" fmla="*/ 322272 h 529664"/>
              <a:gd name="connsiteX30" fmla="*/ 189321 w 606368"/>
              <a:gd name="connsiteY30" fmla="*/ 322272 h 529664"/>
              <a:gd name="connsiteX31" fmla="*/ 198218 w 606368"/>
              <a:gd name="connsiteY31" fmla="*/ 331128 h 529664"/>
              <a:gd name="connsiteX32" fmla="*/ 189321 w 606368"/>
              <a:gd name="connsiteY32" fmla="*/ 339984 h 529664"/>
              <a:gd name="connsiteX33" fmla="*/ 170280 w 606368"/>
              <a:gd name="connsiteY33" fmla="*/ 339984 h 529664"/>
              <a:gd name="connsiteX34" fmla="*/ 161383 w 606368"/>
              <a:gd name="connsiteY34" fmla="*/ 331128 h 529664"/>
              <a:gd name="connsiteX35" fmla="*/ 170280 w 606368"/>
              <a:gd name="connsiteY35" fmla="*/ 322272 h 529664"/>
              <a:gd name="connsiteX36" fmla="*/ 227228 w 606368"/>
              <a:gd name="connsiteY36" fmla="*/ 274852 h 529664"/>
              <a:gd name="connsiteX37" fmla="*/ 379140 w 606368"/>
              <a:gd name="connsiteY37" fmla="*/ 274852 h 529664"/>
              <a:gd name="connsiteX38" fmla="*/ 388039 w 606368"/>
              <a:gd name="connsiteY38" fmla="*/ 283743 h 529664"/>
              <a:gd name="connsiteX39" fmla="*/ 379140 w 606368"/>
              <a:gd name="connsiteY39" fmla="*/ 292634 h 529664"/>
              <a:gd name="connsiteX40" fmla="*/ 227228 w 606368"/>
              <a:gd name="connsiteY40" fmla="*/ 292634 h 529664"/>
              <a:gd name="connsiteX41" fmla="*/ 218329 w 606368"/>
              <a:gd name="connsiteY41" fmla="*/ 283743 h 529664"/>
              <a:gd name="connsiteX42" fmla="*/ 227228 w 606368"/>
              <a:gd name="connsiteY42" fmla="*/ 274852 h 529664"/>
              <a:gd name="connsiteX43" fmla="*/ 170280 w 606368"/>
              <a:gd name="connsiteY43" fmla="*/ 274852 h 529664"/>
              <a:gd name="connsiteX44" fmla="*/ 189321 w 606368"/>
              <a:gd name="connsiteY44" fmla="*/ 274852 h 529664"/>
              <a:gd name="connsiteX45" fmla="*/ 198218 w 606368"/>
              <a:gd name="connsiteY45" fmla="*/ 283743 h 529664"/>
              <a:gd name="connsiteX46" fmla="*/ 189321 w 606368"/>
              <a:gd name="connsiteY46" fmla="*/ 292634 h 529664"/>
              <a:gd name="connsiteX47" fmla="*/ 170280 w 606368"/>
              <a:gd name="connsiteY47" fmla="*/ 292634 h 529664"/>
              <a:gd name="connsiteX48" fmla="*/ 161383 w 606368"/>
              <a:gd name="connsiteY48" fmla="*/ 283743 h 529664"/>
              <a:gd name="connsiteX49" fmla="*/ 170280 w 606368"/>
              <a:gd name="connsiteY49" fmla="*/ 274852 h 529664"/>
              <a:gd name="connsiteX50" fmla="*/ 227230 w 606368"/>
              <a:gd name="connsiteY50" fmla="*/ 227503 h 529664"/>
              <a:gd name="connsiteX51" fmla="*/ 417172 w 606368"/>
              <a:gd name="connsiteY51" fmla="*/ 227503 h 529664"/>
              <a:gd name="connsiteX52" fmla="*/ 426073 w 606368"/>
              <a:gd name="connsiteY52" fmla="*/ 236394 h 529664"/>
              <a:gd name="connsiteX53" fmla="*/ 417172 w 606368"/>
              <a:gd name="connsiteY53" fmla="*/ 245285 h 529664"/>
              <a:gd name="connsiteX54" fmla="*/ 227230 w 606368"/>
              <a:gd name="connsiteY54" fmla="*/ 245285 h 529664"/>
              <a:gd name="connsiteX55" fmla="*/ 218329 w 606368"/>
              <a:gd name="connsiteY55" fmla="*/ 236394 h 529664"/>
              <a:gd name="connsiteX56" fmla="*/ 227230 w 606368"/>
              <a:gd name="connsiteY56" fmla="*/ 227503 h 529664"/>
              <a:gd name="connsiteX57" fmla="*/ 170280 w 606368"/>
              <a:gd name="connsiteY57" fmla="*/ 227503 h 529664"/>
              <a:gd name="connsiteX58" fmla="*/ 189321 w 606368"/>
              <a:gd name="connsiteY58" fmla="*/ 227503 h 529664"/>
              <a:gd name="connsiteX59" fmla="*/ 198218 w 606368"/>
              <a:gd name="connsiteY59" fmla="*/ 236394 h 529664"/>
              <a:gd name="connsiteX60" fmla="*/ 189321 w 606368"/>
              <a:gd name="connsiteY60" fmla="*/ 245285 h 529664"/>
              <a:gd name="connsiteX61" fmla="*/ 170280 w 606368"/>
              <a:gd name="connsiteY61" fmla="*/ 245285 h 529664"/>
              <a:gd name="connsiteX62" fmla="*/ 161383 w 606368"/>
              <a:gd name="connsiteY62" fmla="*/ 236394 h 529664"/>
              <a:gd name="connsiteX63" fmla="*/ 170280 w 606368"/>
              <a:gd name="connsiteY63" fmla="*/ 227503 h 529664"/>
              <a:gd name="connsiteX64" fmla="*/ 227228 w 606368"/>
              <a:gd name="connsiteY64" fmla="*/ 180012 h 529664"/>
              <a:gd name="connsiteX65" fmla="*/ 436086 w 606368"/>
              <a:gd name="connsiteY65" fmla="*/ 180012 h 529664"/>
              <a:gd name="connsiteX66" fmla="*/ 444985 w 606368"/>
              <a:gd name="connsiteY66" fmla="*/ 188903 h 529664"/>
              <a:gd name="connsiteX67" fmla="*/ 436086 w 606368"/>
              <a:gd name="connsiteY67" fmla="*/ 197794 h 529664"/>
              <a:gd name="connsiteX68" fmla="*/ 227228 w 606368"/>
              <a:gd name="connsiteY68" fmla="*/ 197794 h 529664"/>
              <a:gd name="connsiteX69" fmla="*/ 218329 w 606368"/>
              <a:gd name="connsiteY69" fmla="*/ 188903 h 529664"/>
              <a:gd name="connsiteX70" fmla="*/ 227228 w 606368"/>
              <a:gd name="connsiteY70" fmla="*/ 180012 h 529664"/>
              <a:gd name="connsiteX71" fmla="*/ 170280 w 606368"/>
              <a:gd name="connsiteY71" fmla="*/ 180012 h 529664"/>
              <a:gd name="connsiteX72" fmla="*/ 189321 w 606368"/>
              <a:gd name="connsiteY72" fmla="*/ 180012 h 529664"/>
              <a:gd name="connsiteX73" fmla="*/ 198218 w 606368"/>
              <a:gd name="connsiteY73" fmla="*/ 188903 h 529664"/>
              <a:gd name="connsiteX74" fmla="*/ 189321 w 606368"/>
              <a:gd name="connsiteY74" fmla="*/ 197794 h 529664"/>
              <a:gd name="connsiteX75" fmla="*/ 170280 w 606368"/>
              <a:gd name="connsiteY75" fmla="*/ 197794 h 529664"/>
              <a:gd name="connsiteX76" fmla="*/ 161383 w 606368"/>
              <a:gd name="connsiteY76" fmla="*/ 188903 h 529664"/>
              <a:gd name="connsiteX77" fmla="*/ 170280 w 606368"/>
              <a:gd name="connsiteY77" fmla="*/ 180012 h 529664"/>
              <a:gd name="connsiteX78" fmla="*/ 227230 w 606368"/>
              <a:gd name="connsiteY78" fmla="*/ 132663 h 529664"/>
              <a:gd name="connsiteX79" fmla="*/ 398120 w 606368"/>
              <a:gd name="connsiteY79" fmla="*/ 132663 h 529664"/>
              <a:gd name="connsiteX80" fmla="*/ 407021 w 606368"/>
              <a:gd name="connsiteY80" fmla="*/ 141554 h 529664"/>
              <a:gd name="connsiteX81" fmla="*/ 398120 w 606368"/>
              <a:gd name="connsiteY81" fmla="*/ 150445 h 529664"/>
              <a:gd name="connsiteX82" fmla="*/ 227230 w 606368"/>
              <a:gd name="connsiteY82" fmla="*/ 150445 h 529664"/>
              <a:gd name="connsiteX83" fmla="*/ 218329 w 606368"/>
              <a:gd name="connsiteY83" fmla="*/ 141554 h 529664"/>
              <a:gd name="connsiteX84" fmla="*/ 227230 w 606368"/>
              <a:gd name="connsiteY84" fmla="*/ 132663 h 529664"/>
              <a:gd name="connsiteX85" fmla="*/ 170280 w 606368"/>
              <a:gd name="connsiteY85" fmla="*/ 132663 h 529664"/>
              <a:gd name="connsiteX86" fmla="*/ 189321 w 606368"/>
              <a:gd name="connsiteY86" fmla="*/ 132663 h 529664"/>
              <a:gd name="connsiteX87" fmla="*/ 198218 w 606368"/>
              <a:gd name="connsiteY87" fmla="*/ 141554 h 529664"/>
              <a:gd name="connsiteX88" fmla="*/ 189321 w 606368"/>
              <a:gd name="connsiteY88" fmla="*/ 150445 h 529664"/>
              <a:gd name="connsiteX89" fmla="*/ 170280 w 606368"/>
              <a:gd name="connsiteY89" fmla="*/ 150445 h 529664"/>
              <a:gd name="connsiteX90" fmla="*/ 161383 w 606368"/>
              <a:gd name="connsiteY90" fmla="*/ 141554 h 529664"/>
              <a:gd name="connsiteX91" fmla="*/ 170280 w 606368"/>
              <a:gd name="connsiteY91" fmla="*/ 132663 h 529664"/>
              <a:gd name="connsiteX92" fmla="*/ 227228 w 606368"/>
              <a:gd name="connsiteY92" fmla="*/ 85314 h 529664"/>
              <a:gd name="connsiteX93" fmla="*/ 436086 w 606368"/>
              <a:gd name="connsiteY93" fmla="*/ 85314 h 529664"/>
              <a:gd name="connsiteX94" fmla="*/ 444985 w 606368"/>
              <a:gd name="connsiteY94" fmla="*/ 94205 h 529664"/>
              <a:gd name="connsiteX95" fmla="*/ 436086 w 606368"/>
              <a:gd name="connsiteY95" fmla="*/ 103096 h 529664"/>
              <a:gd name="connsiteX96" fmla="*/ 227228 w 606368"/>
              <a:gd name="connsiteY96" fmla="*/ 103096 h 529664"/>
              <a:gd name="connsiteX97" fmla="*/ 218329 w 606368"/>
              <a:gd name="connsiteY97" fmla="*/ 94205 h 529664"/>
              <a:gd name="connsiteX98" fmla="*/ 227228 w 606368"/>
              <a:gd name="connsiteY98" fmla="*/ 85314 h 529664"/>
              <a:gd name="connsiteX99" fmla="*/ 170280 w 606368"/>
              <a:gd name="connsiteY99" fmla="*/ 85314 h 529664"/>
              <a:gd name="connsiteX100" fmla="*/ 189321 w 606368"/>
              <a:gd name="connsiteY100" fmla="*/ 85314 h 529664"/>
              <a:gd name="connsiteX101" fmla="*/ 198218 w 606368"/>
              <a:gd name="connsiteY101" fmla="*/ 94205 h 529664"/>
              <a:gd name="connsiteX102" fmla="*/ 189321 w 606368"/>
              <a:gd name="connsiteY102" fmla="*/ 103096 h 529664"/>
              <a:gd name="connsiteX103" fmla="*/ 170280 w 606368"/>
              <a:gd name="connsiteY103" fmla="*/ 103096 h 529664"/>
              <a:gd name="connsiteX104" fmla="*/ 161383 w 606368"/>
              <a:gd name="connsiteY104" fmla="*/ 94205 h 529664"/>
              <a:gd name="connsiteX105" fmla="*/ 170280 w 606368"/>
              <a:gd name="connsiteY105" fmla="*/ 85314 h 529664"/>
              <a:gd name="connsiteX106" fmla="*/ 550030 w 606368"/>
              <a:gd name="connsiteY106" fmla="*/ 17774 h 529664"/>
              <a:gd name="connsiteX107" fmla="*/ 511492 w 606368"/>
              <a:gd name="connsiteY107" fmla="*/ 56255 h 529664"/>
              <a:gd name="connsiteX108" fmla="*/ 511492 w 606368"/>
              <a:gd name="connsiteY108" fmla="*/ 94735 h 529664"/>
              <a:gd name="connsiteX109" fmla="*/ 588568 w 606368"/>
              <a:gd name="connsiteY109" fmla="*/ 94735 h 529664"/>
              <a:gd name="connsiteX110" fmla="*/ 588568 w 606368"/>
              <a:gd name="connsiteY110" fmla="*/ 56255 h 529664"/>
              <a:gd name="connsiteX111" fmla="*/ 550030 w 606368"/>
              <a:gd name="connsiteY111" fmla="*/ 17774 h 529664"/>
              <a:gd name="connsiteX112" fmla="*/ 151303 w 606368"/>
              <a:gd name="connsiteY112" fmla="*/ 17774 h 529664"/>
              <a:gd name="connsiteX113" fmla="*/ 112765 w 606368"/>
              <a:gd name="connsiteY113" fmla="*/ 56255 h 529664"/>
              <a:gd name="connsiteX114" fmla="*/ 112765 w 606368"/>
              <a:gd name="connsiteY114" fmla="*/ 103622 h 529664"/>
              <a:gd name="connsiteX115" fmla="*/ 112765 w 606368"/>
              <a:gd name="connsiteY115" fmla="*/ 417066 h 529664"/>
              <a:gd name="connsiteX116" fmla="*/ 407627 w 606368"/>
              <a:gd name="connsiteY116" fmla="*/ 417066 h 529664"/>
              <a:gd name="connsiteX117" fmla="*/ 416528 w 606368"/>
              <a:gd name="connsiteY117" fmla="*/ 425953 h 529664"/>
              <a:gd name="connsiteX118" fmla="*/ 416528 w 606368"/>
              <a:gd name="connsiteY118" fmla="*/ 473321 h 529664"/>
              <a:gd name="connsiteX119" fmla="*/ 455065 w 606368"/>
              <a:gd name="connsiteY119" fmla="*/ 511890 h 529664"/>
              <a:gd name="connsiteX120" fmla="*/ 493692 w 606368"/>
              <a:gd name="connsiteY120" fmla="*/ 473321 h 529664"/>
              <a:gd name="connsiteX121" fmla="*/ 493692 w 606368"/>
              <a:gd name="connsiteY121" fmla="*/ 103622 h 529664"/>
              <a:gd name="connsiteX122" fmla="*/ 493692 w 606368"/>
              <a:gd name="connsiteY122" fmla="*/ 56255 h 529664"/>
              <a:gd name="connsiteX123" fmla="*/ 509000 w 606368"/>
              <a:gd name="connsiteY123" fmla="*/ 17774 h 529664"/>
              <a:gd name="connsiteX124" fmla="*/ 151303 w 606368"/>
              <a:gd name="connsiteY124" fmla="*/ 0 h 529664"/>
              <a:gd name="connsiteX125" fmla="*/ 550030 w 606368"/>
              <a:gd name="connsiteY125" fmla="*/ 0 h 529664"/>
              <a:gd name="connsiteX126" fmla="*/ 606368 w 606368"/>
              <a:gd name="connsiteY126" fmla="*/ 56255 h 529664"/>
              <a:gd name="connsiteX127" fmla="*/ 606368 w 606368"/>
              <a:gd name="connsiteY127" fmla="*/ 103622 h 529664"/>
              <a:gd name="connsiteX128" fmla="*/ 597468 w 606368"/>
              <a:gd name="connsiteY128" fmla="*/ 112509 h 529664"/>
              <a:gd name="connsiteX129" fmla="*/ 511492 w 606368"/>
              <a:gd name="connsiteY129" fmla="*/ 112509 h 529664"/>
              <a:gd name="connsiteX130" fmla="*/ 511492 w 606368"/>
              <a:gd name="connsiteY130" fmla="*/ 473321 h 529664"/>
              <a:gd name="connsiteX131" fmla="*/ 455065 w 606368"/>
              <a:gd name="connsiteY131" fmla="*/ 529664 h 529664"/>
              <a:gd name="connsiteX132" fmla="*/ 56338 w 606368"/>
              <a:gd name="connsiteY132" fmla="*/ 529664 h 529664"/>
              <a:gd name="connsiteX133" fmla="*/ 0 w 606368"/>
              <a:gd name="connsiteY133" fmla="*/ 473321 h 529664"/>
              <a:gd name="connsiteX134" fmla="*/ 0 w 606368"/>
              <a:gd name="connsiteY134" fmla="*/ 425953 h 529664"/>
              <a:gd name="connsiteX135" fmla="*/ 8900 w 606368"/>
              <a:gd name="connsiteY135" fmla="*/ 417066 h 529664"/>
              <a:gd name="connsiteX136" fmla="*/ 94965 w 606368"/>
              <a:gd name="connsiteY136" fmla="*/ 417066 h 529664"/>
              <a:gd name="connsiteX137" fmla="*/ 94965 w 606368"/>
              <a:gd name="connsiteY137" fmla="*/ 103622 h 529664"/>
              <a:gd name="connsiteX138" fmla="*/ 94965 w 606368"/>
              <a:gd name="connsiteY138" fmla="*/ 56255 h 529664"/>
              <a:gd name="connsiteX139" fmla="*/ 151303 w 606368"/>
              <a:gd name="connsiteY139" fmla="*/ 0 h 529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606368" h="529664">
                <a:moveTo>
                  <a:pt x="17800" y="434840"/>
                </a:moveTo>
                <a:lnTo>
                  <a:pt x="17800" y="473321"/>
                </a:lnTo>
                <a:cubicBezTo>
                  <a:pt x="17800" y="494560"/>
                  <a:pt x="35067" y="511890"/>
                  <a:pt x="56338" y="511890"/>
                </a:cubicBezTo>
                <a:lnTo>
                  <a:pt x="414036" y="511890"/>
                </a:lnTo>
                <a:cubicBezTo>
                  <a:pt x="404512" y="501759"/>
                  <a:pt x="398727" y="488251"/>
                  <a:pt x="398727" y="473321"/>
                </a:cubicBezTo>
                <a:lnTo>
                  <a:pt x="398727" y="434840"/>
                </a:lnTo>
                <a:lnTo>
                  <a:pt x="103865" y="434840"/>
                </a:lnTo>
                <a:cubicBezTo>
                  <a:pt x="103776" y="434840"/>
                  <a:pt x="103776" y="434840"/>
                  <a:pt x="103776" y="434840"/>
                </a:cubicBezTo>
                <a:close/>
                <a:moveTo>
                  <a:pt x="227230" y="369692"/>
                </a:moveTo>
                <a:lnTo>
                  <a:pt x="407646" y="369692"/>
                </a:lnTo>
                <a:cubicBezTo>
                  <a:pt x="412542" y="369692"/>
                  <a:pt x="416547" y="373604"/>
                  <a:pt x="416547" y="378583"/>
                </a:cubicBezTo>
                <a:cubicBezTo>
                  <a:pt x="416547" y="383473"/>
                  <a:pt x="412542" y="387474"/>
                  <a:pt x="407646" y="387474"/>
                </a:cubicBezTo>
                <a:lnTo>
                  <a:pt x="227230" y="387474"/>
                </a:lnTo>
                <a:cubicBezTo>
                  <a:pt x="222334" y="387474"/>
                  <a:pt x="218329" y="383473"/>
                  <a:pt x="218329" y="378583"/>
                </a:cubicBezTo>
                <a:cubicBezTo>
                  <a:pt x="218329" y="373604"/>
                  <a:pt x="222334" y="369692"/>
                  <a:pt x="227230" y="369692"/>
                </a:cubicBezTo>
                <a:close/>
                <a:moveTo>
                  <a:pt x="170280" y="369692"/>
                </a:moveTo>
                <a:lnTo>
                  <a:pt x="189321" y="369692"/>
                </a:lnTo>
                <a:cubicBezTo>
                  <a:pt x="194214" y="369692"/>
                  <a:pt x="198218" y="373604"/>
                  <a:pt x="198218" y="378583"/>
                </a:cubicBezTo>
                <a:cubicBezTo>
                  <a:pt x="198218" y="383473"/>
                  <a:pt x="194214" y="387474"/>
                  <a:pt x="189321" y="387474"/>
                </a:cubicBezTo>
                <a:lnTo>
                  <a:pt x="170280" y="387474"/>
                </a:lnTo>
                <a:cubicBezTo>
                  <a:pt x="165387" y="387474"/>
                  <a:pt x="161383" y="383473"/>
                  <a:pt x="161383" y="378583"/>
                </a:cubicBezTo>
                <a:cubicBezTo>
                  <a:pt x="161383" y="373604"/>
                  <a:pt x="165387" y="369692"/>
                  <a:pt x="170280" y="369692"/>
                </a:cubicBezTo>
                <a:close/>
                <a:moveTo>
                  <a:pt x="227228" y="322272"/>
                </a:moveTo>
                <a:lnTo>
                  <a:pt x="436086" y="322272"/>
                </a:lnTo>
                <a:cubicBezTo>
                  <a:pt x="440980" y="322272"/>
                  <a:pt x="444985" y="326257"/>
                  <a:pt x="444985" y="331128"/>
                </a:cubicBezTo>
                <a:cubicBezTo>
                  <a:pt x="444985" y="336087"/>
                  <a:pt x="440980" y="339984"/>
                  <a:pt x="436086" y="339984"/>
                </a:cubicBezTo>
                <a:lnTo>
                  <a:pt x="227228" y="339984"/>
                </a:lnTo>
                <a:cubicBezTo>
                  <a:pt x="222334" y="339984"/>
                  <a:pt x="218329" y="336087"/>
                  <a:pt x="218329" y="331128"/>
                </a:cubicBezTo>
                <a:cubicBezTo>
                  <a:pt x="218329" y="326257"/>
                  <a:pt x="222334" y="322272"/>
                  <a:pt x="227228" y="322272"/>
                </a:cubicBezTo>
                <a:close/>
                <a:moveTo>
                  <a:pt x="170280" y="322272"/>
                </a:moveTo>
                <a:lnTo>
                  <a:pt x="189321" y="322272"/>
                </a:lnTo>
                <a:cubicBezTo>
                  <a:pt x="194214" y="322272"/>
                  <a:pt x="198218" y="326257"/>
                  <a:pt x="198218" y="331128"/>
                </a:cubicBezTo>
                <a:cubicBezTo>
                  <a:pt x="198218" y="336087"/>
                  <a:pt x="194214" y="339984"/>
                  <a:pt x="189321" y="339984"/>
                </a:cubicBezTo>
                <a:lnTo>
                  <a:pt x="170280" y="339984"/>
                </a:lnTo>
                <a:cubicBezTo>
                  <a:pt x="165387" y="339984"/>
                  <a:pt x="161383" y="336087"/>
                  <a:pt x="161383" y="331128"/>
                </a:cubicBezTo>
                <a:cubicBezTo>
                  <a:pt x="161383" y="326257"/>
                  <a:pt x="165387" y="322272"/>
                  <a:pt x="170280" y="322272"/>
                </a:cubicBezTo>
                <a:close/>
                <a:moveTo>
                  <a:pt x="227228" y="274852"/>
                </a:moveTo>
                <a:lnTo>
                  <a:pt x="379140" y="274852"/>
                </a:lnTo>
                <a:cubicBezTo>
                  <a:pt x="384034" y="274852"/>
                  <a:pt x="388039" y="278853"/>
                  <a:pt x="388039" y="283743"/>
                </a:cubicBezTo>
                <a:cubicBezTo>
                  <a:pt x="388039" y="288633"/>
                  <a:pt x="384034" y="292634"/>
                  <a:pt x="379140" y="292634"/>
                </a:cubicBezTo>
                <a:lnTo>
                  <a:pt x="227228" y="292634"/>
                </a:lnTo>
                <a:cubicBezTo>
                  <a:pt x="222334" y="292634"/>
                  <a:pt x="218329" y="288633"/>
                  <a:pt x="218329" y="283743"/>
                </a:cubicBezTo>
                <a:cubicBezTo>
                  <a:pt x="218329" y="278853"/>
                  <a:pt x="222334" y="274852"/>
                  <a:pt x="227228" y="274852"/>
                </a:cubicBezTo>
                <a:close/>
                <a:moveTo>
                  <a:pt x="170280" y="274852"/>
                </a:moveTo>
                <a:lnTo>
                  <a:pt x="189321" y="274852"/>
                </a:lnTo>
                <a:cubicBezTo>
                  <a:pt x="194214" y="274852"/>
                  <a:pt x="198218" y="278853"/>
                  <a:pt x="198218" y="283743"/>
                </a:cubicBezTo>
                <a:cubicBezTo>
                  <a:pt x="198218" y="288633"/>
                  <a:pt x="194214" y="292634"/>
                  <a:pt x="189321" y="292634"/>
                </a:cubicBezTo>
                <a:lnTo>
                  <a:pt x="170280" y="292634"/>
                </a:lnTo>
                <a:cubicBezTo>
                  <a:pt x="165387" y="292634"/>
                  <a:pt x="161383" y="288633"/>
                  <a:pt x="161383" y="283743"/>
                </a:cubicBezTo>
                <a:cubicBezTo>
                  <a:pt x="161383" y="278853"/>
                  <a:pt x="165387" y="274852"/>
                  <a:pt x="170280" y="274852"/>
                </a:cubicBezTo>
                <a:close/>
                <a:moveTo>
                  <a:pt x="227230" y="227503"/>
                </a:moveTo>
                <a:lnTo>
                  <a:pt x="417172" y="227503"/>
                </a:lnTo>
                <a:cubicBezTo>
                  <a:pt x="422068" y="227503"/>
                  <a:pt x="426073" y="231415"/>
                  <a:pt x="426073" y="236394"/>
                </a:cubicBezTo>
                <a:cubicBezTo>
                  <a:pt x="426073" y="241284"/>
                  <a:pt x="422068" y="245285"/>
                  <a:pt x="417172" y="245285"/>
                </a:cubicBezTo>
                <a:lnTo>
                  <a:pt x="227230" y="245285"/>
                </a:lnTo>
                <a:cubicBezTo>
                  <a:pt x="222334" y="245285"/>
                  <a:pt x="218329" y="241284"/>
                  <a:pt x="218329" y="236394"/>
                </a:cubicBezTo>
                <a:cubicBezTo>
                  <a:pt x="218329" y="231415"/>
                  <a:pt x="222334" y="227503"/>
                  <a:pt x="227230" y="227503"/>
                </a:cubicBezTo>
                <a:close/>
                <a:moveTo>
                  <a:pt x="170280" y="227503"/>
                </a:moveTo>
                <a:lnTo>
                  <a:pt x="189321" y="227503"/>
                </a:lnTo>
                <a:cubicBezTo>
                  <a:pt x="194214" y="227503"/>
                  <a:pt x="198218" y="231415"/>
                  <a:pt x="198218" y="236394"/>
                </a:cubicBezTo>
                <a:cubicBezTo>
                  <a:pt x="198218" y="241284"/>
                  <a:pt x="194214" y="245285"/>
                  <a:pt x="189321" y="245285"/>
                </a:cubicBezTo>
                <a:lnTo>
                  <a:pt x="170280" y="245285"/>
                </a:lnTo>
                <a:cubicBezTo>
                  <a:pt x="165387" y="245285"/>
                  <a:pt x="161383" y="241284"/>
                  <a:pt x="161383" y="236394"/>
                </a:cubicBezTo>
                <a:cubicBezTo>
                  <a:pt x="161383" y="231415"/>
                  <a:pt x="165387" y="227503"/>
                  <a:pt x="170280" y="227503"/>
                </a:cubicBezTo>
                <a:close/>
                <a:moveTo>
                  <a:pt x="227228" y="180012"/>
                </a:moveTo>
                <a:lnTo>
                  <a:pt x="436086" y="180012"/>
                </a:lnTo>
                <a:cubicBezTo>
                  <a:pt x="440980" y="180012"/>
                  <a:pt x="444985" y="184013"/>
                  <a:pt x="444985" y="188903"/>
                </a:cubicBezTo>
                <a:cubicBezTo>
                  <a:pt x="444985" y="193882"/>
                  <a:pt x="440980" y="197794"/>
                  <a:pt x="436086" y="197794"/>
                </a:cubicBezTo>
                <a:lnTo>
                  <a:pt x="227228" y="197794"/>
                </a:lnTo>
                <a:cubicBezTo>
                  <a:pt x="222334" y="197794"/>
                  <a:pt x="218329" y="193882"/>
                  <a:pt x="218329" y="188903"/>
                </a:cubicBezTo>
                <a:cubicBezTo>
                  <a:pt x="218329" y="184013"/>
                  <a:pt x="222334" y="180012"/>
                  <a:pt x="227228" y="180012"/>
                </a:cubicBezTo>
                <a:close/>
                <a:moveTo>
                  <a:pt x="170280" y="180012"/>
                </a:moveTo>
                <a:lnTo>
                  <a:pt x="189321" y="180012"/>
                </a:lnTo>
                <a:cubicBezTo>
                  <a:pt x="194214" y="180012"/>
                  <a:pt x="198218" y="184013"/>
                  <a:pt x="198218" y="188903"/>
                </a:cubicBezTo>
                <a:cubicBezTo>
                  <a:pt x="198218" y="193882"/>
                  <a:pt x="194214" y="197794"/>
                  <a:pt x="189321" y="197794"/>
                </a:cubicBezTo>
                <a:lnTo>
                  <a:pt x="170280" y="197794"/>
                </a:lnTo>
                <a:cubicBezTo>
                  <a:pt x="165387" y="197794"/>
                  <a:pt x="161383" y="193882"/>
                  <a:pt x="161383" y="188903"/>
                </a:cubicBezTo>
                <a:cubicBezTo>
                  <a:pt x="161383" y="184013"/>
                  <a:pt x="165387" y="180012"/>
                  <a:pt x="170280" y="180012"/>
                </a:cubicBezTo>
                <a:close/>
                <a:moveTo>
                  <a:pt x="227230" y="132663"/>
                </a:moveTo>
                <a:lnTo>
                  <a:pt x="398120" y="132663"/>
                </a:lnTo>
                <a:cubicBezTo>
                  <a:pt x="403105" y="132663"/>
                  <a:pt x="407021" y="136664"/>
                  <a:pt x="407021" y="141554"/>
                </a:cubicBezTo>
                <a:cubicBezTo>
                  <a:pt x="407021" y="146444"/>
                  <a:pt x="403105" y="150445"/>
                  <a:pt x="398120" y="150445"/>
                </a:cubicBezTo>
                <a:lnTo>
                  <a:pt x="227230" y="150445"/>
                </a:lnTo>
                <a:cubicBezTo>
                  <a:pt x="222334" y="150445"/>
                  <a:pt x="218329" y="146444"/>
                  <a:pt x="218329" y="141554"/>
                </a:cubicBezTo>
                <a:cubicBezTo>
                  <a:pt x="218329" y="136664"/>
                  <a:pt x="222334" y="132663"/>
                  <a:pt x="227230" y="132663"/>
                </a:cubicBezTo>
                <a:close/>
                <a:moveTo>
                  <a:pt x="170280" y="132663"/>
                </a:moveTo>
                <a:lnTo>
                  <a:pt x="189321" y="132663"/>
                </a:lnTo>
                <a:cubicBezTo>
                  <a:pt x="194214" y="132663"/>
                  <a:pt x="198218" y="136664"/>
                  <a:pt x="198218" y="141554"/>
                </a:cubicBezTo>
                <a:cubicBezTo>
                  <a:pt x="198218" y="146444"/>
                  <a:pt x="194214" y="150445"/>
                  <a:pt x="189321" y="150445"/>
                </a:cubicBezTo>
                <a:lnTo>
                  <a:pt x="170280" y="150445"/>
                </a:lnTo>
                <a:cubicBezTo>
                  <a:pt x="165387" y="150445"/>
                  <a:pt x="161383" y="146444"/>
                  <a:pt x="161383" y="141554"/>
                </a:cubicBezTo>
                <a:cubicBezTo>
                  <a:pt x="161383" y="136664"/>
                  <a:pt x="165387" y="132663"/>
                  <a:pt x="170280" y="132663"/>
                </a:cubicBezTo>
                <a:close/>
                <a:moveTo>
                  <a:pt x="227228" y="85314"/>
                </a:moveTo>
                <a:lnTo>
                  <a:pt x="436086" y="85314"/>
                </a:lnTo>
                <a:cubicBezTo>
                  <a:pt x="440980" y="85314"/>
                  <a:pt x="444985" y="89226"/>
                  <a:pt x="444985" y="94205"/>
                </a:cubicBezTo>
                <a:cubicBezTo>
                  <a:pt x="444985" y="99095"/>
                  <a:pt x="440980" y="103096"/>
                  <a:pt x="436086" y="103096"/>
                </a:cubicBezTo>
                <a:lnTo>
                  <a:pt x="227228" y="103096"/>
                </a:lnTo>
                <a:cubicBezTo>
                  <a:pt x="222334" y="103096"/>
                  <a:pt x="218329" y="99095"/>
                  <a:pt x="218329" y="94205"/>
                </a:cubicBezTo>
                <a:cubicBezTo>
                  <a:pt x="218329" y="89226"/>
                  <a:pt x="222334" y="85314"/>
                  <a:pt x="227228" y="85314"/>
                </a:cubicBezTo>
                <a:close/>
                <a:moveTo>
                  <a:pt x="170280" y="85314"/>
                </a:moveTo>
                <a:lnTo>
                  <a:pt x="189321" y="85314"/>
                </a:lnTo>
                <a:cubicBezTo>
                  <a:pt x="194214" y="85314"/>
                  <a:pt x="198218" y="89226"/>
                  <a:pt x="198218" y="94205"/>
                </a:cubicBezTo>
                <a:cubicBezTo>
                  <a:pt x="198218" y="99095"/>
                  <a:pt x="194214" y="103096"/>
                  <a:pt x="189321" y="103096"/>
                </a:cubicBezTo>
                <a:lnTo>
                  <a:pt x="170280" y="103096"/>
                </a:lnTo>
                <a:cubicBezTo>
                  <a:pt x="165387" y="103096"/>
                  <a:pt x="161383" y="99095"/>
                  <a:pt x="161383" y="94205"/>
                </a:cubicBezTo>
                <a:cubicBezTo>
                  <a:pt x="161383" y="89226"/>
                  <a:pt x="165387" y="85314"/>
                  <a:pt x="170280" y="85314"/>
                </a:cubicBezTo>
                <a:close/>
                <a:moveTo>
                  <a:pt x="550030" y="17774"/>
                </a:moveTo>
                <a:cubicBezTo>
                  <a:pt x="528759" y="17774"/>
                  <a:pt x="511492" y="35015"/>
                  <a:pt x="511492" y="56255"/>
                </a:cubicBezTo>
                <a:lnTo>
                  <a:pt x="511492" y="94735"/>
                </a:lnTo>
                <a:lnTo>
                  <a:pt x="588568" y="94735"/>
                </a:lnTo>
                <a:lnTo>
                  <a:pt x="588568" y="56255"/>
                </a:lnTo>
                <a:cubicBezTo>
                  <a:pt x="588568" y="35015"/>
                  <a:pt x="571301" y="17774"/>
                  <a:pt x="550030" y="17774"/>
                </a:cubicBezTo>
                <a:close/>
                <a:moveTo>
                  <a:pt x="151303" y="17774"/>
                </a:moveTo>
                <a:cubicBezTo>
                  <a:pt x="130031" y="17774"/>
                  <a:pt x="112765" y="35015"/>
                  <a:pt x="112765" y="56255"/>
                </a:cubicBezTo>
                <a:lnTo>
                  <a:pt x="112765" y="103622"/>
                </a:lnTo>
                <a:lnTo>
                  <a:pt x="112765" y="417066"/>
                </a:lnTo>
                <a:lnTo>
                  <a:pt x="407627" y="417066"/>
                </a:lnTo>
                <a:cubicBezTo>
                  <a:pt x="412522" y="417066"/>
                  <a:pt x="416528" y="421065"/>
                  <a:pt x="416528" y="425953"/>
                </a:cubicBezTo>
                <a:lnTo>
                  <a:pt x="416528" y="473321"/>
                </a:lnTo>
                <a:cubicBezTo>
                  <a:pt x="416528" y="494560"/>
                  <a:pt x="433794" y="511890"/>
                  <a:pt x="455065" y="511890"/>
                </a:cubicBezTo>
                <a:cubicBezTo>
                  <a:pt x="476337" y="511890"/>
                  <a:pt x="493692" y="494560"/>
                  <a:pt x="493692" y="473321"/>
                </a:cubicBezTo>
                <a:lnTo>
                  <a:pt x="493692" y="103622"/>
                </a:lnTo>
                <a:lnTo>
                  <a:pt x="493692" y="56255"/>
                </a:lnTo>
                <a:cubicBezTo>
                  <a:pt x="493692" y="41324"/>
                  <a:pt x="499477" y="27816"/>
                  <a:pt x="509000" y="17774"/>
                </a:cubicBezTo>
                <a:close/>
                <a:moveTo>
                  <a:pt x="151303" y="0"/>
                </a:moveTo>
                <a:lnTo>
                  <a:pt x="550030" y="0"/>
                </a:lnTo>
                <a:cubicBezTo>
                  <a:pt x="581092" y="0"/>
                  <a:pt x="606368" y="25239"/>
                  <a:pt x="606368" y="56255"/>
                </a:cubicBezTo>
                <a:lnTo>
                  <a:pt x="606368" y="103622"/>
                </a:lnTo>
                <a:cubicBezTo>
                  <a:pt x="606368" y="108599"/>
                  <a:pt x="602452" y="112509"/>
                  <a:pt x="597468" y="112509"/>
                </a:cubicBezTo>
                <a:lnTo>
                  <a:pt x="511492" y="112509"/>
                </a:lnTo>
                <a:lnTo>
                  <a:pt x="511492" y="473321"/>
                </a:lnTo>
                <a:cubicBezTo>
                  <a:pt x="511492" y="504425"/>
                  <a:pt x="486216" y="529664"/>
                  <a:pt x="455065" y="529664"/>
                </a:cubicBezTo>
                <a:lnTo>
                  <a:pt x="56338" y="529664"/>
                </a:lnTo>
                <a:cubicBezTo>
                  <a:pt x="25276" y="529664"/>
                  <a:pt x="0" y="504425"/>
                  <a:pt x="0" y="473321"/>
                </a:cubicBezTo>
                <a:lnTo>
                  <a:pt x="0" y="425953"/>
                </a:lnTo>
                <a:cubicBezTo>
                  <a:pt x="0" y="421065"/>
                  <a:pt x="4005" y="417066"/>
                  <a:pt x="8900" y="417066"/>
                </a:cubicBezTo>
                <a:lnTo>
                  <a:pt x="94965" y="417066"/>
                </a:lnTo>
                <a:lnTo>
                  <a:pt x="94965" y="103622"/>
                </a:lnTo>
                <a:lnTo>
                  <a:pt x="94965" y="56255"/>
                </a:lnTo>
                <a:cubicBezTo>
                  <a:pt x="94965" y="25239"/>
                  <a:pt x="120241" y="0"/>
                  <a:pt x="15130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微博"/>
          <p:cNvSpPr/>
          <p:nvPr/>
        </p:nvSpPr>
        <p:spPr>
          <a:xfrm>
            <a:off x="1970139" y="5832686"/>
            <a:ext cx="594561" cy="626110"/>
          </a:xfrm>
          <a:custGeom>
            <a:avLst/>
            <a:gdLst>
              <a:gd name="connsiteX0" fmla="*/ 409259 w 546295"/>
              <a:gd name="connsiteY0" fmla="*/ 449321 h 575282"/>
              <a:gd name="connsiteX1" fmla="*/ 362554 w 546295"/>
              <a:gd name="connsiteY1" fmla="*/ 527675 h 575282"/>
              <a:gd name="connsiteX2" fmla="*/ 449008 w 546295"/>
              <a:gd name="connsiteY2" fmla="*/ 469158 h 575282"/>
              <a:gd name="connsiteX3" fmla="*/ 409259 w 546295"/>
              <a:gd name="connsiteY3" fmla="*/ 449321 h 575282"/>
              <a:gd name="connsiteX4" fmla="*/ 196603 w 546295"/>
              <a:gd name="connsiteY4" fmla="*/ 449321 h 575282"/>
              <a:gd name="connsiteX5" fmla="*/ 157848 w 546295"/>
              <a:gd name="connsiteY5" fmla="*/ 469158 h 575282"/>
              <a:gd name="connsiteX6" fmla="*/ 242314 w 546295"/>
              <a:gd name="connsiteY6" fmla="*/ 526683 h 575282"/>
              <a:gd name="connsiteX7" fmla="*/ 196603 w 546295"/>
              <a:gd name="connsiteY7" fmla="*/ 449321 h 575282"/>
              <a:gd name="connsiteX8" fmla="*/ 311875 w 546295"/>
              <a:gd name="connsiteY8" fmla="*/ 431469 h 575282"/>
              <a:gd name="connsiteX9" fmla="*/ 311875 w 546295"/>
              <a:gd name="connsiteY9" fmla="*/ 535609 h 575282"/>
              <a:gd name="connsiteX10" fmla="*/ 393360 w 546295"/>
              <a:gd name="connsiteY10" fmla="*/ 443370 h 575282"/>
              <a:gd name="connsiteX11" fmla="*/ 311875 w 546295"/>
              <a:gd name="connsiteY11" fmla="*/ 431469 h 575282"/>
              <a:gd name="connsiteX12" fmla="*/ 294981 w 546295"/>
              <a:gd name="connsiteY12" fmla="*/ 431469 h 575282"/>
              <a:gd name="connsiteX13" fmla="*/ 212502 w 546295"/>
              <a:gd name="connsiteY13" fmla="*/ 444362 h 575282"/>
              <a:gd name="connsiteX14" fmla="*/ 294981 w 546295"/>
              <a:gd name="connsiteY14" fmla="*/ 536601 h 575282"/>
              <a:gd name="connsiteX15" fmla="*/ 425159 w 546295"/>
              <a:gd name="connsiteY15" fmla="*/ 362042 h 575282"/>
              <a:gd name="connsiteX16" fmla="*/ 414228 w 546295"/>
              <a:gd name="connsiteY16" fmla="*/ 433452 h 575282"/>
              <a:gd name="connsiteX17" fmla="*/ 458945 w 546295"/>
              <a:gd name="connsiteY17" fmla="*/ 456264 h 575282"/>
              <a:gd name="connsiteX18" fmla="*/ 493726 w 546295"/>
              <a:gd name="connsiteY18" fmla="*/ 362042 h 575282"/>
              <a:gd name="connsiteX19" fmla="*/ 311875 w 546295"/>
              <a:gd name="connsiteY19" fmla="*/ 362042 h 575282"/>
              <a:gd name="connsiteX20" fmla="*/ 311875 w 546295"/>
              <a:gd name="connsiteY20" fmla="*/ 414608 h 575282"/>
              <a:gd name="connsiteX21" fmla="*/ 398328 w 546295"/>
              <a:gd name="connsiteY21" fmla="*/ 427501 h 575282"/>
              <a:gd name="connsiteX22" fmla="*/ 408266 w 546295"/>
              <a:gd name="connsiteY22" fmla="*/ 362042 h 575282"/>
              <a:gd name="connsiteX23" fmla="*/ 197596 w 546295"/>
              <a:gd name="connsiteY23" fmla="*/ 362042 h 575282"/>
              <a:gd name="connsiteX24" fmla="*/ 207534 w 546295"/>
              <a:gd name="connsiteY24" fmla="*/ 428493 h 575282"/>
              <a:gd name="connsiteX25" fmla="*/ 294981 w 546295"/>
              <a:gd name="connsiteY25" fmla="*/ 414608 h 575282"/>
              <a:gd name="connsiteX26" fmla="*/ 294981 w 546295"/>
              <a:gd name="connsiteY26" fmla="*/ 362042 h 575282"/>
              <a:gd name="connsiteX27" fmla="*/ 113130 w 546295"/>
              <a:gd name="connsiteY27" fmla="*/ 362042 h 575282"/>
              <a:gd name="connsiteX28" fmla="*/ 147910 w 546295"/>
              <a:gd name="connsiteY28" fmla="*/ 456264 h 575282"/>
              <a:gd name="connsiteX29" fmla="*/ 191634 w 546295"/>
              <a:gd name="connsiteY29" fmla="*/ 433452 h 575282"/>
              <a:gd name="connsiteX30" fmla="*/ 180703 w 546295"/>
              <a:gd name="connsiteY30" fmla="*/ 362042 h 575282"/>
              <a:gd name="connsiteX31" fmla="*/ 398328 w 546295"/>
              <a:gd name="connsiteY31" fmla="*/ 264844 h 575282"/>
              <a:gd name="connsiteX32" fmla="*/ 311875 w 546295"/>
              <a:gd name="connsiteY32" fmla="*/ 278729 h 575282"/>
              <a:gd name="connsiteX33" fmla="*/ 311875 w 546295"/>
              <a:gd name="connsiteY33" fmla="*/ 345181 h 575282"/>
              <a:gd name="connsiteX34" fmla="*/ 408266 w 546295"/>
              <a:gd name="connsiteY34" fmla="*/ 345181 h 575282"/>
              <a:gd name="connsiteX35" fmla="*/ 398328 w 546295"/>
              <a:gd name="connsiteY35" fmla="*/ 264844 h 575282"/>
              <a:gd name="connsiteX36" fmla="*/ 207534 w 546295"/>
              <a:gd name="connsiteY36" fmla="*/ 264844 h 575282"/>
              <a:gd name="connsiteX37" fmla="*/ 197596 w 546295"/>
              <a:gd name="connsiteY37" fmla="*/ 345181 h 575282"/>
              <a:gd name="connsiteX38" fmla="*/ 294981 w 546295"/>
              <a:gd name="connsiteY38" fmla="*/ 345181 h 575282"/>
              <a:gd name="connsiteX39" fmla="*/ 294981 w 546295"/>
              <a:gd name="connsiteY39" fmla="*/ 278729 h 575282"/>
              <a:gd name="connsiteX40" fmla="*/ 207534 w 546295"/>
              <a:gd name="connsiteY40" fmla="*/ 264844 h 575282"/>
              <a:gd name="connsiteX41" fmla="*/ 458945 w 546295"/>
              <a:gd name="connsiteY41" fmla="*/ 237073 h 575282"/>
              <a:gd name="connsiteX42" fmla="*/ 414228 w 546295"/>
              <a:gd name="connsiteY42" fmla="*/ 259885 h 575282"/>
              <a:gd name="connsiteX43" fmla="*/ 425159 w 546295"/>
              <a:gd name="connsiteY43" fmla="*/ 345181 h 575282"/>
              <a:gd name="connsiteX44" fmla="*/ 493726 w 546295"/>
              <a:gd name="connsiteY44" fmla="*/ 345181 h 575282"/>
              <a:gd name="connsiteX45" fmla="*/ 458945 w 546295"/>
              <a:gd name="connsiteY45" fmla="*/ 237073 h 575282"/>
              <a:gd name="connsiteX46" fmla="*/ 147910 w 546295"/>
              <a:gd name="connsiteY46" fmla="*/ 237073 h 575282"/>
              <a:gd name="connsiteX47" fmla="*/ 113130 w 546295"/>
              <a:gd name="connsiteY47" fmla="*/ 345181 h 575282"/>
              <a:gd name="connsiteX48" fmla="*/ 180703 w 546295"/>
              <a:gd name="connsiteY48" fmla="*/ 345181 h 575282"/>
              <a:gd name="connsiteX49" fmla="*/ 191634 w 546295"/>
              <a:gd name="connsiteY49" fmla="*/ 259885 h 575282"/>
              <a:gd name="connsiteX50" fmla="*/ 147910 w 546295"/>
              <a:gd name="connsiteY50" fmla="*/ 237073 h 575282"/>
              <a:gd name="connsiteX51" fmla="*/ 242314 w 546295"/>
              <a:gd name="connsiteY51" fmla="*/ 165662 h 575282"/>
              <a:gd name="connsiteX52" fmla="*/ 157848 w 546295"/>
              <a:gd name="connsiteY52" fmla="*/ 224179 h 575282"/>
              <a:gd name="connsiteX53" fmla="*/ 196603 w 546295"/>
              <a:gd name="connsiteY53" fmla="*/ 244015 h 575282"/>
              <a:gd name="connsiteX54" fmla="*/ 242314 w 546295"/>
              <a:gd name="connsiteY54" fmla="*/ 165662 h 575282"/>
              <a:gd name="connsiteX55" fmla="*/ 311875 w 546295"/>
              <a:gd name="connsiteY55" fmla="*/ 156736 h 575282"/>
              <a:gd name="connsiteX56" fmla="*/ 311875 w 546295"/>
              <a:gd name="connsiteY56" fmla="*/ 261868 h 575282"/>
              <a:gd name="connsiteX57" fmla="*/ 393360 w 546295"/>
              <a:gd name="connsiteY57" fmla="*/ 248975 h 575282"/>
              <a:gd name="connsiteX58" fmla="*/ 311875 w 546295"/>
              <a:gd name="connsiteY58" fmla="*/ 156736 h 575282"/>
              <a:gd name="connsiteX59" fmla="*/ 294981 w 546295"/>
              <a:gd name="connsiteY59" fmla="*/ 156736 h 575282"/>
              <a:gd name="connsiteX60" fmla="*/ 212502 w 546295"/>
              <a:gd name="connsiteY60" fmla="*/ 248975 h 575282"/>
              <a:gd name="connsiteX61" fmla="*/ 294981 w 546295"/>
              <a:gd name="connsiteY61" fmla="*/ 261868 h 575282"/>
              <a:gd name="connsiteX62" fmla="*/ 301937 w 546295"/>
              <a:gd name="connsiteY62" fmla="*/ 138883 h 575282"/>
              <a:gd name="connsiteX63" fmla="*/ 302931 w 546295"/>
              <a:gd name="connsiteY63" fmla="*/ 138883 h 575282"/>
              <a:gd name="connsiteX64" fmla="*/ 393360 w 546295"/>
              <a:gd name="connsiteY64" fmla="*/ 159711 h 575282"/>
              <a:gd name="connsiteX65" fmla="*/ 384416 w 546295"/>
              <a:gd name="connsiteY65" fmla="*/ 174588 h 575282"/>
              <a:gd name="connsiteX66" fmla="*/ 362554 w 546295"/>
              <a:gd name="connsiteY66" fmla="*/ 165662 h 575282"/>
              <a:gd name="connsiteX67" fmla="*/ 409259 w 546295"/>
              <a:gd name="connsiteY67" fmla="*/ 244015 h 575282"/>
              <a:gd name="connsiteX68" fmla="*/ 449008 w 546295"/>
              <a:gd name="connsiteY68" fmla="*/ 224179 h 575282"/>
              <a:gd name="connsiteX69" fmla="*/ 428140 w 546295"/>
              <a:gd name="connsiteY69" fmla="*/ 203351 h 575282"/>
              <a:gd name="connsiteX70" fmla="*/ 440065 w 546295"/>
              <a:gd name="connsiteY70" fmla="*/ 190457 h 575282"/>
              <a:gd name="connsiteX71" fmla="*/ 462920 w 546295"/>
              <a:gd name="connsiteY71" fmla="*/ 214261 h 575282"/>
              <a:gd name="connsiteX72" fmla="*/ 472858 w 546295"/>
              <a:gd name="connsiteY72" fmla="*/ 227155 h 575282"/>
              <a:gd name="connsiteX73" fmla="*/ 510619 w 546295"/>
              <a:gd name="connsiteY73" fmla="*/ 346173 h 575282"/>
              <a:gd name="connsiteX74" fmla="*/ 472858 w 546295"/>
              <a:gd name="connsiteY74" fmla="*/ 466182 h 575282"/>
              <a:gd name="connsiteX75" fmla="*/ 462920 w 546295"/>
              <a:gd name="connsiteY75" fmla="*/ 479076 h 575282"/>
              <a:gd name="connsiteX76" fmla="*/ 302931 w 546295"/>
              <a:gd name="connsiteY76" fmla="*/ 553462 h 575282"/>
              <a:gd name="connsiteX77" fmla="*/ 301937 w 546295"/>
              <a:gd name="connsiteY77" fmla="*/ 553462 h 575282"/>
              <a:gd name="connsiteX78" fmla="*/ 143935 w 546295"/>
              <a:gd name="connsiteY78" fmla="*/ 479076 h 575282"/>
              <a:gd name="connsiteX79" fmla="*/ 133998 w 546295"/>
              <a:gd name="connsiteY79" fmla="*/ 466182 h 575282"/>
              <a:gd name="connsiteX80" fmla="*/ 95243 w 546295"/>
              <a:gd name="connsiteY80" fmla="*/ 346173 h 575282"/>
              <a:gd name="connsiteX81" fmla="*/ 133998 w 546295"/>
              <a:gd name="connsiteY81" fmla="*/ 227155 h 575282"/>
              <a:gd name="connsiteX82" fmla="*/ 143935 w 546295"/>
              <a:gd name="connsiteY82" fmla="*/ 214261 h 575282"/>
              <a:gd name="connsiteX83" fmla="*/ 301937 w 546295"/>
              <a:gd name="connsiteY83" fmla="*/ 138883 h 575282"/>
              <a:gd name="connsiteX84" fmla="*/ 308898 w 546295"/>
              <a:gd name="connsiteY84" fmla="*/ 32810 h 575282"/>
              <a:gd name="connsiteX85" fmla="*/ 378425 w 546295"/>
              <a:gd name="connsiteY85" fmla="*/ 40744 h 575282"/>
              <a:gd name="connsiteX86" fmla="*/ 372466 w 546295"/>
              <a:gd name="connsiteY86" fmla="*/ 59587 h 575282"/>
              <a:gd name="connsiteX87" fmla="*/ 355580 w 546295"/>
              <a:gd name="connsiteY87" fmla="*/ 70495 h 575282"/>
              <a:gd name="connsiteX88" fmla="*/ 308898 w 546295"/>
              <a:gd name="connsiteY88" fmla="*/ 66529 h 575282"/>
              <a:gd name="connsiteX89" fmla="*/ 33770 w 546295"/>
              <a:gd name="connsiteY89" fmla="*/ 341236 h 575282"/>
              <a:gd name="connsiteX90" fmla="*/ 164878 w 546295"/>
              <a:gd name="connsiteY90" fmla="*/ 575282 h 575282"/>
              <a:gd name="connsiteX91" fmla="*/ 2980 w 546295"/>
              <a:gd name="connsiteY91" fmla="*/ 391813 h 575282"/>
              <a:gd name="connsiteX92" fmla="*/ 0 w 546295"/>
              <a:gd name="connsiteY92" fmla="*/ 341236 h 575282"/>
              <a:gd name="connsiteX93" fmla="*/ 308898 w 546295"/>
              <a:gd name="connsiteY93" fmla="*/ 32810 h 575282"/>
              <a:gd name="connsiteX94" fmla="*/ 504581 w 546295"/>
              <a:gd name="connsiteY94" fmla="*/ 0 h 575282"/>
              <a:gd name="connsiteX95" fmla="*/ 518489 w 546295"/>
              <a:gd name="connsiteY95" fmla="*/ 14877 h 575282"/>
              <a:gd name="connsiteX96" fmla="*/ 493654 w 546295"/>
              <a:gd name="connsiteY96" fmla="*/ 103145 h 575282"/>
              <a:gd name="connsiteX97" fmla="*/ 536370 w 546295"/>
              <a:gd name="connsiteY97" fmla="*/ 128932 h 575282"/>
              <a:gd name="connsiteX98" fmla="*/ 544317 w 546295"/>
              <a:gd name="connsiteY98" fmla="*/ 153726 h 575282"/>
              <a:gd name="connsiteX99" fmla="*/ 520476 w 546295"/>
              <a:gd name="connsiteY99" fmla="*/ 160669 h 575282"/>
              <a:gd name="connsiteX100" fmla="*/ 469813 w 546295"/>
              <a:gd name="connsiteY100" fmla="*/ 133891 h 575282"/>
              <a:gd name="connsiteX101" fmla="*/ 412197 w 546295"/>
              <a:gd name="connsiteY101" fmla="*/ 200340 h 575282"/>
              <a:gd name="connsiteX102" fmla="*/ 392329 w 546295"/>
              <a:gd name="connsiteY102" fmla="*/ 193398 h 575282"/>
              <a:gd name="connsiteX103" fmla="*/ 441005 w 546295"/>
              <a:gd name="connsiteY103" fmla="*/ 111080 h 575282"/>
              <a:gd name="connsiteX104" fmla="*/ 402263 w 546295"/>
              <a:gd name="connsiteY104" fmla="*/ 84302 h 575282"/>
              <a:gd name="connsiteX105" fmla="*/ 369482 w 546295"/>
              <a:gd name="connsiteY105" fmla="*/ 101162 h 575282"/>
              <a:gd name="connsiteX106" fmla="*/ 357561 w 546295"/>
              <a:gd name="connsiteY106" fmla="*/ 88269 h 575282"/>
              <a:gd name="connsiteX107" fmla="*/ 386369 w 546295"/>
              <a:gd name="connsiteY107" fmla="*/ 64466 h 575282"/>
              <a:gd name="connsiteX108" fmla="*/ 397296 w 546295"/>
              <a:gd name="connsiteY108" fmla="*/ 20827 h 575282"/>
              <a:gd name="connsiteX109" fmla="*/ 411204 w 546295"/>
              <a:gd name="connsiteY109" fmla="*/ 32729 h 575282"/>
              <a:gd name="connsiteX110" fmla="*/ 412197 w 546295"/>
              <a:gd name="connsiteY110" fmla="*/ 64466 h 575282"/>
              <a:gd name="connsiteX111" fmla="*/ 458886 w 546295"/>
              <a:gd name="connsiteY111" fmla="*/ 84302 h 575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546295" h="575282">
                <a:moveTo>
                  <a:pt x="409259" y="449321"/>
                </a:moveTo>
                <a:cubicBezTo>
                  <a:pt x="398328" y="482051"/>
                  <a:pt x="382429" y="508830"/>
                  <a:pt x="362554" y="527675"/>
                </a:cubicBezTo>
                <a:cubicBezTo>
                  <a:pt x="396341" y="515773"/>
                  <a:pt x="426153" y="495937"/>
                  <a:pt x="449008" y="469158"/>
                </a:cubicBezTo>
                <a:cubicBezTo>
                  <a:pt x="437084" y="461223"/>
                  <a:pt x="424165" y="454280"/>
                  <a:pt x="409259" y="449321"/>
                </a:cubicBezTo>
                <a:close/>
                <a:moveTo>
                  <a:pt x="196603" y="449321"/>
                </a:moveTo>
                <a:cubicBezTo>
                  <a:pt x="181697" y="455272"/>
                  <a:pt x="168778" y="461223"/>
                  <a:pt x="157848" y="469158"/>
                </a:cubicBezTo>
                <a:cubicBezTo>
                  <a:pt x="179709" y="494945"/>
                  <a:pt x="209521" y="515773"/>
                  <a:pt x="242314" y="526683"/>
                </a:cubicBezTo>
                <a:cubicBezTo>
                  <a:pt x="223433" y="508830"/>
                  <a:pt x="207534" y="482051"/>
                  <a:pt x="196603" y="449321"/>
                </a:cubicBezTo>
                <a:close/>
                <a:moveTo>
                  <a:pt x="311875" y="431469"/>
                </a:moveTo>
                <a:lnTo>
                  <a:pt x="311875" y="535609"/>
                </a:lnTo>
                <a:cubicBezTo>
                  <a:pt x="346655" y="530650"/>
                  <a:pt x="376466" y="494945"/>
                  <a:pt x="393360" y="443370"/>
                </a:cubicBezTo>
                <a:cubicBezTo>
                  <a:pt x="368517" y="436428"/>
                  <a:pt x="341686" y="432460"/>
                  <a:pt x="311875" y="431469"/>
                </a:cubicBezTo>
                <a:close/>
                <a:moveTo>
                  <a:pt x="294981" y="431469"/>
                </a:moveTo>
                <a:cubicBezTo>
                  <a:pt x="265170" y="432460"/>
                  <a:pt x="237345" y="436428"/>
                  <a:pt x="212502" y="444362"/>
                </a:cubicBezTo>
                <a:cubicBezTo>
                  <a:pt x="229396" y="495937"/>
                  <a:pt x="260201" y="531642"/>
                  <a:pt x="294981" y="536601"/>
                </a:cubicBezTo>
                <a:close/>
                <a:moveTo>
                  <a:pt x="425159" y="362042"/>
                </a:moveTo>
                <a:cubicBezTo>
                  <a:pt x="424165" y="386837"/>
                  <a:pt x="420190" y="410641"/>
                  <a:pt x="414228" y="433452"/>
                </a:cubicBezTo>
                <a:cubicBezTo>
                  <a:pt x="431121" y="439403"/>
                  <a:pt x="446027" y="447338"/>
                  <a:pt x="458945" y="456264"/>
                </a:cubicBezTo>
                <a:cubicBezTo>
                  <a:pt x="477826" y="428493"/>
                  <a:pt x="490745" y="396755"/>
                  <a:pt x="493726" y="362042"/>
                </a:cubicBezTo>
                <a:close/>
                <a:moveTo>
                  <a:pt x="311875" y="362042"/>
                </a:moveTo>
                <a:lnTo>
                  <a:pt x="311875" y="414608"/>
                </a:lnTo>
                <a:cubicBezTo>
                  <a:pt x="342680" y="415600"/>
                  <a:pt x="372492" y="419567"/>
                  <a:pt x="398328" y="427501"/>
                </a:cubicBezTo>
                <a:cubicBezTo>
                  <a:pt x="403297" y="407665"/>
                  <a:pt x="407272" y="384853"/>
                  <a:pt x="408266" y="362042"/>
                </a:cubicBezTo>
                <a:close/>
                <a:moveTo>
                  <a:pt x="197596" y="362042"/>
                </a:moveTo>
                <a:cubicBezTo>
                  <a:pt x="198590" y="384853"/>
                  <a:pt x="202565" y="407665"/>
                  <a:pt x="207534" y="428493"/>
                </a:cubicBezTo>
                <a:cubicBezTo>
                  <a:pt x="234364" y="419567"/>
                  <a:pt x="263182" y="415600"/>
                  <a:pt x="294981" y="414608"/>
                </a:cubicBezTo>
                <a:lnTo>
                  <a:pt x="294981" y="362042"/>
                </a:lnTo>
                <a:close/>
                <a:moveTo>
                  <a:pt x="113130" y="362042"/>
                </a:moveTo>
                <a:cubicBezTo>
                  <a:pt x="116111" y="396755"/>
                  <a:pt x="128036" y="428493"/>
                  <a:pt x="147910" y="456264"/>
                </a:cubicBezTo>
                <a:cubicBezTo>
                  <a:pt x="160829" y="447338"/>
                  <a:pt x="175735" y="439403"/>
                  <a:pt x="191634" y="433452"/>
                </a:cubicBezTo>
                <a:cubicBezTo>
                  <a:pt x="185672" y="411632"/>
                  <a:pt x="181697" y="386837"/>
                  <a:pt x="180703" y="362042"/>
                </a:cubicBezTo>
                <a:close/>
                <a:moveTo>
                  <a:pt x="398328" y="264844"/>
                </a:moveTo>
                <a:cubicBezTo>
                  <a:pt x="371498" y="272778"/>
                  <a:pt x="342680" y="277737"/>
                  <a:pt x="311875" y="278729"/>
                </a:cubicBezTo>
                <a:lnTo>
                  <a:pt x="311875" y="345181"/>
                </a:lnTo>
                <a:lnTo>
                  <a:pt x="408266" y="345181"/>
                </a:lnTo>
                <a:cubicBezTo>
                  <a:pt x="408266" y="316418"/>
                  <a:pt x="404291" y="289639"/>
                  <a:pt x="398328" y="264844"/>
                </a:cubicBezTo>
                <a:close/>
                <a:moveTo>
                  <a:pt x="207534" y="264844"/>
                </a:moveTo>
                <a:cubicBezTo>
                  <a:pt x="201571" y="289639"/>
                  <a:pt x="197596" y="316418"/>
                  <a:pt x="197596" y="345181"/>
                </a:cubicBezTo>
                <a:lnTo>
                  <a:pt x="294981" y="345181"/>
                </a:lnTo>
                <a:lnTo>
                  <a:pt x="294981" y="278729"/>
                </a:lnTo>
                <a:cubicBezTo>
                  <a:pt x="263182" y="277737"/>
                  <a:pt x="234364" y="272778"/>
                  <a:pt x="207534" y="264844"/>
                </a:cubicBezTo>
                <a:close/>
                <a:moveTo>
                  <a:pt x="458945" y="237073"/>
                </a:moveTo>
                <a:cubicBezTo>
                  <a:pt x="446027" y="245999"/>
                  <a:pt x="431121" y="253934"/>
                  <a:pt x="414228" y="259885"/>
                </a:cubicBezTo>
                <a:cubicBezTo>
                  <a:pt x="421184" y="285672"/>
                  <a:pt x="425159" y="314434"/>
                  <a:pt x="425159" y="345181"/>
                </a:cubicBezTo>
                <a:lnTo>
                  <a:pt x="493726" y="345181"/>
                </a:lnTo>
                <a:cubicBezTo>
                  <a:pt x="493726" y="304516"/>
                  <a:pt x="480807" y="267819"/>
                  <a:pt x="458945" y="237073"/>
                </a:cubicBezTo>
                <a:close/>
                <a:moveTo>
                  <a:pt x="147910" y="237073"/>
                </a:moveTo>
                <a:cubicBezTo>
                  <a:pt x="126048" y="267819"/>
                  <a:pt x="113130" y="304516"/>
                  <a:pt x="113130" y="345181"/>
                </a:cubicBezTo>
                <a:lnTo>
                  <a:pt x="180703" y="345181"/>
                </a:lnTo>
                <a:cubicBezTo>
                  <a:pt x="180703" y="314434"/>
                  <a:pt x="184678" y="285672"/>
                  <a:pt x="191634" y="259885"/>
                </a:cubicBezTo>
                <a:cubicBezTo>
                  <a:pt x="175735" y="252942"/>
                  <a:pt x="160829" y="245999"/>
                  <a:pt x="147910" y="237073"/>
                </a:cubicBezTo>
                <a:close/>
                <a:moveTo>
                  <a:pt x="242314" y="165662"/>
                </a:moveTo>
                <a:cubicBezTo>
                  <a:pt x="209521" y="177564"/>
                  <a:pt x="179709" y="197400"/>
                  <a:pt x="157848" y="224179"/>
                </a:cubicBezTo>
                <a:cubicBezTo>
                  <a:pt x="168778" y="231122"/>
                  <a:pt x="181697" y="238065"/>
                  <a:pt x="196603" y="244015"/>
                </a:cubicBezTo>
                <a:cubicBezTo>
                  <a:pt x="207534" y="211286"/>
                  <a:pt x="223433" y="184507"/>
                  <a:pt x="242314" y="165662"/>
                </a:cubicBezTo>
                <a:close/>
                <a:moveTo>
                  <a:pt x="311875" y="156736"/>
                </a:moveTo>
                <a:lnTo>
                  <a:pt x="311875" y="261868"/>
                </a:lnTo>
                <a:cubicBezTo>
                  <a:pt x="341686" y="260876"/>
                  <a:pt x="368517" y="256909"/>
                  <a:pt x="393360" y="248975"/>
                </a:cubicBezTo>
                <a:cubicBezTo>
                  <a:pt x="376466" y="198392"/>
                  <a:pt x="346655" y="162687"/>
                  <a:pt x="311875" y="156736"/>
                </a:cubicBezTo>
                <a:close/>
                <a:moveTo>
                  <a:pt x="294981" y="156736"/>
                </a:moveTo>
                <a:cubicBezTo>
                  <a:pt x="260201" y="161695"/>
                  <a:pt x="229396" y="197400"/>
                  <a:pt x="212502" y="248975"/>
                </a:cubicBezTo>
                <a:cubicBezTo>
                  <a:pt x="237345" y="255917"/>
                  <a:pt x="265170" y="260876"/>
                  <a:pt x="294981" y="261868"/>
                </a:cubicBezTo>
                <a:close/>
                <a:moveTo>
                  <a:pt x="301937" y="138883"/>
                </a:moveTo>
                <a:cubicBezTo>
                  <a:pt x="301937" y="138883"/>
                  <a:pt x="302931" y="138883"/>
                  <a:pt x="302931" y="138883"/>
                </a:cubicBezTo>
                <a:cubicBezTo>
                  <a:pt x="335724" y="138883"/>
                  <a:pt x="365536" y="146818"/>
                  <a:pt x="393360" y="159711"/>
                </a:cubicBezTo>
                <a:lnTo>
                  <a:pt x="384416" y="174588"/>
                </a:lnTo>
                <a:cubicBezTo>
                  <a:pt x="377460" y="170621"/>
                  <a:pt x="369510" y="167646"/>
                  <a:pt x="362554" y="165662"/>
                </a:cubicBezTo>
                <a:cubicBezTo>
                  <a:pt x="382429" y="184507"/>
                  <a:pt x="398328" y="211286"/>
                  <a:pt x="409259" y="244015"/>
                </a:cubicBezTo>
                <a:cubicBezTo>
                  <a:pt x="424165" y="238065"/>
                  <a:pt x="438077" y="232114"/>
                  <a:pt x="449008" y="224179"/>
                </a:cubicBezTo>
                <a:cubicBezTo>
                  <a:pt x="443046" y="216245"/>
                  <a:pt x="435096" y="209302"/>
                  <a:pt x="428140" y="203351"/>
                </a:cubicBezTo>
                <a:lnTo>
                  <a:pt x="440065" y="190457"/>
                </a:lnTo>
                <a:cubicBezTo>
                  <a:pt x="448014" y="198392"/>
                  <a:pt x="455964" y="205335"/>
                  <a:pt x="462920" y="214261"/>
                </a:cubicBezTo>
                <a:cubicBezTo>
                  <a:pt x="466895" y="218228"/>
                  <a:pt x="469876" y="222196"/>
                  <a:pt x="472858" y="227155"/>
                </a:cubicBezTo>
                <a:cubicBezTo>
                  <a:pt x="496707" y="260876"/>
                  <a:pt x="510619" y="301541"/>
                  <a:pt x="510619" y="346173"/>
                </a:cubicBezTo>
                <a:cubicBezTo>
                  <a:pt x="510619" y="390804"/>
                  <a:pt x="496707" y="432460"/>
                  <a:pt x="472858" y="466182"/>
                </a:cubicBezTo>
                <a:cubicBezTo>
                  <a:pt x="469876" y="470149"/>
                  <a:pt x="466895" y="475109"/>
                  <a:pt x="462920" y="479076"/>
                </a:cubicBezTo>
                <a:cubicBezTo>
                  <a:pt x="425159" y="524699"/>
                  <a:pt x="367523" y="553462"/>
                  <a:pt x="302931" y="553462"/>
                </a:cubicBezTo>
                <a:cubicBezTo>
                  <a:pt x="302931" y="553462"/>
                  <a:pt x="301937" y="553462"/>
                  <a:pt x="301937" y="553462"/>
                </a:cubicBezTo>
                <a:cubicBezTo>
                  <a:pt x="238339" y="553462"/>
                  <a:pt x="181697" y="524699"/>
                  <a:pt x="143935" y="479076"/>
                </a:cubicBezTo>
                <a:cubicBezTo>
                  <a:pt x="139961" y="475109"/>
                  <a:pt x="136979" y="470149"/>
                  <a:pt x="133998" y="466182"/>
                </a:cubicBezTo>
                <a:cubicBezTo>
                  <a:pt x="110149" y="432460"/>
                  <a:pt x="95243" y="390804"/>
                  <a:pt x="95243" y="346173"/>
                </a:cubicBezTo>
                <a:cubicBezTo>
                  <a:pt x="95243" y="301541"/>
                  <a:pt x="110149" y="260876"/>
                  <a:pt x="133998" y="227155"/>
                </a:cubicBezTo>
                <a:cubicBezTo>
                  <a:pt x="136979" y="222196"/>
                  <a:pt x="139961" y="218228"/>
                  <a:pt x="143935" y="214261"/>
                </a:cubicBezTo>
                <a:cubicBezTo>
                  <a:pt x="181697" y="168637"/>
                  <a:pt x="238339" y="139875"/>
                  <a:pt x="301937" y="138883"/>
                </a:cubicBezTo>
                <a:close/>
                <a:moveTo>
                  <a:pt x="308898" y="32810"/>
                </a:moveTo>
                <a:cubicBezTo>
                  <a:pt x="329756" y="32810"/>
                  <a:pt x="358560" y="36777"/>
                  <a:pt x="378425" y="40744"/>
                </a:cubicBezTo>
                <a:lnTo>
                  <a:pt x="372466" y="59587"/>
                </a:lnTo>
                <a:lnTo>
                  <a:pt x="355580" y="70495"/>
                </a:lnTo>
                <a:cubicBezTo>
                  <a:pt x="340682" y="68512"/>
                  <a:pt x="324790" y="66529"/>
                  <a:pt x="308898" y="66529"/>
                </a:cubicBezTo>
                <a:cubicBezTo>
                  <a:pt x="157925" y="66529"/>
                  <a:pt x="33770" y="189502"/>
                  <a:pt x="33770" y="341236"/>
                </a:cubicBezTo>
                <a:cubicBezTo>
                  <a:pt x="33770" y="440408"/>
                  <a:pt x="91378" y="522721"/>
                  <a:pt x="164878" y="575282"/>
                </a:cubicBezTo>
                <a:cubicBezTo>
                  <a:pt x="96344" y="575282"/>
                  <a:pt x="11919" y="459251"/>
                  <a:pt x="2980" y="391813"/>
                </a:cubicBezTo>
                <a:cubicBezTo>
                  <a:pt x="993" y="375946"/>
                  <a:pt x="0" y="359087"/>
                  <a:pt x="0" y="341236"/>
                </a:cubicBezTo>
                <a:cubicBezTo>
                  <a:pt x="0" y="171651"/>
                  <a:pt x="139054" y="32810"/>
                  <a:pt x="308898" y="32810"/>
                </a:cubicBezTo>
                <a:close/>
                <a:moveTo>
                  <a:pt x="504581" y="0"/>
                </a:moveTo>
                <a:cubicBezTo>
                  <a:pt x="504581" y="0"/>
                  <a:pt x="516502" y="3967"/>
                  <a:pt x="518489" y="14877"/>
                </a:cubicBezTo>
                <a:cubicBezTo>
                  <a:pt x="520476" y="25786"/>
                  <a:pt x="493654" y="103145"/>
                  <a:pt x="493654" y="103145"/>
                </a:cubicBezTo>
                <a:cubicBezTo>
                  <a:pt x="493654" y="103145"/>
                  <a:pt x="531403" y="125956"/>
                  <a:pt x="536370" y="128932"/>
                </a:cubicBezTo>
                <a:cubicBezTo>
                  <a:pt x="541337" y="131907"/>
                  <a:pt x="550277" y="138850"/>
                  <a:pt x="544317" y="153726"/>
                </a:cubicBezTo>
                <a:cubicBezTo>
                  <a:pt x="538356" y="168603"/>
                  <a:pt x="525442" y="161661"/>
                  <a:pt x="520476" y="160669"/>
                </a:cubicBezTo>
                <a:cubicBezTo>
                  <a:pt x="515509" y="159677"/>
                  <a:pt x="469813" y="133891"/>
                  <a:pt x="469813" y="133891"/>
                </a:cubicBezTo>
                <a:cubicBezTo>
                  <a:pt x="469813" y="133891"/>
                  <a:pt x="422131" y="195381"/>
                  <a:pt x="412197" y="200340"/>
                </a:cubicBezTo>
                <a:cubicBezTo>
                  <a:pt x="402263" y="205299"/>
                  <a:pt x="392329" y="193398"/>
                  <a:pt x="392329" y="193398"/>
                </a:cubicBezTo>
                <a:lnTo>
                  <a:pt x="441005" y="111080"/>
                </a:lnTo>
                <a:lnTo>
                  <a:pt x="402263" y="84302"/>
                </a:lnTo>
                <a:lnTo>
                  <a:pt x="369482" y="101162"/>
                </a:lnTo>
                <a:lnTo>
                  <a:pt x="357561" y="88269"/>
                </a:lnTo>
                <a:cubicBezTo>
                  <a:pt x="357561" y="88269"/>
                  <a:pt x="380409" y="72400"/>
                  <a:pt x="386369" y="64466"/>
                </a:cubicBezTo>
                <a:cubicBezTo>
                  <a:pt x="393323" y="55540"/>
                  <a:pt x="397296" y="20827"/>
                  <a:pt x="397296" y="20827"/>
                </a:cubicBezTo>
                <a:lnTo>
                  <a:pt x="411204" y="32729"/>
                </a:lnTo>
                <a:lnTo>
                  <a:pt x="412197" y="64466"/>
                </a:lnTo>
                <a:lnTo>
                  <a:pt x="458886" y="843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Facebook"/>
          <p:cNvSpPr/>
          <p:nvPr/>
        </p:nvSpPr>
        <p:spPr bwMode="auto">
          <a:xfrm>
            <a:off x="3273491" y="5840097"/>
            <a:ext cx="427612" cy="611289"/>
          </a:xfrm>
          <a:custGeom>
            <a:avLst/>
            <a:gdLst>
              <a:gd name="connsiteX0" fmla="*/ 207039 w 413937"/>
              <a:gd name="connsiteY0" fmla="*/ 408856 h 606087"/>
              <a:gd name="connsiteX1" fmla="*/ 229479 w 413937"/>
              <a:gd name="connsiteY1" fmla="*/ 431262 h 606087"/>
              <a:gd name="connsiteX2" fmla="*/ 229479 w 413937"/>
              <a:gd name="connsiteY2" fmla="*/ 497732 h 606087"/>
              <a:gd name="connsiteX3" fmla="*/ 207039 w 413937"/>
              <a:gd name="connsiteY3" fmla="*/ 520138 h 606087"/>
              <a:gd name="connsiteX4" fmla="*/ 184599 w 413937"/>
              <a:gd name="connsiteY4" fmla="*/ 497732 h 606087"/>
              <a:gd name="connsiteX5" fmla="*/ 184599 w 413937"/>
              <a:gd name="connsiteY5" fmla="*/ 431262 h 606087"/>
              <a:gd name="connsiteX6" fmla="*/ 207039 w 413937"/>
              <a:gd name="connsiteY6" fmla="*/ 408856 h 606087"/>
              <a:gd name="connsiteX7" fmla="*/ 66402 w 413937"/>
              <a:gd name="connsiteY7" fmla="*/ 277549 h 606087"/>
              <a:gd name="connsiteX8" fmla="*/ 44891 w 413937"/>
              <a:gd name="connsiteY8" fmla="*/ 299028 h 606087"/>
              <a:gd name="connsiteX9" fmla="*/ 44891 w 413937"/>
              <a:gd name="connsiteY9" fmla="*/ 561261 h 606087"/>
              <a:gd name="connsiteX10" fmla="*/ 369046 w 413937"/>
              <a:gd name="connsiteY10" fmla="*/ 561261 h 606087"/>
              <a:gd name="connsiteX11" fmla="*/ 369046 w 413937"/>
              <a:gd name="connsiteY11" fmla="*/ 299028 h 606087"/>
              <a:gd name="connsiteX12" fmla="*/ 347535 w 413937"/>
              <a:gd name="connsiteY12" fmla="*/ 277549 h 606087"/>
              <a:gd name="connsiteX13" fmla="*/ 207062 w 413937"/>
              <a:gd name="connsiteY13" fmla="*/ 0 h 606087"/>
              <a:gd name="connsiteX14" fmla="*/ 339118 w 413937"/>
              <a:gd name="connsiteY14" fmla="*/ 132050 h 606087"/>
              <a:gd name="connsiteX15" fmla="*/ 316672 w 413937"/>
              <a:gd name="connsiteY15" fmla="*/ 154463 h 606087"/>
              <a:gd name="connsiteX16" fmla="*/ 294226 w 413937"/>
              <a:gd name="connsiteY16" fmla="*/ 132050 h 606087"/>
              <a:gd name="connsiteX17" fmla="*/ 207062 w 413937"/>
              <a:gd name="connsiteY17" fmla="*/ 44826 h 606087"/>
              <a:gd name="connsiteX18" fmla="*/ 119711 w 413937"/>
              <a:gd name="connsiteY18" fmla="*/ 132050 h 606087"/>
              <a:gd name="connsiteX19" fmla="*/ 119711 w 413937"/>
              <a:gd name="connsiteY19" fmla="*/ 232722 h 606087"/>
              <a:gd name="connsiteX20" fmla="*/ 347535 w 413937"/>
              <a:gd name="connsiteY20" fmla="*/ 232722 h 606087"/>
              <a:gd name="connsiteX21" fmla="*/ 413937 w 413937"/>
              <a:gd name="connsiteY21" fmla="*/ 299028 h 606087"/>
              <a:gd name="connsiteX22" fmla="*/ 413937 w 413937"/>
              <a:gd name="connsiteY22" fmla="*/ 583674 h 606087"/>
              <a:gd name="connsiteX23" fmla="*/ 391491 w 413937"/>
              <a:gd name="connsiteY23" fmla="*/ 606087 h 606087"/>
              <a:gd name="connsiteX24" fmla="*/ 22446 w 413937"/>
              <a:gd name="connsiteY24" fmla="*/ 606087 h 606087"/>
              <a:gd name="connsiteX25" fmla="*/ 0 w 413937"/>
              <a:gd name="connsiteY25" fmla="*/ 583674 h 606087"/>
              <a:gd name="connsiteX26" fmla="*/ 0 w 413937"/>
              <a:gd name="connsiteY26" fmla="*/ 299028 h 606087"/>
              <a:gd name="connsiteX27" fmla="*/ 66402 w 413937"/>
              <a:gd name="connsiteY27" fmla="*/ 232722 h 606087"/>
              <a:gd name="connsiteX28" fmla="*/ 74819 w 413937"/>
              <a:gd name="connsiteY28" fmla="*/ 232722 h 606087"/>
              <a:gd name="connsiteX29" fmla="*/ 74819 w 413937"/>
              <a:gd name="connsiteY29" fmla="*/ 132050 h 606087"/>
              <a:gd name="connsiteX30" fmla="*/ 207062 w 413937"/>
              <a:gd name="connsiteY30" fmla="*/ 0 h 606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13937" h="606087">
                <a:moveTo>
                  <a:pt x="207039" y="408856"/>
                </a:moveTo>
                <a:cubicBezTo>
                  <a:pt x="219381" y="408856"/>
                  <a:pt x="229479" y="418939"/>
                  <a:pt x="229479" y="431262"/>
                </a:cubicBezTo>
                <a:lnTo>
                  <a:pt x="229479" y="497732"/>
                </a:lnTo>
                <a:cubicBezTo>
                  <a:pt x="229479" y="510055"/>
                  <a:pt x="219381" y="520138"/>
                  <a:pt x="207039" y="520138"/>
                </a:cubicBezTo>
                <a:cubicBezTo>
                  <a:pt x="194510" y="520138"/>
                  <a:pt x="184599" y="510055"/>
                  <a:pt x="184599" y="497732"/>
                </a:cubicBezTo>
                <a:lnTo>
                  <a:pt x="184599" y="431262"/>
                </a:lnTo>
                <a:cubicBezTo>
                  <a:pt x="184599" y="418939"/>
                  <a:pt x="194510" y="408856"/>
                  <a:pt x="207039" y="408856"/>
                </a:cubicBezTo>
                <a:close/>
                <a:moveTo>
                  <a:pt x="66402" y="277549"/>
                </a:moveTo>
                <a:cubicBezTo>
                  <a:pt x="54618" y="277549"/>
                  <a:pt x="44891" y="287074"/>
                  <a:pt x="44891" y="299028"/>
                </a:cubicBezTo>
                <a:lnTo>
                  <a:pt x="44891" y="561261"/>
                </a:lnTo>
                <a:lnTo>
                  <a:pt x="369046" y="561261"/>
                </a:lnTo>
                <a:lnTo>
                  <a:pt x="369046" y="299028"/>
                </a:lnTo>
                <a:cubicBezTo>
                  <a:pt x="369046" y="287074"/>
                  <a:pt x="359319" y="277549"/>
                  <a:pt x="347535" y="277549"/>
                </a:cubicBezTo>
                <a:close/>
                <a:moveTo>
                  <a:pt x="207062" y="0"/>
                </a:moveTo>
                <a:cubicBezTo>
                  <a:pt x="279824" y="0"/>
                  <a:pt x="339118" y="59208"/>
                  <a:pt x="339118" y="132050"/>
                </a:cubicBezTo>
                <a:cubicBezTo>
                  <a:pt x="339118" y="144378"/>
                  <a:pt x="329017" y="154463"/>
                  <a:pt x="316672" y="154463"/>
                </a:cubicBezTo>
                <a:cubicBezTo>
                  <a:pt x="304327" y="154463"/>
                  <a:pt x="294226" y="144378"/>
                  <a:pt x="294226" y="132050"/>
                </a:cubicBezTo>
                <a:cubicBezTo>
                  <a:pt x="294226" y="83862"/>
                  <a:pt x="255133" y="44826"/>
                  <a:pt x="207062" y="44826"/>
                </a:cubicBezTo>
                <a:cubicBezTo>
                  <a:pt x="158804" y="44826"/>
                  <a:pt x="119711" y="83862"/>
                  <a:pt x="119711" y="132050"/>
                </a:cubicBezTo>
                <a:lnTo>
                  <a:pt x="119711" y="232722"/>
                </a:lnTo>
                <a:lnTo>
                  <a:pt x="347535" y="232722"/>
                </a:lnTo>
                <a:cubicBezTo>
                  <a:pt x="384197" y="232722"/>
                  <a:pt x="413937" y="262420"/>
                  <a:pt x="413937" y="299028"/>
                </a:cubicBezTo>
                <a:lnTo>
                  <a:pt x="413937" y="583674"/>
                </a:lnTo>
                <a:cubicBezTo>
                  <a:pt x="413937" y="596001"/>
                  <a:pt x="403837" y="606087"/>
                  <a:pt x="391491" y="606087"/>
                </a:cubicBezTo>
                <a:lnTo>
                  <a:pt x="22446" y="606087"/>
                </a:lnTo>
                <a:cubicBezTo>
                  <a:pt x="10100" y="606087"/>
                  <a:pt x="0" y="596001"/>
                  <a:pt x="0" y="583674"/>
                </a:cubicBezTo>
                <a:lnTo>
                  <a:pt x="0" y="299028"/>
                </a:lnTo>
                <a:cubicBezTo>
                  <a:pt x="0" y="262420"/>
                  <a:pt x="29740" y="232722"/>
                  <a:pt x="66402" y="232722"/>
                </a:cubicBezTo>
                <a:lnTo>
                  <a:pt x="74819" y="232722"/>
                </a:lnTo>
                <a:lnTo>
                  <a:pt x="74819" y="132050"/>
                </a:lnTo>
                <a:cubicBezTo>
                  <a:pt x="74819" y="59208"/>
                  <a:pt x="134113" y="0"/>
                  <a:pt x="2070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投影仪"/>
          <p:cNvSpPr/>
          <p:nvPr/>
        </p:nvSpPr>
        <p:spPr bwMode="auto">
          <a:xfrm>
            <a:off x="4337323" y="5840557"/>
            <a:ext cx="626109" cy="610368"/>
          </a:xfrm>
          <a:custGeom>
            <a:avLst/>
            <a:gdLst>
              <a:gd name="connsiteX0" fmla="*/ 486116 w 607630"/>
              <a:gd name="connsiteY0" fmla="*/ 515756 h 606715"/>
              <a:gd name="connsiteX1" fmla="*/ 501288 w 607630"/>
              <a:gd name="connsiteY1" fmla="*/ 530893 h 606715"/>
              <a:gd name="connsiteX2" fmla="*/ 486116 w 607630"/>
              <a:gd name="connsiteY2" fmla="*/ 546030 h 606715"/>
              <a:gd name="connsiteX3" fmla="*/ 470944 w 607630"/>
              <a:gd name="connsiteY3" fmla="*/ 530893 h 606715"/>
              <a:gd name="connsiteX4" fmla="*/ 486116 w 607630"/>
              <a:gd name="connsiteY4" fmla="*/ 515756 h 606715"/>
              <a:gd name="connsiteX5" fmla="*/ 182261 w 607630"/>
              <a:gd name="connsiteY5" fmla="*/ 515756 h 606715"/>
              <a:gd name="connsiteX6" fmla="*/ 197503 w 607630"/>
              <a:gd name="connsiteY6" fmla="*/ 530893 h 606715"/>
              <a:gd name="connsiteX7" fmla="*/ 182261 w 607630"/>
              <a:gd name="connsiteY7" fmla="*/ 546030 h 606715"/>
              <a:gd name="connsiteX8" fmla="*/ 167019 w 607630"/>
              <a:gd name="connsiteY8" fmla="*/ 530893 h 606715"/>
              <a:gd name="connsiteX9" fmla="*/ 182261 w 607630"/>
              <a:gd name="connsiteY9" fmla="*/ 515756 h 606715"/>
              <a:gd name="connsiteX10" fmla="*/ 486055 w 607630"/>
              <a:gd name="connsiteY10" fmla="*/ 485323 h 606715"/>
              <a:gd name="connsiteX11" fmla="*/ 440487 w 607630"/>
              <a:gd name="connsiteY11" fmla="*/ 530823 h 606715"/>
              <a:gd name="connsiteX12" fmla="*/ 486055 w 607630"/>
              <a:gd name="connsiteY12" fmla="*/ 576323 h 606715"/>
              <a:gd name="connsiteX13" fmla="*/ 531624 w 607630"/>
              <a:gd name="connsiteY13" fmla="*/ 530823 h 606715"/>
              <a:gd name="connsiteX14" fmla="*/ 486055 w 607630"/>
              <a:gd name="connsiteY14" fmla="*/ 485323 h 606715"/>
              <a:gd name="connsiteX15" fmla="*/ 182296 w 607630"/>
              <a:gd name="connsiteY15" fmla="*/ 485323 h 606715"/>
              <a:gd name="connsiteX16" fmla="*/ 136727 w 607630"/>
              <a:gd name="connsiteY16" fmla="*/ 530823 h 606715"/>
              <a:gd name="connsiteX17" fmla="*/ 182296 w 607630"/>
              <a:gd name="connsiteY17" fmla="*/ 576323 h 606715"/>
              <a:gd name="connsiteX18" fmla="*/ 227864 w 607630"/>
              <a:gd name="connsiteY18" fmla="*/ 530823 h 606715"/>
              <a:gd name="connsiteX19" fmla="*/ 182296 w 607630"/>
              <a:gd name="connsiteY19" fmla="*/ 485323 h 606715"/>
              <a:gd name="connsiteX20" fmla="*/ 203568 w 607630"/>
              <a:gd name="connsiteY20" fmla="*/ 182015 h 606715"/>
              <a:gd name="connsiteX21" fmla="*/ 233917 w 607630"/>
              <a:gd name="connsiteY21" fmla="*/ 394332 h 606715"/>
              <a:gd name="connsiteX22" fmla="*/ 516484 w 607630"/>
              <a:gd name="connsiteY22" fmla="*/ 394332 h 606715"/>
              <a:gd name="connsiteX23" fmla="*/ 577180 w 607630"/>
              <a:gd name="connsiteY23" fmla="*/ 182015 h 606715"/>
              <a:gd name="connsiteX24" fmla="*/ 203568 w 607630"/>
              <a:gd name="connsiteY24" fmla="*/ 151709 h 606715"/>
              <a:gd name="connsiteX25" fmla="*/ 577180 w 607630"/>
              <a:gd name="connsiteY25" fmla="*/ 151709 h 606715"/>
              <a:gd name="connsiteX26" fmla="*/ 601476 w 607630"/>
              <a:gd name="connsiteY26" fmla="*/ 163707 h 606715"/>
              <a:gd name="connsiteX27" fmla="*/ 606460 w 607630"/>
              <a:gd name="connsiteY27" fmla="*/ 190369 h 606715"/>
              <a:gd name="connsiteX28" fmla="*/ 545675 w 607630"/>
              <a:gd name="connsiteY28" fmla="*/ 402686 h 606715"/>
              <a:gd name="connsiteX29" fmla="*/ 516484 w 607630"/>
              <a:gd name="connsiteY29" fmla="*/ 424726 h 606715"/>
              <a:gd name="connsiteX30" fmla="*/ 233917 w 607630"/>
              <a:gd name="connsiteY30" fmla="*/ 424726 h 606715"/>
              <a:gd name="connsiteX31" fmla="*/ 203835 w 607630"/>
              <a:gd name="connsiteY31" fmla="*/ 398687 h 606715"/>
              <a:gd name="connsiteX32" fmla="*/ 173487 w 607630"/>
              <a:gd name="connsiteY32" fmla="*/ 186281 h 606715"/>
              <a:gd name="connsiteX33" fmla="*/ 180607 w 607630"/>
              <a:gd name="connsiteY33" fmla="*/ 162107 h 606715"/>
              <a:gd name="connsiteX34" fmla="*/ 203568 w 607630"/>
              <a:gd name="connsiteY34" fmla="*/ 151709 h 606715"/>
              <a:gd name="connsiteX35" fmla="*/ 15230 w 607630"/>
              <a:gd name="connsiteY35" fmla="*/ 0 h 606715"/>
              <a:gd name="connsiteX36" fmla="*/ 25921 w 607630"/>
              <a:gd name="connsiteY36" fmla="*/ 4466 h 606715"/>
              <a:gd name="connsiteX37" fmla="*/ 132277 w 607630"/>
              <a:gd name="connsiteY37" fmla="*/ 110661 h 606715"/>
              <a:gd name="connsiteX38" fmla="*/ 136549 w 607630"/>
              <a:gd name="connsiteY38" fmla="*/ 119104 h 606715"/>
              <a:gd name="connsiteX39" fmla="*/ 186479 w 607630"/>
              <a:gd name="connsiteY39" fmla="*/ 455464 h 606715"/>
              <a:gd name="connsiteX40" fmla="*/ 256700 w 607630"/>
              <a:gd name="connsiteY40" fmla="*/ 515716 h 606715"/>
              <a:gd name="connsiteX41" fmla="*/ 411651 w 607630"/>
              <a:gd name="connsiteY41" fmla="*/ 515716 h 606715"/>
              <a:gd name="connsiteX42" fmla="*/ 486055 w 607630"/>
              <a:gd name="connsiteY42" fmla="*/ 455020 h 606715"/>
              <a:gd name="connsiteX43" fmla="*/ 560460 w 607630"/>
              <a:gd name="connsiteY43" fmla="*/ 515716 h 606715"/>
              <a:gd name="connsiteX44" fmla="*/ 592411 w 607630"/>
              <a:gd name="connsiteY44" fmla="*/ 515716 h 606715"/>
              <a:gd name="connsiteX45" fmla="*/ 607630 w 607630"/>
              <a:gd name="connsiteY45" fmla="*/ 530823 h 606715"/>
              <a:gd name="connsiteX46" fmla="*/ 592411 w 607630"/>
              <a:gd name="connsiteY46" fmla="*/ 546019 h 606715"/>
              <a:gd name="connsiteX47" fmla="*/ 560460 w 607630"/>
              <a:gd name="connsiteY47" fmla="*/ 546019 h 606715"/>
              <a:gd name="connsiteX48" fmla="*/ 486055 w 607630"/>
              <a:gd name="connsiteY48" fmla="*/ 606715 h 606715"/>
              <a:gd name="connsiteX49" fmla="*/ 411651 w 607630"/>
              <a:gd name="connsiteY49" fmla="*/ 546019 h 606715"/>
              <a:gd name="connsiteX50" fmla="*/ 256700 w 607630"/>
              <a:gd name="connsiteY50" fmla="*/ 546019 h 606715"/>
              <a:gd name="connsiteX51" fmla="*/ 182296 w 607630"/>
              <a:gd name="connsiteY51" fmla="*/ 606715 h 606715"/>
              <a:gd name="connsiteX52" fmla="*/ 106378 w 607630"/>
              <a:gd name="connsiteY52" fmla="*/ 530823 h 606715"/>
              <a:gd name="connsiteX53" fmla="*/ 156396 w 607630"/>
              <a:gd name="connsiteY53" fmla="*/ 459819 h 606715"/>
              <a:gd name="connsiteX54" fmla="*/ 107268 w 607630"/>
              <a:gd name="connsiteY54" fmla="*/ 128524 h 606715"/>
              <a:gd name="connsiteX55" fmla="*/ 4472 w 607630"/>
              <a:gd name="connsiteY55" fmla="*/ 25883 h 606715"/>
              <a:gd name="connsiteX56" fmla="*/ 4472 w 607630"/>
              <a:gd name="connsiteY56" fmla="*/ 4466 h 606715"/>
              <a:gd name="connsiteX57" fmla="*/ 15230 w 607630"/>
              <a:gd name="connsiteY57" fmla="*/ 0 h 606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07630" h="606715">
                <a:moveTo>
                  <a:pt x="486116" y="515756"/>
                </a:moveTo>
                <a:cubicBezTo>
                  <a:pt x="494495" y="515756"/>
                  <a:pt x="501288" y="522533"/>
                  <a:pt x="501288" y="530893"/>
                </a:cubicBezTo>
                <a:cubicBezTo>
                  <a:pt x="501288" y="539253"/>
                  <a:pt x="494495" y="546030"/>
                  <a:pt x="486116" y="546030"/>
                </a:cubicBezTo>
                <a:cubicBezTo>
                  <a:pt x="477737" y="546030"/>
                  <a:pt x="470944" y="539253"/>
                  <a:pt x="470944" y="530893"/>
                </a:cubicBezTo>
                <a:cubicBezTo>
                  <a:pt x="470944" y="522533"/>
                  <a:pt x="477737" y="515756"/>
                  <a:pt x="486116" y="515756"/>
                </a:cubicBezTo>
                <a:close/>
                <a:moveTo>
                  <a:pt x="182261" y="515756"/>
                </a:moveTo>
                <a:cubicBezTo>
                  <a:pt x="190679" y="515756"/>
                  <a:pt x="197503" y="522533"/>
                  <a:pt x="197503" y="530893"/>
                </a:cubicBezTo>
                <a:cubicBezTo>
                  <a:pt x="197503" y="539253"/>
                  <a:pt x="190679" y="546030"/>
                  <a:pt x="182261" y="546030"/>
                </a:cubicBezTo>
                <a:cubicBezTo>
                  <a:pt x="173843" y="546030"/>
                  <a:pt x="167019" y="539253"/>
                  <a:pt x="167019" y="530893"/>
                </a:cubicBezTo>
                <a:cubicBezTo>
                  <a:pt x="167019" y="522533"/>
                  <a:pt x="173843" y="515756"/>
                  <a:pt x="182261" y="515756"/>
                </a:cubicBezTo>
                <a:close/>
                <a:moveTo>
                  <a:pt x="486055" y="485323"/>
                </a:moveTo>
                <a:cubicBezTo>
                  <a:pt x="460957" y="485323"/>
                  <a:pt x="440487" y="505763"/>
                  <a:pt x="440487" y="530823"/>
                </a:cubicBezTo>
                <a:cubicBezTo>
                  <a:pt x="440487" y="555972"/>
                  <a:pt x="460957" y="576323"/>
                  <a:pt x="486055" y="576323"/>
                </a:cubicBezTo>
                <a:cubicBezTo>
                  <a:pt x="511242" y="576323"/>
                  <a:pt x="531624" y="555972"/>
                  <a:pt x="531624" y="530823"/>
                </a:cubicBezTo>
                <a:cubicBezTo>
                  <a:pt x="531624" y="505763"/>
                  <a:pt x="511242" y="485323"/>
                  <a:pt x="486055" y="485323"/>
                </a:cubicBezTo>
                <a:close/>
                <a:moveTo>
                  <a:pt x="182296" y="485323"/>
                </a:moveTo>
                <a:cubicBezTo>
                  <a:pt x="157197" y="485323"/>
                  <a:pt x="136727" y="505763"/>
                  <a:pt x="136727" y="530823"/>
                </a:cubicBezTo>
                <a:cubicBezTo>
                  <a:pt x="136727" y="555972"/>
                  <a:pt x="157197" y="576323"/>
                  <a:pt x="182296" y="576323"/>
                </a:cubicBezTo>
                <a:cubicBezTo>
                  <a:pt x="207394" y="576323"/>
                  <a:pt x="227864" y="555972"/>
                  <a:pt x="227864" y="530823"/>
                </a:cubicBezTo>
                <a:cubicBezTo>
                  <a:pt x="227864" y="505763"/>
                  <a:pt x="207394" y="485323"/>
                  <a:pt x="182296" y="485323"/>
                </a:cubicBezTo>
                <a:close/>
                <a:moveTo>
                  <a:pt x="203568" y="182015"/>
                </a:moveTo>
                <a:lnTo>
                  <a:pt x="233917" y="394332"/>
                </a:lnTo>
                <a:lnTo>
                  <a:pt x="516484" y="394332"/>
                </a:lnTo>
                <a:lnTo>
                  <a:pt x="577180" y="182015"/>
                </a:lnTo>
                <a:close/>
                <a:moveTo>
                  <a:pt x="203568" y="151709"/>
                </a:moveTo>
                <a:lnTo>
                  <a:pt x="577180" y="151709"/>
                </a:lnTo>
                <a:cubicBezTo>
                  <a:pt x="586703" y="151709"/>
                  <a:pt x="595692" y="156153"/>
                  <a:pt x="601476" y="163707"/>
                </a:cubicBezTo>
                <a:cubicBezTo>
                  <a:pt x="607172" y="171350"/>
                  <a:pt x="609041" y="181215"/>
                  <a:pt x="606460" y="190369"/>
                </a:cubicBezTo>
                <a:lnTo>
                  <a:pt x="545675" y="402686"/>
                </a:lnTo>
                <a:cubicBezTo>
                  <a:pt x="541937" y="415750"/>
                  <a:pt x="530011" y="424726"/>
                  <a:pt x="516484" y="424726"/>
                </a:cubicBezTo>
                <a:lnTo>
                  <a:pt x="233917" y="424726"/>
                </a:lnTo>
                <a:cubicBezTo>
                  <a:pt x="218787" y="424726"/>
                  <a:pt x="205971" y="413617"/>
                  <a:pt x="203835" y="398687"/>
                </a:cubicBezTo>
                <a:lnTo>
                  <a:pt x="173487" y="186281"/>
                </a:lnTo>
                <a:cubicBezTo>
                  <a:pt x="172241" y="177571"/>
                  <a:pt x="174822" y="168773"/>
                  <a:pt x="180607" y="162107"/>
                </a:cubicBezTo>
                <a:cubicBezTo>
                  <a:pt x="186392" y="155531"/>
                  <a:pt x="194758" y="151709"/>
                  <a:pt x="203568" y="151709"/>
                </a:cubicBezTo>
                <a:close/>
                <a:moveTo>
                  <a:pt x="15230" y="0"/>
                </a:moveTo>
                <a:cubicBezTo>
                  <a:pt x="19112" y="0"/>
                  <a:pt x="22984" y="1489"/>
                  <a:pt x="25921" y="4466"/>
                </a:cubicBezTo>
                <a:lnTo>
                  <a:pt x="132277" y="110661"/>
                </a:lnTo>
                <a:cubicBezTo>
                  <a:pt x="134591" y="112972"/>
                  <a:pt x="136104" y="115905"/>
                  <a:pt x="136549" y="119104"/>
                </a:cubicBezTo>
                <a:lnTo>
                  <a:pt x="186479" y="455464"/>
                </a:lnTo>
                <a:cubicBezTo>
                  <a:pt x="221278" y="457330"/>
                  <a:pt x="249847" y="482480"/>
                  <a:pt x="256700" y="515716"/>
                </a:cubicBezTo>
                <a:lnTo>
                  <a:pt x="411651" y="515716"/>
                </a:lnTo>
                <a:cubicBezTo>
                  <a:pt x="418682" y="481058"/>
                  <a:pt x="449387" y="455020"/>
                  <a:pt x="486055" y="455020"/>
                </a:cubicBezTo>
                <a:cubicBezTo>
                  <a:pt x="522813" y="455020"/>
                  <a:pt x="553429" y="481058"/>
                  <a:pt x="560460" y="515716"/>
                </a:cubicBezTo>
                <a:lnTo>
                  <a:pt x="592411" y="515716"/>
                </a:lnTo>
                <a:cubicBezTo>
                  <a:pt x="600777" y="515716"/>
                  <a:pt x="607630" y="522470"/>
                  <a:pt x="607630" y="530823"/>
                </a:cubicBezTo>
                <a:cubicBezTo>
                  <a:pt x="607630" y="539265"/>
                  <a:pt x="600777" y="546019"/>
                  <a:pt x="592411" y="546019"/>
                </a:cubicBezTo>
                <a:lnTo>
                  <a:pt x="560460" y="546019"/>
                </a:lnTo>
                <a:cubicBezTo>
                  <a:pt x="553429" y="580677"/>
                  <a:pt x="522813" y="606715"/>
                  <a:pt x="486055" y="606715"/>
                </a:cubicBezTo>
                <a:cubicBezTo>
                  <a:pt x="449387" y="606715"/>
                  <a:pt x="418682" y="580677"/>
                  <a:pt x="411651" y="546019"/>
                </a:cubicBezTo>
                <a:lnTo>
                  <a:pt x="256700" y="546019"/>
                </a:lnTo>
                <a:cubicBezTo>
                  <a:pt x="249669" y="580677"/>
                  <a:pt x="219053" y="606715"/>
                  <a:pt x="182296" y="606715"/>
                </a:cubicBezTo>
                <a:cubicBezTo>
                  <a:pt x="140376" y="606715"/>
                  <a:pt x="106378" y="572768"/>
                  <a:pt x="106378" y="530823"/>
                </a:cubicBezTo>
                <a:cubicBezTo>
                  <a:pt x="106378" y="498120"/>
                  <a:pt x="127293" y="470483"/>
                  <a:pt x="156396" y="459819"/>
                </a:cubicBezTo>
                <a:lnTo>
                  <a:pt x="107268" y="128524"/>
                </a:lnTo>
                <a:lnTo>
                  <a:pt x="4472" y="25883"/>
                </a:lnTo>
                <a:cubicBezTo>
                  <a:pt x="-1491" y="20017"/>
                  <a:pt x="-1491" y="10420"/>
                  <a:pt x="4472" y="4466"/>
                </a:cubicBezTo>
                <a:cubicBezTo>
                  <a:pt x="7453" y="1489"/>
                  <a:pt x="11347" y="0"/>
                  <a:pt x="1523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文本框 20"/>
          <p:cNvSpPr txBox="1"/>
          <p:nvPr/>
        </p:nvSpPr>
        <p:spPr>
          <a:xfrm flipH="1">
            <a:off x="4925332" y="1403720"/>
            <a:ext cx="1418590" cy="4616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NO.1</a:t>
            </a:r>
          </a:p>
        </p:txBody>
      </p:sp>
      <p:sp>
        <p:nvSpPr>
          <p:cNvPr id="29" name="文本框 20"/>
          <p:cNvSpPr txBox="1"/>
          <p:nvPr/>
        </p:nvSpPr>
        <p:spPr>
          <a:xfrm flipH="1">
            <a:off x="4925332" y="2425172"/>
            <a:ext cx="1418590" cy="4616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NO.2</a:t>
            </a:r>
          </a:p>
        </p:txBody>
      </p:sp>
      <p:sp>
        <p:nvSpPr>
          <p:cNvPr id="30" name="文本框 20"/>
          <p:cNvSpPr txBox="1"/>
          <p:nvPr/>
        </p:nvSpPr>
        <p:spPr>
          <a:xfrm flipH="1">
            <a:off x="4925332" y="3446624"/>
            <a:ext cx="1418590" cy="4616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NO.3</a:t>
            </a:r>
          </a:p>
        </p:txBody>
      </p:sp>
      <p:sp>
        <p:nvSpPr>
          <p:cNvPr id="31" name="文本框 20"/>
          <p:cNvSpPr txBox="1"/>
          <p:nvPr/>
        </p:nvSpPr>
        <p:spPr>
          <a:xfrm flipH="1">
            <a:off x="4925332" y="4468077"/>
            <a:ext cx="1418590" cy="4616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NO.4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研究目标</a:t>
            </a:r>
          </a:p>
        </p:txBody>
      </p:sp>
      <p:sp>
        <p:nvSpPr>
          <p:cNvPr id="5" name="菱形 4"/>
          <p:cNvSpPr/>
          <p:nvPr/>
        </p:nvSpPr>
        <p:spPr>
          <a:xfrm flipH="1">
            <a:off x="4896168" y="1149223"/>
            <a:ext cx="1175363" cy="1175685"/>
          </a:xfrm>
          <a:prstGeom prst="diamond">
            <a:avLst/>
          </a:prstGeom>
          <a:solidFill>
            <a:srgbClr val="B2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菱形 5"/>
          <p:cNvSpPr/>
          <p:nvPr/>
        </p:nvSpPr>
        <p:spPr>
          <a:xfrm flipH="1">
            <a:off x="5769950" y="2167194"/>
            <a:ext cx="1175363" cy="1175685"/>
          </a:xfrm>
          <a:prstGeom prst="diamond">
            <a:avLst/>
          </a:prstGeom>
          <a:solidFill>
            <a:srgbClr val="B2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菱形 6"/>
          <p:cNvSpPr/>
          <p:nvPr/>
        </p:nvSpPr>
        <p:spPr>
          <a:xfrm flipH="1">
            <a:off x="4896168" y="3185165"/>
            <a:ext cx="1175363" cy="1175685"/>
          </a:xfrm>
          <a:prstGeom prst="diamond">
            <a:avLst/>
          </a:prstGeom>
          <a:solidFill>
            <a:srgbClr val="B2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菱形 7"/>
          <p:cNvSpPr/>
          <p:nvPr/>
        </p:nvSpPr>
        <p:spPr>
          <a:xfrm flipH="1">
            <a:off x="5769950" y="4203136"/>
            <a:ext cx="1175363" cy="1175685"/>
          </a:xfrm>
          <a:prstGeom prst="diamond">
            <a:avLst/>
          </a:prstGeom>
          <a:solidFill>
            <a:srgbClr val="B2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菱形 8"/>
          <p:cNvSpPr/>
          <p:nvPr/>
        </p:nvSpPr>
        <p:spPr>
          <a:xfrm flipH="1">
            <a:off x="4896168" y="5221107"/>
            <a:ext cx="1175363" cy="1175685"/>
          </a:xfrm>
          <a:prstGeom prst="diamond">
            <a:avLst/>
          </a:prstGeom>
          <a:solidFill>
            <a:srgbClr val="B2CA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菱形 9"/>
          <p:cNvSpPr/>
          <p:nvPr/>
        </p:nvSpPr>
        <p:spPr>
          <a:xfrm flipH="1">
            <a:off x="5071745" y="1151549"/>
            <a:ext cx="1175385" cy="1175385"/>
          </a:xfrm>
          <a:prstGeom prst="diamond">
            <a:avLst/>
          </a:prstGeom>
          <a:solidFill>
            <a:srgbClr val="436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菱形 10"/>
          <p:cNvSpPr/>
          <p:nvPr/>
        </p:nvSpPr>
        <p:spPr>
          <a:xfrm flipH="1">
            <a:off x="5945505" y="2169454"/>
            <a:ext cx="1175385" cy="1175385"/>
          </a:xfrm>
          <a:prstGeom prst="diamond">
            <a:avLst/>
          </a:prstGeom>
          <a:solidFill>
            <a:srgbClr val="436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菱形 11"/>
          <p:cNvSpPr/>
          <p:nvPr/>
        </p:nvSpPr>
        <p:spPr>
          <a:xfrm flipH="1">
            <a:off x="5071745" y="3187994"/>
            <a:ext cx="1175385" cy="1175385"/>
          </a:xfrm>
          <a:prstGeom prst="diamond">
            <a:avLst/>
          </a:prstGeom>
          <a:solidFill>
            <a:srgbClr val="436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 flipH="1">
            <a:off x="5945505" y="4205899"/>
            <a:ext cx="1175385" cy="1175385"/>
          </a:xfrm>
          <a:prstGeom prst="diamond">
            <a:avLst/>
          </a:prstGeom>
          <a:solidFill>
            <a:srgbClr val="436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 flipH="1">
            <a:off x="5071745" y="5223804"/>
            <a:ext cx="1175385" cy="1175385"/>
          </a:xfrm>
          <a:prstGeom prst="diamond">
            <a:avLst/>
          </a:prstGeom>
          <a:solidFill>
            <a:srgbClr val="436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5"/>
          <p:cNvSpPr/>
          <p:nvPr/>
        </p:nvSpPr>
        <p:spPr>
          <a:xfrm>
            <a:off x="5563235" y="999784"/>
            <a:ext cx="1060450" cy="5668010"/>
          </a:xfrm>
          <a:custGeom>
            <a:avLst/>
            <a:gdLst>
              <a:gd name="connsiteX0" fmla="*/ 514 w 1850"/>
              <a:gd name="connsiteY0" fmla="*/ 0 h 9883"/>
              <a:gd name="connsiteX1" fmla="*/ 1764 w 1850"/>
              <a:gd name="connsiteY1" fmla="*/ 1353 h 9883"/>
              <a:gd name="connsiteX2" fmla="*/ 0 w 1850"/>
              <a:gd name="connsiteY2" fmla="*/ 3049 h 9883"/>
              <a:gd name="connsiteX3" fmla="*/ 1833 w 1850"/>
              <a:gd name="connsiteY3" fmla="*/ 4830 h 9883"/>
              <a:gd name="connsiteX4" fmla="*/ 34 w 1850"/>
              <a:gd name="connsiteY4" fmla="*/ 6560 h 9883"/>
              <a:gd name="connsiteX5" fmla="*/ 1850 w 1850"/>
              <a:gd name="connsiteY5" fmla="*/ 8444 h 9883"/>
              <a:gd name="connsiteX6" fmla="*/ 446 w 1850"/>
              <a:gd name="connsiteY6" fmla="*/ 9883 h 9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0" h="9883">
                <a:moveTo>
                  <a:pt x="514" y="0"/>
                </a:moveTo>
                <a:lnTo>
                  <a:pt x="1764" y="1353"/>
                </a:lnTo>
                <a:lnTo>
                  <a:pt x="0" y="3049"/>
                </a:lnTo>
                <a:lnTo>
                  <a:pt x="1833" y="4830"/>
                </a:lnTo>
                <a:lnTo>
                  <a:pt x="34" y="6560"/>
                </a:lnTo>
                <a:lnTo>
                  <a:pt x="1850" y="8444"/>
                </a:lnTo>
                <a:lnTo>
                  <a:pt x="446" y="9883"/>
                </a:lnTo>
              </a:path>
            </a:pathLst>
          </a:custGeom>
          <a:noFill/>
          <a:ln w="28575">
            <a:solidFill>
              <a:srgbClr val="6585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20"/>
          <p:cNvSpPr txBox="1"/>
          <p:nvPr/>
        </p:nvSpPr>
        <p:spPr>
          <a:xfrm flipH="1">
            <a:off x="7753985" y="2165009"/>
            <a:ext cx="2012950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7" name="文本框 22"/>
          <p:cNvSpPr txBox="1"/>
          <p:nvPr/>
        </p:nvSpPr>
        <p:spPr>
          <a:xfrm flipH="1">
            <a:off x="7753985" y="2624752"/>
            <a:ext cx="3449955" cy="58746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模板精心设计，模板所有素材均可自由编辑替换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18" name="文本框 20"/>
          <p:cNvSpPr txBox="1"/>
          <p:nvPr/>
        </p:nvSpPr>
        <p:spPr>
          <a:xfrm flipH="1">
            <a:off x="7753985" y="4205899"/>
            <a:ext cx="2012950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9" name="文本框 22"/>
          <p:cNvSpPr txBox="1"/>
          <p:nvPr/>
        </p:nvSpPr>
        <p:spPr>
          <a:xfrm flipH="1">
            <a:off x="7753985" y="4665642"/>
            <a:ext cx="3449955" cy="58746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模板精心设计，模板所有素材均可自由编辑替换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20" name="文本框 20"/>
          <p:cNvSpPr txBox="1"/>
          <p:nvPr/>
        </p:nvSpPr>
        <p:spPr>
          <a:xfrm flipH="1">
            <a:off x="946150" y="999784"/>
            <a:ext cx="2012950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1" name="文本框 22"/>
          <p:cNvSpPr txBox="1"/>
          <p:nvPr/>
        </p:nvSpPr>
        <p:spPr>
          <a:xfrm flipH="1">
            <a:off x="946150" y="1459527"/>
            <a:ext cx="3449955" cy="58746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模板精心设计，模板所有素材均可自由编辑替换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22" name="文本框 20"/>
          <p:cNvSpPr txBox="1"/>
          <p:nvPr/>
        </p:nvSpPr>
        <p:spPr>
          <a:xfrm flipH="1">
            <a:off x="946150" y="3128939"/>
            <a:ext cx="2012950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3" name="文本框 22"/>
          <p:cNvSpPr txBox="1"/>
          <p:nvPr/>
        </p:nvSpPr>
        <p:spPr>
          <a:xfrm flipH="1">
            <a:off x="946150" y="3588682"/>
            <a:ext cx="3449955" cy="58746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模板精心设计，模板所有素材均可自由编辑替换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24" name="文本框 20"/>
          <p:cNvSpPr txBox="1"/>
          <p:nvPr/>
        </p:nvSpPr>
        <p:spPr>
          <a:xfrm flipH="1">
            <a:off x="946150" y="5258094"/>
            <a:ext cx="2012950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5" name="文本框 24"/>
          <p:cNvSpPr txBox="1"/>
          <p:nvPr/>
        </p:nvSpPr>
        <p:spPr>
          <a:xfrm flipH="1">
            <a:off x="946150" y="5717837"/>
            <a:ext cx="3449955" cy="58746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模板精心设计，模板所有素材均可自由编辑替换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26" name="文本框 20"/>
          <p:cNvSpPr txBox="1"/>
          <p:nvPr/>
        </p:nvSpPr>
        <p:spPr>
          <a:xfrm flipH="1">
            <a:off x="5216525" y="1365544"/>
            <a:ext cx="855980" cy="64633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36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A</a:t>
            </a:r>
          </a:p>
        </p:txBody>
      </p:sp>
      <p:sp>
        <p:nvSpPr>
          <p:cNvPr id="27" name="文本框 20"/>
          <p:cNvSpPr txBox="1"/>
          <p:nvPr/>
        </p:nvSpPr>
        <p:spPr>
          <a:xfrm flipH="1">
            <a:off x="6105525" y="2417739"/>
            <a:ext cx="855980" cy="64633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36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B</a:t>
            </a:r>
          </a:p>
        </p:txBody>
      </p:sp>
      <p:sp>
        <p:nvSpPr>
          <p:cNvPr id="28" name="文本框 20"/>
          <p:cNvSpPr txBox="1"/>
          <p:nvPr/>
        </p:nvSpPr>
        <p:spPr>
          <a:xfrm flipH="1">
            <a:off x="5215890" y="3433739"/>
            <a:ext cx="855980" cy="64633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36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C</a:t>
            </a:r>
          </a:p>
        </p:txBody>
      </p:sp>
      <p:sp>
        <p:nvSpPr>
          <p:cNvPr id="29" name="文本框 20"/>
          <p:cNvSpPr txBox="1"/>
          <p:nvPr/>
        </p:nvSpPr>
        <p:spPr>
          <a:xfrm flipH="1">
            <a:off x="6105525" y="4451644"/>
            <a:ext cx="855980" cy="64633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36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D</a:t>
            </a:r>
          </a:p>
        </p:txBody>
      </p:sp>
      <p:sp>
        <p:nvSpPr>
          <p:cNvPr id="30" name="文本框 20"/>
          <p:cNvSpPr txBox="1"/>
          <p:nvPr/>
        </p:nvSpPr>
        <p:spPr>
          <a:xfrm flipH="1">
            <a:off x="5217160" y="5469549"/>
            <a:ext cx="855980" cy="64633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36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参考文献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2928" y="1015683"/>
            <a:ext cx="11266145" cy="2964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[1]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车文博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心理咨询大百科全书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阅杭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.[M].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杭州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浙江科学技术出版社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,2001: 12.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[2]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徐小军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大学生学习适应性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_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结构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_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发展特点与影响因素研究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》.[D].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重庆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西南师范大学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.2004.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[3]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陶沙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从生命全程发展观论大学生入学适应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》.[J].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北京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师范大学学报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,2000,(2): 82.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[4]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吴海霞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母亲教养方式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_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母子依恋与小班幼儿入园适应的关系研究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》.[D].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北京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首都师范大学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.2009.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[5]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程淮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籍孝诚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要重视中国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0—3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岁儿童发展与早期教育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[J],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中国儿童保健杂志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,2001 (1):12—13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[6]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张秀玲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吴英华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王丽英等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婴幼儿早期教育社区服务模式的研究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[J],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中国儿童保健杂志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,2003 ⑵’ 119—120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[7]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刘晃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一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岁亲子园课程之解析厂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习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华东师范大学硕士学位论文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,2008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[8]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刘凤婷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早期教育初探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[J〕.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人口与计划生育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,2006 (8)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[9]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李琪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万淑荣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广州市婴儿早期教育的现状和发展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[J].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中国社区医生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,2007 (14)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00831" y="4150594"/>
            <a:ext cx="11590338" cy="241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2940818" y="2926721"/>
            <a:ext cx="6310364" cy="10045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68B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8B7E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45959" y="3105834"/>
            <a:ext cx="58456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6585D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恳请各位老师批评指正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940818" y="4110392"/>
            <a:ext cx="6310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PLEASE GIVE ME AS MUCH CRITICISM AS POSSIBLE</a:t>
            </a:r>
            <a:endParaRPr lang="zh-CN" altLang="en-US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191282" y="4172579"/>
            <a:ext cx="5809437" cy="156067"/>
            <a:chOff x="2392990" y="3119668"/>
            <a:chExt cx="5809437" cy="156067"/>
          </a:xfrm>
          <a:solidFill>
            <a:schemeClr val="bg1"/>
          </a:solidFill>
        </p:grpSpPr>
        <p:sp>
          <p:nvSpPr>
            <p:cNvPr id="6" name="椭圆 5"/>
            <p:cNvSpPr/>
            <p:nvPr/>
          </p:nvSpPr>
          <p:spPr>
            <a:xfrm>
              <a:off x="2392990" y="3119668"/>
              <a:ext cx="156067" cy="1560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8046360" y="3119668"/>
              <a:ext cx="156067" cy="1560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1701</Words>
  <Application>Microsoft Office PowerPoint</Application>
  <PresentationFormat>宽屏</PresentationFormat>
  <Paragraphs>142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Calibri</vt:lpstr>
      <vt:lpstr>Impact</vt:lpstr>
      <vt:lpstr>等线</vt:lpstr>
      <vt:lpstr>等线 Light</vt:lpstr>
      <vt:lpstr>微软雅黑</vt:lpstr>
      <vt:lpstr>微软雅黑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 Pang</dc:creator>
  <cp:lastModifiedBy>蜜桃收藏馆</cp:lastModifiedBy>
  <cp:revision>18</cp:revision>
  <dcterms:created xsi:type="dcterms:W3CDTF">2021-03-21T08:22:00Z</dcterms:created>
  <dcterms:modified xsi:type="dcterms:W3CDTF">2021-06-04T09:00:59Z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