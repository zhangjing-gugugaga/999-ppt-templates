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2"/>
    <p:sldId id="410" r:id="rId3"/>
    <p:sldId id="429" r:id="rId4"/>
    <p:sldId id="419" r:id="rId5"/>
    <p:sldId id="417" r:id="rId6"/>
    <p:sldId id="435" r:id="rId7"/>
    <p:sldId id="418" r:id="rId8"/>
    <p:sldId id="415" r:id="rId9"/>
    <p:sldId id="416" r:id="rId10"/>
    <p:sldId id="414" r:id="rId11"/>
    <p:sldId id="434" r:id="rId12"/>
    <p:sldId id="421" r:id="rId13"/>
    <p:sldId id="422" r:id="rId14"/>
    <p:sldId id="423" r:id="rId15"/>
    <p:sldId id="433" r:id="rId16"/>
    <p:sldId id="424" r:id="rId17"/>
    <p:sldId id="425" r:id="rId18"/>
    <p:sldId id="430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9">
          <p15:clr>
            <a:srgbClr val="A4A3A4"/>
          </p15:clr>
        </p15:guide>
        <p15:guide id="2" pos="38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6475"/>
    <a:srgbClr val="FFFFFF"/>
    <a:srgbClr val="9A6EA2"/>
    <a:srgbClr val="BC9EC1"/>
    <a:srgbClr val="E3BAC6"/>
    <a:srgbClr val="1F2232"/>
    <a:srgbClr val="FDE8E9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86" d="100"/>
          <a:sy n="86" d="100"/>
        </p:scale>
        <p:origin x="67" y="346"/>
      </p:cViewPr>
      <p:guideLst>
        <p:guide orient="horz" pos="2179"/>
        <p:guide pos="381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altLang="en-US" sz="2000">
                <a:solidFill>
                  <a:srgbClr val="596475"/>
                </a:solidFill>
                <a:latin typeface="站酷庆科黄油体" panose="02000803000000020004" charset="-122"/>
                <a:ea typeface="站酷庆科黄油体" panose="02000803000000020004" charset="-122"/>
              </a:rPr>
              <a:t>数据分析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rgbClr val="9A6EA2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3B-43AB-B317-FD03DAB2CA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rgbClr val="BC9EC1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83B-43AB-B317-FD03DAB2CA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rgbClr val="596475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83B-43AB-B317-FD03DAB2CA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95814218"/>
        <c:axId val="452409080"/>
      </c:lineChart>
      <c:catAx>
        <c:axId val="89581421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站酷庆科黄油体" panose="02000803000000020004" charset="-122"/>
                <a:ea typeface="站酷庆科黄油体" panose="02000803000000020004" charset="-122"/>
                <a:cs typeface="站酷庆科黄油体" panose="02000803000000020004" charset="-122"/>
                <a:sym typeface="站酷庆科黄油体" panose="02000803000000020004" charset="-122"/>
              </a:defRPr>
            </a:pPr>
            <a:endParaRPr lang="zh-CN"/>
          </a:p>
        </c:txPr>
        <c:crossAx val="452409080"/>
        <c:crosses val="autoZero"/>
        <c:auto val="1"/>
        <c:lblAlgn val="ctr"/>
        <c:lblOffset val="100"/>
        <c:noMultiLvlLbl val="0"/>
      </c:catAx>
      <c:valAx>
        <c:axId val="452409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站酷酷黑体" panose="02010600030101010101" charset="-128"/>
                <a:ea typeface="站酷酷黑体" panose="02010600030101010101" charset="-128"/>
                <a:cs typeface="站酷酷黑体" panose="02010600030101010101" charset="-128"/>
                <a:sym typeface="站酷酷黑体" panose="02010600030101010101" charset="-128"/>
              </a:defRPr>
            </a:pPr>
            <a:endParaRPr lang="zh-CN"/>
          </a:p>
        </c:txPr>
        <c:crossAx val="89581421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站酷酷黑体" panose="02010600030101010101" charset="-128"/>
                <a:ea typeface="站酷酷黑体" panose="02010600030101010101" charset="-128"/>
                <a:cs typeface="站酷酷黑体" panose="02010600030101010101" charset="-128"/>
                <a:sym typeface="站酷酷黑体" panose="02010600030101010101" charset="-128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站酷酷黑体" panose="02010600030101010101" charset="-128"/>
                <a:ea typeface="站酷酷黑体" panose="02010600030101010101" charset="-128"/>
                <a:cs typeface="站酷酷黑体" panose="02010600030101010101" charset="-128"/>
                <a:sym typeface="站酷酷黑体" panose="02010600030101010101" charset="-128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站酷酷黑体" panose="02010600030101010101" charset="-128"/>
                <a:ea typeface="站酷酷黑体" panose="02010600030101010101" charset="-128"/>
                <a:cs typeface="站酷酷黑体" panose="02010600030101010101" charset="-128"/>
                <a:sym typeface="站酷酷黑体" panose="02010600030101010101" charset="-128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站酷酷黑体" panose="02010600030101010101" charset="-128"/>
              <a:ea typeface="站酷酷黑体" panose="02010600030101010101" charset="-128"/>
              <a:cs typeface="站酷酷黑体" panose="02010600030101010101" charset="-128"/>
              <a:sym typeface="站酷酷黑体" panose="02010600030101010101" charset="-128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>
      <a:outerShdw blurRad="50800" dist="50800" dir="5400000" sx="30000" sy="30000" algn="ctr" rotWithShape="0">
        <a:srgbClr val="000000">
          <a:alpha val="43000"/>
        </a:srgbClr>
      </a:outerShdw>
    </a:effectLst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6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2021/6/4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0624820" y="541337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 rot="1200000">
            <a:off x="1193165" y="1704340"/>
            <a:ext cx="2233930" cy="2942590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20940000">
            <a:off x="1485265" y="1677035"/>
            <a:ext cx="2897035" cy="3014980"/>
          </a:xfrm>
          <a:custGeom>
            <a:avLst/>
            <a:gdLst>
              <a:gd name="connsiteX0" fmla="*/ 0 w 4562"/>
              <a:gd name="connsiteY0" fmla="*/ 2702 h 4748"/>
              <a:gd name="connsiteX1" fmla="*/ 3941 w 4562"/>
              <a:gd name="connsiteY1" fmla="*/ 0 h 4748"/>
              <a:gd name="connsiteX2" fmla="*/ 3939 w 4562"/>
              <a:gd name="connsiteY2" fmla="*/ 2458 h 4748"/>
              <a:gd name="connsiteX3" fmla="*/ 1989 w 4562"/>
              <a:gd name="connsiteY3" fmla="*/ 4748 h 4748"/>
              <a:gd name="connsiteX4" fmla="*/ 0 w 4562"/>
              <a:gd name="connsiteY4" fmla="*/ 2702 h 4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" h="4748">
                <a:moveTo>
                  <a:pt x="0" y="2702"/>
                </a:moveTo>
                <a:cubicBezTo>
                  <a:pt x="0" y="1806"/>
                  <a:pt x="2540" y="0"/>
                  <a:pt x="3941" y="0"/>
                </a:cubicBezTo>
                <a:cubicBezTo>
                  <a:pt x="5340" y="0"/>
                  <a:pt x="3939" y="1562"/>
                  <a:pt x="3939" y="2458"/>
                </a:cubicBezTo>
                <a:cubicBezTo>
                  <a:pt x="3939" y="3354"/>
                  <a:pt x="3389" y="4748"/>
                  <a:pt x="1989" y="4748"/>
                </a:cubicBezTo>
                <a:cubicBezTo>
                  <a:pt x="589" y="4748"/>
                  <a:pt x="0" y="3599"/>
                  <a:pt x="0" y="2702"/>
                </a:cubicBezTo>
                <a:close/>
              </a:path>
            </a:pathLst>
          </a:custGeom>
          <a:solidFill>
            <a:srgbClr val="E3B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1440000">
            <a:off x="2877185" y="2708275"/>
            <a:ext cx="1946910" cy="1938020"/>
          </a:xfrm>
          <a:custGeom>
            <a:avLst/>
            <a:gdLst>
              <a:gd name="connsiteX0" fmla="*/ 0 w 4058"/>
              <a:gd name="connsiteY0" fmla="*/ 2300 h 4041"/>
              <a:gd name="connsiteX1" fmla="*/ 3354 w 4058"/>
              <a:gd name="connsiteY1" fmla="*/ 0 h 4041"/>
              <a:gd name="connsiteX2" fmla="*/ 3866 w 4058"/>
              <a:gd name="connsiteY2" fmla="*/ 2715 h 4041"/>
              <a:gd name="connsiteX3" fmla="*/ 1693 w 4058"/>
              <a:gd name="connsiteY3" fmla="*/ 4041 h 4041"/>
              <a:gd name="connsiteX4" fmla="*/ 0 w 4058"/>
              <a:gd name="connsiteY4" fmla="*/ 2300 h 4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59" h="4041">
                <a:moveTo>
                  <a:pt x="0" y="2300"/>
                </a:moveTo>
                <a:cubicBezTo>
                  <a:pt x="0" y="1537"/>
                  <a:pt x="2162" y="0"/>
                  <a:pt x="3354" y="0"/>
                </a:cubicBezTo>
                <a:cubicBezTo>
                  <a:pt x="4545" y="0"/>
                  <a:pt x="3866" y="1952"/>
                  <a:pt x="3866" y="2715"/>
                </a:cubicBezTo>
                <a:cubicBezTo>
                  <a:pt x="3866" y="3478"/>
                  <a:pt x="2884" y="4041"/>
                  <a:pt x="1693" y="4041"/>
                </a:cubicBezTo>
                <a:cubicBezTo>
                  <a:pt x="501" y="4041"/>
                  <a:pt x="0" y="3063"/>
                  <a:pt x="0" y="2300"/>
                </a:cubicBezTo>
                <a:close/>
              </a:path>
            </a:pathLst>
          </a:cu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11430" y="3188335"/>
            <a:ext cx="12180570" cy="3669665"/>
          </a:xfrm>
          <a:custGeom>
            <a:avLst/>
            <a:gdLst>
              <a:gd name="connisteX0" fmla="*/ 0 w 12180494"/>
              <a:gd name="connsiteY0" fmla="*/ 3952657 h 4239900"/>
              <a:gd name="connisteX1" fmla="*/ 2033905 w 12180494"/>
              <a:gd name="connsiteY1" fmla="*/ 2951262 h 4239900"/>
              <a:gd name="connisteX2" fmla="*/ 5249545 w 12180494"/>
              <a:gd name="connsiteY2" fmla="*/ 4103152 h 4239900"/>
              <a:gd name="connisteX3" fmla="*/ 7694295 w 12180494"/>
              <a:gd name="connsiteY3" fmla="*/ 2570262 h 4239900"/>
              <a:gd name="connisteX4" fmla="*/ 9497695 w 12180494"/>
              <a:gd name="connsiteY4" fmla="*/ 4223167 h 4239900"/>
              <a:gd name="connisteX5" fmla="*/ 9317355 w 12180494"/>
              <a:gd name="connsiteY5" fmla="*/ 1518702 h 4239900"/>
              <a:gd name="connisteX6" fmla="*/ 11681460 w 12180494"/>
              <a:gd name="connsiteY6" fmla="*/ 606842 h 4239900"/>
              <a:gd name="connisteX7" fmla="*/ 9958070 w 12180494"/>
              <a:gd name="connsiteY7" fmla="*/ 25817 h 4239900"/>
              <a:gd name="connisteX8" fmla="*/ 10238740 w 12180494"/>
              <a:gd name="connsiteY8" fmla="*/ 1278037 h 4239900"/>
              <a:gd name="connisteX9" fmla="*/ 12002135 w 12180494"/>
              <a:gd name="connsiteY9" fmla="*/ 1619032 h 4239900"/>
              <a:gd name="connisteX10" fmla="*/ 12042140 w 12180494"/>
              <a:gd name="connsiteY10" fmla="*/ 1598712 h 4239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12180495" h="4239900">
                <a:moveTo>
                  <a:pt x="0" y="3952658"/>
                </a:moveTo>
                <a:cubicBezTo>
                  <a:pt x="342265" y="3729138"/>
                  <a:pt x="984250" y="2921418"/>
                  <a:pt x="2033905" y="2951263"/>
                </a:cubicBezTo>
                <a:cubicBezTo>
                  <a:pt x="3083560" y="2981108"/>
                  <a:pt x="4117340" y="4179353"/>
                  <a:pt x="5249545" y="4103153"/>
                </a:cubicBezTo>
                <a:cubicBezTo>
                  <a:pt x="6381750" y="4026953"/>
                  <a:pt x="6844665" y="2546133"/>
                  <a:pt x="7694295" y="2570263"/>
                </a:cubicBezTo>
                <a:cubicBezTo>
                  <a:pt x="8543925" y="2594393"/>
                  <a:pt x="9173210" y="4433353"/>
                  <a:pt x="9497695" y="4223168"/>
                </a:cubicBezTo>
                <a:cubicBezTo>
                  <a:pt x="9822180" y="4012983"/>
                  <a:pt x="8880475" y="2241968"/>
                  <a:pt x="9317355" y="1518703"/>
                </a:cubicBezTo>
                <a:cubicBezTo>
                  <a:pt x="9754235" y="795438"/>
                  <a:pt x="11553190" y="905293"/>
                  <a:pt x="11681460" y="606843"/>
                </a:cubicBezTo>
                <a:cubicBezTo>
                  <a:pt x="11809730" y="308393"/>
                  <a:pt x="10246360" y="-108167"/>
                  <a:pt x="9958070" y="25818"/>
                </a:cubicBezTo>
                <a:cubicBezTo>
                  <a:pt x="9669780" y="159803"/>
                  <a:pt x="9829800" y="959268"/>
                  <a:pt x="10238740" y="1278038"/>
                </a:cubicBezTo>
                <a:cubicBezTo>
                  <a:pt x="10647680" y="1596808"/>
                  <a:pt x="11641455" y="1554898"/>
                  <a:pt x="12002135" y="1619033"/>
                </a:cubicBezTo>
                <a:cubicBezTo>
                  <a:pt x="12362815" y="1683168"/>
                  <a:pt x="12069445" y="1609508"/>
                  <a:pt x="12042140" y="1598713"/>
                </a:cubicBezTo>
              </a:path>
            </a:pathLst>
          </a:custGeom>
          <a:noFill/>
          <a:ln>
            <a:solidFill>
              <a:srgbClr val="596475">
                <a:alpha val="3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292850" y="1842135"/>
            <a:ext cx="40360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solidFill>
                  <a:srgbClr val="596475"/>
                </a:solidFill>
                <a:latin typeface="站酷文艺体" panose="02000603000000000000" charset="-122"/>
                <a:ea typeface="站酷文艺体" panose="02000603000000000000" charset="-122"/>
              </a:rPr>
              <a:t>毕业论文答辩</a:t>
            </a:r>
          </a:p>
        </p:txBody>
      </p:sp>
      <p:sp>
        <p:nvSpPr>
          <p:cNvPr id="11" name="流程图: 终止 10"/>
          <p:cNvSpPr/>
          <p:nvPr/>
        </p:nvSpPr>
        <p:spPr>
          <a:xfrm>
            <a:off x="6292850" y="4263390"/>
            <a:ext cx="1714500" cy="426085"/>
          </a:xfrm>
          <a:prstGeom prst="flowChartTerminator">
            <a:avLst/>
          </a:prstGeom>
          <a:solidFill>
            <a:srgbClr val="596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答辩人：</a:t>
            </a:r>
            <a:r>
              <a:rPr lang="en-US" altLang="zh-CN"/>
              <a:t>xxx</a:t>
            </a: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5535930" y="2664460"/>
            <a:ext cx="5549900" cy="7620"/>
          </a:xfrm>
          <a:prstGeom prst="line">
            <a:avLst/>
          </a:prstGeom>
          <a:ln w="12700">
            <a:solidFill>
              <a:srgbClr val="5964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535930" y="3458845"/>
            <a:ext cx="6145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865495" y="2789555"/>
            <a:ext cx="48907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596475"/>
                </a:solidFill>
                <a:latin typeface="站酷快乐体" panose="02010600030101010101" charset="-128"/>
                <a:ea typeface="站酷快乐体" panose="02010600030101010101" charset="-128"/>
                <a:cs typeface="Coco" panose="02000500000000000000" charset="0"/>
                <a:sym typeface="+mn-ea"/>
              </a:rPr>
              <a:t>MAKE YOUR PRESENTATION HERE</a:t>
            </a:r>
            <a:endParaRPr lang="en-US" altLang="zh-CN" sz="2000" b="1" dirty="0">
              <a:solidFill>
                <a:srgbClr val="596475"/>
              </a:solidFill>
              <a:effectLst/>
              <a:latin typeface="站酷快乐体" panose="02010600030101010101" charset="-128"/>
              <a:ea typeface="站酷快乐体" panose="02010600030101010101" charset="-128"/>
              <a:cs typeface="Coco" panose="02000500000000000000" charset="0"/>
              <a:sym typeface="+mn-ea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60375" y="5016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0328910" y="554672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08330" y="8382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19045" y="244475"/>
            <a:ext cx="71539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>
                <a:solidFill>
                  <a:srgbClr val="E3BAC6">
                    <a:alpha val="23000"/>
                  </a:srgbClr>
                </a:solidFill>
                <a:latin typeface="站酷庆科黄油体" panose="02000803000000020004" charset="-122"/>
                <a:ea typeface="站酷庆科黄油体" panose="02000803000000020004" charset="-122"/>
              </a:rPr>
              <a:t>C O N T E N T S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080635" y="775970"/>
            <a:ext cx="203073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>
                <a:solidFill>
                  <a:srgbClr val="9A6EA2"/>
                </a:solidFill>
                <a:latin typeface="站酷高端黑" panose="02010600030101010101" charset="-122"/>
                <a:ea typeface="站酷高端黑" panose="02010600030101010101" charset="-122"/>
              </a:rPr>
              <a:t>目录</a:t>
            </a:r>
          </a:p>
        </p:txBody>
      </p:sp>
      <p:sp>
        <p:nvSpPr>
          <p:cNvPr id="17" name="椭圆 16"/>
          <p:cNvSpPr/>
          <p:nvPr/>
        </p:nvSpPr>
        <p:spPr>
          <a:xfrm>
            <a:off x="10624820" y="541337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60375" y="5016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0328910" y="554672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08330" y="8382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668655" y="2456180"/>
            <a:ext cx="2564765" cy="2564765"/>
          </a:xfrm>
          <a:prstGeom prst="ellipse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3480435" y="2456180"/>
            <a:ext cx="2564765" cy="2564765"/>
          </a:xfrm>
          <a:prstGeom prst="ellipse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6273800" y="2456180"/>
            <a:ext cx="2564765" cy="2564765"/>
          </a:xfrm>
          <a:prstGeom prst="ellipse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067165" y="2543175"/>
            <a:ext cx="2564765" cy="2564765"/>
          </a:xfrm>
          <a:prstGeom prst="ellipse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3350" y="3288665"/>
            <a:ext cx="3636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研究目的和意义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783080" y="2633345"/>
            <a:ext cx="3365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站酷高端黑" panose="02010600030101010101" charset="-122"/>
                <a:ea typeface="站酷高端黑" panose="02010600030101010101" charset="-122"/>
              </a:rPr>
              <a:t>1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94860" y="2705100"/>
            <a:ext cx="3365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站酷高端黑" panose="02010600030101010101" charset="-122"/>
                <a:ea typeface="站酷高端黑" panose="0201060003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387590" y="2705100"/>
            <a:ext cx="3365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站酷高端黑" panose="02010600030101010101" charset="-122"/>
                <a:ea typeface="站酷高端黑" panose="02010600030101010101" charset="-122"/>
              </a:rPr>
              <a:t>3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181590" y="2705100"/>
            <a:ext cx="3365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站酷高端黑" panose="02010600030101010101" charset="-122"/>
                <a:ea typeface="站酷高端黑" panose="02010600030101010101" charset="-122"/>
              </a:rPr>
              <a:t>4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945130" y="3288665"/>
            <a:ext cx="3636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国内外研究现状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738495" y="3288665"/>
            <a:ext cx="3636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研究方法和内容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531225" y="3288665"/>
            <a:ext cx="3636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论文总结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12800" y="3884295"/>
            <a:ext cx="22758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站酷高端黑" panose="02010600030101010101" charset="-122"/>
                <a:ea typeface="站酷高端黑" panose="02010600030101010101" charset="-122"/>
              </a:rPr>
              <a:t>ADD YOUR TITLE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624580" y="3884295"/>
            <a:ext cx="22758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站酷高端黑" panose="02010600030101010101" charset="-122"/>
                <a:ea typeface="站酷高端黑" panose="02010600030101010101" charset="-122"/>
              </a:rPr>
              <a:t>ADD YOUR TITLE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417945" y="3884295"/>
            <a:ext cx="22758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站酷高端黑" panose="02010600030101010101" charset="-122"/>
                <a:ea typeface="站酷高端黑" panose="02010600030101010101" charset="-122"/>
              </a:rPr>
              <a:t>ADD YOUR TITLE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211310" y="3884295"/>
            <a:ext cx="22758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站酷高端黑" panose="02010600030101010101" charset="-122"/>
                <a:ea typeface="站酷高端黑" panose="02010600030101010101" charset="-122"/>
              </a:rPr>
              <a:t>ADD YOUR TITLE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0862945" y="661670"/>
            <a:ext cx="132905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0624820" y="541337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 rot="1200000">
            <a:off x="489799" y="2275253"/>
            <a:ext cx="1699103" cy="2672080"/>
          </a:xfrm>
          <a:custGeom>
            <a:avLst/>
            <a:gdLst>
              <a:gd name="connsiteX0" fmla="*/ 0 w 2675"/>
              <a:gd name="connsiteY0" fmla="*/ 2201 h 4208"/>
              <a:gd name="connsiteX1" fmla="*/ 2036 w 2675"/>
              <a:gd name="connsiteY1" fmla="*/ 0 h 4208"/>
              <a:gd name="connsiteX2" fmla="*/ 2649 w 2675"/>
              <a:gd name="connsiteY2" fmla="*/ 2149 h 4208"/>
              <a:gd name="connsiteX3" fmla="*/ 1268 w 2675"/>
              <a:gd name="connsiteY3" fmla="*/ 4208 h 4208"/>
              <a:gd name="connsiteX4" fmla="*/ 0 w 2675"/>
              <a:gd name="connsiteY4" fmla="*/ 2201 h 4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" h="4208">
                <a:moveTo>
                  <a:pt x="0" y="2201"/>
                </a:moveTo>
                <a:cubicBezTo>
                  <a:pt x="0" y="921"/>
                  <a:pt x="1201" y="0"/>
                  <a:pt x="2036" y="0"/>
                </a:cubicBezTo>
                <a:cubicBezTo>
                  <a:pt x="2871" y="0"/>
                  <a:pt x="2649" y="869"/>
                  <a:pt x="2649" y="2149"/>
                </a:cubicBezTo>
                <a:cubicBezTo>
                  <a:pt x="2649" y="3429"/>
                  <a:pt x="2103" y="4208"/>
                  <a:pt x="1268" y="4208"/>
                </a:cubicBezTo>
                <a:cubicBezTo>
                  <a:pt x="433" y="4208"/>
                  <a:pt x="0" y="3481"/>
                  <a:pt x="0" y="2201"/>
                </a:cubicBezTo>
                <a:close/>
              </a:path>
            </a:pathLst>
          </a:cu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4440000">
            <a:off x="10018395" y="-1160145"/>
            <a:ext cx="2395855" cy="2493645"/>
          </a:xfrm>
          <a:custGeom>
            <a:avLst/>
            <a:gdLst>
              <a:gd name="connsiteX0" fmla="*/ 0 w 4562"/>
              <a:gd name="connsiteY0" fmla="*/ 2702 h 4748"/>
              <a:gd name="connsiteX1" fmla="*/ 3941 w 4562"/>
              <a:gd name="connsiteY1" fmla="*/ 0 h 4748"/>
              <a:gd name="connsiteX2" fmla="*/ 3939 w 4562"/>
              <a:gd name="connsiteY2" fmla="*/ 2458 h 4748"/>
              <a:gd name="connsiteX3" fmla="*/ 1989 w 4562"/>
              <a:gd name="connsiteY3" fmla="*/ 4748 h 4748"/>
              <a:gd name="connsiteX4" fmla="*/ 0 w 4562"/>
              <a:gd name="connsiteY4" fmla="*/ 2702 h 4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" h="4748">
                <a:moveTo>
                  <a:pt x="0" y="2702"/>
                </a:moveTo>
                <a:cubicBezTo>
                  <a:pt x="0" y="1806"/>
                  <a:pt x="2540" y="0"/>
                  <a:pt x="3941" y="0"/>
                </a:cubicBezTo>
                <a:cubicBezTo>
                  <a:pt x="5340" y="0"/>
                  <a:pt x="3939" y="1562"/>
                  <a:pt x="3939" y="2458"/>
                </a:cubicBezTo>
                <a:cubicBezTo>
                  <a:pt x="3939" y="3354"/>
                  <a:pt x="3389" y="4748"/>
                  <a:pt x="1989" y="4748"/>
                </a:cubicBezTo>
                <a:cubicBezTo>
                  <a:pt x="589" y="4748"/>
                  <a:pt x="0" y="3599"/>
                  <a:pt x="0" y="2702"/>
                </a:cubicBezTo>
                <a:close/>
              </a:path>
            </a:pathLst>
          </a:custGeom>
          <a:solidFill>
            <a:srgbClr val="E3B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1440000">
            <a:off x="981075" y="3021965"/>
            <a:ext cx="1946910" cy="1938020"/>
          </a:xfrm>
          <a:custGeom>
            <a:avLst/>
            <a:gdLst>
              <a:gd name="connsiteX0" fmla="*/ 0 w 4058"/>
              <a:gd name="connsiteY0" fmla="*/ 2300 h 4041"/>
              <a:gd name="connsiteX1" fmla="*/ 3354 w 4058"/>
              <a:gd name="connsiteY1" fmla="*/ 0 h 4041"/>
              <a:gd name="connsiteX2" fmla="*/ 3866 w 4058"/>
              <a:gd name="connsiteY2" fmla="*/ 2715 h 4041"/>
              <a:gd name="connsiteX3" fmla="*/ 1693 w 4058"/>
              <a:gd name="connsiteY3" fmla="*/ 4041 h 4041"/>
              <a:gd name="connsiteX4" fmla="*/ 0 w 4058"/>
              <a:gd name="connsiteY4" fmla="*/ 2300 h 4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59" h="4041">
                <a:moveTo>
                  <a:pt x="0" y="2300"/>
                </a:moveTo>
                <a:cubicBezTo>
                  <a:pt x="0" y="1537"/>
                  <a:pt x="2162" y="0"/>
                  <a:pt x="3354" y="0"/>
                </a:cubicBezTo>
                <a:cubicBezTo>
                  <a:pt x="4545" y="0"/>
                  <a:pt x="3866" y="1952"/>
                  <a:pt x="3866" y="2715"/>
                </a:cubicBezTo>
                <a:cubicBezTo>
                  <a:pt x="3866" y="3478"/>
                  <a:pt x="2884" y="4041"/>
                  <a:pt x="1693" y="4041"/>
                </a:cubicBezTo>
                <a:cubicBezTo>
                  <a:pt x="501" y="4041"/>
                  <a:pt x="0" y="3063"/>
                  <a:pt x="0" y="2300"/>
                </a:cubicBezTo>
                <a:close/>
              </a:path>
            </a:pathLst>
          </a:cu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11430" y="3749675"/>
            <a:ext cx="12180570" cy="3108325"/>
          </a:xfrm>
          <a:custGeom>
            <a:avLst/>
            <a:gdLst>
              <a:gd name="connisteX0" fmla="*/ 0 w 12180494"/>
              <a:gd name="connsiteY0" fmla="*/ 3952657 h 4239900"/>
              <a:gd name="connisteX1" fmla="*/ 2033905 w 12180494"/>
              <a:gd name="connsiteY1" fmla="*/ 2951262 h 4239900"/>
              <a:gd name="connisteX2" fmla="*/ 5249545 w 12180494"/>
              <a:gd name="connsiteY2" fmla="*/ 4103152 h 4239900"/>
              <a:gd name="connisteX3" fmla="*/ 7694295 w 12180494"/>
              <a:gd name="connsiteY3" fmla="*/ 2570262 h 4239900"/>
              <a:gd name="connisteX4" fmla="*/ 9497695 w 12180494"/>
              <a:gd name="connsiteY4" fmla="*/ 4223167 h 4239900"/>
              <a:gd name="connisteX5" fmla="*/ 9317355 w 12180494"/>
              <a:gd name="connsiteY5" fmla="*/ 1518702 h 4239900"/>
              <a:gd name="connisteX6" fmla="*/ 11681460 w 12180494"/>
              <a:gd name="connsiteY6" fmla="*/ 606842 h 4239900"/>
              <a:gd name="connisteX7" fmla="*/ 9958070 w 12180494"/>
              <a:gd name="connsiteY7" fmla="*/ 25817 h 4239900"/>
              <a:gd name="connisteX8" fmla="*/ 10238740 w 12180494"/>
              <a:gd name="connsiteY8" fmla="*/ 1278037 h 4239900"/>
              <a:gd name="connisteX9" fmla="*/ 12002135 w 12180494"/>
              <a:gd name="connsiteY9" fmla="*/ 1619032 h 4239900"/>
              <a:gd name="connisteX10" fmla="*/ 12042140 w 12180494"/>
              <a:gd name="connsiteY10" fmla="*/ 1598712 h 4239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12180495" h="4239900">
                <a:moveTo>
                  <a:pt x="0" y="3952658"/>
                </a:moveTo>
                <a:cubicBezTo>
                  <a:pt x="342265" y="3729138"/>
                  <a:pt x="984250" y="2921418"/>
                  <a:pt x="2033905" y="2951263"/>
                </a:cubicBezTo>
                <a:cubicBezTo>
                  <a:pt x="3083560" y="2981108"/>
                  <a:pt x="4117340" y="4179353"/>
                  <a:pt x="5249545" y="4103153"/>
                </a:cubicBezTo>
                <a:cubicBezTo>
                  <a:pt x="6381750" y="4026953"/>
                  <a:pt x="6844665" y="2546133"/>
                  <a:pt x="7694295" y="2570263"/>
                </a:cubicBezTo>
                <a:cubicBezTo>
                  <a:pt x="8543925" y="2594393"/>
                  <a:pt x="9173210" y="4433353"/>
                  <a:pt x="9497695" y="4223168"/>
                </a:cubicBezTo>
                <a:cubicBezTo>
                  <a:pt x="9822180" y="4012983"/>
                  <a:pt x="8880475" y="2241968"/>
                  <a:pt x="9317355" y="1518703"/>
                </a:cubicBezTo>
                <a:cubicBezTo>
                  <a:pt x="9754235" y="795438"/>
                  <a:pt x="11553190" y="905293"/>
                  <a:pt x="11681460" y="606843"/>
                </a:cubicBezTo>
                <a:cubicBezTo>
                  <a:pt x="11809730" y="308393"/>
                  <a:pt x="10246360" y="-108167"/>
                  <a:pt x="9958070" y="25818"/>
                </a:cubicBezTo>
                <a:cubicBezTo>
                  <a:pt x="9669780" y="159803"/>
                  <a:pt x="9829800" y="959268"/>
                  <a:pt x="10238740" y="1278038"/>
                </a:cubicBezTo>
                <a:cubicBezTo>
                  <a:pt x="10647680" y="1596808"/>
                  <a:pt x="11641455" y="1554898"/>
                  <a:pt x="12002135" y="1619033"/>
                </a:cubicBezTo>
                <a:cubicBezTo>
                  <a:pt x="12362815" y="1683168"/>
                  <a:pt x="12069445" y="1609508"/>
                  <a:pt x="12042140" y="1598713"/>
                </a:cubicBezTo>
              </a:path>
            </a:pathLst>
          </a:custGeom>
          <a:noFill/>
          <a:ln>
            <a:solidFill>
              <a:srgbClr val="596475">
                <a:alpha val="3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806190" y="2202180"/>
            <a:ext cx="45910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solidFill>
                  <a:srgbClr val="596475"/>
                </a:solidFill>
                <a:latin typeface="站酷文艺体" panose="02000603000000000000" charset="-122"/>
                <a:ea typeface="站酷文艺体" panose="02000603000000000000" charset="-122"/>
              </a:rPr>
              <a:t>研究目的和意义</a:t>
            </a: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2098040" y="3169920"/>
            <a:ext cx="8007350" cy="11430"/>
          </a:xfrm>
          <a:prstGeom prst="line">
            <a:avLst/>
          </a:prstGeom>
          <a:ln w="12700">
            <a:solidFill>
              <a:srgbClr val="5964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028950" y="3668395"/>
            <a:ext cx="6145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14" name="椭圆 13"/>
          <p:cNvSpPr/>
          <p:nvPr/>
        </p:nvSpPr>
        <p:spPr>
          <a:xfrm>
            <a:off x="460375" y="5016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0328910" y="554672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08330" y="8382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8417560" y="1717040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001260" y="1481455"/>
            <a:ext cx="21894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596475"/>
                </a:solidFill>
                <a:latin typeface="站酷快乐体" panose="02010600030101010101" charset="-128"/>
                <a:ea typeface="站酷快乐体" panose="02010600030101010101" charset="-128"/>
              </a:rPr>
              <a:t>PART 01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73250" y="-7620"/>
            <a:ext cx="7221855" cy="6871970"/>
          </a:xfrm>
          <a:prstGeom prst="rect">
            <a:avLst/>
          </a:prstGeom>
          <a:solidFill>
            <a:srgbClr val="E3B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pexels-photo-40677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045" y="0"/>
            <a:ext cx="3703955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38150" y="-7620"/>
            <a:ext cx="227076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0">
                <a:solidFill>
                  <a:srgbClr val="56667A"/>
                </a:solidFill>
                <a:latin typeface="站酷高端黑" panose="02010600030101010101" charset="-122"/>
                <a:ea typeface="站酷高端黑" panose="02010600030101010101" charset="-122"/>
              </a:rPr>
              <a:t>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873250" y="1162050"/>
            <a:ext cx="45910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站酷文艺体" panose="02000603000000000000" charset="-122"/>
                <a:ea typeface="站酷文艺体" panose="02000603000000000000" charset="-122"/>
              </a:rPr>
              <a:t>研究目的和意义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873250" y="1946275"/>
            <a:ext cx="66147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73250" y="4057015"/>
            <a:ext cx="66147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16635" y="4464685"/>
            <a:ext cx="29165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645025" y="4464685"/>
            <a:ext cx="29165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161655" y="4464685"/>
            <a:ext cx="29165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47495" y="3329940"/>
            <a:ext cx="1856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596475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38300" y="3928110"/>
            <a:ext cx="16751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56667A"/>
                </a:solidFill>
                <a:latin typeface="站酷酷黑体" panose="02010600030101010101" charset="-128"/>
                <a:ea typeface="站酷酷黑体" panose="02010600030101010101" charset="-128"/>
              </a:rPr>
              <a:t>TOUR TITLE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5037455" y="1612900"/>
            <a:ext cx="1896745" cy="0"/>
          </a:xfrm>
          <a:prstGeom prst="line">
            <a:avLst/>
          </a:prstGeom>
          <a:ln w="28575">
            <a:solidFill>
              <a:srgbClr val="5964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10986135" y="572452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40055" y="6794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40715" y="26416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378440" y="597725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40715" y="598170"/>
            <a:ext cx="8221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研究目的和意义</a:t>
            </a:r>
            <a:r>
              <a:rPr lang="en-US" altLang="zh-CN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/ADD YOUR TITLE</a:t>
            </a:r>
          </a:p>
        </p:txBody>
      </p:sp>
      <p:sp>
        <p:nvSpPr>
          <p:cNvPr id="11" name="流程图: 终止 10"/>
          <p:cNvSpPr/>
          <p:nvPr/>
        </p:nvSpPr>
        <p:spPr>
          <a:xfrm>
            <a:off x="1828800" y="2637790"/>
            <a:ext cx="1292860" cy="370205"/>
          </a:xfrm>
          <a:prstGeom prst="flowChartTerminator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站酷快乐体" panose="02010600030101010101" charset="-128"/>
                <a:ea typeface="站酷快乐体" panose="02010600030101010101" charset="-128"/>
              </a:rPr>
              <a:t>PART 1</a:t>
            </a:r>
          </a:p>
        </p:txBody>
      </p:sp>
      <p:sp>
        <p:nvSpPr>
          <p:cNvPr id="13" name="流程图: 终止 12"/>
          <p:cNvSpPr/>
          <p:nvPr/>
        </p:nvSpPr>
        <p:spPr>
          <a:xfrm>
            <a:off x="5339715" y="2637790"/>
            <a:ext cx="1292860" cy="370205"/>
          </a:xfrm>
          <a:prstGeom prst="flowChartTerminator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站酷快乐体" panose="02010600030101010101" charset="-128"/>
                <a:ea typeface="站酷快乐体" panose="02010600030101010101" charset="-128"/>
              </a:rPr>
              <a:t>PART 2</a:t>
            </a:r>
          </a:p>
        </p:txBody>
      </p:sp>
      <p:sp>
        <p:nvSpPr>
          <p:cNvPr id="16" name="流程图: 终止 15"/>
          <p:cNvSpPr/>
          <p:nvPr/>
        </p:nvSpPr>
        <p:spPr>
          <a:xfrm>
            <a:off x="8972550" y="2637790"/>
            <a:ext cx="1292860" cy="370205"/>
          </a:xfrm>
          <a:prstGeom prst="flowChartTerminator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站酷快乐体" panose="02010600030101010101" charset="-128"/>
                <a:ea typeface="站酷快乐体" panose="02010600030101010101" charset="-128"/>
              </a:rPr>
              <a:t>PART 3</a:t>
            </a:r>
          </a:p>
        </p:txBody>
      </p:sp>
      <p:sp>
        <p:nvSpPr>
          <p:cNvPr id="19" name="椭圆 18"/>
          <p:cNvSpPr/>
          <p:nvPr/>
        </p:nvSpPr>
        <p:spPr>
          <a:xfrm>
            <a:off x="10862945" y="661670"/>
            <a:ext cx="132905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 rot="4440000">
            <a:off x="10018395" y="-1160145"/>
            <a:ext cx="2395855" cy="2493645"/>
          </a:xfrm>
          <a:custGeom>
            <a:avLst/>
            <a:gdLst>
              <a:gd name="connsiteX0" fmla="*/ 0 w 4562"/>
              <a:gd name="connsiteY0" fmla="*/ 2702 h 4748"/>
              <a:gd name="connsiteX1" fmla="*/ 3941 w 4562"/>
              <a:gd name="connsiteY1" fmla="*/ 0 h 4748"/>
              <a:gd name="connsiteX2" fmla="*/ 3939 w 4562"/>
              <a:gd name="connsiteY2" fmla="*/ 2458 h 4748"/>
              <a:gd name="connsiteX3" fmla="*/ 1989 w 4562"/>
              <a:gd name="connsiteY3" fmla="*/ 4748 h 4748"/>
              <a:gd name="connsiteX4" fmla="*/ 0 w 4562"/>
              <a:gd name="connsiteY4" fmla="*/ 2702 h 4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" h="4748">
                <a:moveTo>
                  <a:pt x="0" y="2702"/>
                </a:moveTo>
                <a:cubicBezTo>
                  <a:pt x="0" y="1806"/>
                  <a:pt x="2540" y="0"/>
                  <a:pt x="3941" y="0"/>
                </a:cubicBezTo>
                <a:cubicBezTo>
                  <a:pt x="5340" y="0"/>
                  <a:pt x="3939" y="1562"/>
                  <a:pt x="3939" y="2458"/>
                </a:cubicBezTo>
                <a:cubicBezTo>
                  <a:pt x="3939" y="3354"/>
                  <a:pt x="3389" y="4748"/>
                  <a:pt x="1989" y="4748"/>
                </a:cubicBezTo>
                <a:cubicBezTo>
                  <a:pt x="589" y="4748"/>
                  <a:pt x="0" y="3599"/>
                  <a:pt x="0" y="2702"/>
                </a:cubicBezTo>
                <a:close/>
              </a:path>
            </a:pathLst>
          </a:custGeom>
          <a:solidFill>
            <a:srgbClr val="E3B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057140" y="3329940"/>
            <a:ext cx="1856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596475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147945" y="3928110"/>
            <a:ext cx="16751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56667A"/>
                </a:solidFill>
                <a:latin typeface="站酷酷黑体" panose="02010600030101010101" charset="-128"/>
                <a:ea typeface="站酷酷黑体" panose="02010600030101010101" charset="-128"/>
              </a:rPr>
              <a:t>TOUR TITLE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691245" y="3329940"/>
            <a:ext cx="1856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596475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782050" y="3928110"/>
            <a:ext cx="16751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56667A"/>
                </a:solidFill>
                <a:latin typeface="站酷酷黑体" panose="02010600030101010101" charset="-128"/>
                <a:ea typeface="站酷酷黑体" panose="02010600030101010101" charset="-128"/>
              </a:rPr>
              <a:t>TOUR TITLE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0862945" y="661670"/>
            <a:ext cx="132905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0624820" y="541337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 rot="1200000">
            <a:off x="489799" y="2275253"/>
            <a:ext cx="1699103" cy="2672080"/>
          </a:xfrm>
          <a:custGeom>
            <a:avLst/>
            <a:gdLst>
              <a:gd name="connsiteX0" fmla="*/ 0 w 2675"/>
              <a:gd name="connsiteY0" fmla="*/ 2201 h 4208"/>
              <a:gd name="connsiteX1" fmla="*/ 2036 w 2675"/>
              <a:gd name="connsiteY1" fmla="*/ 0 h 4208"/>
              <a:gd name="connsiteX2" fmla="*/ 2649 w 2675"/>
              <a:gd name="connsiteY2" fmla="*/ 2149 h 4208"/>
              <a:gd name="connsiteX3" fmla="*/ 1268 w 2675"/>
              <a:gd name="connsiteY3" fmla="*/ 4208 h 4208"/>
              <a:gd name="connsiteX4" fmla="*/ 0 w 2675"/>
              <a:gd name="connsiteY4" fmla="*/ 2201 h 4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" h="4208">
                <a:moveTo>
                  <a:pt x="0" y="2201"/>
                </a:moveTo>
                <a:cubicBezTo>
                  <a:pt x="0" y="921"/>
                  <a:pt x="1201" y="0"/>
                  <a:pt x="2036" y="0"/>
                </a:cubicBezTo>
                <a:cubicBezTo>
                  <a:pt x="2871" y="0"/>
                  <a:pt x="2649" y="869"/>
                  <a:pt x="2649" y="2149"/>
                </a:cubicBezTo>
                <a:cubicBezTo>
                  <a:pt x="2649" y="3429"/>
                  <a:pt x="2103" y="4208"/>
                  <a:pt x="1268" y="4208"/>
                </a:cubicBezTo>
                <a:cubicBezTo>
                  <a:pt x="433" y="4208"/>
                  <a:pt x="0" y="3481"/>
                  <a:pt x="0" y="2201"/>
                </a:cubicBezTo>
                <a:close/>
              </a:path>
            </a:pathLst>
          </a:cu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4440000">
            <a:off x="10018395" y="-1160145"/>
            <a:ext cx="2395855" cy="2493645"/>
          </a:xfrm>
          <a:custGeom>
            <a:avLst/>
            <a:gdLst>
              <a:gd name="connsiteX0" fmla="*/ 0 w 4562"/>
              <a:gd name="connsiteY0" fmla="*/ 2702 h 4748"/>
              <a:gd name="connsiteX1" fmla="*/ 3941 w 4562"/>
              <a:gd name="connsiteY1" fmla="*/ 0 h 4748"/>
              <a:gd name="connsiteX2" fmla="*/ 3939 w 4562"/>
              <a:gd name="connsiteY2" fmla="*/ 2458 h 4748"/>
              <a:gd name="connsiteX3" fmla="*/ 1989 w 4562"/>
              <a:gd name="connsiteY3" fmla="*/ 4748 h 4748"/>
              <a:gd name="connsiteX4" fmla="*/ 0 w 4562"/>
              <a:gd name="connsiteY4" fmla="*/ 2702 h 4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" h="4748">
                <a:moveTo>
                  <a:pt x="0" y="2702"/>
                </a:moveTo>
                <a:cubicBezTo>
                  <a:pt x="0" y="1806"/>
                  <a:pt x="2540" y="0"/>
                  <a:pt x="3941" y="0"/>
                </a:cubicBezTo>
                <a:cubicBezTo>
                  <a:pt x="5340" y="0"/>
                  <a:pt x="3939" y="1562"/>
                  <a:pt x="3939" y="2458"/>
                </a:cubicBezTo>
                <a:cubicBezTo>
                  <a:pt x="3939" y="3354"/>
                  <a:pt x="3389" y="4748"/>
                  <a:pt x="1989" y="4748"/>
                </a:cubicBezTo>
                <a:cubicBezTo>
                  <a:pt x="589" y="4748"/>
                  <a:pt x="0" y="3599"/>
                  <a:pt x="0" y="2702"/>
                </a:cubicBezTo>
                <a:close/>
              </a:path>
            </a:pathLst>
          </a:custGeom>
          <a:solidFill>
            <a:srgbClr val="E3B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1440000">
            <a:off x="981075" y="3021965"/>
            <a:ext cx="1946910" cy="1938020"/>
          </a:xfrm>
          <a:custGeom>
            <a:avLst/>
            <a:gdLst>
              <a:gd name="connsiteX0" fmla="*/ 0 w 4058"/>
              <a:gd name="connsiteY0" fmla="*/ 2300 h 4041"/>
              <a:gd name="connsiteX1" fmla="*/ 3354 w 4058"/>
              <a:gd name="connsiteY1" fmla="*/ 0 h 4041"/>
              <a:gd name="connsiteX2" fmla="*/ 3866 w 4058"/>
              <a:gd name="connsiteY2" fmla="*/ 2715 h 4041"/>
              <a:gd name="connsiteX3" fmla="*/ 1693 w 4058"/>
              <a:gd name="connsiteY3" fmla="*/ 4041 h 4041"/>
              <a:gd name="connsiteX4" fmla="*/ 0 w 4058"/>
              <a:gd name="connsiteY4" fmla="*/ 2300 h 4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59" h="4041">
                <a:moveTo>
                  <a:pt x="0" y="2300"/>
                </a:moveTo>
                <a:cubicBezTo>
                  <a:pt x="0" y="1537"/>
                  <a:pt x="2162" y="0"/>
                  <a:pt x="3354" y="0"/>
                </a:cubicBezTo>
                <a:cubicBezTo>
                  <a:pt x="4545" y="0"/>
                  <a:pt x="3866" y="1952"/>
                  <a:pt x="3866" y="2715"/>
                </a:cubicBezTo>
                <a:cubicBezTo>
                  <a:pt x="3866" y="3478"/>
                  <a:pt x="2884" y="4041"/>
                  <a:pt x="1693" y="4041"/>
                </a:cubicBezTo>
                <a:cubicBezTo>
                  <a:pt x="501" y="4041"/>
                  <a:pt x="0" y="3063"/>
                  <a:pt x="0" y="2300"/>
                </a:cubicBezTo>
                <a:close/>
              </a:path>
            </a:pathLst>
          </a:cu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11430" y="3749675"/>
            <a:ext cx="12180570" cy="3108325"/>
          </a:xfrm>
          <a:custGeom>
            <a:avLst/>
            <a:gdLst>
              <a:gd name="connisteX0" fmla="*/ 0 w 12180494"/>
              <a:gd name="connsiteY0" fmla="*/ 3952657 h 4239900"/>
              <a:gd name="connisteX1" fmla="*/ 2033905 w 12180494"/>
              <a:gd name="connsiteY1" fmla="*/ 2951262 h 4239900"/>
              <a:gd name="connisteX2" fmla="*/ 5249545 w 12180494"/>
              <a:gd name="connsiteY2" fmla="*/ 4103152 h 4239900"/>
              <a:gd name="connisteX3" fmla="*/ 7694295 w 12180494"/>
              <a:gd name="connsiteY3" fmla="*/ 2570262 h 4239900"/>
              <a:gd name="connisteX4" fmla="*/ 9497695 w 12180494"/>
              <a:gd name="connsiteY4" fmla="*/ 4223167 h 4239900"/>
              <a:gd name="connisteX5" fmla="*/ 9317355 w 12180494"/>
              <a:gd name="connsiteY5" fmla="*/ 1518702 h 4239900"/>
              <a:gd name="connisteX6" fmla="*/ 11681460 w 12180494"/>
              <a:gd name="connsiteY6" fmla="*/ 606842 h 4239900"/>
              <a:gd name="connisteX7" fmla="*/ 9958070 w 12180494"/>
              <a:gd name="connsiteY7" fmla="*/ 25817 h 4239900"/>
              <a:gd name="connisteX8" fmla="*/ 10238740 w 12180494"/>
              <a:gd name="connsiteY8" fmla="*/ 1278037 h 4239900"/>
              <a:gd name="connisteX9" fmla="*/ 12002135 w 12180494"/>
              <a:gd name="connsiteY9" fmla="*/ 1619032 h 4239900"/>
              <a:gd name="connisteX10" fmla="*/ 12042140 w 12180494"/>
              <a:gd name="connsiteY10" fmla="*/ 1598712 h 4239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12180495" h="4239900">
                <a:moveTo>
                  <a:pt x="0" y="3952658"/>
                </a:moveTo>
                <a:cubicBezTo>
                  <a:pt x="342265" y="3729138"/>
                  <a:pt x="984250" y="2921418"/>
                  <a:pt x="2033905" y="2951263"/>
                </a:cubicBezTo>
                <a:cubicBezTo>
                  <a:pt x="3083560" y="2981108"/>
                  <a:pt x="4117340" y="4179353"/>
                  <a:pt x="5249545" y="4103153"/>
                </a:cubicBezTo>
                <a:cubicBezTo>
                  <a:pt x="6381750" y="4026953"/>
                  <a:pt x="6844665" y="2546133"/>
                  <a:pt x="7694295" y="2570263"/>
                </a:cubicBezTo>
                <a:cubicBezTo>
                  <a:pt x="8543925" y="2594393"/>
                  <a:pt x="9173210" y="4433353"/>
                  <a:pt x="9497695" y="4223168"/>
                </a:cubicBezTo>
                <a:cubicBezTo>
                  <a:pt x="9822180" y="4012983"/>
                  <a:pt x="8880475" y="2241968"/>
                  <a:pt x="9317355" y="1518703"/>
                </a:cubicBezTo>
                <a:cubicBezTo>
                  <a:pt x="9754235" y="795438"/>
                  <a:pt x="11553190" y="905293"/>
                  <a:pt x="11681460" y="606843"/>
                </a:cubicBezTo>
                <a:cubicBezTo>
                  <a:pt x="11809730" y="308393"/>
                  <a:pt x="10246360" y="-108167"/>
                  <a:pt x="9958070" y="25818"/>
                </a:cubicBezTo>
                <a:cubicBezTo>
                  <a:pt x="9669780" y="159803"/>
                  <a:pt x="9829800" y="959268"/>
                  <a:pt x="10238740" y="1278038"/>
                </a:cubicBezTo>
                <a:cubicBezTo>
                  <a:pt x="10647680" y="1596808"/>
                  <a:pt x="11641455" y="1554898"/>
                  <a:pt x="12002135" y="1619033"/>
                </a:cubicBezTo>
                <a:cubicBezTo>
                  <a:pt x="12362815" y="1683168"/>
                  <a:pt x="12069445" y="1609508"/>
                  <a:pt x="12042140" y="1598713"/>
                </a:cubicBezTo>
              </a:path>
            </a:pathLst>
          </a:custGeom>
          <a:noFill/>
          <a:ln>
            <a:solidFill>
              <a:srgbClr val="596475">
                <a:alpha val="3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806190" y="2202180"/>
            <a:ext cx="45910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solidFill>
                  <a:srgbClr val="596475"/>
                </a:solidFill>
                <a:latin typeface="站酷文艺体" panose="02000603000000000000" charset="-122"/>
                <a:ea typeface="站酷文艺体" panose="02000603000000000000" charset="-122"/>
              </a:rPr>
              <a:t>国内外研究现状</a:t>
            </a: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2098040" y="3169920"/>
            <a:ext cx="8007350" cy="11430"/>
          </a:xfrm>
          <a:prstGeom prst="line">
            <a:avLst/>
          </a:prstGeom>
          <a:ln w="12700">
            <a:solidFill>
              <a:srgbClr val="5964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028950" y="3668395"/>
            <a:ext cx="6145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14" name="椭圆 13"/>
          <p:cNvSpPr/>
          <p:nvPr/>
        </p:nvSpPr>
        <p:spPr>
          <a:xfrm>
            <a:off x="460375" y="5016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0328910" y="554672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08330" y="8382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8417560" y="1717040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001260" y="1481455"/>
            <a:ext cx="21894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596475"/>
                </a:solidFill>
                <a:latin typeface="站酷快乐体" panose="02010600030101010101" charset="-128"/>
                <a:ea typeface="站酷快乐体" panose="02010600030101010101" charset="-128"/>
              </a:rPr>
              <a:t>PART 02</a:t>
            </a:r>
          </a:p>
        </p:txBody>
      </p:sp>
      <p:sp>
        <p:nvSpPr>
          <p:cNvPr id="3" name="椭圆 2"/>
          <p:cNvSpPr/>
          <p:nvPr/>
        </p:nvSpPr>
        <p:spPr>
          <a:xfrm>
            <a:off x="10339070" y="5556250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/>
          <p:cNvSpPr/>
          <p:nvPr/>
        </p:nvSpPr>
        <p:spPr>
          <a:xfrm>
            <a:off x="640080" y="4406900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40080" y="398145"/>
            <a:ext cx="8221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国内外研究现状</a:t>
            </a:r>
            <a:r>
              <a:rPr lang="en-US" altLang="zh-CN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/ADD YOUR TITLE</a:t>
            </a:r>
          </a:p>
        </p:txBody>
      </p:sp>
      <p:pic>
        <p:nvPicPr>
          <p:cNvPr id="5" name="图片 4" descr="ecommerce-3530785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28470"/>
            <a:ext cx="4461510" cy="21272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101590" y="1728470"/>
            <a:ext cx="6471920" cy="2127885"/>
          </a:xfrm>
          <a:prstGeom prst="rect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01590" y="1913255"/>
            <a:ext cx="45910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bg1"/>
                </a:solidFill>
                <a:latin typeface="站酷高端黑" panose="02010600030101010101" charset="-122"/>
                <a:ea typeface="站酷高端黑" panose="02010600030101010101" charset="-122"/>
              </a:rPr>
              <a:t>国内外研究现状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101590" y="2505710"/>
            <a:ext cx="66147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72235" y="4465320"/>
            <a:ext cx="1916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</a:rPr>
              <a:t>研究现状</a:t>
            </a:r>
          </a:p>
        </p:txBody>
      </p:sp>
      <p:pic>
        <p:nvPicPr>
          <p:cNvPr id="6" name="图片 5" descr="iconfinder_Tilda_Icons_1ed_hat_35863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75" y="4455795"/>
            <a:ext cx="480060" cy="480060"/>
          </a:xfrm>
          <a:prstGeom prst="rect">
            <a:avLst/>
          </a:prstGeom>
        </p:spPr>
      </p:pic>
      <p:sp>
        <p:nvSpPr>
          <p:cNvPr id="17" name="椭圆 16"/>
          <p:cNvSpPr/>
          <p:nvPr/>
        </p:nvSpPr>
        <p:spPr>
          <a:xfrm>
            <a:off x="10624820" y="541337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0339070" y="5556250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049395" y="4465955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781550" y="4524375"/>
            <a:ext cx="1916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</a:rPr>
              <a:t>研究现状</a:t>
            </a:r>
          </a:p>
        </p:txBody>
      </p:sp>
      <p:sp>
        <p:nvSpPr>
          <p:cNvPr id="13" name="椭圆 12"/>
          <p:cNvSpPr/>
          <p:nvPr/>
        </p:nvSpPr>
        <p:spPr>
          <a:xfrm>
            <a:off x="7458710" y="4465955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190865" y="4524375"/>
            <a:ext cx="1916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</a:rPr>
              <a:t>研究现状</a:t>
            </a:r>
          </a:p>
        </p:txBody>
      </p:sp>
      <p:pic>
        <p:nvPicPr>
          <p:cNvPr id="15" name="图片 14" descr="iconfinder_Tilda_Icons_1ed_hat_35863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605" y="4514850"/>
            <a:ext cx="480060" cy="480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46075" y="5114290"/>
            <a:ext cx="32975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643630" y="5114290"/>
            <a:ext cx="32975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041515" y="5114290"/>
            <a:ext cx="32975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pic>
        <p:nvPicPr>
          <p:cNvPr id="24" name="图片 23" descr="iconfinder_Tilda_Icons_1ed_hat_35863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290" y="4514215"/>
            <a:ext cx="480060" cy="4800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527685" y="24384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1284605" y="3425825"/>
            <a:ext cx="9622790" cy="6350"/>
          </a:xfrm>
          <a:prstGeom prst="line">
            <a:avLst/>
          </a:prstGeom>
          <a:ln w="19050">
            <a:solidFill>
              <a:srgbClr val="5964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186180" y="1787525"/>
            <a:ext cx="30175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529965" y="4081145"/>
            <a:ext cx="30175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872480" y="1787525"/>
            <a:ext cx="30175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032750" y="4081145"/>
            <a:ext cx="30175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rgbClr val="2C423F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61060" y="598170"/>
            <a:ext cx="8221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国内外研究现状</a:t>
            </a:r>
            <a:r>
              <a:rPr lang="en-US" altLang="zh-CN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/ADD YOUR TITLE</a:t>
            </a:r>
          </a:p>
        </p:txBody>
      </p:sp>
      <p:sp>
        <p:nvSpPr>
          <p:cNvPr id="18" name="椭圆 17"/>
          <p:cNvSpPr/>
          <p:nvPr/>
        </p:nvSpPr>
        <p:spPr>
          <a:xfrm>
            <a:off x="2182495" y="3140075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latin typeface="站酷高端黑" panose="02010600030101010101" charset="-122"/>
                <a:ea typeface="站酷高端黑" panose="02010600030101010101" charset="-122"/>
              </a:rPr>
              <a:t>1</a:t>
            </a:r>
          </a:p>
        </p:txBody>
      </p:sp>
      <p:sp>
        <p:nvSpPr>
          <p:cNvPr id="2" name="椭圆 1"/>
          <p:cNvSpPr/>
          <p:nvPr/>
        </p:nvSpPr>
        <p:spPr>
          <a:xfrm>
            <a:off x="4462145" y="3140075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latin typeface="站酷高端黑" panose="02010600030101010101" charset="-122"/>
                <a:ea typeface="站酷高端黑" panose="02010600030101010101" charset="-122"/>
              </a:rPr>
              <a:t>2</a:t>
            </a:r>
          </a:p>
        </p:txBody>
      </p:sp>
      <p:sp>
        <p:nvSpPr>
          <p:cNvPr id="3" name="椭圆 2"/>
          <p:cNvSpPr/>
          <p:nvPr/>
        </p:nvSpPr>
        <p:spPr>
          <a:xfrm>
            <a:off x="7092315" y="3140075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latin typeface="站酷高端黑" panose="02010600030101010101" charset="-122"/>
                <a:ea typeface="站酷高端黑" panose="02010600030101010101" charset="-122"/>
              </a:rPr>
              <a:t>3</a:t>
            </a:r>
          </a:p>
        </p:txBody>
      </p:sp>
      <p:sp>
        <p:nvSpPr>
          <p:cNvPr id="4" name="椭圆 3"/>
          <p:cNvSpPr/>
          <p:nvPr/>
        </p:nvSpPr>
        <p:spPr>
          <a:xfrm>
            <a:off x="9252585" y="3140075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latin typeface="站酷高端黑" panose="02010600030101010101" charset="-122"/>
                <a:ea typeface="站酷高端黑" panose="02010600030101010101" charset="-122"/>
              </a:rPr>
              <a:t>4</a:t>
            </a:r>
          </a:p>
        </p:txBody>
      </p:sp>
      <p:sp>
        <p:nvSpPr>
          <p:cNvPr id="17" name="椭圆 16"/>
          <p:cNvSpPr/>
          <p:nvPr/>
        </p:nvSpPr>
        <p:spPr>
          <a:xfrm>
            <a:off x="10986135" y="572452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40055" y="6794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0378440" y="597725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5000625"/>
            <a:ext cx="12191365" cy="1873885"/>
          </a:xfrm>
          <a:prstGeom prst="rect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ecommerce-3530785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4461510" cy="25774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40080" y="5601970"/>
            <a:ext cx="109118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40080" y="5000625"/>
            <a:ext cx="2421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</p:txBody>
      </p:sp>
      <p:graphicFrame>
        <p:nvGraphicFramePr>
          <p:cNvPr id="7" name="图表 6"/>
          <p:cNvGraphicFramePr/>
          <p:nvPr/>
        </p:nvGraphicFramePr>
        <p:xfrm>
          <a:off x="5891530" y="981710"/>
          <a:ext cx="5660390" cy="3731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40080" y="398145"/>
            <a:ext cx="8221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国内外研究现状</a:t>
            </a:r>
            <a:r>
              <a:rPr lang="en-US" altLang="zh-CN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/ADD YOUR TITLE</a:t>
            </a:r>
          </a:p>
        </p:txBody>
      </p:sp>
      <p:sp>
        <p:nvSpPr>
          <p:cNvPr id="8" name="椭圆 7"/>
          <p:cNvSpPr/>
          <p:nvPr/>
        </p:nvSpPr>
        <p:spPr>
          <a:xfrm rot="16500000">
            <a:off x="11047095" y="113665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 rot="16500000">
            <a:off x="11476990" y="54356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0986135" y="572452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40055" y="6794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40715" y="26416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378440" y="597725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40080" y="398145"/>
            <a:ext cx="8221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国内外研究现状</a:t>
            </a:r>
            <a:r>
              <a:rPr lang="en-US" altLang="zh-CN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/ADD YOUR TITLE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1990" y="1452245"/>
            <a:ext cx="63931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b="1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b="1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b="1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  <a:r>
              <a:rPr lang="zh-CN" altLang="en-US" b="1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b="1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b="1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b="1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3" name="矩形 2"/>
          <p:cNvSpPr/>
          <p:nvPr/>
        </p:nvSpPr>
        <p:spPr>
          <a:xfrm>
            <a:off x="9148445" y="1713230"/>
            <a:ext cx="2008505" cy="1638935"/>
          </a:xfrm>
          <a:prstGeom prst="rect">
            <a:avLst/>
          </a:prstGeom>
          <a:solidFill>
            <a:srgbClr val="E3B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站酷快乐体" panose="02010600030101010101" charset="-128"/>
                <a:ea typeface="站酷快乐体" panose="02010600030101010101" charset="-128"/>
                <a:cs typeface="站酷快乐体" panose="02010600030101010101" charset="-128"/>
              </a:rPr>
              <a:t>65</a:t>
            </a:r>
            <a:r>
              <a:rPr lang="zh-CN" altLang="en-US" sz="4800">
                <a:latin typeface="站酷快乐体" panose="02010600030101010101" charset="-128"/>
                <a:ea typeface="站酷快乐体" panose="02010600030101010101" charset="-128"/>
                <a:cs typeface="站酷快乐体" panose="02010600030101010101" charset="-128"/>
              </a:rPr>
              <a:t>％</a:t>
            </a:r>
          </a:p>
        </p:txBody>
      </p:sp>
      <p:sp>
        <p:nvSpPr>
          <p:cNvPr id="7" name="矩形 6"/>
          <p:cNvSpPr/>
          <p:nvPr/>
        </p:nvSpPr>
        <p:spPr>
          <a:xfrm>
            <a:off x="7162800" y="3356610"/>
            <a:ext cx="1985645" cy="1762760"/>
          </a:xfrm>
          <a:prstGeom prst="rect">
            <a:avLst/>
          </a:prstGeom>
          <a:solidFill>
            <a:srgbClr val="9A6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73200" y="2957830"/>
            <a:ext cx="1856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596475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73200" y="3277870"/>
            <a:ext cx="4498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73200" y="4545330"/>
            <a:ext cx="1856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596475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473200" y="4865370"/>
            <a:ext cx="4498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159625" y="3500120"/>
            <a:ext cx="20942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pic>
        <p:nvPicPr>
          <p:cNvPr id="5" name="图片 4" descr="ecommerce-3530785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625" y="1713865"/>
            <a:ext cx="1988820" cy="1642745"/>
          </a:xfrm>
          <a:prstGeom prst="rect">
            <a:avLst/>
          </a:prstGeom>
        </p:spPr>
      </p:pic>
      <p:pic>
        <p:nvPicPr>
          <p:cNvPr id="8" name="图片 7" descr="ecommerce-3530785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6540" y="3352165"/>
            <a:ext cx="2011045" cy="17672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0862945" y="661670"/>
            <a:ext cx="132905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0624820" y="541337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 rot="1200000">
            <a:off x="489799" y="2275253"/>
            <a:ext cx="1699103" cy="2672080"/>
          </a:xfrm>
          <a:custGeom>
            <a:avLst/>
            <a:gdLst>
              <a:gd name="connsiteX0" fmla="*/ 0 w 2675"/>
              <a:gd name="connsiteY0" fmla="*/ 2201 h 4208"/>
              <a:gd name="connsiteX1" fmla="*/ 2036 w 2675"/>
              <a:gd name="connsiteY1" fmla="*/ 0 h 4208"/>
              <a:gd name="connsiteX2" fmla="*/ 2649 w 2675"/>
              <a:gd name="connsiteY2" fmla="*/ 2149 h 4208"/>
              <a:gd name="connsiteX3" fmla="*/ 1268 w 2675"/>
              <a:gd name="connsiteY3" fmla="*/ 4208 h 4208"/>
              <a:gd name="connsiteX4" fmla="*/ 0 w 2675"/>
              <a:gd name="connsiteY4" fmla="*/ 2201 h 4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" h="4208">
                <a:moveTo>
                  <a:pt x="0" y="2201"/>
                </a:moveTo>
                <a:cubicBezTo>
                  <a:pt x="0" y="921"/>
                  <a:pt x="1201" y="0"/>
                  <a:pt x="2036" y="0"/>
                </a:cubicBezTo>
                <a:cubicBezTo>
                  <a:pt x="2871" y="0"/>
                  <a:pt x="2649" y="869"/>
                  <a:pt x="2649" y="2149"/>
                </a:cubicBezTo>
                <a:cubicBezTo>
                  <a:pt x="2649" y="3429"/>
                  <a:pt x="2103" y="4208"/>
                  <a:pt x="1268" y="4208"/>
                </a:cubicBezTo>
                <a:cubicBezTo>
                  <a:pt x="433" y="4208"/>
                  <a:pt x="0" y="3481"/>
                  <a:pt x="0" y="2201"/>
                </a:cubicBezTo>
                <a:close/>
              </a:path>
            </a:pathLst>
          </a:cu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4440000">
            <a:off x="10018395" y="-1160145"/>
            <a:ext cx="2395855" cy="2493645"/>
          </a:xfrm>
          <a:custGeom>
            <a:avLst/>
            <a:gdLst>
              <a:gd name="connsiteX0" fmla="*/ 0 w 4562"/>
              <a:gd name="connsiteY0" fmla="*/ 2702 h 4748"/>
              <a:gd name="connsiteX1" fmla="*/ 3941 w 4562"/>
              <a:gd name="connsiteY1" fmla="*/ 0 h 4748"/>
              <a:gd name="connsiteX2" fmla="*/ 3939 w 4562"/>
              <a:gd name="connsiteY2" fmla="*/ 2458 h 4748"/>
              <a:gd name="connsiteX3" fmla="*/ 1989 w 4562"/>
              <a:gd name="connsiteY3" fmla="*/ 4748 h 4748"/>
              <a:gd name="connsiteX4" fmla="*/ 0 w 4562"/>
              <a:gd name="connsiteY4" fmla="*/ 2702 h 4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" h="4748">
                <a:moveTo>
                  <a:pt x="0" y="2702"/>
                </a:moveTo>
                <a:cubicBezTo>
                  <a:pt x="0" y="1806"/>
                  <a:pt x="2540" y="0"/>
                  <a:pt x="3941" y="0"/>
                </a:cubicBezTo>
                <a:cubicBezTo>
                  <a:pt x="5340" y="0"/>
                  <a:pt x="3939" y="1562"/>
                  <a:pt x="3939" y="2458"/>
                </a:cubicBezTo>
                <a:cubicBezTo>
                  <a:pt x="3939" y="3354"/>
                  <a:pt x="3389" y="4748"/>
                  <a:pt x="1989" y="4748"/>
                </a:cubicBezTo>
                <a:cubicBezTo>
                  <a:pt x="589" y="4748"/>
                  <a:pt x="0" y="3599"/>
                  <a:pt x="0" y="2702"/>
                </a:cubicBezTo>
                <a:close/>
              </a:path>
            </a:pathLst>
          </a:custGeom>
          <a:solidFill>
            <a:srgbClr val="E3B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1440000">
            <a:off x="981075" y="3021965"/>
            <a:ext cx="1946910" cy="1938020"/>
          </a:xfrm>
          <a:custGeom>
            <a:avLst/>
            <a:gdLst>
              <a:gd name="connsiteX0" fmla="*/ 0 w 4058"/>
              <a:gd name="connsiteY0" fmla="*/ 2300 h 4041"/>
              <a:gd name="connsiteX1" fmla="*/ 3354 w 4058"/>
              <a:gd name="connsiteY1" fmla="*/ 0 h 4041"/>
              <a:gd name="connsiteX2" fmla="*/ 3866 w 4058"/>
              <a:gd name="connsiteY2" fmla="*/ 2715 h 4041"/>
              <a:gd name="connsiteX3" fmla="*/ 1693 w 4058"/>
              <a:gd name="connsiteY3" fmla="*/ 4041 h 4041"/>
              <a:gd name="connsiteX4" fmla="*/ 0 w 4058"/>
              <a:gd name="connsiteY4" fmla="*/ 2300 h 4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59" h="4041">
                <a:moveTo>
                  <a:pt x="0" y="2300"/>
                </a:moveTo>
                <a:cubicBezTo>
                  <a:pt x="0" y="1537"/>
                  <a:pt x="2162" y="0"/>
                  <a:pt x="3354" y="0"/>
                </a:cubicBezTo>
                <a:cubicBezTo>
                  <a:pt x="4545" y="0"/>
                  <a:pt x="3866" y="1952"/>
                  <a:pt x="3866" y="2715"/>
                </a:cubicBezTo>
                <a:cubicBezTo>
                  <a:pt x="3866" y="3478"/>
                  <a:pt x="2884" y="4041"/>
                  <a:pt x="1693" y="4041"/>
                </a:cubicBezTo>
                <a:cubicBezTo>
                  <a:pt x="501" y="4041"/>
                  <a:pt x="0" y="3063"/>
                  <a:pt x="0" y="2300"/>
                </a:cubicBezTo>
                <a:close/>
              </a:path>
            </a:pathLst>
          </a:cu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11430" y="3749675"/>
            <a:ext cx="12180570" cy="3108325"/>
          </a:xfrm>
          <a:custGeom>
            <a:avLst/>
            <a:gdLst>
              <a:gd name="connisteX0" fmla="*/ 0 w 12180494"/>
              <a:gd name="connsiteY0" fmla="*/ 3952657 h 4239900"/>
              <a:gd name="connisteX1" fmla="*/ 2033905 w 12180494"/>
              <a:gd name="connsiteY1" fmla="*/ 2951262 h 4239900"/>
              <a:gd name="connisteX2" fmla="*/ 5249545 w 12180494"/>
              <a:gd name="connsiteY2" fmla="*/ 4103152 h 4239900"/>
              <a:gd name="connisteX3" fmla="*/ 7694295 w 12180494"/>
              <a:gd name="connsiteY3" fmla="*/ 2570262 h 4239900"/>
              <a:gd name="connisteX4" fmla="*/ 9497695 w 12180494"/>
              <a:gd name="connsiteY4" fmla="*/ 4223167 h 4239900"/>
              <a:gd name="connisteX5" fmla="*/ 9317355 w 12180494"/>
              <a:gd name="connsiteY5" fmla="*/ 1518702 h 4239900"/>
              <a:gd name="connisteX6" fmla="*/ 11681460 w 12180494"/>
              <a:gd name="connsiteY6" fmla="*/ 606842 h 4239900"/>
              <a:gd name="connisteX7" fmla="*/ 9958070 w 12180494"/>
              <a:gd name="connsiteY7" fmla="*/ 25817 h 4239900"/>
              <a:gd name="connisteX8" fmla="*/ 10238740 w 12180494"/>
              <a:gd name="connsiteY8" fmla="*/ 1278037 h 4239900"/>
              <a:gd name="connisteX9" fmla="*/ 12002135 w 12180494"/>
              <a:gd name="connsiteY9" fmla="*/ 1619032 h 4239900"/>
              <a:gd name="connisteX10" fmla="*/ 12042140 w 12180494"/>
              <a:gd name="connsiteY10" fmla="*/ 1598712 h 4239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12180495" h="4239900">
                <a:moveTo>
                  <a:pt x="0" y="3952658"/>
                </a:moveTo>
                <a:cubicBezTo>
                  <a:pt x="342265" y="3729138"/>
                  <a:pt x="984250" y="2921418"/>
                  <a:pt x="2033905" y="2951263"/>
                </a:cubicBezTo>
                <a:cubicBezTo>
                  <a:pt x="3083560" y="2981108"/>
                  <a:pt x="4117340" y="4179353"/>
                  <a:pt x="5249545" y="4103153"/>
                </a:cubicBezTo>
                <a:cubicBezTo>
                  <a:pt x="6381750" y="4026953"/>
                  <a:pt x="6844665" y="2546133"/>
                  <a:pt x="7694295" y="2570263"/>
                </a:cubicBezTo>
                <a:cubicBezTo>
                  <a:pt x="8543925" y="2594393"/>
                  <a:pt x="9173210" y="4433353"/>
                  <a:pt x="9497695" y="4223168"/>
                </a:cubicBezTo>
                <a:cubicBezTo>
                  <a:pt x="9822180" y="4012983"/>
                  <a:pt x="8880475" y="2241968"/>
                  <a:pt x="9317355" y="1518703"/>
                </a:cubicBezTo>
                <a:cubicBezTo>
                  <a:pt x="9754235" y="795438"/>
                  <a:pt x="11553190" y="905293"/>
                  <a:pt x="11681460" y="606843"/>
                </a:cubicBezTo>
                <a:cubicBezTo>
                  <a:pt x="11809730" y="308393"/>
                  <a:pt x="10246360" y="-108167"/>
                  <a:pt x="9958070" y="25818"/>
                </a:cubicBezTo>
                <a:cubicBezTo>
                  <a:pt x="9669780" y="159803"/>
                  <a:pt x="9829800" y="959268"/>
                  <a:pt x="10238740" y="1278038"/>
                </a:cubicBezTo>
                <a:cubicBezTo>
                  <a:pt x="10647680" y="1596808"/>
                  <a:pt x="11641455" y="1554898"/>
                  <a:pt x="12002135" y="1619033"/>
                </a:cubicBezTo>
                <a:cubicBezTo>
                  <a:pt x="12362815" y="1683168"/>
                  <a:pt x="12069445" y="1609508"/>
                  <a:pt x="12042140" y="1598713"/>
                </a:cubicBezTo>
              </a:path>
            </a:pathLst>
          </a:custGeom>
          <a:noFill/>
          <a:ln>
            <a:solidFill>
              <a:srgbClr val="596475">
                <a:alpha val="3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806190" y="2202180"/>
            <a:ext cx="45910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solidFill>
                  <a:srgbClr val="596475"/>
                </a:solidFill>
                <a:latin typeface="站酷文艺体" panose="02000603000000000000" charset="-122"/>
                <a:ea typeface="站酷文艺体" panose="02000603000000000000" charset="-122"/>
              </a:rPr>
              <a:t>研究方法和内容</a:t>
            </a: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2098040" y="3169920"/>
            <a:ext cx="8007350" cy="11430"/>
          </a:xfrm>
          <a:prstGeom prst="line">
            <a:avLst/>
          </a:prstGeom>
          <a:ln w="12700">
            <a:solidFill>
              <a:srgbClr val="5964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028950" y="3668395"/>
            <a:ext cx="6145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14" name="椭圆 13"/>
          <p:cNvSpPr/>
          <p:nvPr/>
        </p:nvSpPr>
        <p:spPr>
          <a:xfrm>
            <a:off x="460375" y="5016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0328910" y="554672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08330" y="8382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8417560" y="1717040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001260" y="1481455"/>
            <a:ext cx="21894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596475"/>
                </a:solidFill>
                <a:latin typeface="站酷快乐体" panose="02010600030101010101" charset="-128"/>
                <a:ea typeface="站酷快乐体" panose="02010600030101010101" charset="-128"/>
              </a:rPr>
              <a:t>PART 03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0986135" y="572452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40055" y="6794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40715" y="26416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378440" y="597725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40080" y="398145"/>
            <a:ext cx="8221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研究方法和内容</a:t>
            </a:r>
            <a:r>
              <a:rPr lang="en-US" altLang="zh-CN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/ADD YOUR TITLE</a:t>
            </a:r>
          </a:p>
        </p:txBody>
      </p:sp>
      <p:sp>
        <p:nvSpPr>
          <p:cNvPr id="3" name="梯形 2"/>
          <p:cNvSpPr/>
          <p:nvPr/>
        </p:nvSpPr>
        <p:spPr>
          <a:xfrm rot="5400000">
            <a:off x="354330" y="2001520"/>
            <a:ext cx="2424430" cy="1852295"/>
          </a:xfrm>
          <a:prstGeom prst="trapezoid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rot="5400000">
            <a:off x="3398520" y="2001520"/>
            <a:ext cx="2424430" cy="1852295"/>
          </a:xfrm>
          <a:prstGeom prst="trapezoid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/>
          <p:cNvSpPr/>
          <p:nvPr/>
        </p:nvSpPr>
        <p:spPr>
          <a:xfrm rot="5400000">
            <a:off x="6436360" y="2001520"/>
            <a:ext cx="2424430" cy="1852295"/>
          </a:xfrm>
          <a:prstGeom prst="trapezoid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梯形 6"/>
          <p:cNvSpPr/>
          <p:nvPr/>
        </p:nvSpPr>
        <p:spPr>
          <a:xfrm rot="5400000">
            <a:off x="9464675" y="2001520"/>
            <a:ext cx="2424430" cy="1852295"/>
          </a:xfrm>
          <a:prstGeom prst="trapezoid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7665" y="4645660"/>
            <a:ext cx="23983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11855" y="4645660"/>
            <a:ext cx="23983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449695" y="4645660"/>
            <a:ext cx="23983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478010" y="4645660"/>
            <a:ext cx="23983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40715" y="2792730"/>
            <a:ext cx="185293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  <a:p>
            <a:pPr algn="ctr"/>
            <a:r>
              <a:rPr lang="en-US" altLang="zh-CN" sz="1600" b="1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ADD YOUR TITLE</a:t>
            </a:r>
          </a:p>
        </p:txBody>
      </p:sp>
      <p:pic>
        <p:nvPicPr>
          <p:cNvPr id="15" name="图片 14" descr="iconfinder_Tilda_Icons_1ed_hat_3586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515" y="2162175"/>
            <a:ext cx="480060" cy="480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684905" y="2792730"/>
            <a:ext cx="185293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  <a:p>
            <a:pPr algn="ctr"/>
            <a:r>
              <a:rPr lang="en-US" altLang="zh-CN" sz="1600" b="1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ADD YOUR TITLE</a:t>
            </a:r>
          </a:p>
        </p:txBody>
      </p:sp>
      <p:pic>
        <p:nvPicPr>
          <p:cNvPr id="19" name="图片 18" descr="iconfinder_Tilda_Icons_1ed_hat_3586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705" y="2162175"/>
            <a:ext cx="480060" cy="48006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722745" y="2792730"/>
            <a:ext cx="185293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  <a:p>
            <a:pPr algn="ctr"/>
            <a:r>
              <a:rPr lang="en-US" altLang="zh-CN" sz="1600" b="1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ADD YOUR TITLE</a:t>
            </a:r>
          </a:p>
        </p:txBody>
      </p:sp>
      <p:pic>
        <p:nvPicPr>
          <p:cNvPr id="21" name="图片 20" descr="iconfinder_Tilda_Icons_1ed_hat_3586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545" y="2162175"/>
            <a:ext cx="480060" cy="48006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9751060" y="2792730"/>
            <a:ext cx="185293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  <a:p>
            <a:pPr algn="ctr"/>
            <a:r>
              <a:rPr lang="en-US" altLang="zh-CN" sz="1600" b="1">
                <a:solidFill>
                  <a:schemeClr val="bg1"/>
                </a:solidFill>
                <a:latin typeface="站酷酷黑体" panose="02010600030101010101" charset="-128"/>
                <a:ea typeface="站酷酷黑体" panose="02010600030101010101" charset="-128"/>
              </a:rPr>
              <a:t>ADD YOUR TITLE</a:t>
            </a:r>
          </a:p>
        </p:txBody>
      </p:sp>
      <p:pic>
        <p:nvPicPr>
          <p:cNvPr id="23" name="图片 22" descr="iconfinder_Tilda_Icons_1ed_hat_3586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860" y="2162175"/>
            <a:ext cx="480060" cy="4800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0986135" y="572452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40055" y="6794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40715" y="26416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378440" y="597725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40080" y="398145"/>
            <a:ext cx="8221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研究方法和内容</a:t>
            </a:r>
            <a:r>
              <a:rPr lang="en-US" altLang="zh-CN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/ADD YOUR TITLE</a:t>
            </a:r>
          </a:p>
        </p:txBody>
      </p:sp>
      <p:pic>
        <p:nvPicPr>
          <p:cNvPr id="5" name="图片 4" descr="ecommerce-3530785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" y="1537970"/>
            <a:ext cx="4131945" cy="23876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50570" y="3925570"/>
            <a:ext cx="4131945" cy="1798955"/>
          </a:xfrm>
          <a:prstGeom prst="rect">
            <a:avLst/>
          </a:prstGeom>
          <a:solidFill>
            <a:srgbClr val="E3B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800">
              <a:latin typeface="站酷快乐体" panose="02010600030101010101" charset="-128"/>
              <a:ea typeface="站酷快乐体" panose="02010600030101010101" charset="-128"/>
              <a:cs typeface="站酷快乐体" panose="02010600030101010101" charset="-128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80100" y="1755775"/>
            <a:ext cx="1856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596475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880100" y="2075815"/>
            <a:ext cx="4498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939790" y="3857625"/>
            <a:ext cx="1856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596475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39790" y="4177665"/>
            <a:ext cx="4498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7" name="流程图: 终止 6"/>
          <p:cNvSpPr/>
          <p:nvPr/>
        </p:nvSpPr>
        <p:spPr>
          <a:xfrm>
            <a:off x="5939790" y="1333500"/>
            <a:ext cx="1292860" cy="370205"/>
          </a:xfrm>
          <a:prstGeom prst="flowChartTerminator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站酷快乐体" panose="02010600030101010101" charset="-128"/>
                <a:ea typeface="站酷快乐体" panose="02010600030101010101" charset="-128"/>
              </a:rPr>
              <a:t>PART 1</a:t>
            </a:r>
          </a:p>
        </p:txBody>
      </p:sp>
      <p:sp>
        <p:nvSpPr>
          <p:cNvPr id="8" name="流程图: 终止 7"/>
          <p:cNvSpPr/>
          <p:nvPr/>
        </p:nvSpPr>
        <p:spPr>
          <a:xfrm>
            <a:off x="5939790" y="3430270"/>
            <a:ext cx="1292860" cy="370205"/>
          </a:xfrm>
          <a:prstGeom prst="flowChartTerminator">
            <a:avLst/>
          </a:pr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站酷快乐体" panose="02010600030101010101" charset="-128"/>
                <a:ea typeface="站酷快乐体" panose="02010600030101010101" charset="-128"/>
              </a:rPr>
              <a:t>PART 2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50570" y="4034790"/>
            <a:ext cx="3950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站酷高端黑" panose="02010600030101010101" charset="-122"/>
                <a:ea typeface="站酷高端黑" panose="02010600030101010101" charset="-122"/>
              </a:rPr>
              <a:t>研究方法和内容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50570" y="4542155"/>
            <a:ext cx="42024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</a:t>
            </a:r>
            <a:endParaRPr lang="en-US" altLang="zh-CN" sz="2000" dirty="0">
              <a:solidFill>
                <a:schemeClr val="bg1"/>
              </a:solidFill>
              <a:effectLst/>
              <a:latin typeface="站酷文艺体" panose="02000603000000000000" charset="-122"/>
              <a:ea typeface="站酷文艺体" panose="02000603000000000000" charset="-122"/>
              <a:cs typeface="汉仪君黑-45简" panose="020B0604020202020204" charset="-122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 rot="16440000">
            <a:off x="664845" y="5850890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 rot="16440000">
            <a:off x="211455" y="552386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40055" y="6794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40715" y="26416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40080" y="398145"/>
            <a:ext cx="8221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研究方法和内容</a:t>
            </a:r>
            <a:r>
              <a:rPr lang="en-US" altLang="zh-CN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/ADD YOUR TITLE</a:t>
            </a:r>
          </a:p>
        </p:txBody>
      </p:sp>
      <p:sp>
        <p:nvSpPr>
          <p:cNvPr id="2" name="椭圆 1"/>
          <p:cNvSpPr/>
          <p:nvPr/>
        </p:nvSpPr>
        <p:spPr>
          <a:xfrm>
            <a:off x="730250" y="1642745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iconfinder_Tilda_Icons_1ed_hat_3586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45" y="1691640"/>
            <a:ext cx="480060" cy="480060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4667885" y="1642745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iconfinder_Tilda_Icons_1ed_hat_3586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80" y="1691640"/>
            <a:ext cx="480060" cy="48006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730250" y="4036060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iconfinder_Tilda_Icons_1ed_hat_3586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45" y="4084955"/>
            <a:ext cx="480060" cy="480060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4667885" y="4036060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iconfinder_Tilda_Icons_1ed_hat_3586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80" y="4084955"/>
            <a:ext cx="480060" cy="4800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397635" y="1732280"/>
            <a:ext cx="1856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596475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30250" y="2305685"/>
            <a:ext cx="29476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30250" y="4778375"/>
            <a:ext cx="29476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667885" y="2305685"/>
            <a:ext cx="29476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716780" y="4778375"/>
            <a:ext cx="29476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397635" y="4125595"/>
            <a:ext cx="1856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596475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381625" y="1732280"/>
            <a:ext cx="1856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596475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381625" y="4125595"/>
            <a:ext cx="1856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596475"/>
                </a:solidFill>
                <a:latin typeface="站酷酷黑体" panose="02010600030101010101" charset="-128"/>
                <a:ea typeface="站酷酷黑体" panose="02010600030101010101" charset="-128"/>
              </a:rPr>
              <a:t>输入你的标题</a:t>
            </a:r>
          </a:p>
        </p:txBody>
      </p:sp>
      <p:pic>
        <p:nvPicPr>
          <p:cNvPr id="23" name="图片 22" descr="pexels-photo-40677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045" y="0"/>
            <a:ext cx="370395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0862945" y="661670"/>
            <a:ext cx="132905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0624820" y="541337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 rot="1200000">
            <a:off x="489799" y="2275253"/>
            <a:ext cx="1699103" cy="2672080"/>
          </a:xfrm>
          <a:custGeom>
            <a:avLst/>
            <a:gdLst>
              <a:gd name="connsiteX0" fmla="*/ 0 w 2675"/>
              <a:gd name="connsiteY0" fmla="*/ 2201 h 4208"/>
              <a:gd name="connsiteX1" fmla="*/ 2036 w 2675"/>
              <a:gd name="connsiteY1" fmla="*/ 0 h 4208"/>
              <a:gd name="connsiteX2" fmla="*/ 2649 w 2675"/>
              <a:gd name="connsiteY2" fmla="*/ 2149 h 4208"/>
              <a:gd name="connsiteX3" fmla="*/ 1268 w 2675"/>
              <a:gd name="connsiteY3" fmla="*/ 4208 h 4208"/>
              <a:gd name="connsiteX4" fmla="*/ 0 w 2675"/>
              <a:gd name="connsiteY4" fmla="*/ 2201 h 4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" h="4208">
                <a:moveTo>
                  <a:pt x="0" y="2201"/>
                </a:moveTo>
                <a:cubicBezTo>
                  <a:pt x="0" y="921"/>
                  <a:pt x="1201" y="0"/>
                  <a:pt x="2036" y="0"/>
                </a:cubicBezTo>
                <a:cubicBezTo>
                  <a:pt x="2871" y="0"/>
                  <a:pt x="2649" y="869"/>
                  <a:pt x="2649" y="2149"/>
                </a:cubicBezTo>
                <a:cubicBezTo>
                  <a:pt x="2649" y="3429"/>
                  <a:pt x="2103" y="4208"/>
                  <a:pt x="1268" y="4208"/>
                </a:cubicBezTo>
                <a:cubicBezTo>
                  <a:pt x="433" y="4208"/>
                  <a:pt x="0" y="3481"/>
                  <a:pt x="0" y="2201"/>
                </a:cubicBezTo>
                <a:close/>
              </a:path>
            </a:pathLst>
          </a:cu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4440000">
            <a:off x="10018395" y="-1160145"/>
            <a:ext cx="2395855" cy="2493645"/>
          </a:xfrm>
          <a:custGeom>
            <a:avLst/>
            <a:gdLst>
              <a:gd name="connsiteX0" fmla="*/ 0 w 4562"/>
              <a:gd name="connsiteY0" fmla="*/ 2702 h 4748"/>
              <a:gd name="connsiteX1" fmla="*/ 3941 w 4562"/>
              <a:gd name="connsiteY1" fmla="*/ 0 h 4748"/>
              <a:gd name="connsiteX2" fmla="*/ 3939 w 4562"/>
              <a:gd name="connsiteY2" fmla="*/ 2458 h 4748"/>
              <a:gd name="connsiteX3" fmla="*/ 1989 w 4562"/>
              <a:gd name="connsiteY3" fmla="*/ 4748 h 4748"/>
              <a:gd name="connsiteX4" fmla="*/ 0 w 4562"/>
              <a:gd name="connsiteY4" fmla="*/ 2702 h 4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" h="4748">
                <a:moveTo>
                  <a:pt x="0" y="2702"/>
                </a:moveTo>
                <a:cubicBezTo>
                  <a:pt x="0" y="1806"/>
                  <a:pt x="2540" y="0"/>
                  <a:pt x="3941" y="0"/>
                </a:cubicBezTo>
                <a:cubicBezTo>
                  <a:pt x="5340" y="0"/>
                  <a:pt x="3939" y="1562"/>
                  <a:pt x="3939" y="2458"/>
                </a:cubicBezTo>
                <a:cubicBezTo>
                  <a:pt x="3939" y="3354"/>
                  <a:pt x="3389" y="4748"/>
                  <a:pt x="1989" y="4748"/>
                </a:cubicBezTo>
                <a:cubicBezTo>
                  <a:pt x="589" y="4748"/>
                  <a:pt x="0" y="3599"/>
                  <a:pt x="0" y="2702"/>
                </a:cubicBezTo>
                <a:close/>
              </a:path>
            </a:pathLst>
          </a:custGeom>
          <a:solidFill>
            <a:srgbClr val="E3B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1440000">
            <a:off x="981075" y="3021965"/>
            <a:ext cx="1946910" cy="1938020"/>
          </a:xfrm>
          <a:custGeom>
            <a:avLst/>
            <a:gdLst>
              <a:gd name="connsiteX0" fmla="*/ 0 w 4058"/>
              <a:gd name="connsiteY0" fmla="*/ 2300 h 4041"/>
              <a:gd name="connsiteX1" fmla="*/ 3354 w 4058"/>
              <a:gd name="connsiteY1" fmla="*/ 0 h 4041"/>
              <a:gd name="connsiteX2" fmla="*/ 3866 w 4058"/>
              <a:gd name="connsiteY2" fmla="*/ 2715 h 4041"/>
              <a:gd name="connsiteX3" fmla="*/ 1693 w 4058"/>
              <a:gd name="connsiteY3" fmla="*/ 4041 h 4041"/>
              <a:gd name="connsiteX4" fmla="*/ 0 w 4058"/>
              <a:gd name="connsiteY4" fmla="*/ 2300 h 4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59" h="4041">
                <a:moveTo>
                  <a:pt x="0" y="2300"/>
                </a:moveTo>
                <a:cubicBezTo>
                  <a:pt x="0" y="1537"/>
                  <a:pt x="2162" y="0"/>
                  <a:pt x="3354" y="0"/>
                </a:cubicBezTo>
                <a:cubicBezTo>
                  <a:pt x="4545" y="0"/>
                  <a:pt x="3866" y="1952"/>
                  <a:pt x="3866" y="2715"/>
                </a:cubicBezTo>
                <a:cubicBezTo>
                  <a:pt x="3866" y="3478"/>
                  <a:pt x="2884" y="4041"/>
                  <a:pt x="1693" y="4041"/>
                </a:cubicBezTo>
                <a:cubicBezTo>
                  <a:pt x="501" y="4041"/>
                  <a:pt x="0" y="3063"/>
                  <a:pt x="0" y="2300"/>
                </a:cubicBezTo>
                <a:close/>
              </a:path>
            </a:pathLst>
          </a:cu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11430" y="3749675"/>
            <a:ext cx="12180570" cy="3108325"/>
          </a:xfrm>
          <a:custGeom>
            <a:avLst/>
            <a:gdLst>
              <a:gd name="connisteX0" fmla="*/ 0 w 12180494"/>
              <a:gd name="connsiteY0" fmla="*/ 3952657 h 4239900"/>
              <a:gd name="connisteX1" fmla="*/ 2033905 w 12180494"/>
              <a:gd name="connsiteY1" fmla="*/ 2951262 h 4239900"/>
              <a:gd name="connisteX2" fmla="*/ 5249545 w 12180494"/>
              <a:gd name="connsiteY2" fmla="*/ 4103152 h 4239900"/>
              <a:gd name="connisteX3" fmla="*/ 7694295 w 12180494"/>
              <a:gd name="connsiteY3" fmla="*/ 2570262 h 4239900"/>
              <a:gd name="connisteX4" fmla="*/ 9497695 w 12180494"/>
              <a:gd name="connsiteY4" fmla="*/ 4223167 h 4239900"/>
              <a:gd name="connisteX5" fmla="*/ 9317355 w 12180494"/>
              <a:gd name="connsiteY5" fmla="*/ 1518702 h 4239900"/>
              <a:gd name="connisteX6" fmla="*/ 11681460 w 12180494"/>
              <a:gd name="connsiteY6" fmla="*/ 606842 h 4239900"/>
              <a:gd name="connisteX7" fmla="*/ 9958070 w 12180494"/>
              <a:gd name="connsiteY7" fmla="*/ 25817 h 4239900"/>
              <a:gd name="connisteX8" fmla="*/ 10238740 w 12180494"/>
              <a:gd name="connsiteY8" fmla="*/ 1278037 h 4239900"/>
              <a:gd name="connisteX9" fmla="*/ 12002135 w 12180494"/>
              <a:gd name="connsiteY9" fmla="*/ 1619032 h 4239900"/>
              <a:gd name="connisteX10" fmla="*/ 12042140 w 12180494"/>
              <a:gd name="connsiteY10" fmla="*/ 1598712 h 4239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12180495" h="4239900">
                <a:moveTo>
                  <a:pt x="0" y="3952658"/>
                </a:moveTo>
                <a:cubicBezTo>
                  <a:pt x="342265" y="3729138"/>
                  <a:pt x="984250" y="2921418"/>
                  <a:pt x="2033905" y="2951263"/>
                </a:cubicBezTo>
                <a:cubicBezTo>
                  <a:pt x="3083560" y="2981108"/>
                  <a:pt x="4117340" y="4179353"/>
                  <a:pt x="5249545" y="4103153"/>
                </a:cubicBezTo>
                <a:cubicBezTo>
                  <a:pt x="6381750" y="4026953"/>
                  <a:pt x="6844665" y="2546133"/>
                  <a:pt x="7694295" y="2570263"/>
                </a:cubicBezTo>
                <a:cubicBezTo>
                  <a:pt x="8543925" y="2594393"/>
                  <a:pt x="9173210" y="4433353"/>
                  <a:pt x="9497695" y="4223168"/>
                </a:cubicBezTo>
                <a:cubicBezTo>
                  <a:pt x="9822180" y="4012983"/>
                  <a:pt x="8880475" y="2241968"/>
                  <a:pt x="9317355" y="1518703"/>
                </a:cubicBezTo>
                <a:cubicBezTo>
                  <a:pt x="9754235" y="795438"/>
                  <a:pt x="11553190" y="905293"/>
                  <a:pt x="11681460" y="606843"/>
                </a:cubicBezTo>
                <a:cubicBezTo>
                  <a:pt x="11809730" y="308393"/>
                  <a:pt x="10246360" y="-108167"/>
                  <a:pt x="9958070" y="25818"/>
                </a:cubicBezTo>
                <a:cubicBezTo>
                  <a:pt x="9669780" y="159803"/>
                  <a:pt x="9829800" y="959268"/>
                  <a:pt x="10238740" y="1278038"/>
                </a:cubicBezTo>
                <a:cubicBezTo>
                  <a:pt x="10647680" y="1596808"/>
                  <a:pt x="11641455" y="1554898"/>
                  <a:pt x="12002135" y="1619033"/>
                </a:cubicBezTo>
                <a:cubicBezTo>
                  <a:pt x="12362815" y="1683168"/>
                  <a:pt x="12069445" y="1609508"/>
                  <a:pt x="12042140" y="1598713"/>
                </a:cubicBezTo>
              </a:path>
            </a:pathLst>
          </a:custGeom>
          <a:noFill/>
          <a:ln>
            <a:solidFill>
              <a:srgbClr val="596475">
                <a:alpha val="3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416935" y="2202180"/>
            <a:ext cx="53689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solidFill>
                  <a:srgbClr val="596475"/>
                </a:solidFill>
                <a:latin typeface="站酷文艺体" panose="02000603000000000000" charset="-122"/>
                <a:ea typeface="站酷文艺体" panose="02000603000000000000" charset="-122"/>
              </a:rPr>
              <a:t>论文总结 参考文献</a:t>
            </a: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2098040" y="3169920"/>
            <a:ext cx="8007350" cy="11430"/>
          </a:xfrm>
          <a:prstGeom prst="line">
            <a:avLst/>
          </a:prstGeom>
          <a:ln w="12700">
            <a:solidFill>
              <a:srgbClr val="5964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028950" y="3668395"/>
            <a:ext cx="6145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14" name="椭圆 13"/>
          <p:cNvSpPr/>
          <p:nvPr/>
        </p:nvSpPr>
        <p:spPr>
          <a:xfrm>
            <a:off x="460375" y="5016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0328910" y="554672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08330" y="8382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8417560" y="1717040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001260" y="1481455"/>
            <a:ext cx="21894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596475"/>
                </a:solidFill>
                <a:latin typeface="站酷快乐体" panose="02010600030101010101" charset="-128"/>
                <a:ea typeface="站酷快乐体" panose="02010600030101010101" charset="-128"/>
              </a:rPr>
              <a:t>PART 01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1911985" y="5578475"/>
            <a:ext cx="0" cy="733425"/>
          </a:xfrm>
          <a:prstGeom prst="line">
            <a:avLst/>
          </a:prstGeom>
          <a:ln w="15875">
            <a:solidFill>
              <a:srgbClr val="9A6EA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11216640" y="5052060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40055" y="6794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40715" y="26416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866120" y="540956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40080" y="398145"/>
            <a:ext cx="8221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论文总结</a:t>
            </a:r>
            <a:r>
              <a:rPr lang="en-US" altLang="zh-CN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/ADD YOUR TITLE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391160" y="6311900"/>
            <a:ext cx="11438890" cy="0"/>
          </a:xfrm>
          <a:prstGeom prst="line">
            <a:avLst/>
          </a:prstGeom>
          <a:ln w="25400">
            <a:solidFill>
              <a:srgbClr val="9A6EA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500620" y="4513580"/>
            <a:ext cx="0" cy="1798320"/>
          </a:xfrm>
          <a:prstGeom prst="line">
            <a:avLst/>
          </a:prstGeom>
          <a:ln w="15875">
            <a:solidFill>
              <a:srgbClr val="9A6EA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294620" y="3783330"/>
            <a:ext cx="0" cy="2528570"/>
          </a:xfrm>
          <a:prstGeom prst="line">
            <a:avLst/>
          </a:prstGeom>
          <a:ln w="15875">
            <a:solidFill>
              <a:srgbClr val="9A6EA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068695" y="2588260"/>
            <a:ext cx="26809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862060" y="2032000"/>
            <a:ext cx="26809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80695" y="3693160"/>
            <a:ext cx="26809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273425" y="3140710"/>
            <a:ext cx="26809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2" name="椭圆 1"/>
          <p:cNvSpPr/>
          <p:nvPr/>
        </p:nvSpPr>
        <p:spPr>
          <a:xfrm>
            <a:off x="1172210" y="2760345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iconfinder_Tilda_Icons_1ed_hat_3586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105" y="2809240"/>
            <a:ext cx="480060" cy="480060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4324985" y="1983105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iconfinder_Tilda_Icons_1ed_hat_3586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880" y="2032000"/>
            <a:ext cx="480060" cy="480060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7120255" y="1454150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iconfinder_Tilda_Icons_1ed_hat_3586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150" y="1503045"/>
            <a:ext cx="480060" cy="480060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9913620" y="974090"/>
            <a:ext cx="577850" cy="577850"/>
          </a:xfrm>
          <a:prstGeom prst="ellipse">
            <a:avLst/>
          </a:prstGeom>
          <a:solidFill>
            <a:srgbClr val="BC9EC1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 descr="iconfinder_Tilda_Icons_1ed_hat_3586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515" y="1022985"/>
            <a:ext cx="480060" cy="480060"/>
          </a:xfrm>
          <a:prstGeom prst="rect">
            <a:avLst/>
          </a:prstGeom>
        </p:spPr>
      </p:pic>
      <p:pic>
        <p:nvPicPr>
          <p:cNvPr id="16" name="图片 15" descr="ecommerce-3530785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4615180"/>
            <a:ext cx="2536825" cy="1099185"/>
          </a:xfrm>
          <a:prstGeom prst="rect">
            <a:avLst/>
          </a:prstGeom>
        </p:spPr>
      </p:pic>
      <p:cxnSp>
        <p:nvCxnSpPr>
          <p:cNvPr id="20" name="直接连接符 19"/>
          <p:cNvCxnSpPr/>
          <p:nvPr/>
        </p:nvCxnSpPr>
        <p:spPr>
          <a:xfrm>
            <a:off x="4705350" y="5122545"/>
            <a:ext cx="0" cy="1189355"/>
          </a:xfrm>
          <a:prstGeom prst="line">
            <a:avLst/>
          </a:prstGeom>
          <a:ln w="15875">
            <a:solidFill>
              <a:srgbClr val="9A6EA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 descr="ecommerce-3530785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530" y="4023360"/>
            <a:ext cx="2602865" cy="1099185"/>
          </a:xfrm>
          <a:prstGeom prst="rect">
            <a:avLst/>
          </a:prstGeom>
        </p:spPr>
      </p:pic>
      <p:pic>
        <p:nvPicPr>
          <p:cNvPr id="23" name="图片 22" descr="ecommerce-3530785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800" y="3515995"/>
            <a:ext cx="2602865" cy="1099185"/>
          </a:xfrm>
          <a:prstGeom prst="rect">
            <a:avLst/>
          </a:prstGeom>
        </p:spPr>
      </p:pic>
      <p:pic>
        <p:nvPicPr>
          <p:cNvPr id="30" name="图片 29" descr="ecommerce-3530785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165" y="2963545"/>
            <a:ext cx="2602865" cy="10991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0986135" y="572452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40055" y="6794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40715" y="26416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378440" y="597725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40080" y="398145"/>
            <a:ext cx="8221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参考文献</a:t>
            </a:r>
            <a:r>
              <a:rPr lang="en-US" altLang="zh-CN" sz="3200">
                <a:solidFill>
                  <a:srgbClr val="596475"/>
                </a:solidFill>
                <a:latin typeface="站酷高端黑" panose="02010600030101010101" charset="-122"/>
                <a:ea typeface="站酷高端黑" panose="02010600030101010101" charset="-122"/>
                <a:cs typeface="站酷高端黑" panose="02010600030101010101" charset="-122"/>
              </a:rPr>
              <a:t>/ADD YOUR TITLE</a:t>
            </a: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795020" y="1462405"/>
            <a:ext cx="10601325" cy="15240"/>
          </a:xfrm>
          <a:prstGeom prst="line">
            <a:avLst/>
          </a:prstGeom>
          <a:ln w="12700">
            <a:solidFill>
              <a:srgbClr val="5964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795020" y="2001520"/>
            <a:ext cx="140335" cy="140335"/>
          </a:xfrm>
          <a:prstGeom prst="ellipse">
            <a:avLst/>
          </a:prstGeom>
          <a:solidFill>
            <a:srgbClr val="9A6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795020" y="2950210"/>
            <a:ext cx="140335" cy="140335"/>
          </a:xfrm>
          <a:prstGeom prst="ellipse">
            <a:avLst/>
          </a:prstGeom>
          <a:solidFill>
            <a:srgbClr val="9A6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95020" y="3891915"/>
            <a:ext cx="140335" cy="140335"/>
          </a:xfrm>
          <a:prstGeom prst="ellipse">
            <a:avLst/>
          </a:prstGeom>
          <a:solidFill>
            <a:srgbClr val="9A6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795020" y="4808220"/>
            <a:ext cx="140335" cy="140335"/>
          </a:xfrm>
          <a:prstGeom prst="ellipse">
            <a:avLst/>
          </a:prstGeom>
          <a:solidFill>
            <a:srgbClr val="9A6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95020" y="5724525"/>
            <a:ext cx="140335" cy="140335"/>
          </a:xfrm>
          <a:prstGeom prst="ellipse">
            <a:avLst/>
          </a:prstGeom>
          <a:solidFill>
            <a:srgbClr val="9A6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071880" y="1887855"/>
            <a:ext cx="799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71880" y="2835910"/>
            <a:ext cx="799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71880" y="3777615"/>
            <a:ext cx="799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71880" y="4694555"/>
            <a:ext cx="799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71880" y="5610860"/>
            <a:ext cx="799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71880" y="2141855"/>
            <a:ext cx="799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71880" y="3090545"/>
            <a:ext cx="799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071880" y="4032250"/>
            <a:ext cx="799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071880" y="4948555"/>
            <a:ext cx="799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71880" y="5901690"/>
            <a:ext cx="799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96475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</a:p>
        </p:txBody>
      </p:sp>
      <p:sp>
        <p:nvSpPr>
          <p:cNvPr id="22" name="椭圆 21"/>
          <p:cNvSpPr/>
          <p:nvPr/>
        </p:nvSpPr>
        <p:spPr>
          <a:xfrm>
            <a:off x="10862945" y="661670"/>
            <a:ext cx="132905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 rot="4440000">
            <a:off x="10018395" y="-1160145"/>
            <a:ext cx="2395855" cy="2493645"/>
          </a:xfrm>
          <a:custGeom>
            <a:avLst/>
            <a:gdLst>
              <a:gd name="connsiteX0" fmla="*/ 0 w 4562"/>
              <a:gd name="connsiteY0" fmla="*/ 2702 h 4748"/>
              <a:gd name="connsiteX1" fmla="*/ 3941 w 4562"/>
              <a:gd name="connsiteY1" fmla="*/ 0 h 4748"/>
              <a:gd name="connsiteX2" fmla="*/ 3939 w 4562"/>
              <a:gd name="connsiteY2" fmla="*/ 2458 h 4748"/>
              <a:gd name="connsiteX3" fmla="*/ 1989 w 4562"/>
              <a:gd name="connsiteY3" fmla="*/ 4748 h 4748"/>
              <a:gd name="connsiteX4" fmla="*/ 0 w 4562"/>
              <a:gd name="connsiteY4" fmla="*/ 2702 h 4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" h="4748">
                <a:moveTo>
                  <a:pt x="0" y="2702"/>
                </a:moveTo>
                <a:cubicBezTo>
                  <a:pt x="0" y="1806"/>
                  <a:pt x="2540" y="0"/>
                  <a:pt x="3941" y="0"/>
                </a:cubicBezTo>
                <a:cubicBezTo>
                  <a:pt x="5340" y="0"/>
                  <a:pt x="3939" y="1562"/>
                  <a:pt x="3939" y="2458"/>
                </a:cubicBezTo>
                <a:cubicBezTo>
                  <a:pt x="3939" y="3354"/>
                  <a:pt x="3389" y="4748"/>
                  <a:pt x="1989" y="4748"/>
                </a:cubicBezTo>
                <a:cubicBezTo>
                  <a:pt x="589" y="4748"/>
                  <a:pt x="0" y="3599"/>
                  <a:pt x="0" y="2702"/>
                </a:cubicBezTo>
                <a:close/>
              </a:path>
            </a:pathLst>
          </a:custGeom>
          <a:solidFill>
            <a:srgbClr val="E3B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E9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0624820" y="5413375"/>
            <a:ext cx="721995" cy="72199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 rot="1200000">
            <a:off x="1193165" y="1704340"/>
            <a:ext cx="2233930" cy="2942590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20940000">
            <a:off x="1485265" y="1677035"/>
            <a:ext cx="2897035" cy="3014980"/>
          </a:xfrm>
          <a:custGeom>
            <a:avLst/>
            <a:gdLst>
              <a:gd name="connsiteX0" fmla="*/ 0 w 4562"/>
              <a:gd name="connsiteY0" fmla="*/ 2702 h 4748"/>
              <a:gd name="connsiteX1" fmla="*/ 3941 w 4562"/>
              <a:gd name="connsiteY1" fmla="*/ 0 h 4748"/>
              <a:gd name="connsiteX2" fmla="*/ 3939 w 4562"/>
              <a:gd name="connsiteY2" fmla="*/ 2458 h 4748"/>
              <a:gd name="connsiteX3" fmla="*/ 1989 w 4562"/>
              <a:gd name="connsiteY3" fmla="*/ 4748 h 4748"/>
              <a:gd name="connsiteX4" fmla="*/ 0 w 4562"/>
              <a:gd name="connsiteY4" fmla="*/ 2702 h 4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" h="4748">
                <a:moveTo>
                  <a:pt x="0" y="2702"/>
                </a:moveTo>
                <a:cubicBezTo>
                  <a:pt x="0" y="1806"/>
                  <a:pt x="2540" y="0"/>
                  <a:pt x="3941" y="0"/>
                </a:cubicBezTo>
                <a:cubicBezTo>
                  <a:pt x="5340" y="0"/>
                  <a:pt x="3939" y="1562"/>
                  <a:pt x="3939" y="2458"/>
                </a:cubicBezTo>
                <a:cubicBezTo>
                  <a:pt x="3939" y="3354"/>
                  <a:pt x="3389" y="4748"/>
                  <a:pt x="1989" y="4748"/>
                </a:cubicBezTo>
                <a:cubicBezTo>
                  <a:pt x="589" y="4748"/>
                  <a:pt x="0" y="3599"/>
                  <a:pt x="0" y="2702"/>
                </a:cubicBezTo>
                <a:close/>
              </a:path>
            </a:pathLst>
          </a:custGeom>
          <a:solidFill>
            <a:srgbClr val="E3B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1440000">
            <a:off x="2877185" y="2708275"/>
            <a:ext cx="1946910" cy="1938020"/>
          </a:xfrm>
          <a:custGeom>
            <a:avLst/>
            <a:gdLst>
              <a:gd name="connsiteX0" fmla="*/ 0 w 4058"/>
              <a:gd name="connsiteY0" fmla="*/ 2300 h 4041"/>
              <a:gd name="connsiteX1" fmla="*/ 3354 w 4058"/>
              <a:gd name="connsiteY1" fmla="*/ 0 h 4041"/>
              <a:gd name="connsiteX2" fmla="*/ 3866 w 4058"/>
              <a:gd name="connsiteY2" fmla="*/ 2715 h 4041"/>
              <a:gd name="connsiteX3" fmla="*/ 1693 w 4058"/>
              <a:gd name="connsiteY3" fmla="*/ 4041 h 4041"/>
              <a:gd name="connsiteX4" fmla="*/ 0 w 4058"/>
              <a:gd name="connsiteY4" fmla="*/ 2300 h 4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59" h="4041">
                <a:moveTo>
                  <a:pt x="0" y="2300"/>
                </a:moveTo>
                <a:cubicBezTo>
                  <a:pt x="0" y="1537"/>
                  <a:pt x="2162" y="0"/>
                  <a:pt x="3354" y="0"/>
                </a:cubicBezTo>
                <a:cubicBezTo>
                  <a:pt x="4545" y="0"/>
                  <a:pt x="3866" y="1952"/>
                  <a:pt x="3866" y="2715"/>
                </a:cubicBezTo>
                <a:cubicBezTo>
                  <a:pt x="3866" y="3478"/>
                  <a:pt x="2884" y="4041"/>
                  <a:pt x="1693" y="4041"/>
                </a:cubicBezTo>
                <a:cubicBezTo>
                  <a:pt x="501" y="4041"/>
                  <a:pt x="0" y="3063"/>
                  <a:pt x="0" y="2300"/>
                </a:cubicBezTo>
                <a:close/>
              </a:path>
            </a:pathLst>
          </a:custGeom>
          <a:solidFill>
            <a:srgbClr val="BC9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11430" y="3188335"/>
            <a:ext cx="12180570" cy="3669665"/>
          </a:xfrm>
          <a:custGeom>
            <a:avLst/>
            <a:gdLst>
              <a:gd name="connisteX0" fmla="*/ 0 w 12180494"/>
              <a:gd name="connsiteY0" fmla="*/ 3952657 h 4239900"/>
              <a:gd name="connisteX1" fmla="*/ 2033905 w 12180494"/>
              <a:gd name="connsiteY1" fmla="*/ 2951262 h 4239900"/>
              <a:gd name="connisteX2" fmla="*/ 5249545 w 12180494"/>
              <a:gd name="connsiteY2" fmla="*/ 4103152 h 4239900"/>
              <a:gd name="connisteX3" fmla="*/ 7694295 w 12180494"/>
              <a:gd name="connsiteY3" fmla="*/ 2570262 h 4239900"/>
              <a:gd name="connisteX4" fmla="*/ 9497695 w 12180494"/>
              <a:gd name="connsiteY4" fmla="*/ 4223167 h 4239900"/>
              <a:gd name="connisteX5" fmla="*/ 9317355 w 12180494"/>
              <a:gd name="connsiteY5" fmla="*/ 1518702 h 4239900"/>
              <a:gd name="connisteX6" fmla="*/ 11681460 w 12180494"/>
              <a:gd name="connsiteY6" fmla="*/ 606842 h 4239900"/>
              <a:gd name="connisteX7" fmla="*/ 9958070 w 12180494"/>
              <a:gd name="connsiteY7" fmla="*/ 25817 h 4239900"/>
              <a:gd name="connisteX8" fmla="*/ 10238740 w 12180494"/>
              <a:gd name="connsiteY8" fmla="*/ 1278037 h 4239900"/>
              <a:gd name="connisteX9" fmla="*/ 12002135 w 12180494"/>
              <a:gd name="connsiteY9" fmla="*/ 1619032 h 4239900"/>
              <a:gd name="connisteX10" fmla="*/ 12042140 w 12180494"/>
              <a:gd name="connsiteY10" fmla="*/ 1598712 h 4239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12180495" h="4239900">
                <a:moveTo>
                  <a:pt x="0" y="3952658"/>
                </a:moveTo>
                <a:cubicBezTo>
                  <a:pt x="342265" y="3729138"/>
                  <a:pt x="984250" y="2921418"/>
                  <a:pt x="2033905" y="2951263"/>
                </a:cubicBezTo>
                <a:cubicBezTo>
                  <a:pt x="3083560" y="2981108"/>
                  <a:pt x="4117340" y="4179353"/>
                  <a:pt x="5249545" y="4103153"/>
                </a:cubicBezTo>
                <a:cubicBezTo>
                  <a:pt x="6381750" y="4026953"/>
                  <a:pt x="6844665" y="2546133"/>
                  <a:pt x="7694295" y="2570263"/>
                </a:cubicBezTo>
                <a:cubicBezTo>
                  <a:pt x="8543925" y="2594393"/>
                  <a:pt x="9173210" y="4433353"/>
                  <a:pt x="9497695" y="4223168"/>
                </a:cubicBezTo>
                <a:cubicBezTo>
                  <a:pt x="9822180" y="4012983"/>
                  <a:pt x="8880475" y="2241968"/>
                  <a:pt x="9317355" y="1518703"/>
                </a:cubicBezTo>
                <a:cubicBezTo>
                  <a:pt x="9754235" y="795438"/>
                  <a:pt x="11553190" y="905293"/>
                  <a:pt x="11681460" y="606843"/>
                </a:cubicBezTo>
                <a:cubicBezTo>
                  <a:pt x="11809730" y="308393"/>
                  <a:pt x="10246360" y="-108167"/>
                  <a:pt x="9958070" y="25818"/>
                </a:cubicBezTo>
                <a:cubicBezTo>
                  <a:pt x="9669780" y="159803"/>
                  <a:pt x="9829800" y="959268"/>
                  <a:pt x="10238740" y="1278038"/>
                </a:cubicBezTo>
                <a:cubicBezTo>
                  <a:pt x="10647680" y="1596808"/>
                  <a:pt x="11641455" y="1554898"/>
                  <a:pt x="12002135" y="1619033"/>
                </a:cubicBezTo>
                <a:cubicBezTo>
                  <a:pt x="12362815" y="1683168"/>
                  <a:pt x="12069445" y="1609508"/>
                  <a:pt x="12042140" y="1598713"/>
                </a:cubicBezTo>
              </a:path>
            </a:pathLst>
          </a:custGeom>
          <a:noFill/>
          <a:ln>
            <a:solidFill>
              <a:srgbClr val="596475">
                <a:alpha val="3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923915" y="1842135"/>
            <a:ext cx="53701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solidFill>
                  <a:srgbClr val="596475"/>
                </a:solidFill>
                <a:latin typeface="站酷文艺体" panose="02000603000000000000" charset="-122"/>
                <a:ea typeface="站酷文艺体" panose="02000603000000000000" charset="-122"/>
              </a:rPr>
              <a:t>答辩完毕 谢谢观看</a:t>
            </a:r>
          </a:p>
        </p:txBody>
      </p:sp>
      <p:sp>
        <p:nvSpPr>
          <p:cNvPr id="11" name="流程图: 终止 10"/>
          <p:cNvSpPr/>
          <p:nvPr/>
        </p:nvSpPr>
        <p:spPr>
          <a:xfrm>
            <a:off x="6292850" y="4263390"/>
            <a:ext cx="1714500" cy="426085"/>
          </a:xfrm>
          <a:prstGeom prst="flowChartTerminator">
            <a:avLst/>
          </a:prstGeom>
          <a:solidFill>
            <a:srgbClr val="596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答辩人：</a:t>
            </a:r>
            <a:r>
              <a:rPr lang="en-US" altLang="zh-CN"/>
              <a:t>xxx</a:t>
            </a: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5535930" y="2664460"/>
            <a:ext cx="5549900" cy="7620"/>
          </a:xfrm>
          <a:prstGeom prst="line">
            <a:avLst/>
          </a:prstGeom>
          <a:ln w="12700">
            <a:solidFill>
              <a:srgbClr val="5964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535930" y="3458845"/>
            <a:ext cx="6145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.This information is for reference. </a:t>
            </a:r>
            <a:r>
              <a:rPr lang="zh-CN" altLang="en-US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Click here to enter the text content</a:t>
            </a:r>
            <a:r>
              <a:rPr lang="en-US" altLang="zh-CN" dirty="0">
                <a:solidFill>
                  <a:srgbClr val="5F4B66"/>
                </a:solidFill>
                <a:effectLst/>
                <a:latin typeface="站酷文艺体" panose="02000603000000000000" charset="-122"/>
                <a:ea typeface="站酷文艺体" panose="02000603000000000000" charset="-122"/>
                <a:cs typeface="汉仪君黑-45简" panose="020B0604020202020204" charset="-122"/>
                <a:sym typeface="+mn-lt"/>
              </a:rPr>
              <a:t>.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865495" y="2789555"/>
            <a:ext cx="48907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596475"/>
                </a:solidFill>
                <a:latin typeface="站酷快乐体" panose="02010600030101010101" charset="-128"/>
                <a:ea typeface="站酷快乐体" panose="02010600030101010101" charset="-128"/>
                <a:cs typeface="Coco" panose="02000500000000000000" charset="0"/>
                <a:sym typeface="+mn-ea"/>
              </a:rPr>
              <a:t>MAKE YOUR PRESENTATION HERE</a:t>
            </a:r>
            <a:endParaRPr lang="en-US" altLang="zh-CN" sz="2000" b="1" dirty="0">
              <a:solidFill>
                <a:srgbClr val="596475"/>
              </a:solidFill>
              <a:effectLst/>
              <a:latin typeface="站酷快乐体" panose="02010600030101010101" charset="-128"/>
              <a:ea typeface="站酷快乐体" panose="02010600030101010101" charset="-128"/>
              <a:cs typeface="Coco" panose="02000500000000000000" charset="0"/>
              <a:sym typeface="+mn-ea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60375" y="501650"/>
            <a:ext cx="421005" cy="421005"/>
          </a:xfrm>
          <a:prstGeom prst="ellipse">
            <a:avLst/>
          </a:prstGeom>
          <a:pattFill prst="wdUpDiag">
            <a:fgClr>
              <a:srgbClr val="BC9EC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0328910" y="5546725"/>
            <a:ext cx="756920" cy="756920"/>
          </a:xfrm>
          <a:prstGeom prst="ellipse">
            <a:avLst/>
          </a:prstGeom>
          <a:solidFill>
            <a:srgbClr val="E3BAC6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08330" y="83820"/>
            <a:ext cx="756920" cy="756920"/>
          </a:xfrm>
          <a:prstGeom prst="ellipse">
            <a:avLst/>
          </a:prstGeom>
          <a:solidFill>
            <a:srgbClr val="BC9EC1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1242</Words>
  <Application>Microsoft Office PowerPoint</Application>
  <PresentationFormat>宽屏</PresentationFormat>
  <Paragraphs>128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站酷高端黑</vt:lpstr>
      <vt:lpstr>站酷酷黑体</vt:lpstr>
      <vt:lpstr>站酷快乐体</vt:lpstr>
      <vt:lpstr>站酷庆科黄油体</vt:lpstr>
      <vt:lpstr>站酷文艺体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蜜桃收藏馆</cp:lastModifiedBy>
  <cp:revision>163</cp:revision>
  <dcterms:created xsi:type="dcterms:W3CDTF">2019-06-19T02:08:00Z</dcterms:created>
  <dcterms:modified xsi:type="dcterms:W3CDTF">2021-06-04T09:03:58Z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