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72" r:id="rId3"/>
    <p:sldId id="273" r:id="rId4"/>
    <p:sldId id="277" r:id="rId5"/>
    <p:sldId id="278" r:id="rId6"/>
    <p:sldId id="284" r:id="rId7"/>
    <p:sldId id="274" r:id="rId8"/>
    <p:sldId id="285" r:id="rId9"/>
    <p:sldId id="286" r:id="rId10"/>
    <p:sldId id="287" r:id="rId11"/>
    <p:sldId id="275" r:id="rId12"/>
    <p:sldId id="288" r:id="rId13"/>
    <p:sldId id="289" r:id="rId14"/>
    <p:sldId id="276" r:id="rId15"/>
    <p:sldId id="290" r:id="rId16"/>
    <p:sldId id="292" r:id="rId17"/>
    <p:sldId id="291" r:id="rId18"/>
    <p:sldId id="29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979E"/>
    <a:srgbClr val="DFD5CD"/>
    <a:srgbClr val="BFC6C6"/>
    <a:srgbClr val="8A96A0"/>
    <a:srgbClr val="DBD0CB"/>
    <a:srgbClr val="F4F1EB"/>
    <a:srgbClr val="E7DFD9"/>
    <a:srgbClr val="FAF4F2"/>
    <a:srgbClr val="798A9D"/>
    <a:srgbClr val="E5E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5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8A979E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7D-4E50-86E3-049C3ED819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DFD5CD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7D-4E50-86E3-049C3ED81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744144"/>
        <c:axId val="129976336"/>
      </c:barChart>
      <c:catAx>
        <c:axId val="11974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9976336"/>
        <c:crosses val="autoZero"/>
        <c:auto val="1"/>
        <c:lblAlgn val="ctr"/>
        <c:lblOffset val="100"/>
        <c:noMultiLvlLbl val="0"/>
      </c:catAx>
      <c:valAx>
        <c:axId val="12997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7441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 userDrawn="1"/>
        </p:nvSpPr>
        <p:spPr>
          <a:xfrm flipH="1">
            <a:off x="5167086" y="4171562"/>
            <a:ext cx="7024914" cy="2686438"/>
          </a:xfrm>
          <a:prstGeom prst="rtTriangle">
            <a:avLst/>
          </a:prstGeom>
          <a:solidFill>
            <a:srgbClr val="DBD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斜纹 8"/>
          <p:cNvSpPr/>
          <p:nvPr userDrawn="1"/>
        </p:nvSpPr>
        <p:spPr>
          <a:xfrm flipH="1" flipV="1">
            <a:off x="5495729" y="4360586"/>
            <a:ext cx="6696267" cy="2507134"/>
          </a:xfrm>
          <a:prstGeom prst="diagStripe">
            <a:avLst>
              <a:gd name="adj" fmla="val 95704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0527781" y="5727267"/>
            <a:ext cx="1664219" cy="1130733"/>
          </a:xfrm>
          <a:custGeom>
            <a:avLst/>
            <a:gdLst>
              <a:gd name="connsiteX0" fmla="*/ 1113972 w 1664219"/>
              <a:gd name="connsiteY0" fmla="*/ 0 h 1130733"/>
              <a:gd name="connsiteX1" fmla="*/ 1644957 w 1664219"/>
              <a:gd name="connsiteY1" fmla="*/ 131865 h 1130733"/>
              <a:gd name="connsiteX2" fmla="*/ 1664219 w 1664219"/>
              <a:gd name="connsiteY2" fmla="*/ 143342 h 1130733"/>
              <a:gd name="connsiteX3" fmla="*/ 1664219 w 1664219"/>
              <a:gd name="connsiteY3" fmla="*/ 1130733 h 1130733"/>
              <a:gd name="connsiteX4" fmla="*/ 1966 w 1664219"/>
              <a:gd name="connsiteY4" fmla="*/ 1130733 h 1130733"/>
              <a:gd name="connsiteX5" fmla="*/ 0 w 1664219"/>
              <a:gd name="connsiteY5" fmla="*/ 1092549 h 1130733"/>
              <a:gd name="connsiteX6" fmla="*/ 1113972 w 1664219"/>
              <a:gd name="connsiteY6" fmla="*/ 0 h 113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4219" h="1130733">
                <a:moveTo>
                  <a:pt x="1113972" y="0"/>
                </a:moveTo>
                <a:cubicBezTo>
                  <a:pt x="1306231" y="0"/>
                  <a:pt x="1487115" y="47769"/>
                  <a:pt x="1644957" y="131865"/>
                </a:cubicBezTo>
                <a:lnTo>
                  <a:pt x="1664219" y="143342"/>
                </a:lnTo>
                <a:lnTo>
                  <a:pt x="1664219" y="1130733"/>
                </a:lnTo>
                <a:lnTo>
                  <a:pt x="1966" y="1130733"/>
                </a:lnTo>
                <a:lnTo>
                  <a:pt x="0" y="1092549"/>
                </a:lnTo>
                <a:cubicBezTo>
                  <a:pt x="0" y="489151"/>
                  <a:pt x="498742" y="0"/>
                  <a:pt x="1113972" y="0"/>
                </a:cubicBezTo>
                <a:close/>
              </a:path>
            </a:pathLst>
          </a:custGeom>
          <a:solidFill>
            <a:srgbClr val="8A96A0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 userDrawn="1"/>
        </p:nvSpPr>
        <p:spPr>
          <a:xfrm>
            <a:off x="11662354" y="4477375"/>
            <a:ext cx="529646" cy="1859423"/>
          </a:xfrm>
          <a:custGeom>
            <a:avLst/>
            <a:gdLst>
              <a:gd name="connsiteX0" fmla="*/ 529646 w 529646"/>
              <a:gd name="connsiteY0" fmla="*/ 0 h 1859423"/>
              <a:gd name="connsiteX1" fmla="*/ 529646 w 529646"/>
              <a:gd name="connsiteY1" fmla="*/ 1859423 h 1859423"/>
              <a:gd name="connsiteX2" fmla="*/ 405382 w 529646"/>
              <a:gd name="connsiteY2" fmla="*/ 1772775 h 1859423"/>
              <a:gd name="connsiteX3" fmla="*/ 0 w 529646"/>
              <a:gd name="connsiteY3" fmla="*/ 929711 h 1859423"/>
              <a:gd name="connsiteX4" fmla="*/ 405382 w 529646"/>
              <a:gd name="connsiteY4" fmla="*/ 86648 h 185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646" h="1859423">
                <a:moveTo>
                  <a:pt x="529646" y="0"/>
                </a:moveTo>
                <a:lnTo>
                  <a:pt x="529646" y="1859423"/>
                </a:lnTo>
                <a:lnTo>
                  <a:pt x="405382" y="1772775"/>
                </a:lnTo>
                <a:cubicBezTo>
                  <a:pt x="157805" y="1572386"/>
                  <a:pt x="0" y="1269123"/>
                  <a:pt x="0" y="929711"/>
                </a:cubicBezTo>
                <a:cubicBezTo>
                  <a:pt x="0" y="590300"/>
                  <a:pt x="157805" y="287037"/>
                  <a:pt x="405382" y="86648"/>
                </a:cubicBezTo>
                <a:close/>
              </a:path>
            </a:pathLst>
          </a:custGeom>
          <a:solidFill>
            <a:srgbClr val="BFC6C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-1" y="3795432"/>
            <a:ext cx="9985829" cy="3062568"/>
          </a:xfrm>
          <a:prstGeom prst="rtTriangle">
            <a:avLst/>
          </a:prstGeom>
          <a:solidFill>
            <a:srgbClr val="8A9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斜纹 12"/>
          <p:cNvSpPr/>
          <p:nvPr userDrawn="1"/>
        </p:nvSpPr>
        <p:spPr>
          <a:xfrm flipV="1">
            <a:off x="0" y="3954566"/>
            <a:ext cx="9563100" cy="2932241"/>
          </a:xfrm>
          <a:prstGeom prst="diagStripe">
            <a:avLst>
              <a:gd name="adj" fmla="val 9570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-38100" y="5867375"/>
            <a:ext cx="2506706" cy="994366"/>
          </a:xfrm>
          <a:custGeom>
            <a:avLst/>
            <a:gdLst>
              <a:gd name="connsiteX0" fmla="*/ 1088580 w 2177160"/>
              <a:gd name="connsiteY0" fmla="*/ 0 h 863641"/>
              <a:gd name="connsiteX1" fmla="*/ 2115011 w 2177160"/>
              <a:gd name="connsiteY1" fmla="*/ 667280 h 863641"/>
              <a:gd name="connsiteX2" fmla="*/ 2177160 w 2177160"/>
              <a:gd name="connsiteY2" fmla="*/ 863641 h 863641"/>
              <a:gd name="connsiteX3" fmla="*/ 0 w 2177160"/>
              <a:gd name="connsiteY3" fmla="*/ 863641 h 863641"/>
              <a:gd name="connsiteX4" fmla="*/ 62150 w 2177160"/>
              <a:gd name="connsiteY4" fmla="*/ 667280 h 863641"/>
              <a:gd name="connsiteX5" fmla="*/ 1088580 w 2177160"/>
              <a:gd name="connsiteY5" fmla="*/ 0 h 863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77160" h="863641">
                <a:moveTo>
                  <a:pt x="1088580" y="0"/>
                </a:moveTo>
                <a:cubicBezTo>
                  <a:pt x="1550003" y="0"/>
                  <a:pt x="1945901" y="275148"/>
                  <a:pt x="2115011" y="667280"/>
                </a:cubicBezTo>
                <a:lnTo>
                  <a:pt x="2177160" y="863641"/>
                </a:lnTo>
                <a:lnTo>
                  <a:pt x="0" y="863641"/>
                </a:lnTo>
                <a:lnTo>
                  <a:pt x="62150" y="667280"/>
                </a:lnTo>
                <a:cubicBezTo>
                  <a:pt x="231260" y="275148"/>
                  <a:pt x="627158" y="0"/>
                  <a:pt x="1088580" y="0"/>
                </a:cubicBezTo>
                <a:close/>
              </a:path>
            </a:pathLst>
          </a:custGeom>
          <a:solidFill>
            <a:srgbClr val="E7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/>
        </p:nvSpPr>
        <p:spPr>
          <a:xfrm>
            <a:off x="-5" y="5092700"/>
            <a:ext cx="1045395" cy="1755648"/>
          </a:xfrm>
          <a:custGeom>
            <a:avLst/>
            <a:gdLst>
              <a:gd name="connsiteX0" fmla="*/ 187138 w 1301110"/>
              <a:gd name="connsiteY0" fmla="*/ 0 h 2185098"/>
              <a:gd name="connsiteX1" fmla="*/ 1301110 w 1301110"/>
              <a:gd name="connsiteY1" fmla="*/ 1092549 h 2185098"/>
              <a:gd name="connsiteX2" fmla="*/ 187138 w 1301110"/>
              <a:gd name="connsiteY2" fmla="*/ 2185098 h 2185098"/>
              <a:gd name="connsiteX3" fmla="*/ 73241 w 1301110"/>
              <a:gd name="connsiteY3" fmla="*/ 2179458 h 2185098"/>
              <a:gd name="connsiteX4" fmla="*/ 0 w 1301110"/>
              <a:gd name="connsiteY4" fmla="*/ 2168495 h 2185098"/>
              <a:gd name="connsiteX5" fmla="*/ 0 w 1301110"/>
              <a:gd name="connsiteY5" fmla="*/ 16604 h 2185098"/>
              <a:gd name="connsiteX6" fmla="*/ 73241 w 1301110"/>
              <a:gd name="connsiteY6" fmla="*/ 5641 h 2185098"/>
              <a:gd name="connsiteX7" fmla="*/ 187138 w 1301110"/>
              <a:gd name="connsiteY7" fmla="*/ 0 h 2185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1110" h="2185098">
                <a:moveTo>
                  <a:pt x="187138" y="0"/>
                </a:moveTo>
                <a:cubicBezTo>
                  <a:pt x="802368" y="0"/>
                  <a:pt x="1301110" y="489151"/>
                  <a:pt x="1301110" y="1092549"/>
                </a:cubicBezTo>
                <a:cubicBezTo>
                  <a:pt x="1301110" y="1695947"/>
                  <a:pt x="802368" y="2185098"/>
                  <a:pt x="187138" y="2185098"/>
                </a:cubicBezTo>
                <a:cubicBezTo>
                  <a:pt x="148686" y="2185098"/>
                  <a:pt x="110689" y="2183187"/>
                  <a:pt x="73241" y="2179458"/>
                </a:cubicBezTo>
                <a:lnTo>
                  <a:pt x="0" y="2168495"/>
                </a:lnTo>
                <a:lnTo>
                  <a:pt x="0" y="16604"/>
                </a:lnTo>
                <a:lnTo>
                  <a:pt x="73241" y="5641"/>
                </a:lnTo>
                <a:cubicBezTo>
                  <a:pt x="110689" y="1911"/>
                  <a:pt x="148686" y="0"/>
                  <a:pt x="187138" y="0"/>
                </a:cubicBezTo>
                <a:close/>
              </a:path>
            </a:pathLst>
          </a:custGeom>
          <a:solidFill>
            <a:srgbClr val="DFD5CD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12486" y="131568"/>
            <a:ext cx="11967029" cy="6594865"/>
          </a:xfrm>
          <a:prstGeom prst="rect">
            <a:avLst/>
          </a:prstGeom>
          <a:noFill/>
          <a:ln w="28575">
            <a:gradFill>
              <a:gsLst>
                <a:gs pos="59000">
                  <a:schemeClr val="bg1"/>
                </a:gs>
                <a:gs pos="58000">
                  <a:srgbClr val="8A96A0"/>
                </a:gs>
              </a:gsLst>
              <a:lin ang="5520000" scaled="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幻灯片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19"/>
          <p:cNvSpPr/>
          <p:nvPr userDrawn="1"/>
        </p:nvSpPr>
        <p:spPr>
          <a:xfrm flipH="1">
            <a:off x="6381624" y="4636020"/>
            <a:ext cx="5810377" cy="2221980"/>
          </a:xfrm>
          <a:custGeom>
            <a:avLst/>
            <a:gdLst>
              <a:gd name="connsiteX0" fmla="*/ 0 w 5810377"/>
              <a:gd name="connsiteY0" fmla="*/ 0 h 2221980"/>
              <a:gd name="connsiteX1" fmla="*/ 0 w 5810377"/>
              <a:gd name="connsiteY1" fmla="*/ 2221980 h 2221980"/>
              <a:gd name="connsiteX2" fmla="*/ 5810377 w 5810377"/>
              <a:gd name="connsiteY2" fmla="*/ 2221980 h 22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10377" h="2221980">
                <a:moveTo>
                  <a:pt x="0" y="0"/>
                </a:moveTo>
                <a:lnTo>
                  <a:pt x="0" y="2221980"/>
                </a:lnTo>
                <a:lnTo>
                  <a:pt x="5810377" y="2221980"/>
                </a:lnTo>
                <a:close/>
              </a:path>
            </a:pathLst>
          </a:custGeom>
          <a:solidFill>
            <a:srgbClr val="DBD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/>
          <p:cNvSpPr/>
          <p:nvPr userDrawn="1"/>
        </p:nvSpPr>
        <p:spPr>
          <a:xfrm flipH="1" flipV="1">
            <a:off x="6750519" y="4825045"/>
            <a:ext cx="5441477" cy="2037331"/>
          </a:xfrm>
          <a:custGeom>
            <a:avLst/>
            <a:gdLst>
              <a:gd name="connsiteX0" fmla="*/ 0 w 5441477"/>
              <a:gd name="connsiteY0" fmla="*/ 2037331 h 2037331"/>
              <a:gd name="connsiteX1" fmla="*/ 0 w 5441477"/>
              <a:gd name="connsiteY1" fmla="*/ 1929625 h 2037331"/>
              <a:gd name="connsiteX2" fmla="*/ 5153806 w 5441477"/>
              <a:gd name="connsiteY2" fmla="*/ 0 h 2037331"/>
              <a:gd name="connsiteX3" fmla="*/ 5441477 w 5441477"/>
              <a:gd name="connsiteY3" fmla="*/ 0 h 2037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477" h="2037331">
                <a:moveTo>
                  <a:pt x="0" y="2037331"/>
                </a:moveTo>
                <a:lnTo>
                  <a:pt x="0" y="1929625"/>
                </a:lnTo>
                <a:lnTo>
                  <a:pt x="5153806" y="0"/>
                </a:lnTo>
                <a:lnTo>
                  <a:pt x="5441477" y="0"/>
                </a:lnTo>
                <a:close/>
              </a:path>
            </a:pathLst>
          </a:cu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0" y="4202433"/>
            <a:ext cx="8658759" cy="2655567"/>
          </a:xfrm>
          <a:custGeom>
            <a:avLst/>
            <a:gdLst>
              <a:gd name="connsiteX0" fmla="*/ 0 w 8658759"/>
              <a:gd name="connsiteY0" fmla="*/ 0 h 2655567"/>
              <a:gd name="connsiteX1" fmla="*/ 8658759 w 8658759"/>
              <a:gd name="connsiteY1" fmla="*/ 2655567 h 2655567"/>
              <a:gd name="connsiteX2" fmla="*/ 0 w 8658759"/>
              <a:gd name="connsiteY2" fmla="*/ 2655567 h 2655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58759" h="2655567">
                <a:moveTo>
                  <a:pt x="0" y="0"/>
                </a:moveTo>
                <a:lnTo>
                  <a:pt x="8658759" y="2655567"/>
                </a:lnTo>
                <a:lnTo>
                  <a:pt x="0" y="2655567"/>
                </a:lnTo>
                <a:close/>
              </a:path>
            </a:pathLst>
          </a:custGeom>
          <a:solidFill>
            <a:srgbClr val="8A9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 userDrawn="1"/>
        </p:nvSpPr>
        <p:spPr>
          <a:xfrm>
            <a:off x="0" y="5863634"/>
            <a:ext cx="2460156" cy="994366"/>
          </a:xfrm>
          <a:custGeom>
            <a:avLst/>
            <a:gdLst>
              <a:gd name="connsiteX0" fmla="*/ 1206803 w 2460156"/>
              <a:gd name="connsiteY0" fmla="*/ 0 h 994366"/>
              <a:gd name="connsiteX1" fmla="*/ 2388600 w 2460156"/>
              <a:gd name="connsiteY1" fmla="*/ 768283 h 994366"/>
              <a:gd name="connsiteX2" fmla="*/ 2460156 w 2460156"/>
              <a:gd name="connsiteY2" fmla="*/ 994366 h 994366"/>
              <a:gd name="connsiteX3" fmla="*/ 0 w 2460156"/>
              <a:gd name="connsiteY3" fmla="*/ 994366 h 994366"/>
              <a:gd name="connsiteX4" fmla="*/ 0 w 2460156"/>
              <a:gd name="connsiteY4" fmla="*/ 847293 h 994366"/>
              <a:gd name="connsiteX5" fmla="*/ 25007 w 2460156"/>
              <a:gd name="connsiteY5" fmla="*/ 768283 h 994366"/>
              <a:gd name="connsiteX6" fmla="*/ 1206803 w 2460156"/>
              <a:gd name="connsiteY6" fmla="*/ 0 h 99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0156" h="994366">
                <a:moveTo>
                  <a:pt x="1206803" y="0"/>
                </a:moveTo>
                <a:cubicBezTo>
                  <a:pt x="1738069" y="0"/>
                  <a:pt x="2193893" y="316796"/>
                  <a:pt x="2388600" y="768283"/>
                </a:cubicBezTo>
                <a:lnTo>
                  <a:pt x="2460156" y="994366"/>
                </a:lnTo>
                <a:lnTo>
                  <a:pt x="0" y="994366"/>
                </a:lnTo>
                <a:lnTo>
                  <a:pt x="0" y="847293"/>
                </a:lnTo>
                <a:lnTo>
                  <a:pt x="25007" y="768283"/>
                </a:lnTo>
                <a:cubicBezTo>
                  <a:pt x="219715" y="316796"/>
                  <a:pt x="675538" y="0"/>
                  <a:pt x="1206803" y="0"/>
                </a:cubicBezTo>
                <a:close/>
              </a:path>
            </a:pathLst>
          </a:custGeom>
          <a:solidFill>
            <a:srgbClr val="E7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 userDrawn="1"/>
        </p:nvSpPr>
        <p:spPr>
          <a:xfrm>
            <a:off x="-2" y="5104540"/>
            <a:ext cx="1045395" cy="1755648"/>
          </a:xfrm>
          <a:custGeom>
            <a:avLst/>
            <a:gdLst>
              <a:gd name="connsiteX0" fmla="*/ 187138 w 1301110"/>
              <a:gd name="connsiteY0" fmla="*/ 0 h 2185098"/>
              <a:gd name="connsiteX1" fmla="*/ 1301110 w 1301110"/>
              <a:gd name="connsiteY1" fmla="*/ 1092549 h 2185098"/>
              <a:gd name="connsiteX2" fmla="*/ 187138 w 1301110"/>
              <a:gd name="connsiteY2" fmla="*/ 2185098 h 2185098"/>
              <a:gd name="connsiteX3" fmla="*/ 73241 w 1301110"/>
              <a:gd name="connsiteY3" fmla="*/ 2179458 h 2185098"/>
              <a:gd name="connsiteX4" fmla="*/ 0 w 1301110"/>
              <a:gd name="connsiteY4" fmla="*/ 2168495 h 2185098"/>
              <a:gd name="connsiteX5" fmla="*/ 0 w 1301110"/>
              <a:gd name="connsiteY5" fmla="*/ 16604 h 2185098"/>
              <a:gd name="connsiteX6" fmla="*/ 73241 w 1301110"/>
              <a:gd name="connsiteY6" fmla="*/ 5641 h 2185098"/>
              <a:gd name="connsiteX7" fmla="*/ 187138 w 1301110"/>
              <a:gd name="connsiteY7" fmla="*/ 0 h 2185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1110" h="2185098">
                <a:moveTo>
                  <a:pt x="187138" y="0"/>
                </a:moveTo>
                <a:cubicBezTo>
                  <a:pt x="802368" y="0"/>
                  <a:pt x="1301110" y="489151"/>
                  <a:pt x="1301110" y="1092549"/>
                </a:cubicBezTo>
                <a:cubicBezTo>
                  <a:pt x="1301110" y="1695947"/>
                  <a:pt x="802368" y="2185098"/>
                  <a:pt x="187138" y="2185098"/>
                </a:cubicBezTo>
                <a:cubicBezTo>
                  <a:pt x="148686" y="2185098"/>
                  <a:pt x="110689" y="2183187"/>
                  <a:pt x="73241" y="2179458"/>
                </a:cubicBezTo>
                <a:lnTo>
                  <a:pt x="0" y="2168495"/>
                </a:lnTo>
                <a:lnTo>
                  <a:pt x="0" y="16604"/>
                </a:lnTo>
                <a:lnTo>
                  <a:pt x="73241" y="5641"/>
                </a:lnTo>
                <a:cubicBezTo>
                  <a:pt x="110689" y="1911"/>
                  <a:pt x="148686" y="0"/>
                  <a:pt x="187138" y="0"/>
                </a:cubicBezTo>
                <a:close/>
              </a:path>
            </a:pathLst>
          </a:custGeom>
          <a:solidFill>
            <a:srgbClr val="DFD5CD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/>
          <p:cNvSpPr/>
          <p:nvPr userDrawn="1"/>
        </p:nvSpPr>
        <p:spPr>
          <a:xfrm flipV="1">
            <a:off x="0" y="4419024"/>
            <a:ext cx="7954384" cy="2438976"/>
          </a:xfrm>
          <a:custGeom>
            <a:avLst/>
            <a:gdLst>
              <a:gd name="connsiteX0" fmla="*/ 0 w 7954384"/>
              <a:gd name="connsiteY0" fmla="*/ 2438976 h 2438976"/>
              <a:gd name="connsiteX1" fmla="*/ 7954384 w 7954384"/>
              <a:gd name="connsiteY1" fmla="*/ 0 h 2438976"/>
              <a:gd name="connsiteX2" fmla="*/ 7543553 w 7954384"/>
              <a:gd name="connsiteY2" fmla="*/ 0 h 2438976"/>
              <a:gd name="connsiteX3" fmla="*/ 0 w 7954384"/>
              <a:gd name="connsiteY3" fmla="*/ 2313007 h 2438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54384" h="2438976">
                <a:moveTo>
                  <a:pt x="0" y="2438976"/>
                </a:moveTo>
                <a:lnTo>
                  <a:pt x="7954384" y="0"/>
                </a:lnTo>
                <a:lnTo>
                  <a:pt x="7543553" y="0"/>
                </a:lnTo>
                <a:lnTo>
                  <a:pt x="0" y="23130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任意多边形: 形状 33"/>
          <p:cNvSpPr/>
          <p:nvPr userDrawn="1"/>
        </p:nvSpPr>
        <p:spPr>
          <a:xfrm>
            <a:off x="10529441" y="6204123"/>
            <a:ext cx="1662559" cy="663795"/>
          </a:xfrm>
          <a:custGeom>
            <a:avLst/>
            <a:gdLst>
              <a:gd name="connsiteX0" fmla="*/ 1072294 w 1662559"/>
              <a:gd name="connsiteY0" fmla="*/ 0 h 663795"/>
              <a:gd name="connsiteX1" fmla="*/ 1641896 w 1662559"/>
              <a:gd name="connsiteY1" fmla="*/ 141455 h 663795"/>
              <a:gd name="connsiteX2" fmla="*/ 1662559 w 1662559"/>
              <a:gd name="connsiteY2" fmla="*/ 153767 h 663795"/>
              <a:gd name="connsiteX3" fmla="*/ 1662559 w 1662559"/>
              <a:gd name="connsiteY3" fmla="*/ 663795 h 663795"/>
              <a:gd name="connsiteX4" fmla="*/ 0 w 1662559"/>
              <a:gd name="connsiteY4" fmla="*/ 663795 h 663795"/>
              <a:gd name="connsiteX5" fmla="*/ 81391 w 1662559"/>
              <a:gd name="connsiteY5" fmla="*/ 516727 h 663795"/>
              <a:gd name="connsiteX6" fmla="*/ 1072294 w 1662559"/>
              <a:gd name="connsiteY6" fmla="*/ 0 h 663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2559" h="663795">
                <a:moveTo>
                  <a:pt x="1072294" y="0"/>
                </a:moveTo>
                <a:cubicBezTo>
                  <a:pt x="1278535" y="0"/>
                  <a:pt x="1472575" y="51243"/>
                  <a:pt x="1641896" y="141455"/>
                </a:cubicBezTo>
                <a:lnTo>
                  <a:pt x="1662559" y="153767"/>
                </a:lnTo>
                <a:lnTo>
                  <a:pt x="1662559" y="663795"/>
                </a:lnTo>
                <a:lnTo>
                  <a:pt x="0" y="663795"/>
                </a:lnTo>
                <a:lnTo>
                  <a:pt x="81391" y="516727"/>
                </a:lnTo>
                <a:cubicBezTo>
                  <a:pt x="296139" y="204971"/>
                  <a:pt x="659810" y="0"/>
                  <a:pt x="1072294" y="0"/>
                </a:cubicBezTo>
                <a:close/>
              </a:path>
            </a:pathLst>
          </a:custGeom>
          <a:solidFill>
            <a:srgbClr val="8A96A0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任意多边形: 形状 30"/>
          <p:cNvSpPr/>
          <p:nvPr userDrawn="1"/>
        </p:nvSpPr>
        <p:spPr>
          <a:xfrm>
            <a:off x="11655842" y="5271709"/>
            <a:ext cx="536154" cy="1412857"/>
          </a:xfrm>
          <a:custGeom>
            <a:avLst/>
            <a:gdLst>
              <a:gd name="connsiteX0" fmla="*/ 529646 w 529646"/>
              <a:gd name="connsiteY0" fmla="*/ 0 h 1859423"/>
              <a:gd name="connsiteX1" fmla="*/ 529646 w 529646"/>
              <a:gd name="connsiteY1" fmla="*/ 1859423 h 1859423"/>
              <a:gd name="connsiteX2" fmla="*/ 405382 w 529646"/>
              <a:gd name="connsiteY2" fmla="*/ 1772775 h 1859423"/>
              <a:gd name="connsiteX3" fmla="*/ 0 w 529646"/>
              <a:gd name="connsiteY3" fmla="*/ 929711 h 1859423"/>
              <a:gd name="connsiteX4" fmla="*/ 405382 w 529646"/>
              <a:gd name="connsiteY4" fmla="*/ 86648 h 185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646" h="1859423">
                <a:moveTo>
                  <a:pt x="529646" y="0"/>
                </a:moveTo>
                <a:lnTo>
                  <a:pt x="529646" y="1859423"/>
                </a:lnTo>
                <a:lnTo>
                  <a:pt x="405382" y="1772775"/>
                </a:lnTo>
                <a:cubicBezTo>
                  <a:pt x="157805" y="1572386"/>
                  <a:pt x="0" y="1269123"/>
                  <a:pt x="0" y="929711"/>
                </a:cubicBezTo>
                <a:cubicBezTo>
                  <a:pt x="0" y="590300"/>
                  <a:pt x="157805" y="287037"/>
                  <a:pt x="405382" y="86648"/>
                </a:cubicBezTo>
                <a:close/>
              </a:path>
            </a:pathLst>
          </a:custGeom>
          <a:solidFill>
            <a:srgbClr val="BFC6C6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112486" y="131568"/>
            <a:ext cx="11967029" cy="6594865"/>
          </a:xfrm>
          <a:prstGeom prst="rect">
            <a:avLst/>
          </a:prstGeom>
          <a:noFill/>
          <a:ln w="28575">
            <a:gradFill>
              <a:gsLst>
                <a:gs pos="69000">
                  <a:schemeClr val="bg1"/>
                </a:gs>
                <a:gs pos="67000">
                  <a:srgbClr val="8A96A0"/>
                </a:gs>
              </a:gsLst>
              <a:lin ang="5520000" scaled="0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 userDrawn="1"/>
        </p:nvSpPr>
        <p:spPr>
          <a:xfrm>
            <a:off x="112486" y="131568"/>
            <a:ext cx="11967029" cy="6594865"/>
          </a:xfrm>
          <a:prstGeom prst="rect">
            <a:avLst/>
          </a:prstGeom>
          <a:noFill/>
          <a:ln w="28575">
            <a:solidFill>
              <a:srgbClr val="8A96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>
          <a:xfrm flipH="1" flipV="1">
            <a:off x="8322792" y="0"/>
            <a:ext cx="3869208" cy="1479646"/>
          </a:xfrm>
          <a:custGeom>
            <a:avLst/>
            <a:gdLst>
              <a:gd name="connsiteX0" fmla="*/ 3869208 w 3869208"/>
              <a:gd name="connsiteY0" fmla="*/ 1479646 h 1479646"/>
              <a:gd name="connsiteX1" fmla="*/ 0 w 3869208"/>
              <a:gd name="connsiteY1" fmla="*/ 1479646 h 1479646"/>
              <a:gd name="connsiteX2" fmla="*/ 0 w 3869208"/>
              <a:gd name="connsiteY2" fmla="*/ 0 h 147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9208" h="1479646">
                <a:moveTo>
                  <a:pt x="3869208" y="1479646"/>
                </a:moveTo>
                <a:lnTo>
                  <a:pt x="0" y="1479646"/>
                </a:lnTo>
                <a:lnTo>
                  <a:pt x="0" y="0"/>
                </a:lnTo>
                <a:close/>
              </a:path>
            </a:pathLst>
          </a:custGeom>
          <a:solidFill>
            <a:srgbClr val="DBD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 flipH="1">
            <a:off x="8744893" y="0"/>
            <a:ext cx="3447103" cy="1290622"/>
          </a:xfrm>
          <a:custGeom>
            <a:avLst/>
            <a:gdLst>
              <a:gd name="connsiteX0" fmla="*/ 3447103 w 3447103"/>
              <a:gd name="connsiteY0" fmla="*/ 0 h 1290622"/>
              <a:gd name="connsiteX1" fmla="*/ 3159432 w 3447103"/>
              <a:gd name="connsiteY1" fmla="*/ 0 h 1290622"/>
              <a:gd name="connsiteX2" fmla="*/ 0 w 3447103"/>
              <a:gd name="connsiteY2" fmla="*/ 1182916 h 1290622"/>
              <a:gd name="connsiteX3" fmla="*/ 0 w 3447103"/>
              <a:gd name="connsiteY3" fmla="*/ 1290622 h 1290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7103" h="1290622">
                <a:moveTo>
                  <a:pt x="3447103" y="0"/>
                </a:moveTo>
                <a:lnTo>
                  <a:pt x="3159432" y="0"/>
                </a:lnTo>
                <a:lnTo>
                  <a:pt x="0" y="1182916"/>
                </a:lnTo>
                <a:lnTo>
                  <a:pt x="0" y="1290622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369407" y="-2866"/>
            <a:ext cx="822593" cy="1176699"/>
            <a:chOff x="10527781" y="-1206792"/>
            <a:chExt cx="1664219" cy="2380625"/>
          </a:xfrm>
        </p:grpSpPr>
        <p:sp>
          <p:nvSpPr>
            <p:cNvPr id="10" name="任意多边形: 形状 9"/>
            <p:cNvSpPr/>
            <p:nvPr userDrawn="1"/>
          </p:nvSpPr>
          <p:spPr>
            <a:xfrm flipV="1">
              <a:off x="10527781" y="-1206792"/>
              <a:ext cx="1664219" cy="1130733"/>
            </a:xfrm>
            <a:custGeom>
              <a:avLst/>
              <a:gdLst>
                <a:gd name="connsiteX0" fmla="*/ 1113972 w 1664219"/>
                <a:gd name="connsiteY0" fmla="*/ 0 h 1130733"/>
                <a:gd name="connsiteX1" fmla="*/ 1644957 w 1664219"/>
                <a:gd name="connsiteY1" fmla="*/ 131865 h 1130733"/>
                <a:gd name="connsiteX2" fmla="*/ 1664219 w 1664219"/>
                <a:gd name="connsiteY2" fmla="*/ 143342 h 1130733"/>
                <a:gd name="connsiteX3" fmla="*/ 1664219 w 1664219"/>
                <a:gd name="connsiteY3" fmla="*/ 1130733 h 1130733"/>
                <a:gd name="connsiteX4" fmla="*/ 1966 w 1664219"/>
                <a:gd name="connsiteY4" fmla="*/ 1130733 h 1130733"/>
                <a:gd name="connsiteX5" fmla="*/ 0 w 1664219"/>
                <a:gd name="connsiteY5" fmla="*/ 1092549 h 1130733"/>
                <a:gd name="connsiteX6" fmla="*/ 1113972 w 1664219"/>
                <a:gd name="connsiteY6" fmla="*/ 0 h 113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219" h="1130733">
                  <a:moveTo>
                    <a:pt x="1113972" y="0"/>
                  </a:moveTo>
                  <a:cubicBezTo>
                    <a:pt x="1306231" y="0"/>
                    <a:pt x="1487115" y="47769"/>
                    <a:pt x="1644957" y="131865"/>
                  </a:cubicBezTo>
                  <a:lnTo>
                    <a:pt x="1664219" y="143342"/>
                  </a:lnTo>
                  <a:lnTo>
                    <a:pt x="1664219" y="1130733"/>
                  </a:lnTo>
                  <a:lnTo>
                    <a:pt x="1966" y="1130733"/>
                  </a:lnTo>
                  <a:lnTo>
                    <a:pt x="0" y="1092549"/>
                  </a:lnTo>
                  <a:cubicBezTo>
                    <a:pt x="0" y="489151"/>
                    <a:pt x="498742" y="0"/>
                    <a:pt x="1113972" y="0"/>
                  </a:cubicBezTo>
                  <a:close/>
                </a:path>
              </a:pathLst>
            </a:custGeom>
            <a:solidFill>
              <a:srgbClr val="8A96A0">
                <a:alpha val="9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: 形状 23"/>
            <p:cNvSpPr/>
            <p:nvPr userDrawn="1"/>
          </p:nvSpPr>
          <p:spPr>
            <a:xfrm flipV="1">
              <a:off x="11662354" y="-685590"/>
              <a:ext cx="529646" cy="1859423"/>
            </a:xfrm>
            <a:custGeom>
              <a:avLst/>
              <a:gdLst>
                <a:gd name="connsiteX0" fmla="*/ 529646 w 529646"/>
                <a:gd name="connsiteY0" fmla="*/ 0 h 1859423"/>
                <a:gd name="connsiteX1" fmla="*/ 529646 w 529646"/>
                <a:gd name="connsiteY1" fmla="*/ 1859423 h 1859423"/>
                <a:gd name="connsiteX2" fmla="*/ 405382 w 529646"/>
                <a:gd name="connsiteY2" fmla="*/ 1772775 h 1859423"/>
                <a:gd name="connsiteX3" fmla="*/ 0 w 529646"/>
                <a:gd name="connsiteY3" fmla="*/ 929711 h 1859423"/>
                <a:gd name="connsiteX4" fmla="*/ 405382 w 529646"/>
                <a:gd name="connsiteY4" fmla="*/ 86648 h 185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9646" h="1859423">
                  <a:moveTo>
                    <a:pt x="529646" y="0"/>
                  </a:moveTo>
                  <a:lnTo>
                    <a:pt x="529646" y="1859423"/>
                  </a:lnTo>
                  <a:lnTo>
                    <a:pt x="405382" y="1772775"/>
                  </a:lnTo>
                  <a:cubicBezTo>
                    <a:pt x="157805" y="1572386"/>
                    <a:pt x="0" y="1269123"/>
                    <a:pt x="0" y="929711"/>
                  </a:cubicBezTo>
                  <a:cubicBezTo>
                    <a:pt x="0" y="590300"/>
                    <a:pt x="157805" y="287037"/>
                    <a:pt x="405382" y="86648"/>
                  </a:cubicBezTo>
                  <a:close/>
                </a:path>
              </a:pathLst>
            </a:custGeom>
            <a:solidFill>
              <a:srgbClr val="BFC6C6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-16145" y="5105400"/>
            <a:ext cx="5754341" cy="1781407"/>
            <a:chOff x="-1" y="3795432"/>
            <a:chExt cx="9985829" cy="3091375"/>
          </a:xfrm>
        </p:grpSpPr>
        <p:sp>
          <p:nvSpPr>
            <p:cNvPr id="12" name="直角三角形 11"/>
            <p:cNvSpPr/>
            <p:nvPr userDrawn="1"/>
          </p:nvSpPr>
          <p:spPr>
            <a:xfrm>
              <a:off x="-1" y="3795432"/>
              <a:ext cx="9985829" cy="3062568"/>
            </a:xfrm>
            <a:prstGeom prst="rtTriangle">
              <a:avLst/>
            </a:prstGeom>
            <a:solidFill>
              <a:srgbClr val="8A9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斜纹 12"/>
            <p:cNvSpPr/>
            <p:nvPr userDrawn="1"/>
          </p:nvSpPr>
          <p:spPr>
            <a:xfrm flipV="1">
              <a:off x="0" y="3954566"/>
              <a:ext cx="9563100" cy="2932241"/>
            </a:xfrm>
            <a:prstGeom prst="diagStripe">
              <a:avLst>
                <a:gd name="adj" fmla="val 9570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4" name="任意多边形: 形状 13"/>
          <p:cNvSpPr/>
          <p:nvPr userDrawn="1"/>
        </p:nvSpPr>
        <p:spPr>
          <a:xfrm>
            <a:off x="-38100" y="6299359"/>
            <a:ext cx="1444491" cy="573004"/>
          </a:xfrm>
          <a:custGeom>
            <a:avLst/>
            <a:gdLst>
              <a:gd name="connsiteX0" fmla="*/ 1088580 w 2177160"/>
              <a:gd name="connsiteY0" fmla="*/ 0 h 863641"/>
              <a:gd name="connsiteX1" fmla="*/ 2115011 w 2177160"/>
              <a:gd name="connsiteY1" fmla="*/ 667280 h 863641"/>
              <a:gd name="connsiteX2" fmla="*/ 2177160 w 2177160"/>
              <a:gd name="connsiteY2" fmla="*/ 863641 h 863641"/>
              <a:gd name="connsiteX3" fmla="*/ 0 w 2177160"/>
              <a:gd name="connsiteY3" fmla="*/ 863641 h 863641"/>
              <a:gd name="connsiteX4" fmla="*/ 62150 w 2177160"/>
              <a:gd name="connsiteY4" fmla="*/ 667280 h 863641"/>
              <a:gd name="connsiteX5" fmla="*/ 1088580 w 2177160"/>
              <a:gd name="connsiteY5" fmla="*/ 0 h 863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77160" h="863641">
                <a:moveTo>
                  <a:pt x="1088580" y="0"/>
                </a:moveTo>
                <a:cubicBezTo>
                  <a:pt x="1550003" y="0"/>
                  <a:pt x="1945901" y="275148"/>
                  <a:pt x="2115011" y="667280"/>
                </a:cubicBezTo>
                <a:lnTo>
                  <a:pt x="2177160" y="863641"/>
                </a:lnTo>
                <a:lnTo>
                  <a:pt x="0" y="863641"/>
                </a:lnTo>
                <a:lnTo>
                  <a:pt x="62150" y="667280"/>
                </a:lnTo>
                <a:cubicBezTo>
                  <a:pt x="231260" y="275148"/>
                  <a:pt x="627158" y="0"/>
                  <a:pt x="1088580" y="0"/>
                </a:cubicBezTo>
                <a:close/>
              </a:path>
            </a:pathLst>
          </a:custGeom>
          <a:solidFill>
            <a:srgbClr val="E7DF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 userDrawn="1"/>
        </p:nvSpPr>
        <p:spPr>
          <a:xfrm>
            <a:off x="-16148" y="5852952"/>
            <a:ext cx="602410" cy="1011693"/>
          </a:xfrm>
          <a:custGeom>
            <a:avLst/>
            <a:gdLst>
              <a:gd name="connsiteX0" fmla="*/ 187138 w 1301110"/>
              <a:gd name="connsiteY0" fmla="*/ 0 h 2185098"/>
              <a:gd name="connsiteX1" fmla="*/ 1301110 w 1301110"/>
              <a:gd name="connsiteY1" fmla="*/ 1092549 h 2185098"/>
              <a:gd name="connsiteX2" fmla="*/ 187138 w 1301110"/>
              <a:gd name="connsiteY2" fmla="*/ 2185098 h 2185098"/>
              <a:gd name="connsiteX3" fmla="*/ 73241 w 1301110"/>
              <a:gd name="connsiteY3" fmla="*/ 2179458 h 2185098"/>
              <a:gd name="connsiteX4" fmla="*/ 0 w 1301110"/>
              <a:gd name="connsiteY4" fmla="*/ 2168495 h 2185098"/>
              <a:gd name="connsiteX5" fmla="*/ 0 w 1301110"/>
              <a:gd name="connsiteY5" fmla="*/ 16604 h 2185098"/>
              <a:gd name="connsiteX6" fmla="*/ 73241 w 1301110"/>
              <a:gd name="connsiteY6" fmla="*/ 5641 h 2185098"/>
              <a:gd name="connsiteX7" fmla="*/ 187138 w 1301110"/>
              <a:gd name="connsiteY7" fmla="*/ 0 h 2185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1110" h="2185098">
                <a:moveTo>
                  <a:pt x="187138" y="0"/>
                </a:moveTo>
                <a:cubicBezTo>
                  <a:pt x="802368" y="0"/>
                  <a:pt x="1301110" y="489151"/>
                  <a:pt x="1301110" y="1092549"/>
                </a:cubicBezTo>
                <a:cubicBezTo>
                  <a:pt x="1301110" y="1695947"/>
                  <a:pt x="802368" y="2185098"/>
                  <a:pt x="187138" y="2185098"/>
                </a:cubicBezTo>
                <a:cubicBezTo>
                  <a:pt x="148686" y="2185098"/>
                  <a:pt x="110689" y="2183187"/>
                  <a:pt x="73241" y="2179458"/>
                </a:cubicBezTo>
                <a:lnTo>
                  <a:pt x="0" y="2168495"/>
                </a:lnTo>
                <a:lnTo>
                  <a:pt x="0" y="16604"/>
                </a:lnTo>
                <a:lnTo>
                  <a:pt x="73241" y="5641"/>
                </a:lnTo>
                <a:cubicBezTo>
                  <a:pt x="110689" y="1911"/>
                  <a:pt x="148686" y="0"/>
                  <a:pt x="187138" y="0"/>
                </a:cubicBezTo>
                <a:close/>
              </a:path>
            </a:pathLst>
          </a:custGeom>
          <a:solidFill>
            <a:srgbClr val="DFD5CD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112486" y="131568"/>
            <a:ext cx="11967029" cy="6594865"/>
          </a:xfrm>
          <a:prstGeom prst="rect">
            <a:avLst/>
          </a:prstGeom>
          <a:noFill/>
          <a:ln w="28575">
            <a:gradFill flip="none" rotWithShape="1">
              <a:gsLst>
                <a:gs pos="11000">
                  <a:schemeClr val="accent1">
                    <a:lumMod val="5000"/>
                    <a:lumOff val="95000"/>
                  </a:schemeClr>
                </a:gs>
                <a:gs pos="12000">
                  <a:srgbClr val="8A96A0"/>
                </a:gs>
                <a:gs pos="83000">
                  <a:srgbClr val="8A96A0"/>
                </a:gs>
                <a:gs pos="88000">
                  <a:schemeClr val="bg1"/>
                </a:gs>
              </a:gsLst>
              <a:lin ang="6600000" scaled="0"/>
              <a:tileRect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CCCB3-593F-4C3B-AEC5-BDA4DBCD3E0D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28A0-1CBD-4651-9D2B-FEBC811A5B3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3454C-C0F1-49D8-893C-2819EAEB3393}" type="datetimeFigureOut">
              <a:rPr lang="zh-CN" altLang="en-US" smtClean="0"/>
              <a:t>2021/6/4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72D43-09CD-4941-BAA8-23682CB338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1979080" y="2295327"/>
            <a:ext cx="828463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rgbClr val="8A96A0"/>
                </a:solidFill>
                <a:effectLst>
                  <a:outerShdw blurRad="50800" dist="25400" dir="5400000" algn="ctr" rotWithShape="0">
                    <a:prstClr val="white"/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毕业论文答辩</a:t>
            </a:r>
            <a:r>
              <a:rPr lang="en-US" altLang="zh-CN" sz="6600" dirty="0">
                <a:solidFill>
                  <a:srgbClr val="8A96A0"/>
                </a:solidFill>
                <a:effectLst>
                  <a:outerShdw blurRad="50800" dist="25400" dir="5400000" algn="ctr" rotWithShape="0">
                    <a:prstClr val="white"/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PPT</a:t>
            </a:r>
            <a:r>
              <a:rPr lang="zh-CN" altLang="en-US" sz="6600" dirty="0">
                <a:solidFill>
                  <a:srgbClr val="8A96A0"/>
                </a:solidFill>
                <a:effectLst>
                  <a:outerShdw blurRad="50800" dist="25400" dir="5400000" algn="ctr" rotWithShape="0">
                    <a:prstClr val="white"/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rPr>
              <a:t>模板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2598057" y="3360658"/>
            <a:ext cx="6995886" cy="322031"/>
            <a:chOff x="2510971" y="3360658"/>
            <a:chExt cx="6995886" cy="322031"/>
          </a:xfrm>
        </p:grpSpPr>
        <p:sp>
          <p:nvSpPr>
            <p:cNvPr id="20" name="平行四边形 19"/>
            <p:cNvSpPr/>
            <p:nvPr/>
          </p:nvSpPr>
          <p:spPr>
            <a:xfrm>
              <a:off x="2510971" y="3514724"/>
              <a:ext cx="6995886" cy="167965"/>
            </a:xfrm>
            <a:prstGeom prst="parallelogram">
              <a:avLst/>
            </a:prstGeom>
            <a:solidFill>
              <a:srgbClr val="8A96A0">
                <a:alpha val="4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780972" y="3360658"/>
              <a:ext cx="64558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400" dirty="0">
                  <a:solidFill>
                    <a:srgbClr val="8A96A0"/>
                  </a:solidFill>
                  <a:latin typeface="汉仪中宋简" panose="02010609000101010101" pitchFamily="49" charset="-122"/>
                  <a:ea typeface="汉仪中宋简" panose="02010609000101010101" pitchFamily="49" charset="-122"/>
                </a:rPr>
                <a:t>毕业设计丨开题报告丨毕业答辩丨研究生答辩</a:t>
              </a: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1886676" y="1743984"/>
            <a:ext cx="84694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b="1" dirty="0">
                <a:solidFill>
                  <a:srgbClr val="8A96A0">
                    <a:alpha val="30000"/>
                  </a:srgbClr>
                </a:solidFill>
                <a:latin typeface="Century Gothic" panose="020B0502020202020204" pitchFamily="34" charset="0"/>
              </a:rPr>
              <a:t>GRADUATION THESIS DEFENSE</a:t>
            </a:r>
            <a:endParaRPr lang="zh-CN" altLang="en-US" sz="4000" b="1" dirty="0">
              <a:solidFill>
                <a:srgbClr val="8A96A0">
                  <a:alpha val="30000"/>
                </a:srgbClr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6795573" y="4024740"/>
            <a:ext cx="1591629" cy="417135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学生：</a:t>
            </a:r>
            <a:r>
              <a:rPr lang="en-US" altLang="zh-CN" sz="16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XXXX</a:t>
            </a:r>
            <a:endParaRPr lang="zh-CN" altLang="en-US" sz="1200" dirty="0">
              <a:solidFill>
                <a:srgbClr val="8A96A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Freeform 105"/>
          <p:cNvSpPr>
            <a:spLocks noEditPoints="1"/>
          </p:cNvSpPr>
          <p:nvPr/>
        </p:nvSpPr>
        <p:spPr bwMode="auto">
          <a:xfrm>
            <a:off x="6683815" y="4043085"/>
            <a:ext cx="223514" cy="266112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rgbClr val="8A96A0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2D5286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18" name="文本框 7"/>
          <p:cNvSpPr txBox="1"/>
          <p:nvPr/>
        </p:nvSpPr>
        <p:spPr>
          <a:xfrm>
            <a:off x="4258481" y="4043085"/>
            <a:ext cx="1591629" cy="417135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导师：</a:t>
            </a:r>
            <a:r>
              <a:rPr lang="en-US" altLang="zh-CN" sz="16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XXX</a:t>
            </a:r>
            <a:endParaRPr lang="zh-CN" altLang="en-US" sz="1200" dirty="0">
              <a:solidFill>
                <a:srgbClr val="8A96A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9" name="Freeform 105"/>
          <p:cNvSpPr>
            <a:spLocks noEditPoints="1"/>
          </p:cNvSpPr>
          <p:nvPr/>
        </p:nvSpPr>
        <p:spPr bwMode="auto">
          <a:xfrm>
            <a:off x="3965051" y="4043085"/>
            <a:ext cx="378472" cy="266112"/>
          </a:xfrm>
          <a:custGeom>
            <a:avLst/>
            <a:gdLst>
              <a:gd name="T0" fmla="*/ 256 w 256"/>
              <a:gd name="T1" fmla="*/ 172 h 180"/>
              <a:gd name="T2" fmla="*/ 256 w 256"/>
              <a:gd name="T3" fmla="*/ 172 h 180"/>
              <a:gd name="T4" fmla="*/ 248 w 256"/>
              <a:gd name="T5" fmla="*/ 180 h 180"/>
              <a:gd name="T6" fmla="*/ 189 w 256"/>
              <a:gd name="T7" fmla="*/ 180 h 180"/>
              <a:gd name="T8" fmla="*/ 196 w 256"/>
              <a:gd name="T9" fmla="*/ 170 h 180"/>
              <a:gd name="T10" fmla="*/ 196 w 256"/>
              <a:gd name="T11" fmla="*/ 170 h 180"/>
              <a:gd name="T12" fmla="*/ 196 w 256"/>
              <a:gd name="T13" fmla="*/ 170 h 180"/>
              <a:gd name="T14" fmla="*/ 170 w 256"/>
              <a:gd name="T15" fmla="*/ 121 h 180"/>
              <a:gd name="T16" fmla="*/ 152 w 256"/>
              <a:gd name="T17" fmla="*/ 115 h 180"/>
              <a:gd name="T18" fmla="*/ 152 w 256"/>
              <a:gd name="T19" fmla="*/ 100 h 180"/>
              <a:gd name="T20" fmla="*/ 144 w 256"/>
              <a:gd name="T21" fmla="*/ 80 h 180"/>
              <a:gd name="T22" fmla="*/ 139 w 256"/>
              <a:gd name="T23" fmla="*/ 72 h 180"/>
              <a:gd name="T24" fmla="*/ 141 w 256"/>
              <a:gd name="T25" fmla="*/ 59 h 180"/>
              <a:gd name="T26" fmla="*/ 140 w 256"/>
              <a:gd name="T27" fmla="*/ 42 h 180"/>
              <a:gd name="T28" fmla="*/ 171 w 256"/>
              <a:gd name="T29" fmla="*/ 16 h 180"/>
              <a:gd name="T30" fmla="*/ 202 w 256"/>
              <a:gd name="T31" fmla="*/ 42 h 180"/>
              <a:gd name="T32" fmla="*/ 200 w 256"/>
              <a:gd name="T33" fmla="*/ 59 h 180"/>
              <a:gd name="T34" fmla="*/ 203 w 256"/>
              <a:gd name="T35" fmla="*/ 72 h 180"/>
              <a:gd name="T36" fmla="*/ 198 w 256"/>
              <a:gd name="T37" fmla="*/ 80 h 180"/>
              <a:gd name="T38" fmla="*/ 189 w 256"/>
              <a:gd name="T39" fmla="*/ 100 h 180"/>
              <a:gd name="T40" fmla="*/ 190 w 256"/>
              <a:gd name="T41" fmla="*/ 115 h 180"/>
              <a:gd name="T42" fmla="*/ 210 w 256"/>
              <a:gd name="T43" fmla="*/ 124 h 180"/>
              <a:gd name="T44" fmla="*/ 235 w 256"/>
              <a:gd name="T45" fmla="*/ 133 h 180"/>
              <a:gd name="T46" fmla="*/ 256 w 256"/>
              <a:gd name="T47" fmla="*/ 172 h 180"/>
              <a:gd name="T48" fmla="*/ 136 w 256"/>
              <a:gd name="T49" fmla="*/ 119 h 180"/>
              <a:gd name="T50" fmla="*/ 164 w 256"/>
              <a:gd name="T51" fmla="*/ 128 h 180"/>
              <a:gd name="T52" fmla="*/ 187 w 256"/>
              <a:gd name="T53" fmla="*/ 171 h 180"/>
              <a:gd name="T54" fmla="*/ 187 w 256"/>
              <a:gd name="T55" fmla="*/ 171 h 180"/>
              <a:gd name="T56" fmla="*/ 187 w 256"/>
              <a:gd name="T57" fmla="*/ 171 h 180"/>
              <a:gd name="T58" fmla="*/ 178 w 256"/>
              <a:gd name="T59" fmla="*/ 180 h 180"/>
              <a:gd name="T60" fmla="*/ 9 w 256"/>
              <a:gd name="T61" fmla="*/ 180 h 180"/>
              <a:gd name="T62" fmla="*/ 0 w 256"/>
              <a:gd name="T63" fmla="*/ 171 h 180"/>
              <a:gd name="T64" fmla="*/ 0 w 256"/>
              <a:gd name="T65" fmla="*/ 171 h 180"/>
              <a:gd name="T66" fmla="*/ 0 w 256"/>
              <a:gd name="T67" fmla="*/ 171 h 180"/>
              <a:gd name="T68" fmla="*/ 24 w 256"/>
              <a:gd name="T69" fmla="*/ 128 h 180"/>
              <a:gd name="T70" fmla="*/ 51 w 256"/>
              <a:gd name="T71" fmla="*/ 119 h 180"/>
              <a:gd name="T72" fmla="*/ 73 w 256"/>
              <a:gd name="T73" fmla="*/ 109 h 180"/>
              <a:gd name="T74" fmla="*/ 73 w 256"/>
              <a:gd name="T75" fmla="*/ 92 h 180"/>
              <a:gd name="T76" fmla="*/ 64 w 256"/>
              <a:gd name="T77" fmla="*/ 70 h 180"/>
              <a:gd name="T78" fmla="*/ 58 w 256"/>
              <a:gd name="T79" fmla="*/ 62 h 180"/>
              <a:gd name="T80" fmla="*/ 61 w 256"/>
              <a:gd name="T81" fmla="*/ 47 h 180"/>
              <a:gd name="T82" fmla="*/ 60 w 256"/>
              <a:gd name="T83" fmla="*/ 28 h 180"/>
              <a:gd name="T84" fmla="*/ 94 w 256"/>
              <a:gd name="T85" fmla="*/ 0 h 180"/>
              <a:gd name="T86" fmla="*/ 127 w 256"/>
              <a:gd name="T87" fmla="*/ 28 h 180"/>
              <a:gd name="T88" fmla="*/ 126 w 256"/>
              <a:gd name="T89" fmla="*/ 47 h 180"/>
              <a:gd name="T90" fmla="*/ 129 w 256"/>
              <a:gd name="T91" fmla="*/ 62 h 180"/>
              <a:gd name="T92" fmla="*/ 123 w 256"/>
              <a:gd name="T93" fmla="*/ 70 h 180"/>
              <a:gd name="T94" fmla="*/ 114 w 256"/>
              <a:gd name="T95" fmla="*/ 92 h 180"/>
              <a:gd name="T96" fmla="*/ 114 w 256"/>
              <a:gd name="T97" fmla="*/ 109 h 180"/>
              <a:gd name="T98" fmla="*/ 136 w 256"/>
              <a:gd name="T99" fmla="*/ 119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6" h="180">
                <a:moveTo>
                  <a:pt x="256" y="172"/>
                </a:moveTo>
                <a:cubicBezTo>
                  <a:pt x="256" y="172"/>
                  <a:pt x="256" y="172"/>
                  <a:pt x="256" y="172"/>
                </a:cubicBezTo>
                <a:cubicBezTo>
                  <a:pt x="256" y="176"/>
                  <a:pt x="252" y="180"/>
                  <a:pt x="248" y="180"/>
                </a:cubicBezTo>
                <a:cubicBezTo>
                  <a:pt x="189" y="180"/>
                  <a:pt x="189" y="180"/>
                  <a:pt x="189" y="180"/>
                </a:cubicBezTo>
                <a:cubicBezTo>
                  <a:pt x="193" y="179"/>
                  <a:pt x="196" y="175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34"/>
                  <a:pt x="170" y="121"/>
                </a:cubicBezTo>
                <a:cubicBezTo>
                  <a:pt x="159" y="116"/>
                  <a:pt x="158" y="117"/>
                  <a:pt x="152" y="115"/>
                </a:cubicBezTo>
                <a:cubicBezTo>
                  <a:pt x="152" y="100"/>
                  <a:pt x="152" y="100"/>
                  <a:pt x="152" y="100"/>
                </a:cubicBezTo>
                <a:cubicBezTo>
                  <a:pt x="152" y="100"/>
                  <a:pt x="146" y="95"/>
                  <a:pt x="144" y="80"/>
                </a:cubicBezTo>
                <a:cubicBezTo>
                  <a:pt x="141" y="81"/>
                  <a:pt x="139" y="76"/>
                  <a:pt x="139" y="72"/>
                </a:cubicBezTo>
                <a:cubicBezTo>
                  <a:pt x="139" y="69"/>
                  <a:pt x="137" y="58"/>
                  <a:pt x="141" y="59"/>
                </a:cubicBezTo>
                <a:cubicBezTo>
                  <a:pt x="141" y="52"/>
                  <a:pt x="140" y="45"/>
                  <a:pt x="140" y="42"/>
                </a:cubicBezTo>
                <a:cubicBezTo>
                  <a:pt x="141" y="30"/>
                  <a:pt x="153" y="17"/>
                  <a:pt x="171" y="16"/>
                </a:cubicBezTo>
                <a:cubicBezTo>
                  <a:pt x="192" y="17"/>
                  <a:pt x="201" y="30"/>
                  <a:pt x="202" y="42"/>
                </a:cubicBezTo>
                <a:cubicBezTo>
                  <a:pt x="202" y="45"/>
                  <a:pt x="201" y="52"/>
                  <a:pt x="200" y="59"/>
                </a:cubicBezTo>
                <a:cubicBezTo>
                  <a:pt x="205" y="58"/>
                  <a:pt x="203" y="69"/>
                  <a:pt x="203" y="72"/>
                </a:cubicBezTo>
                <a:cubicBezTo>
                  <a:pt x="203" y="76"/>
                  <a:pt x="201" y="81"/>
                  <a:pt x="198" y="80"/>
                </a:cubicBezTo>
                <a:cubicBezTo>
                  <a:pt x="196" y="95"/>
                  <a:pt x="189" y="100"/>
                  <a:pt x="189" y="100"/>
                </a:cubicBezTo>
                <a:cubicBezTo>
                  <a:pt x="190" y="115"/>
                  <a:pt x="190" y="115"/>
                  <a:pt x="190" y="115"/>
                </a:cubicBezTo>
                <a:cubicBezTo>
                  <a:pt x="190" y="115"/>
                  <a:pt x="193" y="117"/>
                  <a:pt x="210" y="124"/>
                </a:cubicBezTo>
                <a:cubicBezTo>
                  <a:pt x="226" y="131"/>
                  <a:pt x="221" y="126"/>
                  <a:pt x="235" y="133"/>
                </a:cubicBezTo>
                <a:cubicBezTo>
                  <a:pt x="256" y="143"/>
                  <a:pt x="256" y="172"/>
                  <a:pt x="256" y="172"/>
                </a:cubicBezTo>
                <a:close/>
                <a:moveTo>
                  <a:pt x="136" y="119"/>
                </a:moveTo>
                <a:cubicBezTo>
                  <a:pt x="155" y="126"/>
                  <a:pt x="149" y="121"/>
                  <a:pt x="164" y="128"/>
                </a:cubicBezTo>
                <a:cubicBezTo>
                  <a:pt x="187" y="140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6"/>
                  <a:pt x="183" y="180"/>
                  <a:pt x="178" y="180"/>
                </a:cubicBezTo>
                <a:cubicBezTo>
                  <a:pt x="9" y="180"/>
                  <a:pt x="9" y="180"/>
                  <a:pt x="9" y="180"/>
                </a:cubicBezTo>
                <a:cubicBezTo>
                  <a:pt x="4" y="180"/>
                  <a:pt x="0" y="176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40"/>
                  <a:pt x="24" y="128"/>
                </a:cubicBezTo>
                <a:cubicBezTo>
                  <a:pt x="38" y="121"/>
                  <a:pt x="33" y="127"/>
                  <a:pt x="51" y="119"/>
                </a:cubicBezTo>
                <a:cubicBezTo>
                  <a:pt x="69" y="112"/>
                  <a:pt x="73" y="109"/>
                  <a:pt x="73" y="109"/>
                </a:cubicBezTo>
                <a:cubicBezTo>
                  <a:pt x="73" y="92"/>
                  <a:pt x="73" y="92"/>
                  <a:pt x="73" y="92"/>
                </a:cubicBezTo>
                <a:cubicBezTo>
                  <a:pt x="73" y="92"/>
                  <a:pt x="66" y="87"/>
                  <a:pt x="64" y="70"/>
                </a:cubicBezTo>
                <a:cubicBezTo>
                  <a:pt x="60" y="72"/>
                  <a:pt x="59" y="65"/>
                  <a:pt x="58" y="62"/>
                </a:cubicBezTo>
                <a:cubicBezTo>
                  <a:pt x="58" y="58"/>
                  <a:pt x="56" y="46"/>
                  <a:pt x="61" y="47"/>
                </a:cubicBezTo>
                <a:cubicBezTo>
                  <a:pt x="60" y="39"/>
                  <a:pt x="59" y="32"/>
                  <a:pt x="60" y="28"/>
                </a:cubicBezTo>
                <a:cubicBezTo>
                  <a:pt x="61" y="15"/>
                  <a:pt x="74" y="1"/>
                  <a:pt x="94" y="0"/>
                </a:cubicBezTo>
                <a:cubicBezTo>
                  <a:pt x="117" y="1"/>
                  <a:pt x="126" y="15"/>
                  <a:pt x="127" y="28"/>
                </a:cubicBezTo>
                <a:cubicBezTo>
                  <a:pt x="128" y="32"/>
                  <a:pt x="127" y="39"/>
                  <a:pt x="126" y="47"/>
                </a:cubicBezTo>
                <a:cubicBezTo>
                  <a:pt x="131" y="46"/>
                  <a:pt x="129" y="58"/>
                  <a:pt x="129" y="62"/>
                </a:cubicBezTo>
                <a:cubicBezTo>
                  <a:pt x="128" y="65"/>
                  <a:pt x="127" y="72"/>
                  <a:pt x="123" y="70"/>
                </a:cubicBezTo>
                <a:cubicBezTo>
                  <a:pt x="121" y="87"/>
                  <a:pt x="114" y="92"/>
                  <a:pt x="114" y="92"/>
                </a:cubicBezTo>
                <a:cubicBezTo>
                  <a:pt x="114" y="109"/>
                  <a:pt x="114" y="109"/>
                  <a:pt x="114" y="109"/>
                </a:cubicBezTo>
                <a:cubicBezTo>
                  <a:pt x="114" y="109"/>
                  <a:pt x="118" y="111"/>
                  <a:pt x="136" y="119"/>
                </a:cubicBezTo>
              </a:path>
            </a:pathLst>
          </a:custGeom>
          <a:solidFill>
            <a:srgbClr val="8A96A0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srgbClr val="2D5286"/>
              </a:solidFill>
              <a:effectLst/>
              <a:uLnTx/>
              <a:uFillTx/>
              <a:latin typeface="等线" panose="02010600030101010101" charset="-122"/>
              <a:ea typeface="+mn-ea"/>
              <a:cs typeface="+mn-cs"/>
            </a:endParaRPr>
          </a:p>
        </p:txBody>
      </p:sp>
      <p:sp>
        <p:nvSpPr>
          <p:cNvPr id="21" name="maozi"/>
          <p:cNvSpPr>
            <a:spLocks noChangeAspect="1"/>
          </p:cNvSpPr>
          <p:nvPr/>
        </p:nvSpPr>
        <p:spPr bwMode="auto">
          <a:xfrm rot="1203049">
            <a:off x="9908077" y="2327241"/>
            <a:ext cx="609685" cy="375999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rgbClr val="8A96A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5010606" y="846326"/>
            <a:ext cx="2170787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72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目录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235549" y="1320851"/>
            <a:ext cx="37209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en-US" altLang="zh-CN" sz="4800" b="1" dirty="0">
                <a:solidFill>
                  <a:srgbClr val="8A96A0">
                    <a:alpha val="10000"/>
                  </a:srgbClr>
                </a:solidFill>
                <a:latin typeface="Century Gothic" panose="020B0502020202020204" pitchFamily="34" charset="0"/>
              </a:rPr>
              <a:t>CONTENTS</a:t>
            </a:r>
            <a:endParaRPr lang="zh-CN" altLang="en-US" sz="4800" b="1" dirty="0">
              <a:solidFill>
                <a:srgbClr val="8A96A0">
                  <a:alpha val="10000"/>
                </a:srgbClr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069229" y="2669201"/>
            <a:ext cx="6100286" cy="1761692"/>
            <a:chOff x="1921901" y="2669201"/>
            <a:chExt cx="6100286" cy="1761692"/>
          </a:xfrm>
        </p:grpSpPr>
        <p:sp>
          <p:nvSpPr>
            <p:cNvPr id="3" name="文本框 2"/>
            <p:cNvSpPr txBox="1"/>
            <p:nvPr/>
          </p:nvSpPr>
          <p:spPr>
            <a:xfrm>
              <a:off x="2666203" y="2770691"/>
              <a:ext cx="21707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选题背景与意义</a:t>
              </a: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666203" y="3769721"/>
              <a:ext cx="21707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研究思路及方法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2666203" y="3136500"/>
              <a:ext cx="5355984" cy="276999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r>
                <a:rPr lang="en-US" altLang="zh-CN" sz="1200" i="1" dirty="0">
                  <a:solidFill>
                    <a:srgbClr val="8A96A0"/>
                  </a:solidFill>
                  <a:latin typeface="Century Gothic" panose="020B0502020202020204" pitchFamily="34" charset="0"/>
                </a:rPr>
                <a:t>Background and significance of topic selection</a:t>
              </a:r>
              <a:endParaRPr lang="zh-CN" altLang="en-US" sz="1200" i="1" dirty="0">
                <a:solidFill>
                  <a:srgbClr val="8A96A0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666203" y="4106088"/>
              <a:ext cx="5355984" cy="312330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i="1" dirty="0">
                  <a:solidFill>
                    <a:srgbClr val="8A96A0"/>
                  </a:solidFill>
                  <a:latin typeface="Century Gothic" panose="020B0502020202020204" pitchFamily="34" charset="0"/>
                </a:rPr>
                <a:t>Research ideas and methods</a:t>
              </a: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1921901" y="2669201"/>
              <a:ext cx="744298" cy="744298"/>
            </a:xfrm>
            <a:prstGeom prst="roundRect">
              <a:avLst>
                <a:gd name="adj" fmla="val 50000"/>
              </a:avLst>
            </a:prstGeom>
            <a:solidFill>
              <a:srgbClr val="DBD0CB"/>
            </a:solidFill>
            <a:ln>
              <a:noFill/>
            </a:ln>
            <a:effectLst>
              <a:outerShdw blurRad="1016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01</a:t>
              </a:r>
              <a:endParaRPr lang="zh-CN" altLang="en-US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1921901" y="3686595"/>
              <a:ext cx="744298" cy="744298"/>
            </a:xfrm>
            <a:prstGeom prst="roundRect">
              <a:avLst>
                <a:gd name="adj" fmla="val 50000"/>
              </a:avLst>
            </a:prstGeom>
            <a:solidFill>
              <a:srgbClr val="DBD0CB"/>
            </a:solidFill>
            <a:ln>
              <a:noFill/>
            </a:ln>
            <a:effectLst>
              <a:outerShdw blurRad="1016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02</a:t>
              </a:r>
              <a:endParaRPr lang="zh-CN" altLang="en-US" sz="20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022191" y="3113644"/>
            <a:ext cx="5355984" cy="31233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i="1" dirty="0">
                <a:solidFill>
                  <a:srgbClr val="8A96A0"/>
                </a:solidFill>
                <a:latin typeface="Century Gothic" panose="020B0502020202020204" pitchFamily="34" charset="0"/>
              </a:rPr>
              <a:t>Experimental data and results</a:t>
            </a:r>
          </a:p>
        </p:txBody>
      </p:sp>
      <p:sp>
        <p:nvSpPr>
          <p:cNvPr id="11" name="矩形 10"/>
          <p:cNvSpPr/>
          <p:nvPr/>
        </p:nvSpPr>
        <p:spPr>
          <a:xfrm>
            <a:off x="8022191" y="4118563"/>
            <a:ext cx="5355984" cy="31233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i="1" dirty="0">
                <a:solidFill>
                  <a:srgbClr val="8A96A0"/>
                </a:solidFill>
                <a:latin typeface="Century Gothic" panose="020B0502020202020204" pitchFamily="34" charset="0"/>
              </a:rPr>
              <a:t>Solutions and summary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181393" y="2669201"/>
            <a:ext cx="2941378" cy="1761692"/>
            <a:chOff x="7251600" y="2669201"/>
            <a:chExt cx="2941378" cy="1761692"/>
          </a:xfrm>
        </p:grpSpPr>
        <p:sp>
          <p:nvSpPr>
            <p:cNvPr id="5" name="文本框 4"/>
            <p:cNvSpPr txBox="1"/>
            <p:nvPr/>
          </p:nvSpPr>
          <p:spPr>
            <a:xfrm>
              <a:off x="8022191" y="2771388"/>
              <a:ext cx="21707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实验数据与结果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22191" y="3770419"/>
              <a:ext cx="21707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解决方案及总结</a:t>
              </a:r>
            </a:p>
          </p:txBody>
        </p:sp>
        <p:sp>
          <p:nvSpPr>
            <p:cNvPr id="17" name="矩形: 圆角 16"/>
            <p:cNvSpPr/>
            <p:nvPr/>
          </p:nvSpPr>
          <p:spPr>
            <a:xfrm>
              <a:off x="7251600" y="2669201"/>
              <a:ext cx="744298" cy="744298"/>
            </a:xfrm>
            <a:prstGeom prst="roundRect">
              <a:avLst>
                <a:gd name="adj" fmla="val 50000"/>
              </a:avLst>
            </a:prstGeom>
            <a:solidFill>
              <a:srgbClr val="DBD0CB"/>
            </a:solidFill>
            <a:ln>
              <a:noFill/>
            </a:ln>
            <a:effectLst>
              <a:outerShdw blurRad="1016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zh-CN" sz="20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03</a:t>
              </a:r>
              <a:endParaRPr lang="zh-CN" altLang="en-US" sz="2000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7251600" y="3686595"/>
              <a:ext cx="744298" cy="744298"/>
            </a:xfrm>
            <a:prstGeom prst="roundRect">
              <a:avLst>
                <a:gd name="adj" fmla="val 50000"/>
              </a:avLst>
            </a:prstGeom>
            <a:solidFill>
              <a:srgbClr val="DBD0CB"/>
            </a:solidFill>
            <a:ln>
              <a:noFill/>
            </a:ln>
            <a:effectLst>
              <a:outerShdw blurRad="101600" algn="ctr" rotWithShape="0">
                <a:prstClr val="black">
                  <a:alpha val="1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04</a:t>
              </a:r>
              <a:endParaRPr lang="zh-CN" altLang="en-US" dirty="0">
                <a:solidFill>
                  <a:srgbClr val="8A96A0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560963" y="1094804"/>
            <a:ext cx="307007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0" dirty="0">
                <a:solidFill>
                  <a:srgbClr val="8A96A0">
                    <a:alpha val="10000"/>
                  </a:srgbClr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01</a:t>
            </a:r>
            <a:endParaRPr lang="zh-CN" altLang="en-US" sz="20000" dirty="0">
              <a:solidFill>
                <a:srgbClr val="8A96A0">
                  <a:alpha val="10000"/>
                </a:srgbClr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05688" y="2380676"/>
            <a:ext cx="7780624" cy="2417922"/>
            <a:chOff x="2205686" y="2124067"/>
            <a:chExt cx="7780624" cy="2417922"/>
          </a:xfrm>
        </p:grpSpPr>
        <p:sp>
          <p:nvSpPr>
            <p:cNvPr id="9" name="文本框 8"/>
            <p:cNvSpPr txBox="1"/>
            <p:nvPr/>
          </p:nvSpPr>
          <p:spPr>
            <a:xfrm>
              <a:off x="3985278" y="2124067"/>
              <a:ext cx="42214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选题背景与意义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785412" y="2893508"/>
              <a:ext cx="462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8A96A0"/>
                  </a:solidFill>
                  <a:latin typeface="Century Gothic" panose="020B0502020202020204" pitchFamily="34" charset="0"/>
                </a:rPr>
                <a:t>Background and significance of topic selection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205686" y="3749528"/>
              <a:ext cx="7780624" cy="792461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您的内容打在这里，或者通过复制您的文本后，在此框中选择粘贴，并选择只保留文字。通过复制您的文</a:t>
              </a:r>
              <a:endPara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本后，在此框中选择粘贴，并选择只保留文字。您的内容打在这里，或者通过</a:t>
              </a:r>
              <a:endPara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复制您的文本后，在此框中选择粘贴，并选择只保留文字。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选题背景与意义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58724" y="2345337"/>
            <a:ext cx="2224079" cy="2329929"/>
            <a:chOff x="958724" y="2345337"/>
            <a:chExt cx="2224079" cy="2329929"/>
          </a:xfrm>
        </p:grpSpPr>
        <p:sp>
          <p:nvSpPr>
            <p:cNvPr id="4" name="文本框 3"/>
            <p:cNvSpPr txBox="1"/>
            <p:nvPr/>
          </p:nvSpPr>
          <p:spPr>
            <a:xfrm>
              <a:off x="958724" y="3642739"/>
              <a:ext cx="2224079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58724" y="3108576"/>
              <a:ext cx="2224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754871" y="2345337"/>
              <a:ext cx="631785" cy="631785"/>
              <a:chOff x="2583205" y="2348610"/>
              <a:chExt cx="631785" cy="631785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2583205" y="2348610"/>
                <a:ext cx="631785" cy="631785"/>
              </a:xfrm>
              <a:prstGeom prst="ellipse">
                <a:avLst/>
              </a:prstGeom>
              <a:solidFill>
                <a:srgbClr val="8A979E"/>
              </a:solidFill>
              <a:ln>
                <a:solidFill>
                  <a:srgbClr val="8A97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8A979E"/>
                  </a:solidFill>
                  <a:highlight>
                    <a:srgbClr val="8A979E"/>
                  </a:highlight>
                </a:endParaRPr>
              </a:p>
            </p:txBody>
          </p:sp>
          <p:sp>
            <p:nvSpPr>
              <p:cNvPr id="8" name="personal-id-card-of-a-man_47848"/>
              <p:cNvSpPr>
                <a:spLocks noChangeAspect="1"/>
              </p:cNvSpPr>
              <p:nvPr/>
            </p:nvSpPr>
            <p:spPr bwMode="auto">
              <a:xfrm>
                <a:off x="2724730" y="2511764"/>
                <a:ext cx="382367" cy="292483"/>
              </a:xfrm>
              <a:custGeom>
                <a:avLst/>
                <a:gdLst>
                  <a:gd name="connsiteX0" fmla="*/ 361794 w 551492"/>
                  <a:gd name="connsiteY0" fmla="*/ 308363 h 421851"/>
                  <a:gd name="connsiteX1" fmla="*/ 530845 w 551492"/>
                  <a:gd name="connsiteY1" fmla="*/ 308363 h 421851"/>
                  <a:gd name="connsiteX2" fmla="*/ 551492 w 551492"/>
                  <a:gd name="connsiteY2" fmla="*/ 329044 h 421851"/>
                  <a:gd name="connsiteX3" fmla="*/ 551492 w 551492"/>
                  <a:gd name="connsiteY3" fmla="*/ 362650 h 421851"/>
                  <a:gd name="connsiteX4" fmla="*/ 530845 w 551492"/>
                  <a:gd name="connsiteY4" fmla="*/ 383331 h 421851"/>
                  <a:gd name="connsiteX5" fmla="*/ 378570 w 551492"/>
                  <a:gd name="connsiteY5" fmla="*/ 383331 h 421851"/>
                  <a:gd name="connsiteX6" fmla="*/ 378570 w 551492"/>
                  <a:gd name="connsiteY6" fmla="*/ 369113 h 421851"/>
                  <a:gd name="connsiteX7" fmla="*/ 361794 w 551492"/>
                  <a:gd name="connsiteY7" fmla="*/ 308363 h 421851"/>
                  <a:gd name="connsiteX8" fmla="*/ 313904 w 551492"/>
                  <a:gd name="connsiteY8" fmla="*/ 172924 h 421851"/>
                  <a:gd name="connsiteX9" fmla="*/ 530832 w 551492"/>
                  <a:gd name="connsiteY9" fmla="*/ 172924 h 421851"/>
                  <a:gd name="connsiteX10" fmla="*/ 551492 w 551492"/>
                  <a:gd name="connsiteY10" fmla="*/ 193548 h 421851"/>
                  <a:gd name="connsiteX11" fmla="*/ 551492 w 551492"/>
                  <a:gd name="connsiteY11" fmla="*/ 225772 h 421851"/>
                  <a:gd name="connsiteX12" fmla="*/ 530832 w 551492"/>
                  <a:gd name="connsiteY12" fmla="*/ 247685 h 421851"/>
                  <a:gd name="connsiteX13" fmla="*/ 271293 w 551492"/>
                  <a:gd name="connsiteY13" fmla="*/ 247685 h 421851"/>
                  <a:gd name="connsiteX14" fmla="*/ 271293 w 551492"/>
                  <a:gd name="connsiteY14" fmla="*/ 227061 h 421851"/>
                  <a:gd name="connsiteX15" fmla="*/ 272584 w 551492"/>
                  <a:gd name="connsiteY15" fmla="*/ 224483 h 421851"/>
                  <a:gd name="connsiteX16" fmla="*/ 313904 w 551492"/>
                  <a:gd name="connsiteY16" fmla="*/ 172924 h 421851"/>
                  <a:gd name="connsiteX17" fmla="*/ 281648 w 551492"/>
                  <a:gd name="connsiteY17" fmla="*/ 36241 h 421851"/>
                  <a:gd name="connsiteX18" fmla="*/ 530834 w 551492"/>
                  <a:gd name="connsiteY18" fmla="*/ 36241 h 421851"/>
                  <a:gd name="connsiteX19" fmla="*/ 551492 w 551492"/>
                  <a:gd name="connsiteY19" fmla="*/ 58154 h 421851"/>
                  <a:gd name="connsiteX20" fmla="*/ 551492 w 551492"/>
                  <a:gd name="connsiteY20" fmla="*/ 90378 h 421851"/>
                  <a:gd name="connsiteX21" fmla="*/ 530834 w 551492"/>
                  <a:gd name="connsiteY21" fmla="*/ 111002 h 421851"/>
                  <a:gd name="connsiteX22" fmla="*/ 308761 w 551492"/>
                  <a:gd name="connsiteY22" fmla="*/ 111002 h 421851"/>
                  <a:gd name="connsiteX23" fmla="*/ 295850 w 551492"/>
                  <a:gd name="connsiteY23" fmla="*/ 96823 h 421851"/>
                  <a:gd name="connsiteX24" fmla="*/ 281648 w 551492"/>
                  <a:gd name="connsiteY24" fmla="*/ 36241 h 421851"/>
                  <a:gd name="connsiteX25" fmla="*/ 176987 w 551492"/>
                  <a:gd name="connsiteY25" fmla="*/ 0 h 421851"/>
                  <a:gd name="connsiteX26" fmla="*/ 271294 w 551492"/>
                  <a:gd name="connsiteY26" fmla="*/ 117396 h 421851"/>
                  <a:gd name="connsiteX27" fmla="*/ 276461 w 551492"/>
                  <a:gd name="connsiteY27" fmla="*/ 117396 h 421851"/>
                  <a:gd name="connsiteX28" fmla="*/ 290672 w 551492"/>
                  <a:gd name="connsiteY28" fmla="*/ 152228 h 421851"/>
                  <a:gd name="connsiteX29" fmla="*/ 262251 w 551492"/>
                  <a:gd name="connsiteY29" fmla="*/ 199960 h 421851"/>
                  <a:gd name="connsiteX30" fmla="*/ 257083 w 551492"/>
                  <a:gd name="connsiteY30" fmla="*/ 197380 h 421851"/>
                  <a:gd name="connsiteX31" fmla="*/ 224786 w 551492"/>
                  <a:gd name="connsiteY31" fmla="*/ 247692 h 421851"/>
                  <a:gd name="connsiteX32" fmla="*/ 219619 w 551492"/>
                  <a:gd name="connsiteY32" fmla="*/ 259303 h 421851"/>
                  <a:gd name="connsiteX33" fmla="*/ 241581 w 551492"/>
                  <a:gd name="connsiteY33" fmla="*/ 279944 h 421851"/>
                  <a:gd name="connsiteX34" fmla="*/ 263543 w 551492"/>
                  <a:gd name="connsiteY34" fmla="*/ 279944 h 421851"/>
                  <a:gd name="connsiteX35" fmla="*/ 352682 w 551492"/>
                  <a:gd name="connsiteY35" fmla="*/ 368958 h 421851"/>
                  <a:gd name="connsiteX36" fmla="*/ 352682 w 551492"/>
                  <a:gd name="connsiteY36" fmla="*/ 393470 h 421851"/>
                  <a:gd name="connsiteX37" fmla="*/ 325553 w 551492"/>
                  <a:gd name="connsiteY37" fmla="*/ 421851 h 421851"/>
                  <a:gd name="connsiteX38" fmla="*/ 28421 w 551492"/>
                  <a:gd name="connsiteY38" fmla="*/ 421851 h 421851"/>
                  <a:gd name="connsiteX39" fmla="*/ 0 w 551492"/>
                  <a:gd name="connsiteY39" fmla="*/ 393470 h 421851"/>
                  <a:gd name="connsiteX40" fmla="*/ 0 w 551492"/>
                  <a:gd name="connsiteY40" fmla="*/ 368958 h 421851"/>
                  <a:gd name="connsiteX41" fmla="*/ 89139 w 551492"/>
                  <a:gd name="connsiteY41" fmla="*/ 279944 h 421851"/>
                  <a:gd name="connsiteX42" fmla="*/ 112393 w 551492"/>
                  <a:gd name="connsiteY42" fmla="*/ 279944 h 421851"/>
                  <a:gd name="connsiteX43" fmla="*/ 133063 w 551492"/>
                  <a:gd name="connsiteY43" fmla="*/ 259303 h 421851"/>
                  <a:gd name="connsiteX44" fmla="*/ 127896 w 551492"/>
                  <a:gd name="connsiteY44" fmla="*/ 247692 h 421851"/>
                  <a:gd name="connsiteX45" fmla="*/ 95599 w 551492"/>
                  <a:gd name="connsiteY45" fmla="*/ 198670 h 421851"/>
                  <a:gd name="connsiteX46" fmla="*/ 91723 w 551492"/>
                  <a:gd name="connsiteY46" fmla="*/ 199960 h 421851"/>
                  <a:gd name="connsiteX47" fmla="*/ 63302 w 551492"/>
                  <a:gd name="connsiteY47" fmla="*/ 152228 h 421851"/>
                  <a:gd name="connsiteX48" fmla="*/ 78804 w 551492"/>
                  <a:gd name="connsiteY48" fmla="*/ 117396 h 421851"/>
                  <a:gd name="connsiteX49" fmla="*/ 81388 w 551492"/>
                  <a:gd name="connsiteY49" fmla="*/ 117396 h 421851"/>
                  <a:gd name="connsiteX50" fmla="*/ 176987 w 551492"/>
                  <a:gd name="connsiteY50" fmla="*/ 0 h 4218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551492" h="421851">
                    <a:moveTo>
                      <a:pt x="361794" y="308363"/>
                    </a:moveTo>
                    <a:lnTo>
                      <a:pt x="530845" y="308363"/>
                    </a:lnTo>
                    <a:cubicBezTo>
                      <a:pt x="541168" y="308363"/>
                      <a:pt x="551492" y="317411"/>
                      <a:pt x="551492" y="329044"/>
                    </a:cubicBezTo>
                    <a:lnTo>
                      <a:pt x="551492" y="362650"/>
                    </a:lnTo>
                    <a:cubicBezTo>
                      <a:pt x="551492" y="374283"/>
                      <a:pt x="541168" y="383331"/>
                      <a:pt x="530845" y="383331"/>
                    </a:cubicBezTo>
                    <a:lnTo>
                      <a:pt x="378570" y="383331"/>
                    </a:lnTo>
                    <a:lnTo>
                      <a:pt x="378570" y="369113"/>
                    </a:lnTo>
                    <a:cubicBezTo>
                      <a:pt x="378570" y="347140"/>
                      <a:pt x="372118" y="326459"/>
                      <a:pt x="361794" y="308363"/>
                    </a:cubicBezTo>
                    <a:close/>
                    <a:moveTo>
                      <a:pt x="313904" y="172924"/>
                    </a:moveTo>
                    <a:lnTo>
                      <a:pt x="530832" y="172924"/>
                    </a:lnTo>
                    <a:cubicBezTo>
                      <a:pt x="541162" y="172924"/>
                      <a:pt x="551492" y="181947"/>
                      <a:pt x="551492" y="193548"/>
                    </a:cubicBezTo>
                    <a:lnTo>
                      <a:pt x="551492" y="225772"/>
                    </a:lnTo>
                    <a:cubicBezTo>
                      <a:pt x="551492" y="237373"/>
                      <a:pt x="541162" y="247685"/>
                      <a:pt x="530832" y="247685"/>
                    </a:cubicBezTo>
                    <a:lnTo>
                      <a:pt x="271293" y="247685"/>
                    </a:lnTo>
                    <a:lnTo>
                      <a:pt x="271293" y="227061"/>
                    </a:lnTo>
                    <a:cubicBezTo>
                      <a:pt x="271293" y="225772"/>
                      <a:pt x="272584" y="225772"/>
                      <a:pt x="272584" y="224483"/>
                    </a:cubicBezTo>
                    <a:cubicBezTo>
                      <a:pt x="293244" y="218038"/>
                      <a:pt x="307448" y="194837"/>
                      <a:pt x="313904" y="172924"/>
                    </a:cubicBezTo>
                    <a:close/>
                    <a:moveTo>
                      <a:pt x="281648" y="36241"/>
                    </a:moveTo>
                    <a:lnTo>
                      <a:pt x="530834" y="36241"/>
                    </a:lnTo>
                    <a:cubicBezTo>
                      <a:pt x="541163" y="36241"/>
                      <a:pt x="551492" y="46553"/>
                      <a:pt x="551492" y="58154"/>
                    </a:cubicBezTo>
                    <a:lnTo>
                      <a:pt x="551492" y="90378"/>
                    </a:lnTo>
                    <a:cubicBezTo>
                      <a:pt x="551492" y="101979"/>
                      <a:pt x="541163" y="111002"/>
                      <a:pt x="530834" y="111002"/>
                    </a:cubicBezTo>
                    <a:lnTo>
                      <a:pt x="308761" y="111002"/>
                    </a:lnTo>
                    <a:cubicBezTo>
                      <a:pt x="304888" y="104557"/>
                      <a:pt x="301015" y="99401"/>
                      <a:pt x="295850" y="96823"/>
                    </a:cubicBezTo>
                    <a:cubicBezTo>
                      <a:pt x="293268" y="72333"/>
                      <a:pt x="288104" y="52998"/>
                      <a:pt x="281648" y="36241"/>
                    </a:cubicBezTo>
                    <a:close/>
                    <a:moveTo>
                      <a:pt x="176987" y="0"/>
                    </a:moveTo>
                    <a:cubicBezTo>
                      <a:pt x="257083" y="0"/>
                      <a:pt x="270002" y="64503"/>
                      <a:pt x="271294" y="117396"/>
                    </a:cubicBezTo>
                    <a:cubicBezTo>
                      <a:pt x="272586" y="117396"/>
                      <a:pt x="273878" y="117396"/>
                      <a:pt x="276461" y="117396"/>
                    </a:cubicBezTo>
                    <a:cubicBezTo>
                      <a:pt x="289380" y="117396"/>
                      <a:pt x="290672" y="132877"/>
                      <a:pt x="290672" y="152228"/>
                    </a:cubicBezTo>
                    <a:cubicBezTo>
                      <a:pt x="290672" y="171579"/>
                      <a:pt x="275169" y="199960"/>
                      <a:pt x="262251" y="199960"/>
                    </a:cubicBezTo>
                    <a:cubicBezTo>
                      <a:pt x="260959" y="199960"/>
                      <a:pt x="258375" y="198670"/>
                      <a:pt x="257083" y="197380"/>
                    </a:cubicBezTo>
                    <a:cubicBezTo>
                      <a:pt x="249332" y="216731"/>
                      <a:pt x="237705" y="233502"/>
                      <a:pt x="224786" y="247692"/>
                    </a:cubicBezTo>
                    <a:cubicBezTo>
                      <a:pt x="220911" y="250272"/>
                      <a:pt x="219619" y="254143"/>
                      <a:pt x="219619" y="259303"/>
                    </a:cubicBezTo>
                    <a:cubicBezTo>
                      <a:pt x="219619" y="270913"/>
                      <a:pt x="228662" y="279944"/>
                      <a:pt x="241581" y="279944"/>
                    </a:cubicBezTo>
                    <a:lnTo>
                      <a:pt x="263543" y="279944"/>
                    </a:lnTo>
                    <a:cubicBezTo>
                      <a:pt x="312634" y="279944"/>
                      <a:pt x="352682" y="319936"/>
                      <a:pt x="352682" y="368958"/>
                    </a:cubicBezTo>
                    <a:lnTo>
                      <a:pt x="352682" y="393470"/>
                    </a:lnTo>
                    <a:cubicBezTo>
                      <a:pt x="352682" y="408950"/>
                      <a:pt x="341055" y="421851"/>
                      <a:pt x="325553" y="421851"/>
                    </a:cubicBezTo>
                    <a:lnTo>
                      <a:pt x="28421" y="421851"/>
                    </a:lnTo>
                    <a:cubicBezTo>
                      <a:pt x="12919" y="421851"/>
                      <a:pt x="0" y="408950"/>
                      <a:pt x="0" y="393470"/>
                    </a:cubicBezTo>
                    <a:lnTo>
                      <a:pt x="0" y="368958"/>
                    </a:lnTo>
                    <a:cubicBezTo>
                      <a:pt x="0" y="319936"/>
                      <a:pt x="40048" y="279944"/>
                      <a:pt x="89139" y="279944"/>
                    </a:cubicBezTo>
                    <a:lnTo>
                      <a:pt x="112393" y="279944"/>
                    </a:lnTo>
                    <a:cubicBezTo>
                      <a:pt x="124020" y="279944"/>
                      <a:pt x="133063" y="270913"/>
                      <a:pt x="133063" y="259303"/>
                    </a:cubicBezTo>
                    <a:cubicBezTo>
                      <a:pt x="133063" y="254143"/>
                      <a:pt x="131771" y="250272"/>
                      <a:pt x="127896" y="247692"/>
                    </a:cubicBezTo>
                    <a:cubicBezTo>
                      <a:pt x="114977" y="234792"/>
                      <a:pt x="104642" y="216731"/>
                      <a:pt x="95599" y="198670"/>
                    </a:cubicBezTo>
                    <a:cubicBezTo>
                      <a:pt x="94307" y="199960"/>
                      <a:pt x="93015" y="199960"/>
                      <a:pt x="91723" y="199960"/>
                    </a:cubicBezTo>
                    <a:cubicBezTo>
                      <a:pt x="78804" y="199960"/>
                      <a:pt x="63302" y="171579"/>
                      <a:pt x="63302" y="152228"/>
                    </a:cubicBezTo>
                    <a:cubicBezTo>
                      <a:pt x="63302" y="132877"/>
                      <a:pt x="65886" y="117396"/>
                      <a:pt x="78804" y="117396"/>
                    </a:cubicBezTo>
                    <a:cubicBezTo>
                      <a:pt x="80096" y="117396"/>
                      <a:pt x="80096" y="117396"/>
                      <a:pt x="81388" y="117396"/>
                    </a:cubicBezTo>
                    <a:cubicBezTo>
                      <a:pt x="82680" y="64503"/>
                      <a:pt x="93015" y="0"/>
                      <a:pt x="17698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</p:sp>
        </p:grpSp>
      </p:grpSp>
      <p:grpSp>
        <p:nvGrpSpPr>
          <p:cNvPr id="9" name="组合 8"/>
          <p:cNvGrpSpPr/>
          <p:nvPr/>
        </p:nvGrpSpPr>
        <p:grpSpPr>
          <a:xfrm>
            <a:off x="3572434" y="2345337"/>
            <a:ext cx="2372603" cy="2329929"/>
            <a:chOff x="3588936" y="2345337"/>
            <a:chExt cx="2372603" cy="2329929"/>
          </a:xfrm>
        </p:grpSpPr>
        <p:sp>
          <p:nvSpPr>
            <p:cNvPr id="10" name="文本框 9"/>
            <p:cNvSpPr txBox="1"/>
            <p:nvPr/>
          </p:nvSpPr>
          <p:spPr>
            <a:xfrm>
              <a:off x="3588936" y="3642739"/>
              <a:ext cx="2372603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638444" y="3108576"/>
              <a:ext cx="2224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4434591" y="2345337"/>
              <a:ext cx="631785" cy="631785"/>
              <a:chOff x="-650103" y="8514939"/>
              <a:chExt cx="451367" cy="451367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-650103" y="8514939"/>
                <a:ext cx="451367" cy="451367"/>
              </a:xfrm>
              <a:prstGeom prst="ellipse">
                <a:avLst/>
              </a:prstGeom>
              <a:noFill/>
              <a:ln>
                <a:solidFill>
                  <a:srgbClr val="8A97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rgbClr val="8A979E"/>
                  </a:solidFill>
                </a:endParaRPr>
              </a:p>
            </p:txBody>
          </p:sp>
          <p:sp>
            <p:nvSpPr>
              <p:cNvPr id="14" name="validate-search_64702"/>
              <p:cNvSpPr>
                <a:spLocks noChangeAspect="1"/>
              </p:cNvSpPr>
              <p:nvPr/>
            </p:nvSpPr>
            <p:spPr bwMode="auto">
              <a:xfrm>
                <a:off x="-546933" y="8604505"/>
                <a:ext cx="273175" cy="272753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rgbClr val="8A979E"/>
              </a:solidFill>
              <a:ln>
                <a:noFill/>
              </a:ln>
            </p:spPr>
          </p:sp>
        </p:grpSp>
      </p:grpSp>
      <p:grpSp>
        <p:nvGrpSpPr>
          <p:cNvPr id="15" name="组合 14"/>
          <p:cNvGrpSpPr/>
          <p:nvPr/>
        </p:nvGrpSpPr>
        <p:grpSpPr>
          <a:xfrm>
            <a:off x="6334668" y="2345337"/>
            <a:ext cx="2273587" cy="2329929"/>
            <a:chOff x="6334668" y="2345337"/>
            <a:chExt cx="2273587" cy="2329929"/>
          </a:xfrm>
        </p:grpSpPr>
        <p:sp>
          <p:nvSpPr>
            <p:cNvPr id="16" name="文本框 15"/>
            <p:cNvSpPr txBox="1"/>
            <p:nvPr/>
          </p:nvSpPr>
          <p:spPr>
            <a:xfrm>
              <a:off x="6384176" y="3642739"/>
              <a:ext cx="2224079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334668" y="3108576"/>
              <a:ext cx="2224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sp>
          <p:nvSpPr>
            <p:cNvPr id="18" name="椭圆 17"/>
            <p:cNvSpPr/>
            <p:nvPr/>
          </p:nvSpPr>
          <p:spPr>
            <a:xfrm>
              <a:off x="7130815" y="2345337"/>
              <a:ext cx="631785" cy="631785"/>
            </a:xfrm>
            <a:prstGeom prst="ellipse">
              <a:avLst/>
            </a:prstGeom>
            <a:solidFill>
              <a:srgbClr val="8A979E"/>
            </a:solidFill>
            <a:ln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8A979E"/>
                </a:solidFill>
              </a:endParaRPr>
            </a:p>
          </p:txBody>
        </p:sp>
        <p:sp>
          <p:nvSpPr>
            <p:cNvPr id="19" name="placeholder_90560"/>
            <p:cNvSpPr>
              <a:spLocks noChangeAspect="1"/>
            </p:cNvSpPr>
            <p:nvPr/>
          </p:nvSpPr>
          <p:spPr bwMode="auto">
            <a:xfrm>
              <a:off x="7292013" y="2470046"/>
              <a:ext cx="309389" cy="382367"/>
            </a:xfrm>
            <a:custGeom>
              <a:avLst/>
              <a:gdLst>
                <a:gd name="connsiteX0" fmla="*/ 243063 w 485843"/>
                <a:gd name="connsiteY0" fmla="*/ 122511 h 600441"/>
                <a:gd name="connsiteX1" fmla="*/ 130548 w 485843"/>
                <a:gd name="connsiteY1" fmla="*/ 234807 h 600441"/>
                <a:gd name="connsiteX2" fmla="*/ 243063 w 485843"/>
                <a:gd name="connsiteY2" fmla="*/ 346860 h 600441"/>
                <a:gd name="connsiteX3" fmla="*/ 355578 w 485843"/>
                <a:gd name="connsiteY3" fmla="*/ 234807 h 600441"/>
                <a:gd name="connsiteX4" fmla="*/ 243063 w 485843"/>
                <a:gd name="connsiteY4" fmla="*/ 122511 h 600441"/>
                <a:gd name="connsiteX5" fmla="*/ 243063 w 485843"/>
                <a:gd name="connsiteY5" fmla="*/ 90183 h 600441"/>
                <a:gd name="connsiteX6" fmla="*/ 387969 w 485843"/>
                <a:gd name="connsiteY6" fmla="*/ 234807 h 600441"/>
                <a:gd name="connsiteX7" fmla="*/ 243063 w 485843"/>
                <a:gd name="connsiteY7" fmla="*/ 379431 h 600441"/>
                <a:gd name="connsiteX8" fmla="*/ 98157 w 485843"/>
                <a:gd name="connsiteY8" fmla="*/ 234807 h 600441"/>
                <a:gd name="connsiteX9" fmla="*/ 243063 w 485843"/>
                <a:gd name="connsiteY9" fmla="*/ 90183 h 600441"/>
                <a:gd name="connsiteX10" fmla="*/ 243043 w 485843"/>
                <a:gd name="connsiteY10" fmla="*/ 48619 h 600441"/>
                <a:gd name="connsiteX11" fmla="*/ 48706 w 485843"/>
                <a:gd name="connsiteY11" fmla="*/ 242607 h 600441"/>
                <a:gd name="connsiteX12" fmla="*/ 243043 w 485843"/>
                <a:gd name="connsiteY12" fmla="*/ 541612 h 600441"/>
                <a:gd name="connsiteX13" fmla="*/ 437137 w 485843"/>
                <a:gd name="connsiteY13" fmla="*/ 242607 h 600441"/>
                <a:gd name="connsiteX14" fmla="*/ 243043 w 485843"/>
                <a:gd name="connsiteY14" fmla="*/ 48619 h 600441"/>
                <a:gd name="connsiteX15" fmla="*/ 243043 w 485843"/>
                <a:gd name="connsiteY15" fmla="*/ 0 h 600441"/>
                <a:gd name="connsiteX16" fmla="*/ 485843 w 485843"/>
                <a:gd name="connsiteY16" fmla="*/ 242607 h 600441"/>
                <a:gd name="connsiteX17" fmla="*/ 371384 w 485843"/>
                <a:gd name="connsiteY17" fmla="*/ 469657 h 600441"/>
                <a:gd name="connsiteX18" fmla="*/ 260090 w 485843"/>
                <a:gd name="connsiteY18" fmla="*/ 593391 h 600441"/>
                <a:gd name="connsiteX19" fmla="*/ 243043 w 485843"/>
                <a:gd name="connsiteY19" fmla="*/ 600441 h 600441"/>
                <a:gd name="connsiteX20" fmla="*/ 225996 w 485843"/>
                <a:gd name="connsiteY20" fmla="*/ 593391 h 600441"/>
                <a:gd name="connsiteX21" fmla="*/ 114703 w 485843"/>
                <a:gd name="connsiteY21" fmla="*/ 469657 h 600441"/>
                <a:gd name="connsiteX22" fmla="*/ 0 w 485843"/>
                <a:gd name="connsiteY22" fmla="*/ 242607 h 600441"/>
                <a:gd name="connsiteX23" fmla="*/ 243043 w 485843"/>
                <a:gd name="connsiteY23" fmla="*/ 0 h 600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5843" h="600441">
                  <a:moveTo>
                    <a:pt x="243063" y="122511"/>
                  </a:moveTo>
                  <a:cubicBezTo>
                    <a:pt x="180960" y="122511"/>
                    <a:pt x="130548" y="172825"/>
                    <a:pt x="130548" y="234807"/>
                  </a:cubicBezTo>
                  <a:cubicBezTo>
                    <a:pt x="130548" y="296546"/>
                    <a:pt x="180960" y="346860"/>
                    <a:pt x="243063" y="346860"/>
                  </a:cubicBezTo>
                  <a:cubicBezTo>
                    <a:pt x="304922" y="346860"/>
                    <a:pt x="355578" y="296546"/>
                    <a:pt x="355578" y="234807"/>
                  </a:cubicBezTo>
                  <a:cubicBezTo>
                    <a:pt x="355578" y="172825"/>
                    <a:pt x="304922" y="122511"/>
                    <a:pt x="243063" y="122511"/>
                  </a:cubicBezTo>
                  <a:close/>
                  <a:moveTo>
                    <a:pt x="243063" y="90183"/>
                  </a:moveTo>
                  <a:cubicBezTo>
                    <a:pt x="322944" y="90183"/>
                    <a:pt x="387969" y="155082"/>
                    <a:pt x="387969" y="234807"/>
                  </a:cubicBezTo>
                  <a:cubicBezTo>
                    <a:pt x="387969" y="314533"/>
                    <a:pt x="322944" y="379431"/>
                    <a:pt x="243063" y="379431"/>
                  </a:cubicBezTo>
                  <a:cubicBezTo>
                    <a:pt x="163182" y="379431"/>
                    <a:pt x="98157" y="314533"/>
                    <a:pt x="98157" y="234807"/>
                  </a:cubicBezTo>
                  <a:cubicBezTo>
                    <a:pt x="98157" y="155082"/>
                    <a:pt x="163182" y="90183"/>
                    <a:pt x="243063" y="90183"/>
                  </a:cubicBezTo>
                  <a:close/>
                  <a:moveTo>
                    <a:pt x="243043" y="48619"/>
                  </a:moveTo>
                  <a:cubicBezTo>
                    <a:pt x="135890" y="48619"/>
                    <a:pt x="48706" y="135646"/>
                    <a:pt x="48706" y="242607"/>
                  </a:cubicBezTo>
                  <a:cubicBezTo>
                    <a:pt x="48706" y="325016"/>
                    <a:pt x="176316" y="473060"/>
                    <a:pt x="243043" y="541612"/>
                  </a:cubicBezTo>
                  <a:cubicBezTo>
                    <a:pt x="309771" y="473060"/>
                    <a:pt x="437137" y="325016"/>
                    <a:pt x="437137" y="242607"/>
                  </a:cubicBezTo>
                  <a:cubicBezTo>
                    <a:pt x="437137" y="135646"/>
                    <a:pt x="350197" y="48619"/>
                    <a:pt x="243043" y="48619"/>
                  </a:cubicBezTo>
                  <a:close/>
                  <a:moveTo>
                    <a:pt x="243043" y="0"/>
                  </a:moveTo>
                  <a:cubicBezTo>
                    <a:pt x="376985" y="0"/>
                    <a:pt x="485843" y="108663"/>
                    <a:pt x="485843" y="242607"/>
                  </a:cubicBezTo>
                  <a:cubicBezTo>
                    <a:pt x="485843" y="298033"/>
                    <a:pt x="447365" y="374607"/>
                    <a:pt x="371384" y="469657"/>
                  </a:cubicBezTo>
                  <a:cubicBezTo>
                    <a:pt x="316346" y="538452"/>
                    <a:pt x="262282" y="591204"/>
                    <a:pt x="260090" y="593391"/>
                  </a:cubicBezTo>
                  <a:cubicBezTo>
                    <a:pt x="255220" y="598010"/>
                    <a:pt x="249132" y="600441"/>
                    <a:pt x="243043" y="600441"/>
                  </a:cubicBezTo>
                  <a:cubicBezTo>
                    <a:pt x="236955" y="600441"/>
                    <a:pt x="230867" y="598010"/>
                    <a:pt x="225996" y="593391"/>
                  </a:cubicBezTo>
                  <a:cubicBezTo>
                    <a:pt x="223804" y="591204"/>
                    <a:pt x="169741" y="538452"/>
                    <a:pt x="114703" y="469657"/>
                  </a:cubicBezTo>
                  <a:cubicBezTo>
                    <a:pt x="38721" y="374607"/>
                    <a:pt x="0" y="298033"/>
                    <a:pt x="0" y="242607"/>
                  </a:cubicBezTo>
                  <a:cubicBezTo>
                    <a:pt x="0" y="108663"/>
                    <a:pt x="109102" y="0"/>
                    <a:pt x="243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20" name="组合 19"/>
          <p:cNvGrpSpPr/>
          <p:nvPr/>
        </p:nvGrpSpPr>
        <p:grpSpPr>
          <a:xfrm>
            <a:off x="8997885" y="2345337"/>
            <a:ext cx="2224079" cy="2329929"/>
            <a:chOff x="8997885" y="2345337"/>
            <a:chExt cx="2224079" cy="2329929"/>
          </a:xfrm>
        </p:grpSpPr>
        <p:sp>
          <p:nvSpPr>
            <p:cNvPr id="21" name="文本框 20"/>
            <p:cNvSpPr txBox="1"/>
            <p:nvPr/>
          </p:nvSpPr>
          <p:spPr>
            <a:xfrm>
              <a:off x="8997885" y="3642739"/>
              <a:ext cx="2224079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8997885" y="3108576"/>
              <a:ext cx="2224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9794032" y="2345337"/>
              <a:ext cx="631785" cy="631785"/>
              <a:chOff x="1411782" y="8514939"/>
              <a:chExt cx="451367" cy="451367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1411782" y="8514939"/>
                <a:ext cx="451367" cy="451367"/>
              </a:xfrm>
              <a:prstGeom prst="ellipse">
                <a:avLst/>
              </a:prstGeom>
              <a:noFill/>
              <a:ln>
                <a:solidFill>
                  <a:srgbClr val="8A97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rgbClr val="8A979E"/>
                  </a:solidFill>
                </a:endParaRPr>
              </a:p>
            </p:txBody>
          </p:sp>
          <p:sp>
            <p:nvSpPr>
              <p:cNvPr id="25" name="graduation-hat_2473"/>
              <p:cNvSpPr>
                <a:spLocks noChangeAspect="1"/>
              </p:cNvSpPr>
              <p:nvPr/>
            </p:nvSpPr>
            <p:spPr bwMode="auto">
              <a:xfrm>
                <a:off x="1511712" y="8615340"/>
                <a:ext cx="255704" cy="254251"/>
              </a:xfrm>
              <a:custGeom>
                <a:avLst/>
                <a:gdLst>
                  <a:gd name="T0" fmla="*/ 3682 w 4808"/>
                  <a:gd name="T1" fmla="*/ 2763 h 4789"/>
                  <a:gd name="T2" fmla="*/ 3420 w 4808"/>
                  <a:gd name="T3" fmla="*/ 2703 h 4789"/>
                  <a:gd name="T4" fmla="*/ 3026 w 4808"/>
                  <a:gd name="T5" fmla="*/ 2392 h 4789"/>
                  <a:gd name="T6" fmla="*/ 2818 w 4808"/>
                  <a:gd name="T7" fmla="*/ 2517 h 4789"/>
                  <a:gd name="T8" fmla="*/ 3219 w 4808"/>
                  <a:gd name="T9" fmla="*/ 1876 h 4789"/>
                  <a:gd name="T10" fmla="*/ 3609 w 4808"/>
                  <a:gd name="T11" fmla="*/ 1953 h 4789"/>
                  <a:gd name="T12" fmla="*/ 4553 w 4808"/>
                  <a:gd name="T13" fmla="*/ 720 h 4789"/>
                  <a:gd name="T14" fmla="*/ 4388 w 4808"/>
                  <a:gd name="T15" fmla="*/ 680 h 4789"/>
                  <a:gd name="T16" fmla="*/ 3872 w 4808"/>
                  <a:gd name="T17" fmla="*/ 1161 h 4789"/>
                  <a:gd name="T18" fmla="*/ 3859 w 4808"/>
                  <a:gd name="T19" fmla="*/ 1160 h 4789"/>
                  <a:gd name="T20" fmla="*/ 3491 w 4808"/>
                  <a:gd name="T21" fmla="*/ 1099 h 4789"/>
                  <a:gd name="T22" fmla="*/ 3432 w 4808"/>
                  <a:gd name="T23" fmla="*/ 731 h 4789"/>
                  <a:gd name="T24" fmla="*/ 3454 w 4808"/>
                  <a:gd name="T25" fmla="*/ 658 h 4789"/>
                  <a:gd name="T26" fmla="*/ 3938 w 4808"/>
                  <a:gd name="T27" fmla="*/ 104 h 4789"/>
                  <a:gd name="T28" fmla="*/ 3609 w 4808"/>
                  <a:gd name="T29" fmla="*/ 0 h 4789"/>
                  <a:gd name="T30" fmla="*/ 2710 w 4808"/>
                  <a:gd name="T31" fmla="*/ 1369 h 4789"/>
                  <a:gd name="T32" fmla="*/ 1300 w 4808"/>
                  <a:gd name="T33" fmla="*/ 999 h 4789"/>
                  <a:gd name="T34" fmla="*/ 1309 w 4808"/>
                  <a:gd name="T35" fmla="*/ 892 h 4789"/>
                  <a:gd name="T36" fmla="*/ 865 w 4808"/>
                  <a:gd name="T37" fmla="*/ 294 h 4789"/>
                  <a:gd name="T38" fmla="*/ 665 w 4808"/>
                  <a:gd name="T39" fmla="*/ 298 h 4789"/>
                  <a:gd name="T40" fmla="*/ 278 w 4808"/>
                  <a:gd name="T41" fmla="*/ 787 h 4789"/>
                  <a:gd name="T42" fmla="*/ 630 w 4808"/>
                  <a:gd name="T43" fmla="*/ 1163 h 4789"/>
                  <a:gd name="T44" fmla="*/ 926 w 4808"/>
                  <a:gd name="T45" fmla="*/ 1291 h 4789"/>
                  <a:gd name="T46" fmla="*/ 1018 w 4808"/>
                  <a:gd name="T47" fmla="*/ 1282 h 4789"/>
                  <a:gd name="T48" fmla="*/ 1485 w 4808"/>
                  <a:gd name="T49" fmla="*/ 2594 h 4789"/>
                  <a:gd name="T50" fmla="*/ 1037 w 4808"/>
                  <a:gd name="T51" fmla="*/ 2572 h 4789"/>
                  <a:gd name="T52" fmla="*/ 92 w 4808"/>
                  <a:gd name="T53" fmla="*/ 3809 h 4789"/>
                  <a:gd name="T54" fmla="*/ 186 w 4808"/>
                  <a:gd name="T55" fmla="*/ 3882 h 4789"/>
                  <a:gd name="T56" fmla="*/ 727 w 4808"/>
                  <a:gd name="T57" fmla="*/ 3384 h 4789"/>
                  <a:gd name="T58" fmla="*/ 789 w 4808"/>
                  <a:gd name="T59" fmla="*/ 3371 h 4789"/>
                  <a:gd name="T60" fmla="*/ 796 w 4808"/>
                  <a:gd name="T61" fmla="*/ 3372 h 4789"/>
                  <a:gd name="T62" fmla="*/ 1218 w 4808"/>
                  <a:gd name="T63" fmla="*/ 3798 h 4789"/>
                  <a:gd name="T64" fmla="*/ 1192 w 4808"/>
                  <a:gd name="T65" fmla="*/ 3873 h 4789"/>
                  <a:gd name="T66" fmla="*/ 707 w 4808"/>
                  <a:gd name="T67" fmla="*/ 4427 h 4789"/>
                  <a:gd name="T68" fmla="*/ 1037 w 4808"/>
                  <a:gd name="T69" fmla="*/ 4531 h 4789"/>
                  <a:gd name="T70" fmla="*/ 2016 w 4808"/>
                  <a:gd name="T71" fmla="*/ 3551 h 4789"/>
                  <a:gd name="T72" fmla="*/ 1994 w 4808"/>
                  <a:gd name="T73" fmla="*/ 3103 h 4789"/>
                  <a:gd name="T74" fmla="*/ 2535 w 4808"/>
                  <a:gd name="T75" fmla="*/ 2799 h 4789"/>
                  <a:gd name="T76" fmla="*/ 2410 w 4808"/>
                  <a:gd name="T77" fmla="*/ 3007 h 4789"/>
                  <a:gd name="T78" fmla="*/ 2721 w 4808"/>
                  <a:gd name="T79" fmla="*/ 3401 h 4789"/>
                  <a:gd name="T80" fmla="*/ 2781 w 4808"/>
                  <a:gd name="T81" fmla="*/ 3663 h 4789"/>
                  <a:gd name="T82" fmla="*/ 4013 w 4808"/>
                  <a:gd name="T83" fmla="*/ 4789 h 4789"/>
                  <a:gd name="T84" fmla="*/ 4734 w 4808"/>
                  <a:gd name="T85" fmla="*/ 4173 h 4789"/>
                  <a:gd name="T86" fmla="*/ 4734 w 4808"/>
                  <a:gd name="T87" fmla="*/ 3815 h 47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808" h="4789">
                    <a:moveTo>
                      <a:pt x="4734" y="3815"/>
                    </a:moveTo>
                    <a:lnTo>
                      <a:pt x="3682" y="2763"/>
                    </a:lnTo>
                    <a:cubicBezTo>
                      <a:pt x="3634" y="2715"/>
                      <a:pt x="3570" y="2689"/>
                      <a:pt x="3502" y="2689"/>
                    </a:cubicBezTo>
                    <a:cubicBezTo>
                      <a:pt x="3474" y="2689"/>
                      <a:pt x="3446" y="2694"/>
                      <a:pt x="3420" y="2703"/>
                    </a:cubicBezTo>
                    <a:lnTo>
                      <a:pt x="3167" y="2450"/>
                    </a:lnTo>
                    <a:cubicBezTo>
                      <a:pt x="3130" y="2413"/>
                      <a:pt x="3079" y="2392"/>
                      <a:pt x="3026" y="2392"/>
                    </a:cubicBezTo>
                    <a:cubicBezTo>
                      <a:pt x="2972" y="2392"/>
                      <a:pt x="2922" y="2413"/>
                      <a:pt x="2884" y="2450"/>
                    </a:cubicBezTo>
                    <a:lnTo>
                      <a:pt x="2818" y="2517"/>
                    </a:lnTo>
                    <a:lnTo>
                      <a:pt x="2699" y="2398"/>
                    </a:lnTo>
                    <a:lnTo>
                      <a:pt x="3219" y="1876"/>
                    </a:lnTo>
                    <a:cubicBezTo>
                      <a:pt x="3340" y="1928"/>
                      <a:pt x="3472" y="1953"/>
                      <a:pt x="3609" y="1953"/>
                    </a:cubicBezTo>
                    <a:lnTo>
                      <a:pt x="3609" y="1953"/>
                    </a:lnTo>
                    <a:cubicBezTo>
                      <a:pt x="3870" y="1953"/>
                      <a:pt x="4116" y="1854"/>
                      <a:pt x="4301" y="1669"/>
                    </a:cubicBezTo>
                    <a:cubicBezTo>
                      <a:pt x="4549" y="1421"/>
                      <a:pt x="4646" y="1059"/>
                      <a:pt x="4553" y="720"/>
                    </a:cubicBezTo>
                    <a:cubicBezTo>
                      <a:pt x="4542" y="678"/>
                      <a:pt x="4502" y="648"/>
                      <a:pt x="4459" y="648"/>
                    </a:cubicBezTo>
                    <a:cubicBezTo>
                      <a:pt x="4441" y="648"/>
                      <a:pt x="4413" y="654"/>
                      <a:pt x="4388" y="680"/>
                    </a:cubicBezTo>
                    <a:cubicBezTo>
                      <a:pt x="4384" y="683"/>
                      <a:pt x="4034" y="1030"/>
                      <a:pt x="3918" y="1146"/>
                    </a:cubicBezTo>
                    <a:cubicBezTo>
                      <a:pt x="3906" y="1159"/>
                      <a:pt x="3885" y="1161"/>
                      <a:pt x="3872" y="1161"/>
                    </a:cubicBezTo>
                    <a:cubicBezTo>
                      <a:pt x="3864" y="1161"/>
                      <a:pt x="3859" y="1160"/>
                      <a:pt x="3859" y="1160"/>
                    </a:cubicBezTo>
                    <a:lnTo>
                      <a:pt x="3859" y="1160"/>
                    </a:lnTo>
                    <a:lnTo>
                      <a:pt x="3851" y="1159"/>
                    </a:lnTo>
                    <a:cubicBezTo>
                      <a:pt x="3707" y="1146"/>
                      <a:pt x="3535" y="1119"/>
                      <a:pt x="3491" y="1099"/>
                    </a:cubicBezTo>
                    <a:cubicBezTo>
                      <a:pt x="3470" y="1055"/>
                      <a:pt x="3445" y="879"/>
                      <a:pt x="3432" y="733"/>
                    </a:cubicBezTo>
                    <a:lnTo>
                      <a:pt x="3432" y="731"/>
                    </a:lnTo>
                    <a:lnTo>
                      <a:pt x="3429" y="727"/>
                    </a:lnTo>
                    <a:cubicBezTo>
                      <a:pt x="3428" y="720"/>
                      <a:pt x="3425" y="687"/>
                      <a:pt x="3454" y="658"/>
                    </a:cubicBezTo>
                    <a:cubicBezTo>
                      <a:pt x="3574" y="538"/>
                      <a:pt x="3905" y="204"/>
                      <a:pt x="3908" y="201"/>
                    </a:cubicBezTo>
                    <a:cubicBezTo>
                      <a:pt x="3936" y="173"/>
                      <a:pt x="3947" y="138"/>
                      <a:pt x="3938" y="104"/>
                    </a:cubicBezTo>
                    <a:cubicBezTo>
                      <a:pt x="3927" y="64"/>
                      <a:pt x="3893" y="42"/>
                      <a:pt x="3865" y="34"/>
                    </a:cubicBezTo>
                    <a:cubicBezTo>
                      <a:pt x="3782" y="11"/>
                      <a:pt x="3695" y="0"/>
                      <a:pt x="3609" y="0"/>
                    </a:cubicBezTo>
                    <a:cubicBezTo>
                      <a:pt x="3347" y="0"/>
                      <a:pt x="3101" y="102"/>
                      <a:pt x="2916" y="287"/>
                    </a:cubicBezTo>
                    <a:cubicBezTo>
                      <a:pt x="2624" y="579"/>
                      <a:pt x="2555" y="1011"/>
                      <a:pt x="2710" y="1369"/>
                    </a:cubicBezTo>
                    <a:lnTo>
                      <a:pt x="2190" y="1889"/>
                    </a:lnTo>
                    <a:lnTo>
                      <a:pt x="1300" y="999"/>
                    </a:lnTo>
                    <a:cubicBezTo>
                      <a:pt x="1300" y="998"/>
                      <a:pt x="1299" y="998"/>
                      <a:pt x="1299" y="997"/>
                    </a:cubicBezTo>
                    <a:cubicBezTo>
                      <a:pt x="1307" y="963"/>
                      <a:pt x="1311" y="928"/>
                      <a:pt x="1309" y="892"/>
                    </a:cubicBezTo>
                    <a:cubicBezTo>
                      <a:pt x="1305" y="788"/>
                      <a:pt x="1260" y="689"/>
                      <a:pt x="1182" y="611"/>
                    </a:cubicBezTo>
                    <a:lnTo>
                      <a:pt x="865" y="294"/>
                    </a:lnTo>
                    <a:cubicBezTo>
                      <a:pt x="858" y="288"/>
                      <a:pt x="821" y="253"/>
                      <a:pt x="766" y="253"/>
                    </a:cubicBezTo>
                    <a:cubicBezTo>
                      <a:pt x="740" y="253"/>
                      <a:pt x="702" y="261"/>
                      <a:pt x="665" y="298"/>
                    </a:cubicBezTo>
                    <a:lnTo>
                      <a:pt x="318" y="645"/>
                    </a:lnTo>
                    <a:cubicBezTo>
                      <a:pt x="277" y="685"/>
                      <a:pt x="263" y="737"/>
                      <a:pt x="278" y="787"/>
                    </a:cubicBezTo>
                    <a:cubicBezTo>
                      <a:pt x="288" y="820"/>
                      <a:pt x="308" y="842"/>
                      <a:pt x="314" y="848"/>
                    </a:cubicBezTo>
                    <a:lnTo>
                      <a:pt x="630" y="1163"/>
                    </a:lnTo>
                    <a:cubicBezTo>
                      <a:pt x="712" y="1246"/>
                      <a:pt x="817" y="1291"/>
                      <a:pt x="926" y="1291"/>
                    </a:cubicBezTo>
                    <a:lnTo>
                      <a:pt x="926" y="1291"/>
                    </a:lnTo>
                    <a:cubicBezTo>
                      <a:pt x="957" y="1291"/>
                      <a:pt x="987" y="1287"/>
                      <a:pt x="1016" y="1280"/>
                    </a:cubicBezTo>
                    <a:cubicBezTo>
                      <a:pt x="1017" y="1281"/>
                      <a:pt x="1017" y="1281"/>
                      <a:pt x="1018" y="1282"/>
                    </a:cubicBezTo>
                    <a:lnTo>
                      <a:pt x="1907" y="2171"/>
                    </a:lnTo>
                    <a:lnTo>
                      <a:pt x="1485" y="2594"/>
                    </a:lnTo>
                    <a:cubicBezTo>
                      <a:pt x="1466" y="2613"/>
                      <a:pt x="1449" y="2634"/>
                      <a:pt x="1435" y="2656"/>
                    </a:cubicBezTo>
                    <a:cubicBezTo>
                      <a:pt x="1311" y="2601"/>
                      <a:pt x="1176" y="2572"/>
                      <a:pt x="1037" y="2572"/>
                    </a:cubicBezTo>
                    <a:cubicBezTo>
                      <a:pt x="775" y="2572"/>
                      <a:pt x="529" y="2674"/>
                      <a:pt x="344" y="2859"/>
                    </a:cubicBezTo>
                    <a:cubicBezTo>
                      <a:pt x="96" y="3106"/>
                      <a:pt x="0" y="3471"/>
                      <a:pt x="92" y="3809"/>
                    </a:cubicBezTo>
                    <a:cubicBezTo>
                      <a:pt x="103" y="3852"/>
                      <a:pt x="143" y="3882"/>
                      <a:pt x="186" y="3882"/>
                    </a:cubicBezTo>
                    <a:lnTo>
                      <a:pt x="186" y="3882"/>
                    </a:lnTo>
                    <a:cubicBezTo>
                      <a:pt x="204" y="3882"/>
                      <a:pt x="232" y="3877"/>
                      <a:pt x="258" y="3851"/>
                    </a:cubicBezTo>
                    <a:cubicBezTo>
                      <a:pt x="261" y="3847"/>
                      <a:pt x="611" y="3500"/>
                      <a:pt x="727" y="3384"/>
                    </a:cubicBezTo>
                    <a:cubicBezTo>
                      <a:pt x="740" y="3372"/>
                      <a:pt x="762" y="3370"/>
                      <a:pt x="774" y="3370"/>
                    </a:cubicBezTo>
                    <a:cubicBezTo>
                      <a:pt x="783" y="3370"/>
                      <a:pt x="789" y="3371"/>
                      <a:pt x="789" y="3371"/>
                    </a:cubicBezTo>
                    <a:lnTo>
                      <a:pt x="789" y="3371"/>
                    </a:lnTo>
                    <a:lnTo>
                      <a:pt x="796" y="3372"/>
                    </a:lnTo>
                    <a:cubicBezTo>
                      <a:pt x="940" y="3385"/>
                      <a:pt x="1113" y="3411"/>
                      <a:pt x="1157" y="3431"/>
                    </a:cubicBezTo>
                    <a:cubicBezTo>
                      <a:pt x="1178" y="3475"/>
                      <a:pt x="1205" y="3652"/>
                      <a:pt x="1218" y="3798"/>
                    </a:cubicBezTo>
                    <a:lnTo>
                      <a:pt x="1219" y="3805"/>
                    </a:lnTo>
                    <a:cubicBezTo>
                      <a:pt x="1219" y="3805"/>
                      <a:pt x="1223" y="3842"/>
                      <a:pt x="1192" y="3873"/>
                    </a:cubicBezTo>
                    <a:cubicBezTo>
                      <a:pt x="1072" y="3993"/>
                      <a:pt x="741" y="4327"/>
                      <a:pt x="738" y="4330"/>
                    </a:cubicBezTo>
                    <a:cubicBezTo>
                      <a:pt x="710" y="4358"/>
                      <a:pt x="699" y="4393"/>
                      <a:pt x="707" y="4427"/>
                    </a:cubicBezTo>
                    <a:cubicBezTo>
                      <a:pt x="718" y="4467"/>
                      <a:pt x="752" y="4489"/>
                      <a:pt x="780" y="4497"/>
                    </a:cubicBezTo>
                    <a:cubicBezTo>
                      <a:pt x="864" y="4519"/>
                      <a:pt x="950" y="4531"/>
                      <a:pt x="1037" y="4531"/>
                    </a:cubicBezTo>
                    <a:cubicBezTo>
                      <a:pt x="1298" y="4531"/>
                      <a:pt x="1544" y="4429"/>
                      <a:pt x="1729" y="4244"/>
                    </a:cubicBezTo>
                    <a:cubicBezTo>
                      <a:pt x="1914" y="4059"/>
                      <a:pt x="2016" y="3813"/>
                      <a:pt x="2016" y="3551"/>
                    </a:cubicBezTo>
                    <a:cubicBezTo>
                      <a:pt x="2016" y="3412"/>
                      <a:pt x="1987" y="3277"/>
                      <a:pt x="1932" y="3153"/>
                    </a:cubicBezTo>
                    <a:cubicBezTo>
                      <a:pt x="1954" y="3139"/>
                      <a:pt x="1975" y="3122"/>
                      <a:pt x="1994" y="3103"/>
                    </a:cubicBezTo>
                    <a:lnTo>
                      <a:pt x="2417" y="2681"/>
                    </a:lnTo>
                    <a:lnTo>
                      <a:pt x="2535" y="2799"/>
                    </a:lnTo>
                    <a:lnTo>
                      <a:pt x="2469" y="2866"/>
                    </a:lnTo>
                    <a:cubicBezTo>
                      <a:pt x="2431" y="2904"/>
                      <a:pt x="2410" y="2954"/>
                      <a:pt x="2410" y="3007"/>
                    </a:cubicBezTo>
                    <a:cubicBezTo>
                      <a:pt x="2410" y="3061"/>
                      <a:pt x="2431" y="3111"/>
                      <a:pt x="2469" y="3149"/>
                    </a:cubicBezTo>
                    <a:lnTo>
                      <a:pt x="2721" y="3401"/>
                    </a:lnTo>
                    <a:cubicBezTo>
                      <a:pt x="2712" y="3427"/>
                      <a:pt x="2707" y="3455"/>
                      <a:pt x="2707" y="3484"/>
                    </a:cubicBezTo>
                    <a:cubicBezTo>
                      <a:pt x="2707" y="3552"/>
                      <a:pt x="2734" y="3615"/>
                      <a:pt x="2781" y="3663"/>
                    </a:cubicBezTo>
                    <a:lnTo>
                      <a:pt x="3834" y="4715"/>
                    </a:lnTo>
                    <a:cubicBezTo>
                      <a:pt x="3881" y="4763"/>
                      <a:pt x="3945" y="4789"/>
                      <a:pt x="4013" y="4789"/>
                    </a:cubicBezTo>
                    <a:cubicBezTo>
                      <a:pt x="4081" y="4789"/>
                      <a:pt x="4144" y="4763"/>
                      <a:pt x="4192" y="4715"/>
                    </a:cubicBezTo>
                    <a:lnTo>
                      <a:pt x="4734" y="4173"/>
                    </a:lnTo>
                    <a:cubicBezTo>
                      <a:pt x="4782" y="4126"/>
                      <a:pt x="4808" y="4062"/>
                      <a:pt x="4808" y="3994"/>
                    </a:cubicBezTo>
                    <a:cubicBezTo>
                      <a:pt x="4808" y="3926"/>
                      <a:pt x="4782" y="3863"/>
                      <a:pt x="4734" y="3815"/>
                    </a:cubicBezTo>
                    <a:close/>
                  </a:path>
                </a:pathLst>
              </a:custGeom>
              <a:solidFill>
                <a:srgbClr val="8A979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 b="1">
                  <a:solidFill>
                    <a:srgbClr val="8A979E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选题背景与意义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50825" y="1580491"/>
            <a:ext cx="314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50826" y="1939078"/>
            <a:ext cx="9777536" cy="629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您的内容打在这里，或者通过复制您的文本后，在此框中选择粘贴，并选择只保留文字。通过复制您的文本后，在此框中选择粘贴，并选择只保留文字。您的内容打在这里，或者通过复制您的文本后，在此框中选择粘贴，并选择只保留文字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342426" y="3053121"/>
            <a:ext cx="9507146" cy="2387811"/>
            <a:chOff x="1378711" y="3069406"/>
            <a:chExt cx="9507146" cy="2387811"/>
          </a:xfrm>
        </p:grpSpPr>
        <p:grpSp>
          <p:nvGrpSpPr>
            <p:cNvPr id="6" name="组合 5"/>
            <p:cNvGrpSpPr/>
            <p:nvPr/>
          </p:nvGrpSpPr>
          <p:grpSpPr>
            <a:xfrm>
              <a:off x="1378711" y="3069406"/>
              <a:ext cx="2365448" cy="2387811"/>
              <a:chOff x="1248085" y="3057314"/>
              <a:chExt cx="2365448" cy="2387811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248085" y="3057314"/>
                <a:ext cx="2365448" cy="23878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8A979E"/>
                    </a:solidFill>
                  </a:rPr>
                  <a:t>`</a:t>
                </a:r>
                <a:endParaRPr lang="zh-CN" altLang="en-US" dirty="0">
                  <a:solidFill>
                    <a:srgbClr val="8A979E"/>
                  </a:solidFill>
                </a:endParaRP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1421651" y="3339832"/>
                <a:ext cx="2018317" cy="1801754"/>
                <a:chOff x="1383324" y="3339832"/>
                <a:chExt cx="2018317" cy="1801754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383324" y="4109059"/>
                  <a:ext cx="2018317" cy="10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此处添加详细文本描述，建议与标题相关并  符合整体语言风格，语言描述尽量</a:t>
                  </a:r>
                  <a:endParaRPr lang="en-US" altLang="zh-CN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endParaRPr>
                </a:p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简洁生动。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1383324" y="3339832"/>
                  <a:ext cx="1669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solidFill>
                        <a:srgbClr val="8A979E"/>
                      </a:solidFill>
                      <a:latin typeface="思源黑体 Normal" panose="020B0400000000000000" pitchFamily="34" charset="-122"/>
                      <a:ea typeface="思源黑体 Normal" panose="020B0400000000000000" pitchFamily="34" charset="-122"/>
                    </a:rPr>
                    <a:t>此处填写标题</a:t>
                  </a:r>
                </a:p>
              </p:txBody>
            </p:sp>
            <p:cxnSp>
              <p:nvCxnSpPr>
                <p:cNvPr id="23" name="直接连接符 22"/>
                <p:cNvCxnSpPr/>
                <p:nvPr/>
              </p:nvCxnSpPr>
              <p:spPr>
                <a:xfrm>
                  <a:off x="1490000" y="3854986"/>
                  <a:ext cx="433639" cy="0"/>
                </a:xfrm>
                <a:prstGeom prst="line">
                  <a:avLst/>
                </a:prstGeom>
                <a:ln w="31750">
                  <a:solidFill>
                    <a:srgbClr val="8A979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组合 6"/>
            <p:cNvGrpSpPr/>
            <p:nvPr/>
          </p:nvGrpSpPr>
          <p:grpSpPr>
            <a:xfrm>
              <a:off x="4949560" y="3069406"/>
              <a:ext cx="2365448" cy="2387811"/>
              <a:chOff x="1248085" y="3057314"/>
              <a:chExt cx="2365448" cy="2387811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1248085" y="3057314"/>
                <a:ext cx="2365448" cy="23878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8A979E"/>
                    </a:solidFill>
                  </a:rPr>
                  <a:t>`</a:t>
                </a:r>
                <a:endParaRPr lang="zh-CN" altLang="en-US" dirty="0">
                  <a:solidFill>
                    <a:srgbClr val="8A979E"/>
                  </a:solidFill>
                </a:endParaRPr>
              </a:p>
            </p:txBody>
          </p:sp>
          <p:grpSp>
            <p:nvGrpSpPr>
              <p:cNvPr id="15" name="组合 14"/>
              <p:cNvGrpSpPr/>
              <p:nvPr/>
            </p:nvGrpSpPr>
            <p:grpSpPr>
              <a:xfrm>
                <a:off x="1421651" y="3339832"/>
                <a:ext cx="2018317" cy="1801754"/>
                <a:chOff x="1383324" y="3339832"/>
                <a:chExt cx="2018317" cy="1801754"/>
              </a:xfrm>
            </p:grpSpPr>
            <p:sp>
              <p:nvSpPr>
                <p:cNvPr id="16" name="文本框 15"/>
                <p:cNvSpPr txBox="1"/>
                <p:nvPr/>
              </p:nvSpPr>
              <p:spPr>
                <a:xfrm>
                  <a:off x="1383324" y="4109059"/>
                  <a:ext cx="2018317" cy="10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此处添加详细文本描述，建议与标题相关并  符合整体语言风格，语言描述尽量</a:t>
                  </a:r>
                  <a:endParaRPr lang="en-US" altLang="zh-CN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endParaRPr>
                </a:p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简洁生动。</a:t>
                  </a: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1383324" y="3339832"/>
                  <a:ext cx="1669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solidFill>
                        <a:srgbClr val="8A979E"/>
                      </a:solidFill>
                      <a:latin typeface="思源黑体 Normal" panose="020B0400000000000000" pitchFamily="34" charset="-122"/>
                      <a:ea typeface="思源黑体 Normal" panose="020B0400000000000000" pitchFamily="34" charset="-122"/>
                    </a:rPr>
                    <a:t>此处填写标题</a:t>
                  </a:r>
                </a:p>
              </p:txBody>
            </p:sp>
            <p:cxnSp>
              <p:nvCxnSpPr>
                <p:cNvPr id="18" name="直接连接符 17"/>
                <p:cNvCxnSpPr/>
                <p:nvPr/>
              </p:nvCxnSpPr>
              <p:spPr>
                <a:xfrm>
                  <a:off x="1490000" y="3854986"/>
                  <a:ext cx="433639" cy="0"/>
                </a:xfrm>
                <a:prstGeom prst="line">
                  <a:avLst/>
                </a:prstGeom>
                <a:ln w="31750">
                  <a:solidFill>
                    <a:srgbClr val="8A979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" name="组合 7"/>
            <p:cNvGrpSpPr/>
            <p:nvPr/>
          </p:nvGrpSpPr>
          <p:grpSpPr>
            <a:xfrm>
              <a:off x="8520409" y="3069406"/>
              <a:ext cx="2365448" cy="2387811"/>
              <a:chOff x="1248085" y="3057314"/>
              <a:chExt cx="2365448" cy="2387811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1248085" y="3057314"/>
                <a:ext cx="2365448" cy="23878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01600" sx="101000" sy="1010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8A979E"/>
                    </a:solidFill>
                  </a:rPr>
                  <a:t>`</a:t>
                </a:r>
                <a:endParaRPr lang="zh-CN" altLang="en-US" dirty="0">
                  <a:solidFill>
                    <a:srgbClr val="8A979E"/>
                  </a:solidFill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1421651" y="3339832"/>
                <a:ext cx="2018317" cy="1801754"/>
                <a:chOff x="1383324" y="3339832"/>
                <a:chExt cx="2018317" cy="1801754"/>
              </a:xfrm>
            </p:grpSpPr>
            <p:sp>
              <p:nvSpPr>
                <p:cNvPr id="11" name="文本框 10"/>
                <p:cNvSpPr txBox="1"/>
                <p:nvPr/>
              </p:nvSpPr>
              <p:spPr>
                <a:xfrm>
                  <a:off x="1383324" y="4109059"/>
                  <a:ext cx="2018317" cy="10325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此处添加详细文本描述，建议与标题相关并  符合整体语言风格，语言描述尽量</a:t>
                  </a:r>
                  <a:endParaRPr lang="en-US" altLang="zh-CN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endParaRPr>
                </a:p>
                <a:p>
                  <a:pPr>
                    <a:lnSpc>
                      <a:spcPct val="130000"/>
                    </a:lnSpc>
                  </a:pPr>
                  <a:r>
                    <a:rPr lang="zh-CN" altLang="en-US" sz="1200" dirty="0">
                      <a:solidFill>
                        <a:srgbClr val="8A979E"/>
                      </a:solidFill>
                      <a:latin typeface="思源黑体 Light" panose="020B0300000000000000" pitchFamily="34" charset="-122"/>
                      <a:ea typeface="思源黑体 Light" panose="020B0300000000000000" pitchFamily="34" charset="-122"/>
                    </a:rPr>
                    <a:t>简洁生动。</a:t>
                  </a: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1383324" y="3339832"/>
                  <a:ext cx="16698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solidFill>
                        <a:srgbClr val="8A979E"/>
                      </a:solidFill>
                      <a:latin typeface="思源黑体 Normal" panose="020B0400000000000000" pitchFamily="34" charset="-122"/>
                      <a:ea typeface="思源黑体 Normal" panose="020B0400000000000000" pitchFamily="34" charset="-122"/>
                    </a:rPr>
                    <a:t>此处填写标题</a:t>
                  </a:r>
                </a:p>
              </p:txBody>
            </p:sp>
            <p:cxnSp>
              <p:nvCxnSpPr>
                <p:cNvPr id="13" name="直接连接符 12"/>
                <p:cNvCxnSpPr/>
                <p:nvPr/>
              </p:nvCxnSpPr>
              <p:spPr>
                <a:xfrm>
                  <a:off x="1490000" y="3854986"/>
                  <a:ext cx="433639" cy="0"/>
                </a:xfrm>
                <a:prstGeom prst="line">
                  <a:avLst/>
                </a:prstGeom>
                <a:ln w="31750">
                  <a:solidFill>
                    <a:srgbClr val="8A979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选题背景与意义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1834662" y="2872298"/>
            <a:ext cx="8547283" cy="0"/>
          </a:xfrm>
          <a:prstGeom prst="line">
            <a:avLst/>
          </a:prstGeom>
          <a:ln w="25400">
            <a:solidFill>
              <a:srgbClr val="8A979E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963059" y="4042281"/>
            <a:ext cx="2224079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此处添加详细文本描述，建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议与标题相关并符合整体语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言风格，语言描述尽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量简洁生动。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4963059" y="3508118"/>
            <a:ext cx="222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5495761" y="2168823"/>
            <a:ext cx="1253385" cy="1253385"/>
            <a:chOff x="2583205" y="2348610"/>
            <a:chExt cx="631785" cy="631785"/>
          </a:xfrm>
        </p:grpSpPr>
        <p:sp>
          <p:nvSpPr>
            <p:cNvPr id="33" name="椭圆 32"/>
            <p:cNvSpPr/>
            <p:nvPr/>
          </p:nvSpPr>
          <p:spPr>
            <a:xfrm>
              <a:off x="2583205" y="2348610"/>
              <a:ext cx="631785" cy="631785"/>
            </a:xfrm>
            <a:prstGeom prst="ellipse">
              <a:avLst/>
            </a:prstGeom>
            <a:solidFill>
              <a:srgbClr val="8A979E"/>
            </a:solidFill>
            <a:ln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A979E"/>
                </a:solidFill>
              </a:endParaRPr>
            </a:p>
          </p:txBody>
        </p:sp>
        <p:sp>
          <p:nvSpPr>
            <p:cNvPr id="34" name="personal-id-card-of-a-man_47848"/>
            <p:cNvSpPr>
              <a:spLocks noChangeAspect="1"/>
            </p:cNvSpPr>
            <p:nvPr/>
          </p:nvSpPr>
          <p:spPr bwMode="auto">
            <a:xfrm>
              <a:off x="2724730" y="2511764"/>
              <a:ext cx="382367" cy="292483"/>
            </a:xfrm>
            <a:custGeom>
              <a:avLst/>
              <a:gdLst>
                <a:gd name="connsiteX0" fmla="*/ 361794 w 551492"/>
                <a:gd name="connsiteY0" fmla="*/ 308363 h 421851"/>
                <a:gd name="connsiteX1" fmla="*/ 530845 w 551492"/>
                <a:gd name="connsiteY1" fmla="*/ 308363 h 421851"/>
                <a:gd name="connsiteX2" fmla="*/ 551492 w 551492"/>
                <a:gd name="connsiteY2" fmla="*/ 329044 h 421851"/>
                <a:gd name="connsiteX3" fmla="*/ 551492 w 551492"/>
                <a:gd name="connsiteY3" fmla="*/ 362650 h 421851"/>
                <a:gd name="connsiteX4" fmla="*/ 530845 w 551492"/>
                <a:gd name="connsiteY4" fmla="*/ 383331 h 421851"/>
                <a:gd name="connsiteX5" fmla="*/ 378570 w 551492"/>
                <a:gd name="connsiteY5" fmla="*/ 383331 h 421851"/>
                <a:gd name="connsiteX6" fmla="*/ 378570 w 551492"/>
                <a:gd name="connsiteY6" fmla="*/ 369113 h 421851"/>
                <a:gd name="connsiteX7" fmla="*/ 361794 w 551492"/>
                <a:gd name="connsiteY7" fmla="*/ 308363 h 421851"/>
                <a:gd name="connsiteX8" fmla="*/ 313904 w 551492"/>
                <a:gd name="connsiteY8" fmla="*/ 172924 h 421851"/>
                <a:gd name="connsiteX9" fmla="*/ 530832 w 551492"/>
                <a:gd name="connsiteY9" fmla="*/ 172924 h 421851"/>
                <a:gd name="connsiteX10" fmla="*/ 551492 w 551492"/>
                <a:gd name="connsiteY10" fmla="*/ 193548 h 421851"/>
                <a:gd name="connsiteX11" fmla="*/ 551492 w 551492"/>
                <a:gd name="connsiteY11" fmla="*/ 225772 h 421851"/>
                <a:gd name="connsiteX12" fmla="*/ 530832 w 551492"/>
                <a:gd name="connsiteY12" fmla="*/ 247685 h 421851"/>
                <a:gd name="connsiteX13" fmla="*/ 271293 w 551492"/>
                <a:gd name="connsiteY13" fmla="*/ 247685 h 421851"/>
                <a:gd name="connsiteX14" fmla="*/ 271293 w 551492"/>
                <a:gd name="connsiteY14" fmla="*/ 227061 h 421851"/>
                <a:gd name="connsiteX15" fmla="*/ 272584 w 551492"/>
                <a:gd name="connsiteY15" fmla="*/ 224483 h 421851"/>
                <a:gd name="connsiteX16" fmla="*/ 313904 w 551492"/>
                <a:gd name="connsiteY16" fmla="*/ 172924 h 421851"/>
                <a:gd name="connsiteX17" fmla="*/ 281648 w 551492"/>
                <a:gd name="connsiteY17" fmla="*/ 36241 h 421851"/>
                <a:gd name="connsiteX18" fmla="*/ 530834 w 551492"/>
                <a:gd name="connsiteY18" fmla="*/ 36241 h 421851"/>
                <a:gd name="connsiteX19" fmla="*/ 551492 w 551492"/>
                <a:gd name="connsiteY19" fmla="*/ 58154 h 421851"/>
                <a:gd name="connsiteX20" fmla="*/ 551492 w 551492"/>
                <a:gd name="connsiteY20" fmla="*/ 90378 h 421851"/>
                <a:gd name="connsiteX21" fmla="*/ 530834 w 551492"/>
                <a:gd name="connsiteY21" fmla="*/ 111002 h 421851"/>
                <a:gd name="connsiteX22" fmla="*/ 308761 w 551492"/>
                <a:gd name="connsiteY22" fmla="*/ 111002 h 421851"/>
                <a:gd name="connsiteX23" fmla="*/ 295850 w 551492"/>
                <a:gd name="connsiteY23" fmla="*/ 96823 h 421851"/>
                <a:gd name="connsiteX24" fmla="*/ 281648 w 551492"/>
                <a:gd name="connsiteY24" fmla="*/ 36241 h 421851"/>
                <a:gd name="connsiteX25" fmla="*/ 176987 w 551492"/>
                <a:gd name="connsiteY25" fmla="*/ 0 h 421851"/>
                <a:gd name="connsiteX26" fmla="*/ 271294 w 551492"/>
                <a:gd name="connsiteY26" fmla="*/ 117396 h 421851"/>
                <a:gd name="connsiteX27" fmla="*/ 276461 w 551492"/>
                <a:gd name="connsiteY27" fmla="*/ 117396 h 421851"/>
                <a:gd name="connsiteX28" fmla="*/ 290672 w 551492"/>
                <a:gd name="connsiteY28" fmla="*/ 152228 h 421851"/>
                <a:gd name="connsiteX29" fmla="*/ 262251 w 551492"/>
                <a:gd name="connsiteY29" fmla="*/ 199960 h 421851"/>
                <a:gd name="connsiteX30" fmla="*/ 257083 w 551492"/>
                <a:gd name="connsiteY30" fmla="*/ 197380 h 421851"/>
                <a:gd name="connsiteX31" fmla="*/ 224786 w 551492"/>
                <a:gd name="connsiteY31" fmla="*/ 247692 h 421851"/>
                <a:gd name="connsiteX32" fmla="*/ 219619 w 551492"/>
                <a:gd name="connsiteY32" fmla="*/ 259303 h 421851"/>
                <a:gd name="connsiteX33" fmla="*/ 241581 w 551492"/>
                <a:gd name="connsiteY33" fmla="*/ 279944 h 421851"/>
                <a:gd name="connsiteX34" fmla="*/ 263543 w 551492"/>
                <a:gd name="connsiteY34" fmla="*/ 279944 h 421851"/>
                <a:gd name="connsiteX35" fmla="*/ 352682 w 551492"/>
                <a:gd name="connsiteY35" fmla="*/ 368958 h 421851"/>
                <a:gd name="connsiteX36" fmla="*/ 352682 w 551492"/>
                <a:gd name="connsiteY36" fmla="*/ 393470 h 421851"/>
                <a:gd name="connsiteX37" fmla="*/ 325553 w 551492"/>
                <a:gd name="connsiteY37" fmla="*/ 421851 h 421851"/>
                <a:gd name="connsiteX38" fmla="*/ 28421 w 551492"/>
                <a:gd name="connsiteY38" fmla="*/ 421851 h 421851"/>
                <a:gd name="connsiteX39" fmla="*/ 0 w 551492"/>
                <a:gd name="connsiteY39" fmla="*/ 393470 h 421851"/>
                <a:gd name="connsiteX40" fmla="*/ 0 w 551492"/>
                <a:gd name="connsiteY40" fmla="*/ 368958 h 421851"/>
                <a:gd name="connsiteX41" fmla="*/ 89139 w 551492"/>
                <a:gd name="connsiteY41" fmla="*/ 279944 h 421851"/>
                <a:gd name="connsiteX42" fmla="*/ 112393 w 551492"/>
                <a:gd name="connsiteY42" fmla="*/ 279944 h 421851"/>
                <a:gd name="connsiteX43" fmla="*/ 133063 w 551492"/>
                <a:gd name="connsiteY43" fmla="*/ 259303 h 421851"/>
                <a:gd name="connsiteX44" fmla="*/ 127896 w 551492"/>
                <a:gd name="connsiteY44" fmla="*/ 247692 h 421851"/>
                <a:gd name="connsiteX45" fmla="*/ 95599 w 551492"/>
                <a:gd name="connsiteY45" fmla="*/ 198670 h 421851"/>
                <a:gd name="connsiteX46" fmla="*/ 91723 w 551492"/>
                <a:gd name="connsiteY46" fmla="*/ 199960 h 421851"/>
                <a:gd name="connsiteX47" fmla="*/ 63302 w 551492"/>
                <a:gd name="connsiteY47" fmla="*/ 152228 h 421851"/>
                <a:gd name="connsiteX48" fmla="*/ 78804 w 551492"/>
                <a:gd name="connsiteY48" fmla="*/ 117396 h 421851"/>
                <a:gd name="connsiteX49" fmla="*/ 81388 w 551492"/>
                <a:gd name="connsiteY49" fmla="*/ 117396 h 421851"/>
                <a:gd name="connsiteX50" fmla="*/ 176987 w 551492"/>
                <a:gd name="connsiteY50" fmla="*/ 0 h 42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51492" h="421851">
                  <a:moveTo>
                    <a:pt x="361794" y="308363"/>
                  </a:moveTo>
                  <a:lnTo>
                    <a:pt x="530845" y="308363"/>
                  </a:lnTo>
                  <a:cubicBezTo>
                    <a:pt x="541168" y="308363"/>
                    <a:pt x="551492" y="317411"/>
                    <a:pt x="551492" y="329044"/>
                  </a:cubicBezTo>
                  <a:lnTo>
                    <a:pt x="551492" y="362650"/>
                  </a:lnTo>
                  <a:cubicBezTo>
                    <a:pt x="551492" y="374283"/>
                    <a:pt x="541168" y="383331"/>
                    <a:pt x="530845" y="383331"/>
                  </a:cubicBezTo>
                  <a:lnTo>
                    <a:pt x="378570" y="383331"/>
                  </a:lnTo>
                  <a:lnTo>
                    <a:pt x="378570" y="369113"/>
                  </a:lnTo>
                  <a:cubicBezTo>
                    <a:pt x="378570" y="347140"/>
                    <a:pt x="372118" y="326459"/>
                    <a:pt x="361794" y="308363"/>
                  </a:cubicBezTo>
                  <a:close/>
                  <a:moveTo>
                    <a:pt x="313904" y="172924"/>
                  </a:moveTo>
                  <a:lnTo>
                    <a:pt x="530832" y="172924"/>
                  </a:lnTo>
                  <a:cubicBezTo>
                    <a:pt x="541162" y="172924"/>
                    <a:pt x="551492" y="181947"/>
                    <a:pt x="551492" y="193548"/>
                  </a:cubicBezTo>
                  <a:lnTo>
                    <a:pt x="551492" y="225772"/>
                  </a:lnTo>
                  <a:cubicBezTo>
                    <a:pt x="551492" y="237373"/>
                    <a:pt x="541162" y="247685"/>
                    <a:pt x="530832" y="247685"/>
                  </a:cubicBezTo>
                  <a:lnTo>
                    <a:pt x="271293" y="247685"/>
                  </a:lnTo>
                  <a:lnTo>
                    <a:pt x="271293" y="227061"/>
                  </a:lnTo>
                  <a:cubicBezTo>
                    <a:pt x="271293" y="225772"/>
                    <a:pt x="272584" y="225772"/>
                    <a:pt x="272584" y="224483"/>
                  </a:cubicBezTo>
                  <a:cubicBezTo>
                    <a:pt x="293244" y="218038"/>
                    <a:pt x="307448" y="194837"/>
                    <a:pt x="313904" y="172924"/>
                  </a:cubicBezTo>
                  <a:close/>
                  <a:moveTo>
                    <a:pt x="281648" y="36241"/>
                  </a:moveTo>
                  <a:lnTo>
                    <a:pt x="530834" y="36241"/>
                  </a:lnTo>
                  <a:cubicBezTo>
                    <a:pt x="541163" y="36241"/>
                    <a:pt x="551492" y="46553"/>
                    <a:pt x="551492" y="58154"/>
                  </a:cubicBezTo>
                  <a:lnTo>
                    <a:pt x="551492" y="90378"/>
                  </a:lnTo>
                  <a:cubicBezTo>
                    <a:pt x="551492" y="101979"/>
                    <a:pt x="541163" y="111002"/>
                    <a:pt x="530834" y="111002"/>
                  </a:cubicBezTo>
                  <a:lnTo>
                    <a:pt x="308761" y="111002"/>
                  </a:lnTo>
                  <a:cubicBezTo>
                    <a:pt x="304888" y="104557"/>
                    <a:pt x="301015" y="99401"/>
                    <a:pt x="295850" y="96823"/>
                  </a:cubicBezTo>
                  <a:cubicBezTo>
                    <a:pt x="293268" y="72333"/>
                    <a:pt x="288104" y="52998"/>
                    <a:pt x="281648" y="36241"/>
                  </a:cubicBezTo>
                  <a:close/>
                  <a:moveTo>
                    <a:pt x="176987" y="0"/>
                  </a:moveTo>
                  <a:cubicBezTo>
                    <a:pt x="257083" y="0"/>
                    <a:pt x="270002" y="64503"/>
                    <a:pt x="271294" y="117396"/>
                  </a:cubicBezTo>
                  <a:cubicBezTo>
                    <a:pt x="272586" y="117396"/>
                    <a:pt x="273878" y="117396"/>
                    <a:pt x="276461" y="117396"/>
                  </a:cubicBezTo>
                  <a:cubicBezTo>
                    <a:pt x="289380" y="117396"/>
                    <a:pt x="290672" y="132877"/>
                    <a:pt x="290672" y="152228"/>
                  </a:cubicBezTo>
                  <a:cubicBezTo>
                    <a:pt x="290672" y="171579"/>
                    <a:pt x="275169" y="199960"/>
                    <a:pt x="262251" y="199960"/>
                  </a:cubicBezTo>
                  <a:cubicBezTo>
                    <a:pt x="260959" y="199960"/>
                    <a:pt x="258375" y="198670"/>
                    <a:pt x="257083" y="197380"/>
                  </a:cubicBezTo>
                  <a:cubicBezTo>
                    <a:pt x="249332" y="216731"/>
                    <a:pt x="237705" y="233502"/>
                    <a:pt x="224786" y="247692"/>
                  </a:cubicBezTo>
                  <a:cubicBezTo>
                    <a:pt x="220911" y="250272"/>
                    <a:pt x="219619" y="254143"/>
                    <a:pt x="219619" y="259303"/>
                  </a:cubicBezTo>
                  <a:cubicBezTo>
                    <a:pt x="219619" y="270913"/>
                    <a:pt x="228662" y="279944"/>
                    <a:pt x="241581" y="279944"/>
                  </a:cubicBezTo>
                  <a:lnTo>
                    <a:pt x="263543" y="279944"/>
                  </a:lnTo>
                  <a:cubicBezTo>
                    <a:pt x="312634" y="279944"/>
                    <a:pt x="352682" y="319936"/>
                    <a:pt x="352682" y="368958"/>
                  </a:cubicBezTo>
                  <a:lnTo>
                    <a:pt x="352682" y="393470"/>
                  </a:lnTo>
                  <a:cubicBezTo>
                    <a:pt x="352682" y="408950"/>
                    <a:pt x="341055" y="421851"/>
                    <a:pt x="325553" y="421851"/>
                  </a:cubicBezTo>
                  <a:lnTo>
                    <a:pt x="28421" y="421851"/>
                  </a:lnTo>
                  <a:cubicBezTo>
                    <a:pt x="12919" y="421851"/>
                    <a:pt x="0" y="408950"/>
                    <a:pt x="0" y="393470"/>
                  </a:cubicBezTo>
                  <a:lnTo>
                    <a:pt x="0" y="368958"/>
                  </a:lnTo>
                  <a:cubicBezTo>
                    <a:pt x="0" y="319936"/>
                    <a:pt x="40048" y="279944"/>
                    <a:pt x="89139" y="279944"/>
                  </a:cubicBezTo>
                  <a:lnTo>
                    <a:pt x="112393" y="279944"/>
                  </a:lnTo>
                  <a:cubicBezTo>
                    <a:pt x="124020" y="279944"/>
                    <a:pt x="133063" y="270913"/>
                    <a:pt x="133063" y="259303"/>
                  </a:cubicBezTo>
                  <a:cubicBezTo>
                    <a:pt x="133063" y="254143"/>
                    <a:pt x="131771" y="250272"/>
                    <a:pt x="127896" y="247692"/>
                  </a:cubicBezTo>
                  <a:cubicBezTo>
                    <a:pt x="114977" y="234792"/>
                    <a:pt x="104642" y="216731"/>
                    <a:pt x="95599" y="198670"/>
                  </a:cubicBezTo>
                  <a:cubicBezTo>
                    <a:pt x="94307" y="199960"/>
                    <a:pt x="93015" y="199960"/>
                    <a:pt x="91723" y="199960"/>
                  </a:cubicBezTo>
                  <a:cubicBezTo>
                    <a:pt x="78804" y="199960"/>
                    <a:pt x="63302" y="171579"/>
                    <a:pt x="63302" y="152228"/>
                  </a:cubicBezTo>
                  <a:cubicBezTo>
                    <a:pt x="63302" y="132877"/>
                    <a:pt x="65886" y="117396"/>
                    <a:pt x="78804" y="117396"/>
                  </a:cubicBezTo>
                  <a:cubicBezTo>
                    <a:pt x="80096" y="117396"/>
                    <a:pt x="80096" y="117396"/>
                    <a:pt x="81388" y="117396"/>
                  </a:cubicBezTo>
                  <a:cubicBezTo>
                    <a:pt x="82680" y="64503"/>
                    <a:pt x="93015" y="0"/>
                    <a:pt x="1769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6" name="文本框 35"/>
          <p:cNvSpPr txBox="1"/>
          <p:nvPr/>
        </p:nvSpPr>
        <p:spPr>
          <a:xfrm>
            <a:off x="7576769" y="4042281"/>
            <a:ext cx="2372603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此处添加详细文本描述，建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议与标题相关并符合整体语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言风格，语言描述尽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量简洁生动。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626277" y="3508118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38" name="椭圆 37"/>
          <p:cNvSpPr/>
          <p:nvPr/>
        </p:nvSpPr>
        <p:spPr>
          <a:xfrm>
            <a:off x="8422424" y="2556407"/>
            <a:ext cx="631785" cy="631785"/>
          </a:xfrm>
          <a:prstGeom prst="ellipse">
            <a:avLst/>
          </a:prstGeom>
          <a:solidFill>
            <a:schemeClr val="bg1"/>
          </a:solidFill>
          <a:ln>
            <a:solidFill>
              <a:srgbClr val="8A97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8A979E"/>
              </a:solidFill>
            </a:endParaRPr>
          </a:p>
        </p:txBody>
      </p:sp>
      <p:sp>
        <p:nvSpPr>
          <p:cNvPr id="40" name="validate-search_64702"/>
          <p:cNvSpPr>
            <a:spLocks noChangeAspect="1"/>
          </p:cNvSpPr>
          <p:nvPr/>
        </p:nvSpPr>
        <p:spPr bwMode="auto">
          <a:xfrm>
            <a:off x="8566833" y="2681763"/>
            <a:ext cx="382367" cy="381776"/>
          </a:xfrm>
          <a:custGeom>
            <a:avLst/>
            <a:gdLst>
              <a:gd name="connsiteX0" fmla="*/ 444103 w 607089"/>
              <a:gd name="connsiteY0" fmla="*/ 163584 h 606152"/>
              <a:gd name="connsiteX1" fmla="*/ 469914 w 607089"/>
              <a:gd name="connsiteY1" fmla="*/ 176766 h 606152"/>
              <a:gd name="connsiteX2" fmla="*/ 475193 w 607089"/>
              <a:gd name="connsiteY2" fmla="*/ 220412 h 606152"/>
              <a:gd name="connsiteX3" fmla="*/ 378258 w 607089"/>
              <a:gd name="connsiteY3" fmla="*/ 317225 h 606152"/>
              <a:gd name="connsiteX4" fmla="*/ 346435 w 607089"/>
              <a:gd name="connsiteY4" fmla="*/ 330260 h 606152"/>
              <a:gd name="connsiteX5" fmla="*/ 313879 w 607089"/>
              <a:gd name="connsiteY5" fmla="*/ 316492 h 606152"/>
              <a:gd name="connsiteX6" fmla="*/ 248913 w 607089"/>
              <a:gd name="connsiteY6" fmla="*/ 251755 h 606152"/>
              <a:gd name="connsiteX7" fmla="*/ 242021 w 607089"/>
              <a:gd name="connsiteY7" fmla="*/ 228760 h 606152"/>
              <a:gd name="connsiteX8" fmla="*/ 254926 w 607089"/>
              <a:gd name="connsiteY8" fmla="*/ 208695 h 606152"/>
              <a:gd name="connsiteX9" fmla="*/ 280883 w 607089"/>
              <a:gd name="connsiteY9" fmla="*/ 195074 h 606152"/>
              <a:gd name="connsiteX10" fmla="*/ 297894 w 607089"/>
              <a:gd name="connsiteY10" fmla="*/ 202836 h 606152"/>
              <a:gd name="connsiteX11" fmla="*/ 342036 w 607089"/>
              <a:gd name="connsiteY11" fmla="*/ 246922 h 606152"/>
              <a:gd name="connsiteX12" fmla="*/ 346435 w 607089"/>
              <a:gd name="connsiteY12" fmla="*/ 249705 h 606152"/>
              <a:gd name="connsiteX13" fmla="*/ 350541 w 607089"/>
              <a:gd name="connsiteY13" fmla="*/ 247068 h 606152"/>
              <a:gd name="connsiteX14" fmla="*/ 426212 w 607089"/>
              <a:gd name="connsiteY14" fmla="*/ 171493 h 606152"/>
              <a:gd name="connsiteX15" fmla="*/ 444103 w 607089"/>
              <a:gd name="connsiteY15" fmla="*/ 163584 h 606152"/>
              <a:gd name="connsiteX16" fmla="*/ 360877 w 607089"/>
              <a:gd name="connsiteY16" fmla="*/ 64177 h 606152"/>
              <a:gd name="connsiteX17" fmla="*/ 232178 w 607089"/>
              <a:gd name="connsiteY17" fmla="*/ 117334 h 606152"/>
              <a:gd name="connsiteX18" fmla="*/ 232178 w 607089"/>
              <a:gd name="connsiteY18" fmla="*/ 374333 h 606152"/>
              <a:gd name="connsiteX19" fmla="*/ 489575 w 607089"/>
              <a:gd name="connsiteY19" fmla="*/ 374333 h 606152"/>
              <a:gd name="connsiteX20" fmla="*/ 489575 w 607089"/>
              <a:gd name="connsiteY20" fmla="*/ 117334 h 606152"/>
              <a:gd name="connsiteX21" fmla="*/ 360877 w 607089"/>
              <a:gd name="connsiteY21" fmla="*/ 64177 h 606152"/>
              <a:gd name="connsiteX22" fmla="*/ 360876 w 607089"/>
              <a:gd name="connsiteY22" fmla="*/ 0 h 606152"/>
              <a:gd name="connsiteX23" fmla="*/ 535041 w 607089"/>
              <a:gd name="connsiteY23" fmla="*/ 71938 h 606152"/>
              <a:gd name="connsiteX24" fmla="*/ 535041 w 607089"/>
              <a:gd name="connsiteY24" fmla="*/ 419729 h 606152"/>
              <a:gd name="connsiteX25" fmla="*/ 237751 w 607089"/>
              <a:gd name="connsiteY25" fmla="*/ 456778 h 606152"/>
              <a:gd name="connsiteX26" fmla="*/ 225138 w 607089"/>
              <a:gd name="connsiteY26" fmla="*/ 458388 h 606152"/>
              <a:gd name="connsiteX27" fmla="*/ 99740 w 607089"/>
              <a:gd name="connsiteY27" fmla="*/ 583593 h 606152"/>
              <a:gd name="connsiteX28" fmla="*/ 17607 w 607089"/>
              <a:gd name="connsiteY28" fmla="*/ 592379 h 606152"/>
              <a:gd name="connsiteX29" fmla="*/ 13794 w 607089"/>
              <a:gd name="connsiteY29" fmla="*/ 588572 h 606152"/>
              <a:gd name="connsiteX30" fmla="*/ 22594 w 607089"/>
              <a:gd name="connsiteY30" fmla="*/ 506567 h 606152"/>
              <a:gd name="connsiteX31" fmla="*/ 148139 w 607089"/>
              <a:gd name="connsiteY31" fmla="*/ 381069 h 606152"/>
              <a:gd name="connsiteX32" fmla="*/ 149606 w 607089"/>
              <a:gd name="connsiteY32" fmla="*/ 368768 h 606152"/>
              <a:gd name="connsiteX33" fmla="*/ 186712 w 607089"/>
              <a:gd name="connsiteY33" fmla="*/ 71938 h 606152"/>
              <a:gd name="connsiteX34" fmla="*/ 360876 w 607089"/>
              <a:gd name="connsiteY34" fmla="*/ 0 h 606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7089" h="606152">
                <a:moveTo>
                  <a:pt x="444103" y="163584"/>
                </a:moveTo>
                <a:cubicBezTo>
                  <a:pt x="452462" y="163584"/>
                  <a:pt x="461261" y="167978"/>
                  <a:pt x="469914" y="176766"/>
                </a:cubicBezTo>
                <a:cubicBezTo>
                  <a:pt x="485459" y="192291"/>
                  <a:pt x="487365" y="208256"/>
                  <a:pt x="475193" y="220412"/>
                </a:cubicBezTo>
                <a:lnTo>
                  <a:pt x="378258" y="317225"/>
                </a:lnTo>
                <a:cubicBezTo>
                  <a:pt x="369459" y="326013"/>
                  <a:pt x="359047" y="330260"/>
                  <a:pt x="346435" y="330260"/>
                </a:cubicBezTo>
                <a:cubicBezTo>
                  <a:pt x="337783" y="330260"/>
                  <a:pt x="325171" y="327917"/>
                  <a:pt x="313879" y="316492"/>
                </a:cubicBezTo>
                <a:lnTo>
                  <a:pt x="248913" y="251755"/>
                </a:lnTo>
                <a:cubicBezTo>
                  <a:pt x="242314" y="245018"/>
                  <a:pt x="239821" y="237109"/>
                  <a:pt x="242021" y="228760"/>
                </a:cubicBezTo>
                <a:cubicBezTo>
                  <a:pt x="243634" y="222463"/>
                  <a:pt x="247887" y="215872"/>
                  <a:pt x="254926" y="208695"/>
                </a:cubicBezTo>
                <a:cubicBezTo>
                  <a:pt x="264165" y="199614"/>
                  <a:pt x="272670" y="195074"/>
                  <a:pt x="280883" y="195074"/>
                </a:cubicBezTo>
                <a:cubicBezTo>
                  <a:pt x="287042" y="195074"/>
                  <a:pt x="292761" y="197710"/>
                  <a:pt x="297894" y="202836"/>
                </a:cubicBezTo>
                <a:cubicBezTo>
                  <a:pt x="298187" y="203129"/>
                  <a:pt x="326491" y="231397"/>
                  <a:pt x="342036" y="246922"/>
                </a:cubicBezTo>
                <a:cubicBezTo>
                  <a:pt x="343649" y="248533"/>
                  <a:pt x="344529" y="249705"/>
                  <a:pt x="346435" y="249705"/>
                </a:cubicBezTo>
                <a:cubicBezTo>
                  <a:pt x="348195" y="249705"/>
                  <a:pt x="349075" y="248533"/>
                  <a:pt x="350541" y="247068"/>
                </a:cubicBezTo>
                <a:cubicBezTo>
                  <a:pt x="376058" y="221584"/>
                  <a:pt x="425626" y="172079"/>
                  <a:pt x="426212" y="171493"/>
                </a:cubicBezTo>
                <a:cubicBezTo>
                  <a:pt x="431492" y="166220"/>
                  <a:pt x="437504" y="163584"/>
                  <a:pt x="444103" y="163584"/>
                </a:cubicBezTo>
                <a:close/>
                <a:moveTo>
                  <a:pt x="360877" y="64177"/>
                </a:moveTo>
                <a:cubicBezTo>
                  <a:pt x="314274" y="64177"/>
                  <a:pt x="267671" y="81896"/>
                  <a:pt x="232178" y="117334"/>
                </a:cubicBezTo>
                <a:cubicBezTo>
                  <a:pt x="161192" y="188210"/>
                  <a:pt x="161192" y="303457"/>
                  <a:pt x="232178" y="374333"/>
                </a:cubicBezTo>
                <a:cubicBezTo>
                  <a:pt x="303164" y="445209"/>
                  <a:pt x="418589" y="445209"/>
                  <a:pt x="489575" y="374333"/>
                </a:cubicBezTo>
                <a:cubicBezTo>
                  <a:pt x="560560" y="303457"/>
                  <a:pt x="560560" y="188210"/>
                  <a:pt x="489575" y="117334"/>
                </a:cubicBezTo>
                <a:cubicBezTo>
                  <a:pt x="454082" y="81896"/>
                  <a:pt x="407479" y="64177"/>
                  <a:pt x="360877" y="64177"/>
                </a:cubicBezTo>
                <a:close/>
                <a:moveTo>
                  <a:pt x="360876" y="0"/>
                </a:moveTo>
                <a:cubicBezTo>
                  <a:pt x="423942" y="0"/>
                  <a:pt x="487008" y="23980"/>
                  <a:pt x="535041" y="71938"/>
                </a:cubicBezTo>
                <a:cubicBezTo>
                  <a:pt x="631106" y="167855"/>
                  <a:pt x="631106" y="323812"/>
                  <a:pt x="535041" y="419729"/>
                </a:cubicBezTo>
                <a:cubicBezTo>
                  <a:pt x="453495" y="501148"/>
                  <a:pt x="332350" y="513449"/>
                  <a:pt x="237751" y="456778"/>
                </a:cubicBezTo>
                <a:cubicBezTo>
                  <a:pt x="237751" y="456778"/>
                  <a:pt x="230858" y="452677"/>
                  <a:pt x="225138" y="458388"/>
                </a:cubicBezTo>
                <a:cubicBezTo>
                  <a:pt x="193752" y="489726"/>
                  <a:pt x="99740" y="583593"/>
                  <a:pt x="99740" y="583593"/>
                </a:cubicBezTo>
                <a:cubicBezTo>
                  <a:pt x="74660" y="608634"/>
                  <a:pt x="39754" y="614638"/>
                  <a:pt x="17607" y="592379"/>
                </a:cubicBezTo>
                <a:lnTo>
                  <a:pt x="13794" y="588572"/>
                </a:lnTo>
                <a:cubicBezTo>
                  <a:pt x="-8499" y="566460"/>
                  <a:pt x="-2486" y="531608"/>
                  <a:pt x="22594" y="506567"/>
                </a:cubicBezTo>
                <a:cubicBezTo>
                  <a:pt x="22594" y="506567"/>
                  <a:pt x="116753" y="412407"/>
                  <a:pt x="148139" y="381069"/>
                </a:cubicBezTo>
                <a:cubicBezTo>
                  <a:pt x="153712" y="375651"/>
                  <a:pt x="149606" y="368768"/>
                  <a:pt x="149606" y="368768"/>
                </a:cubicBezTo>
                <a:cubicBezTo>
                  <a:pt x="92846" y="274316"/>
                  <a:pt x="105166" y="153358"/>
                  <a:pt x="186712" y="71938"/>
                </a:cubicBezTo>
                <a:cubicBezTo>
                  <a:pt x="234745" y="23980"/>
                  <a:pt x="297810" y="0"/>
                  <a:pt x="360876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  <p:sp>
        <p:nvSpPr>
          <p:cNvPr id="41" name="文本框 40"/>
          <p:cNvSpPr txBox="1"/>
          <p:nvPr/>
        </p:nvSpPr>
        <p:spPr>
          <a:xfrm>
            <a:off x="2345043" y="4042281"/>
            <a:ext cx="2224079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此处添加详细文本描述，建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议与标题相关并符合整体语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言风格，语言描述尽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量简洁生动。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2295535" y="3508118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44" name="椭圆 43"/>
          <p:cNvSpPr/>
          <p:nvPr/>
        </p:nvSpPr>
        <p:spPr>
          <a:xfrm>
            <a:off x="3091682" y="2556406"/>
            <a:ext cx="631785" cy="631785"/>
          </a:xfrm>
          <a:prstGeom prst="ellipse">
            <a:avLst/>
          </a:prstGeom>
          <a:solidFill>
            <a:schemeClr val="bg1"/>
          </a:solidFill>
          <a:ln w="12700">
            <a:solidFill>
              <a:srgbClr val="8A97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8A979E"/>
              </a:solidFill>
            </a:endParaRPr>
          </a:p>
        </p:txBody>
      </p:sp>
      <p:sp>
        <p:nvSpPr>
          <p:cNvPr id="45" name="placeholder_90560"/>
          <p:cNvSpPr>
            <a:spLocks noChangeAspect="1"/>
          </p:cNvSpPr>
          <p:nvPr/>
        </p:nvSpPr>
        <p:spPr bwMode="auto">
          <a:xfrm>
            <a:off x="3252880" y="2681115"/>
            <a:ext cx="309389" cy="382367"/>
          </a:xfrm>
          <a:custGeom>
            <a:avLst/>
            <a:gdLst>
              <a:gd name="connsiteX0" fmla="*/ 243063 w 485843"/>
              <a:gd name="connsiteY0" fmla="*/ 122511 h 600441"/>
              <a:gd name="connsiteX1" fmla="*/ 130548 w 485843"/>
              <a:gd name="connsiteY1" fmla="*/ 234807 h 600441"/>
              <a:gd name="connsiteX2" fmla="*/ 243063 w 485843"/>
              <a:gd name="connsiteY2" fmla="*/ 346860 h 600441"/>
              <a:gd name="connsiteX3" fmla="*/ 355578 w 485843"/>
              <a:gd name="connsiteY3" fmla="*/ 234807 h 600441"/>
              <a:gd name="connsiteX4" fmla="*/ 243063 w 485843"/>
              <a:gd name="connsiteY4" fmla="*/ 122511 h 600441"/>
              <a:gd name="connsiteX5" fmla="*/ 243063 w 485843"/>
              <a:gd name="connsiteY5" fmla="*/ 90183 h 600441"/>
              <a:gd name="connsiteX6" fmla="*/ 387969 w 485843"/>
              <a:gd name="connsiteY6" fmla="*/ 234807 h 600441"/>
              <a:gd name="connsiteX7" fmla="*/ 243063 w 485843"/>
              <a:gd name="connsiteY7" fmla="*/ 379431 h 600441"/>
              <a:gd name="connsiteX8" fmla="*/ 98157 w 485843"/>
              <a:gd name="connsiteY8" fmla="*/ 234807 h 600441"/>
              <a:gd name="connsiteX9" fmla="*/ 243063 w 485843"/>
              <a:gd name="connsiteY9" fmla="*/ 90183 h 600441"/>
              <a:gd name="connsiteX10" fmla="*/ 243043 w 485843"/>
              <a:gd name="connsiteY10" fmla="*/ 48619 h 600441"/>
              <a:gd name="connsiteX11" fmla="*/ 48706 w 485843"/>
              <a:gd name="connsiteY11" fmla="*/ 242607 h 600441"/>
              <a:gd name="connsiteX12" fmla="*/ 243043 w 485843"/>
              <a:gd name="connsiteY12" fmla="*/ 541612 h 600441"/>
              <a:gd name="connsiteX13" fmla="*/ 437137 w 485843"/>
              <a:gd name="connsiteY13" fmla="*/ 242607 h 600441"/>
              <a:gd name="connsiteX14" fmla="*/ 243043 w 485843"/>
              <a:gd name="connsiteY14" fmla="*/ 48619 h 600441"/>
              <a:gd name="connsiteX15" fmla="*/ 243043 w 485843"/>
              <a:gd name="connsiteY15" fmla="*/ 0 h 600441"/>
              <a:gd name="connsiteX16" fmla="*/ 485843 w 485843"/>
              <a:gd name="connsiteY16" fmla="*/ 242607 h 600441"/>
              <a:gd name="connsiteX17" fmla="*/ 371384 w 485843"/>
              <a:gd name="connsiteY17" fmla="*/ 469657 h 600441"/>
              <a:gd name="connsiteX18" fmla="*/ 260090 w 485843"/>
              <a:gd name="connsiteY18" fmla="*/ 593391 h 600441"/>
              <a:gd name="connsiteX19" fmla="*/ 243043 w 485843"/>
              <a:gd name="connsiteY19" fmla="*/ 600441 h 600441"/>
              <a:gd name="connsiteX20" fmla="*/ 225996 w 485843"/>
              <a:gd name="connsiteY20" fmla="*/ 593391 h 600441"/>
              <a:gd name="connsiteX21" fmla="*/ 114703 w 485843"/>
              <a:gd name="connsiteY21" fmla="*/ 469657 h 600441"/>
              <a:gd name="connsiteX22" fmla="*/ 0 w 485843"/>
              <a:gd name="connsiteY22" fmla="*/ 242607 h 600441"/>
              <a:gd name="connsiteX23" fmla="*/ 243043 w 485843"/>
              <a:gd name="connsiteY23" fmla="*/ 0 h 600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5843" h="600441">
                <a:moveTo>
                  <a:pt x="243063" y="122511"/>
                </a:moveTo>
                <a:cubicBezTo>
                  <a:pt x="180960" y="122511"/>
                  <a:pt x="130548" y="172825"/>
                  <a:pt x="130548" y="234807"/>
                </a:cubicBezTo>
                <a:cubicBezTo>
                  <a:pt x="130548" y="296546"/>
                  <a:pt x="180960" y="346860"/>
                  <a:pt x="243063" y="346860"/>
                </a:cubicBezTo>
                <a:cubicBezTo>
                  <a:pt x="304922" y="346860"/>
                  <a:pt x="355578" y="296546"/>
                  <a:pt x="355578" y="234807"/>
                </a:cubicBezTo>
                <a:cubicBezTo>
                  <a:pt x="355578" y="172825"/>
                  <a:pt x="304922" y="122511"/>
                  <a:pt x="243063" y="122511"/>
                </a:cubicBezTo>
                <a:close/>
                <a:moveTo>
                  <a:pt x="243063" y="90183"/>
                </a:moveTo>
                <a:cubicBezTo>
                  <a:pt x="322944" y="90183"/>
                  <a:pt x="387969" y="155082"/>
                  <a:pt x="387969" y="234807"/>
                </a:cubicBezTo>
                <a:cubicBezTo>
                  <a:pt x="387969" y="314533"/>
                  <a:pt x="322944" y="379431"/>
                  <a:pt x="243063" y="379431"/>
                </a:cubicBezTo>
                <a:cubicBezTo>
                  <a:pt x="163182" y="379431"/>
                  <a:pt x="98157" y="314533"/>
                  <a:pt x="98157" y="234807"/>
                </a:cubicBezTo>
                <a:cubicBezTo>
                  <a:pt x="98157" y="155082"/>
                  <a:pt x="163182" y="90183"/>
                  <a:pt x="243063" y="90183"/>
                </a:cubicBezTo>
                <a:close/>
                <a:moveTo>
                  <a:pt x="243043" y="48619"/>
                </a:moveTo>
                <a:cubicBezTo>
                  <a:pt x="135890" y="48619"/>
                  <a:pt x="48706" y="135646"/>
                  <a:pt x="48706" y="242607"/>
                </a:cubicBezTo>
                <a:cubicBezTo>
                  <a:pt x="48706" y="325016"/>
                  <a:pt x="176316" y="473060"/>
                  <a:pt x="243043" y="541612"/>
                </a:cubicBezTo>
                <a:cubicBezTo>
                  <a:pt x="309771" y="473060"/>
                  <a:pt x="437137" y="325016"/>
                  <a:pt x="437137" y="242607"/>
                </a:cubicBezTo>
                <a:cubicBezTo>
                  <a:pt x="437137" y="135646"/>
                  <a:pt x="350197" y="48619"/>
                  <a:pt x="243043" y="48619"/>
                </a:cubicBezTo>
                <a:close/>
                <a:moveTo>
                  <a:pt x="243043" y="0"/>
                </a:moveTo>
                <a:cubicBezTo>
                  <a:pt x="376985" y="0"/>
                  <a:pt x="485843" y="108663"/>
                  <a:pt x="485843" y="242607"/>
                </a:cubicBezTo>
                <a:cubicBezTo>
                  <a:pt x="485843" y="298033"/>
                  <a:pt x="447365" y="374607"/>
                  <a:pt x="371384" y="469657"/>
                </a:cubicBezTo>
                <a:cubicBezTo>
                  <a:pt x="316346" y="538452"/>
                  <a:pt x="262282" y="591204"/>
                  <a:pt x="260090" y="593391"/>
                </a:cubicBezTo>
                <a:cubicBezTo>
                  <a:pt x="255220" y="598010"/>
                  <a:pt x="249132" y="600441"/>
                  <a:pt x="243043" y="600441"/>
                </a:cubicBezTo>
                <a:cubicBezTo>
                  <a:pt x="236955" y="600441"/>
                  <a:pt x="230867" y="598010"/>
                  <a:pt x="225996" y="593391"/>
                </a:cubicBezTo>
                <a:cubicBezTo>
                  <a:pt x="223804" y="591204"/>
                  <a:pt x="169741" y="538452"/>
                  <a:pt x="114703" y="469657"/>
                </a:cubicBezTo>
                <a:cubicBezTo>
                  <a:pt x="38721" y="374607"/>
                  <a:pt x="0" y="298033"/>
                  <a:pt x="0" y="242607"/>
                </a:cubicBezTo>
                <a:cubicBezTo>
                  <a:pt x="0" y="108663"/>
                  <a:pt x="109102" y="0"/>
                  <a:pt x="243043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18534" y="1094804"/>
            <a:ext cx="39549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0" dirty="0">
                <a:solidFill>
                  <a:srgbClr val="8A96A0">
                    <a:alpha val="10000"/>
                  </a:srgbClr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02</a:t>
            </a:r>
            <a:endParaRPr lang="zh-CN" altLang="en-US" sz="20000" dirty="0">
              <a:solidFill>
                <a:srgbClr val="8A96A0">
                  <a:alpha val="10000"/>
                </a:srgbClr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05686" y="2380676"/>
            <a:ext cx="7780624" cy="2417922"/>
            <a:chOff x="2205686" y="2124067"/>
            <a:chExt cx="7780624" cy="2417922"/>
          </a:xfrm>
        </p:grpSpPr>
        <p:sp>
          <p:nvSpPr>
            <p:cNvPr id="9" name="文本框 8"/>
            <p:cNvSpPr txBox="1"/>
            <p:nvPr/>
          </p:nvSpPr>
          <p:spPr>
            <a:xfrm>
              <a:off x="3985278" y="2124067"/>
              <a:ext cx="42214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dirty="0">
                  <a:solidFill>
                    <a:srgbClr val="8A96A0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研究思路及过程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785412" y="2893508"/>
              <a:ext cx="462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8A96A0"/>
                  </a:solidFill>
                  <a:latin typeface="Century Gothic" panose="020B0502020202020204" pitchFamily="34" charset="0"/>
                </a:rPr>
                <a:t>RESEARCH IDEAS AND PROCESS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2205686" y="3749528"/>
              <a:ext cx="7780624" cy="792461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您的内容打在这里，或者通过复制您的文本后，在此框中选择粘贴，并选择只保留文字。通过复制您的文</a:t>
              </a:r>
              <a:endPara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本后，在此框中选择粘贴，并选择只保留文字。您的内容打在这里，或者通过</a:t>
              </a:r>
              <a:endParaRPr lang="en-US" altLang="zh-CN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复制您的文本后，在此框中选择粘贴，并选择只保留文字。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1219713" y="2379420"/>
            <a:ext cx="4074059" cy="516048"/>
          </a:xfrm>
          <a:prstGeom prst="rect">
            <a:avLst/>
          </a:prstGeom>
          <a:solidFill>
            <a:srgbClr val="DFD5CD"/>
          </a:solidFill>
          <a:ln>
            <a:noFill/>
          </a:ln>
          <a:effectLst>
            <a:outerShdw blurRad="292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219713" y="3137315"/>
            <a:ext cx="4074059" cy="516048"/>
          </a:xfrm>
          <a:prstGeom prst="rect">
            <a:avLst/>
          </a:prstGeom>
          <a:solidFill>
            <a:srgbClr val="DFD5CD"/>
          </a:solidFill>
          <a:ln>
            <a:noFill/>
          </a:ln>
          <a:effectLst>
            <a:outerShdw blurRad="292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19713" y="3895210"/>
            <a:ext cx="4074059" cy="516048"/>
          </a:xfrm>
          <a:prstGeom prst="rect">
            <a:avLst/>
          </a:prstGeom>
          <a:solidFill>
            <a:srgbClr val="DFD5CD"/>
          </a:solidFill>
          <a:ln>
            <a:noFill/>
          </a:ln>
          <a:effectLst>
            <a:outerShdw blurRad="292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219713" y="4653105"/>
            <a:ext cx="4074059" cy="516048"/>
          </a:xfrm>
          <a:prstGeom prst="rect">
            <a:avLst/>
          </a:prstGeom>
          <a:solidFill>
            <a:srgbClr val="DFD5CD"/>
          </a:solidFill>
          <a:ln>
            <a:noFill/>
          </a:ln>
          <a:effectLst>
            <a:outerShdw blurRad="292100" sx="102000" sy="102000" algn="ctr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144703" y="4723838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2144703" y="3965943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144703" y="3204945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144703" y="2456307"/>
            <a:ext cx="2224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8A979E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</a:rPr>
              <a:t>此处填写标题</a:t>
            </a:r>
          </a:p>
        </p:txBody>
      </p:sp>
      <p:sp>
        <p:nvSpPr>
          <p:cNvPr id="38" name="web-search_74903"/>
          <p:cNvSpPr>
            <a:spLocks noChangeAspect="1"/>
          </p:cNvSpPr>
          <p:nvPr/>
        </p:nvSpPr>
        <p:spPr bwMode="auto">
          <a:xfrm>
            <a:off x="6703724" y="2717976"/>
            <a:ext cx="728289" cy="632905"/>
          </a:xfrm>
          <a:custGeom>
            <a:avLst/>
            <a:gdLst>
              <a:gd name="connsiteX0" fmla="*/ 468425 w 609570"/>
              <a:gd name="connsiteY0" fmla="*/ 313388 h 529735"/>
              <a:gd name="connsiteX1" fmla="*/ 397381 w 609570"/>
              <a:gd name="connsiteY1" fmla="*/ 384321 h 529735"/>
              <a:gd name="connsiteX2" fmla="*/ 468425 w 609570"/>
              <a:gd name="connsiteY2" fmla="*/ 455255 h 529735"/>
              <a:gd name="connsiteX3" fmla="*/ 539470 w 609570"/>
              <a:gd name="connsiteY3" fmla="*/ 384321 h 529735"/>
              <a:gd name="connsiteX4" fmla="*/ 468425 w 609570"/>
              <a:gd name="connsiteY4" fmla="*/ 313388 h 529735"/>
              <a:gd name="connsiteX5" fmla="*/ 468425 w 609570"/>
              <a:gd name="connsiteY5" fmla="*/ 285014 h 529735"/>
              <a:gd name="connsiteX6" fmla="*/ 567887 w 609570"/>
              <a:gd name="connsiteY6" fmla="*/ 384321 h 529735"/>
              <a:gd name="connsiteX7" fmla="*/ 556639 w 609570"/>
              <a:gd name="connsiteY7" fmla="*/ 430310 h 529735"/>
              <a:gd name="connsiteX8" fmla="*/ 553915 w 609570"/>
              <a:gd name="connsiteY8" fmla="*/ 435394 h 529735"/>
              <a:gd name="connsiteX9" fmla="*/ 601515 w 609570"/>
              <a:gd name="connsiteY9" fmla="*/ 482683 h 529735"/>
              <a:gd name="connsiteX10" fmla="*/ 609567 w 609570"/>
              <a:gd name="connsiteY10" fmla="*/ 502071 h 529735"/>
              <a:gd name="connsiteX11" fmla="*/ 601633 w 609570"/>
              <a:gd name="connsiteY11" fmla="*/ 521578 h 529735"/>
              <a:gd name="connsiteX12" fmla="*/ 582096 w 609570"/>
              <a:gd name="connsiteY12" fmla="*/ 529735 h 529735"/>
              <a:gd name="connsiteX13" fmla="*/ 562677 w 609570"/>
              <a:gd name="connsiteY13" fmla="*/ 521696 h 529735"/>
              <a:gd name="connsiteX14" fmla="*/ 513657 w 609570"/>
              <a:gd name="connsiteY14" fmla="*/ 472988 h 529735"/>
              <a:gd name="connsiteX15" fmla="*/ 508684 w 609570"/>
              <a:gd name="connsiteY15" fmla="*/ 475116 h 529735"/>
              <a:gd name="connsiteX16" fmla="*/ 468425 w 609570"/>
              <a:gd name="connsiteY16" fmla="*/ 483747 h 529735"/>
              <a:gd name="connsiteX17" fmla="*/ 368845 w 609570"/>
              <a:gd name="connsiteY17" fmla="*/ 384321 h 529735"/>
              <a:gd name="connsiteX18" fmla="*/ 468425 w 609570"/>
              <a:gd name="connsiteY18" fmla="*/ 285014 h 529735"/>
              <a:gd name="connsiteX19" fmla="*/ 214632 w 609570"/>
              <a:gd name="connsiteY19" fmla="*/ 275770 h 529735"/>
              <a:gd name="connsiteX20" fmla="*/ 408821 w 609570"/>
              <a:gd name="connsiteY20" fmla="*/ 275770 h 529735"/>
              <a:gd name="connsiteX21" fmla="*/ 410479 w 609570"/>
              <a:gd name="connsiteY21" fmla="*/ 275888 h 529735"/>
              <a:gd name="connsiteX22" fmla="*/ 361576 w 609570"/>
              <a:gd name="connsiteY22" fmla="*/ 323119 h 529735"/>
              <a:gd name="connsiteX23" fmla="*/ 214632 w 609570"/>
              <a:gd name="connsiteY23" fmla="*/ 323119 h 529735"/>
              <a:gd name="connsiteX24" fmla="*/ 190950 w 609570"/>
              <a:gd name="connsiteY24" fmla="*/ 299445 h 529735"/>
              <a:gd name="connsiteX25" fmla="*/ 214632 w 609570"/>
              <a:gd name="connsiteY25" fmla="*/ 275770 h 529735"/>
              <a:gd name="connsiteX26" fmla="*/ 136157 w 609570"/>
              <a:gd name="connsiteY26" fmla="*/ 270689 h 529735"/>
              <a:gd name="connsiteX27" fmla="*/ 164913 w 609570"/>
              <a:gd name="connsiteY27" fmla="*/ 299445 h 529735"/>
              <a:gd name="connsiteX28" fmla="*/ 136157 w 609570"/>
              <a:gd name="connsiteY28" fmla="*/ 328201 h 529735"/>
              <a:gd name="connsiteX29" fmla="*/ 107401 w 609570"/>
              <a:gd name="connsiteY29" fmla="*/ 299445 h 529735"/>
              <a:gd name="connsiteX30" fmla="*/ 136157 w 609570"/>
              <a:gd name="connsiteY30" fmla="*/ 270689 h 529735"/>
              <a:gd name="connsiteX31" fmla="*/ 214631 w 609570"/>
              <a:gd name="connsiteY31" fmla="*/ 181212 h 529735"/>
              <a:gd name="connsiteX32" fmla="*/ 408814 w 609570"/>
              <a:gd name="connsiteY32" fmla="*/ 181212 h 529735"/>
              <a:gd name="connsiteX33" fmla="*/ 432495 w 609570"/>
              <a:gd name="connsiteY33" fmla="*/ 204851 h 529735"/>
              <a:gd name="connsiteX34" fmla="*/ 408814 w 609570"/>
              <a:gd name="connsiteY34" fmla="*/ 228491 h 529735"/>
              <a:gd name="connsiteX35" fmla="*/ 214631 w 609570"/>
              <a:gd name="connsiteY35" fmla="*/ 228491 h 529735"/>
              <a:gd name="connsiteX36" fmla="*/ 190950 w 609570"/>
              <a:gd name="connsiteY36" fmla="*/ 204851 h 529735"/>
              <a:gd name="connsiteX37" fmla="*/ 214631 w 609570"/>
              <a:gd name="connsiteY37" fmla="*/ 181212 h 529735"/>
              <a:gd name="connsiteX38" fmla="*/ 136157 w 609570"/>
              <a:gd name="connsiteY38" fmla="*/ 176131 h 529735"/>
              <a:gd name="connsiteX39" fmla="*/ 164913 w 609570"/>
              <a:gd name="connsiteY39" fmla="*/ 204851 h 529735"/>
              <a:gd name="connsiteX40" fmla="*/ 136157 w 609570"/>
              <a:gd name="connsiteY40" fmla="*/ 233571 h 529735"/>
              <a:gd name="connsiteX41" fmla="*/ 107401 w 609570"/>
              <a:gd name="connsiteY41" fmla="*/ 204851 h 529735"/>
              <a:gd name="connsiteX42" fmla="*/ 136157 w 609570"/>
              <a:gd name="connsiteY42" fmla="*/ 176131 h 529735"/>
              <a:gd name="connsiteX43" fmla="*/ 15748 w 609570"/>
              <a:gd name="connsiteY43" fmla="*/ 0 h 529735"/>
              <a:gd name="connsiteX44" fmla="*/ 500389 w 609570"/>
              <a:gd name="connsiteY44" fmla="*/ 0 h 529735"/>
              <a:gd name="connsiteX45" fmla="*/ 516256 w 609570"/>
              <a:gd name="connsiteY45" fmla="*/ 15724 h 529735"/>
              <a:gd name="connsiteX46" fmla="*/ 516256 w 609570"/>
              <a:gd name="connsiteY46" fmla="*/ 271089 h 529735"/>
              <a:gd name="connsiteX47" fmla="*/ 484641 w 609570"/>
              <a:gd name="connsiteY47" fmla="*/ 262459 h 529735"/>
              <a:gd name="connsiteX48" fmla="*/ 484641 w 609570"/>
              <a:gd name="connsiteY48" fmla="*/ 121416 h 529735"/>
              <a:gd name="connsiteX49" fmla="*/ 31615 w 609570"/>
              <a:gd name="connsiteY49" fmla="*/ 121416 h 529735"/>
              <a:gd name="connsiteX50" fmla="*/ 31615 w 609570"/>
              <a:gd name="connsiteY50" fmla="*/ 393215 h 529735"/>
              <a:gd name="connsiteX51" fmla="*/ 345513 w 609570"/>
              <a:gd name="connsiteY51" fmla="*/ 393215 h 529735"/>
              <a:gd name="connsiteX52" fmla="*/ 352025 w 609570"/>
              <a:gd name="connsiteY52" fmla="*/ 424663 h 529735"/>
              <a:gd name="connsiteX53" fmla="*/ 15748 w 609570"/>
              <a:gd name="connsiteY53" fmla="*/ 424663 h 529735"/>
              <a:gd name="connsiteX54" fmla="*/ 0 w 609570"/>
              <a:gd name="connsiteY54" fmla="*/ 408939 h 529735"/>
              <a:gd name="connsiteX55" fmla="*/ 0 w 609570"/>
              <a:gd name="connsiteY55" fmla="*/ 15724 h 529735"/>
              <a:gd name="connsiteX56" fmla="*/ 15748 w 609570"/>
              <a:gd name="connsiteY56" fmla="*/ 0 h 529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609570" h="529735">
                <a:moveTo>
                  <a:pt x="468425" y="313388"/>
                </a:moveTo>
                <a:cubicBezTo>
                  <a:pt x="429233" y="313388"/>
                  <a:pt x="397381" y="345190"/>
                  <a:pt x="397381" y="384321"/>
                </a:cubicBezTo>
                <a:cubicBezTo>
                  <a:pt x="397381" y="423453"/>
                  <a:pt x="429233" y="455255"/>
                  <a:pt x="468425" y="455255"/>
                </a:cubicBezTo>
                <a:cubicBezTo>
                  <a:pt x="507618" y="455255"/>
                  <a:pt x="539470" y="423453"/>
                  <a:pt x="539470" y="384321"/>
                </a:cubicBezTo>
                <a:cubicBezTo>
                  <a:pt x="539470" y="345308"/>
                  <a:pt x="507618" y="313388"/>
                  <a:pt x="468425" y="313388"/>
                </a:cubicBezTo>
                <a:close/>
                <a:moveTo>
                  <a:pt x="468425" y="285014"/>
                </a:moveTo>
                <a:cubicBezTo>
                  <a:pt x="523248" y="285014"/>
                  <a:pt x="567887" y="329584"/>
                  <a:pt x="567887" y="384321"/>
                </a:cubicBezTo>
                <a:cubicBezTo>
                  <a:pt x="567887" y="400518"/>
                  <a:pt x="564098" y="416005"/>
                  <a:pt x="556639" y="430310"/>
                </a:cubicBezTo>
                <a:lnTo>
                  <a:pt x="553915" y="435394"/>
                </a:lnTo>
                <a:lnTo>
                  <a:pt x="601515" y="482683"/>
                </a:lnTo>
                <a:cubicBezTo>
                  <a:pt x="606725" y="487884"/>
                  <a:pt x="609567" y="494741"/>
                  <a:pt x="609567" y="502071"/>
                </a:cubicBezTo>
                <a:cubicBezTo>
                  <a:pt x="609685" y="509519"/>
                  <a:pt x="606843" y="516376"/>
                  <a:pt x="601633" y="521578"/>
                </a:cubicBezTo>
                <a:cubicBezTo>
                  <a:pt x="596423" y="526780"/>
                  <a:pt x="589437" y="529735"/>
                  <a:pt x="582096" y="529735"/>
                </a:cubicBezTo>
                <a:cubicBezTo>
                  <a:pt x="574755" y="529735"/>
                  <a:pt x="567887" y="526898"/>
                  <a:pt x="562677" y="521696"/>
                </a:cubicBezTo>
                <a:lnTo>
                  <a:pt x="513657" y="472988"/>
                </a:lnTo>
                <a:lnTo>
                  <a:pt x="508684" y="475116"/>
                </a:lnTo>
                <a:cubicBezTo>
                  <a:pt x="495896" y="480791"/>
                  <a:pt x="482397" y="483747"/>
                  <a:pt x="468425" y="483747"/>
                </a:cubicBezTo>
                <a:cubicBezTo>
                  <a:pt x="413484" y="483747"/>
                  <a:pt x="368845" y="439177"/>
                  <a:pt x="368845" y="384321"/>
                </a:cubicBezTo>
                <a:cubicBezTo>
                  <a:pt x="368845" y="329584"/>
                  <a:pt x="413484" y="285014"/>
                  <a:pt x="468425" y="285014"/>
                </a:cubicBezTo>
                <a:close/>
                <a:moveTo>
                  <a:pt x="214632" y="275770"/>
                </a:moveTo>
                <a:lnTo>
                  <a:pt x="408821" y="275770"/>
                </a:lnTo>
                <a:cubicBezTo>
                  <a:pt x="409413" y="275770"/>
                  <a:pt x="409887" y="275770"/>
                  <a:pt x="410479" y="275888"/>
                </a:cubicBezTo>
                <a:cubicBezTo>
                  <a:pt x="390113" y="286661"/>
                  <a:pt x="373180" y="303114"/>
                  <a:pt x="361576" y="323119"/>
                </a:cubicBezTo>
                <a:lnTo>
                  <a:pt x="214632" y="323119"/>
                </a:lnTo>
                <a:cubicBezTo>
                  <a:pt x="201607" y="323119"/>
                  <a:pt x="190950" y="312466"/>
                  <a:pt x="190950" y="299445"/>
                </a:cubicBezTo>
                <a:cubicBezTo>
                  <a:pt x="190950" y="286305"/>
                  <a:pt x="201607" y="275770"/>
                  <a:pt x="214632" y="275770"/>
                </a:cubicBezTo>
                <a:close/>
                <a:moveTo>
                  <a:pt x="136157" y="270689"/>
                </a:moveTo>
                <a:cubicBezTo>
                  <a:pt x="152039" y="270689"/>
                  <a:pt x="164913" y="283563"/>
                  <a:pt x="164913" y="299445"/>
                </a:cubicBezTo>
                <a:cubicBezTo>
                  <a:pt x="164913" y="315327"/>
                  <a:pt x="152039" y="328201"/>
                  <a:pt x="136157" y="328201"/>
                </a:cubicBezTo>
                <a:cubicBezTo>
                  <a:pt x="120275" y="328201"/>
                  <a:pt x="107401" y="315327"/>
                  <a:pt x="107401" y="299445"/>
                </a:cubicBezTo>
                <a:cubicBezTo>
                  <a:pt x="107401" y="283563"/>
                  <a:pt x="120275" y="270689"/>
                  <a:pt x="136157" y="270689"/>
                </a:cubicBezTo>
                <a:close/>
                <a:moveTo>
                  <a:pt x="214631" y="181212"/>
                </a:moveTo>
                <a:lnTo>
                  <a:pt x="408814" y="181212"/>
                </a:lnTo>
                <a:cubicBezTo>
                  <a:pt x="421957" y="181212"/>
                  <a:pt x="432495" y="191731"/>
                  <a:pt x="432495" y="204851"/>
                </a:cubicBezTo>
                <a:cubicBezTo>
                  <a:pt x="432495" y="217853"/>
                  <a:pt x="421957" y="228491"/>
                  <a:pt x="408814" y="228491"/>
                </a:cubicBezTo>
                <a:lnTo>
                  <a:pt x="214631" y="228491"/>
                </a:lnTo>
                <a:cubicBezTo>
                  <a:pt x="201606" y="228491"/>
                  <a:pt x="190950" y="217853"/>
                  <a:pt x="190950" y="204851"/>
                </a:cubicBezTo>
                <a:cubicBezTo>
                  <a:pt x="190950" y="191731"/>
                  <a:pt x="201606" y="181212"/>
                  <a:pt x="214631" y="181212"/>
                </a:cubicBezTo>
                <a:close/>
                <a:moveTo>
                  <a:pt x="136157" y="176131"/>
                </a:moveTo>
                <a:cubicBezTo>
                  <a:pt x="152039" y="176131"/>
                  <a:pt x="164913" y="188989"/>
                  <a:pt x="164913" y="204851"/>
                </a:cubicBezTo>
                <a:cubicBezTo>
                  <a:pt x="164913" y="220713"/>
                  <a:pt x="152039" y="233571"/>
                  <a:pt x="136157" y="233571"/>
                </a:cubicBezTo>
                <a:cubicBezTo>
                  <a:pt x="120275" y="233571"/>
                  <a:pt x="107401" y="220713"/>
                  <a:pt x="107401" y="204851"/>
                </a:cubicBezTo>
                <a:cubicBezTo>
                  <a:pt x="107401" y="188989"/>
                  <a:pt x="120275" y="176131"/>
                  <a:pt x="136157" y="176131"/>
                </a:cubicBezTo>
                <a:close/>
                <a:moveTo>
                  <a:pt x="15748" y="0"/>
                </a:moveTo>
                <a:lnTo>
                  <a:pt x="500389" y="0"/>
                </a:lnTo>
                <a:cubicBezTo>
                  <a:pt x="509152" y="0"/>
                  <a:pt x="516256" y="7093"/>
                  <a:pt x="516256" y="15724"/>
                </a:cubicBezTo>
                <a:lnTo>
                  <a:pt x="516256" y="271089"/>
                </a:lnTo>
                <a:cubicBezTo>
                  <a:pt x="506310" y="266833"/>
                  <a:pt x="495653" y="263995"/>
                  <a:pt x="484641" y="262459"/>
                </a:cubicBezTo>
                <a:lnTo>
                  <a:pt x="484641" y="121416"/>
                </a:lnTo>
                <a:lnTo>
                  <a:pt x="31615" y="121416"/>
                </a:lnTo>
                <a:lnTo>
                  <a:pt x="31615" y="393215"/>
                </a:lnTo>
                <a:lnTo>
                  <a:pt x="345513" y="393215"/>
                </a:lnTo>
                <a:cubicBezTo>
                  <a:pt x="346341" y="404210"/>
                  <a:pt x="348591" y="414732"/>
                  <a:pt x="352025" y="424663"/>
                </a:cubicBezTo>
                <a:lnTo>
                  <a:pt x="15748" y="424663"/>
                </a:lnTo>
                <a:cubicBezTo>
                  <a:pt x="7104" y="424663"/>
                  <a:pt x="0" y="417688"/>
                  <a:pt x="0" y="408939"/>
                </a:cubicBezTo>
                <a:lnTo>
                  <a:pt x="0" y="15724"/>
                </a:lnTo>
                <a:cubicBezTo>
                  <a:pt x="0" y="7093"/>
                  <a:pt x="7104" y="0"/>
                  <a:pt x="15748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  <p:sp>
        <p:nvSpPr>
          <p:cNvPr id="40" name="personal-id-card-of-a-man_47848"/>
          <p:cNvSpPr>
            <a:spLocks noChangeAspect="1"/>
          </p:cNvSpPr>
          <p:nvPr/>
        </p:nvSpPr>
        <p:spPr bwMode="auto">
          <a:xfrm>
            <a:off x="1479202" y="2232148"/>
            <a:ext cx="443599" cy="400110"/>
          </a:xfrm>
          <a:custGeom>
            <a:avLst/>
            <a:gdLst>
              <a:gd name="connsiteX0" fmla="*/ 361794 w 551492"/>
              <a:gd name="connsiteY0" fmla="*/ 308363 h 421851"/>
              <a:gd name="connsiteX1" fmla="*/ 530845 w 551492"/>
              <a:gd name="connsiteY1" fmla="*/ 308363 h 421851"/>
              <a:gd name="connsiteX2" fmla="*/ 551492 w 551492"/>
              <a:gd name="connsiteY2" fmla="*/ 329044 h 421851"/>
              <a:gd name="connsiteX3" fmla="*/ 551492 w 551492"/>
              <a:gd name="connsiteY3" fmla="*/ 362650 h 421851"/>
              <a:gd name="connsiteX4" fmla="*/ 530845 w 551492"/>
              <a:gd name="connsiteY4" fmla="*/ 383331 h 421851"/>
              <a:gd name="connsiteX5" fmla="*/ 378570 w 551492"/>
              <a:gd name="connsiteY5" fmla="*/ 383331 h 421851"/>
              <a:gd name="connsiteX6" fmla="*/ 378570 w 551492"/>
              <a:gd name="connsiteY6" fmla="*/ 369113 h 421851"/>
              <a:gd name="connsiteX7" fmla="*/ 361794 w 551492"/>
              <a:gd name="connsiteY7" fmla="*/ 308363 h 421851"/>
              <a:gd name="connsiteX8" fmla="*/ 313904 w 551492"/>
              <a:gd name="connsiteY8" fmla="*/ 172924 h 421851"/>
              <a:gd name="connsiteX9" fmla="*/ 530832 w 551492"/>
              <a:gd name="connsiteY9" fmla="*/ 172924 h 421851"/>
              <a:gd name="connsiteX10" fmla="*/ 551492 w 551492"/>
              <a:gd name="connsiteY10" fmla="*/ 193548 h 421851"/>
              <a:gd name="connsiteX11" fmla="*/ 551492 w 551492"/>
              <a:gd name="connsiteY11" fmla="*/ 225772 h 421851"/>
              <a:gd name="connsiteX12" fmla="*/ 530832 w 551492"/>
              <a:gd name="connsiteY12" fmla="*/ 247685 h 421851"/>
              <a:gd name="connsiteX13" fmla="*/ 271293 w 551492"/>
              <a:gd name="connsiteY13" fmla="*/ 247685 h 421851"/>
              <a:gd name="connsiteX14" fmla="*/ 271293 w 551492"/>
              <a:gd name="connsiteY14" fmla="*/ 227061 h 421851"/>
              <a:gd name="connsiteX15" fmla="*/ 272584 w 551492"/>
              <a:gd name="connsiteY15" fmla="*/ 224483 h 421851"/>
              <a:gd name="connsiteX16" fmla="*/ 313904 w 551492"/>
              <a:gd name="connsiteY16" fmla="*/ 172924 h 421851"/>
              <a:gd name="connsiteX17" fmla="*/ 281648 w 551492"/>
              <a:gd name="connsiteY17" fmla="*/ 36241 h 421851"/>
              <a:gd name="connsiteX18" fmla="*/ 530834 w 551492"/>
              <a:gd name="connsiteY18" fmla="*/ 36241 h 421851"/>
              <a:gd name="connsiteX19" fmla="*/ 551492 w 551492"/>
              <a:gd name="connsiteY19" fmla="*/ 58154 h 421851"/>
              <a:gd name="connsiteX20" fmla="*/ 551492 w 551492"/>
              <a:gd name="connsiteY20" fmla="*/ 90378 h 421851"/>
              <a:gd name="connsiteX21" fmla="*/ 530834 w 551492"/>
              <a:gd name="connsiteY21" fmla="*/ 111002 h 421851"/>
              <a:gd name="connsiteX22" fmla="*/ 308761 w 551492"/>
              <a:gd name="connsiteY22" fmla="*/ 111002 h 421851"/>
              <a:gd name="connsiteX23" fmla="*/ 295850 w 551492"/>
              <a:gd name="connsiteY23" fmla="*/ 96823 h 421851"/>
              <a:gd name="connsiteX24" fmla="*/ 281648 w 551492"/>
              <a:gd name="connsiteY24" fmla="*/ 36241 h 421851"/>
              <a:gd name="connsiteX25" fmla="*/ 176987 w 551492"/>
              <a:gd name="connsiteY25" fmla="*/ 0 h 421851"/>
              <a:gd name="connsiteX26" fmla="*/ 271294 w 551492"/>
              <a:gd name="connsiteY26" fmla="*/ 117396 h 421851"/>
              <a:gd name="connsiteX27" fmla="*/ 276461 w 551492"/>
              <a:gd name="connsiteY27" fmla="*/ 117396 h 421851"/>
              <a:gd name="connsiteX28" fmla="*/ 290672 w 551492"/>
              <a:gd name="connsiteY28" fmla="*/ 152228 h 421851"/>
              <a:gd name="connsiteX29" fmla="*/ 262251 w 551492"/>
              <a:gd name="connsiteY29" fmla="*/ 199960 h 421851"/>
              <a:gd name="connsiteX30" fmla="*/ 257083 w 551492"/>
              <a:gd name="connsiteY30" fmla="*/ 197380 h 421851"/>
              <a:gd name="connsiteX31" fmla="*/ 224786 w 551492"/>
              <a:gd name="connsiteY31" fmla="*/ 247692 h 421851"/>
              <a:gd name="connsiteX32" fmla="*/ 219619 w 551492"/>
              <a:gd name="connsiteY32" fmla="*/ 259303 h 421851"/>
              <a:gd name="connsiteX33" fmla="*/ 241581 w 551492"/>
              <a:gd name="connsiteY33" fmla="*/ 279944 h 421851"/>
              <a:gd name="connsiteX34" fmla="*/ 263543 w 551492"/>
              <a:gd name="connsiteY34" fmla="*/ 279944 h 421851"/>
              <a:gd name="connsiteX35" fmla="*/ 352682 w 551492"/>
              <a:gd name="connsiteY35" fmla="*/ 368958 h 421851"/>
              <a:gd name="connsiteX36" fmla="*/ 352682 w 551492"/>
              <a:gd name="connsiteY36" fmla="*/ 393470 h 421851"/>
              <a:gd name="connsiteX37" fmla="*/ 325553 w 551492"/>
              <a:gd name="connsiteY37" fmla="*/ 421851 h 421851"/>
              <a:gd name="connsiteX38" fmla="*/ 28421 w 551492"/>
              <a:gd name="connsiteY38" fmla="*/ 421851 h 421851"/>
              <a:gd name="connsiteX39" fmla="*/ 0 w 551492"/>
              <a:gd name="connsiteY39" fmla="*/ 393470 h 421851"/>
              <a:gd name="connsiteX40" fmla="*/ 0 w 551492"/>
              <a:gd name="connsiteY40" fmla="*/ 368958 h 421851"/>
              <a:gd name="connsiteX41" fmla="*/ 89139 w 551492"/>
              <a:gd name="connsiteY41" fmla="*/ 279944 h 421851"/>
              <a:gd name="connsiteX42" fmla="*/ 112393 w 551492"/>
              <a:gd name="connsiteY42" fmla="*/ 279944 h 421851"/>
              <a:gd name="connsiteX43" fmla="*/ 133063 w 551492"/>
              <a:gd name="connsiteY43" fmla="*/ 259303 h 421851"/>
              <a:gd name="connsiteX44" fmla="*/ 127896 w 551492"/>
              <a:gd name="connsiteY44" fmla="*/ 247692 h 421851"/>
              <a:gd name="connsiteX45" fmla="*/ 95599 w 551492"/>
              <a:gd name="connsiteY45" fmla="*/ 198670 h 421851"/>
              <a:gd name="connsiteX46" fmla="*/ 91723 w 551492"/>
              <a:gd name="connsiteY46" fmla="*/ 199960 h 421851"/>
              <a:gd name="connsiteX47" fmla="*/ 63302 w 551492"/>
              <a:gd name="connsiteY47" fmla="*/ 152228 h 421851"/>
              <a:gd name="connsiteX48" fmla="*/ 78804 w 551492"/>
              <a:gd name="connsiteY48" fmla="*/ 117396 h 421851"/>
              <a:gd name="connsiteX49" fmla="*/ 81388 w 551492"/>
              <a:gd name="connsiteY49" fmla="*/ 117396 h 421851"/>
              <a:gd name="connsiteX50" fmla="*/ 176987 w 551492"/>
              <a:gd name="connsiteY50" fmla="*/ 0 h 421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51492" h="421851">
                <a:moveTo>
                  <a:pt x="361794" y="308363"/>
                </a:moveTo>
                <a:lnTo>
                  <a:pt x="530845" y="308363"/>
                </a:lnTo>
                <a:cubicBezTo>
                  <a:pt x="541168" y="308363"/>
                  <a:pt x="551492" y="317411"/>
                  <a:pt x="551492" y="329044"/>
                </a:cubicBezTo>
                <a:lnTo>
                  <a:pt x="551492" y="362650"/>
                </a:lnTo>
                <a:cubicBezTo>
                  <a:pt x="551492" y="374283"/>
                  <a:pt x="541168" y="383331"/>
                  <a:pt x="530845" y="383331"/>
                </a:cubicBezTo>
                <a:lnTo>
                  <a:pt x="378570" y="383331"/>
                </a:lnTo>
                <a:lnTo>
                  <a:pt x="378570" y="369113"/>
                </a:lnTo>
                <a:cubicBezTo>
                  <a:pt x="378570" y="347140"/>
                  <a:pt x="372118" y="326459"/>
                  <a:pt x="361794" y="308363"/>
                </a:cubicBezTo>
                <a:close/>
                <a:moveTo>
                  <a:pt x="313904" y="172924"/>
                </a:moveTo>
                <a:lnTo>
                  <a:pt x="530832" y="172924"/>
                </a:lnTo>
                <a:cubicBezTo>
                  <a:pt x="541162" y="172924"/>
                  <a:pt x="551492" y="181947"/>
                  <a:pt x="551492" y="193548"/>
                </a:cubicBezTo>
                <a:lnTo>
                  <a:pt x="551492" y="225772"/>
                </a:lnTo>
                <a:cubicBezTo>
                  <a:pt x="551492" y="237373"/>
                  <a:pt x="541162" y="247685"/>
                  <a:pt x="530832" y="247685"/>
                </a:cubicBezTo>
                <a:lnTo>
                  <a:pt x="271293" y="247685"/>
                </a:lnTo>
                <a:lnTo>
                  <a:pt x="271293" y="227061"/>
                </a:lnTo>
                <a:cubicBezTo>
                  <a:pt x="271293" y="225772"/>
                  <a:pt x="272584" y="225772"/>
                  <a:pt x="272584" y="224483"/>
                </a:cubicBezTo>
                <a:cubicBezTo>
                  <a:pt x="293244" y="218038"/>
                  <a:pt x="307448" y="194837"/>
                  <a:pt x="313904" y="172924"/>
                </a:cubicBezTo>
                <a:close/>
                <a:moveTo>
                  <a:pt x="281648" y="36241"/>
                </a:moveTo>
                <a:lnTo>
                  <a:pt x="530834" y="36241"/>
                </a:lnTo>
                <a:cubicBezTo>
                  <a:pt x="541163" y="36241"/>
                  <a:pt x="551492" y="46553"/>
                  <a:pt x="551492" y="58154"/>
                </a:cubicBezTo>
                <a:lnTo>
                  <a:pt x="551492" y="90378"/>
                </a:lnTo>
                <a:cubicBezTo>
                  <a:pt x="551492" y="101979"/>
                  <a:pt x="541163" y="111002"/>
                  <a:pt x="530834" y="111002"/>
                </a:cubicBezTo>
                <a:lnTo>
                  <a:pt x="308761" y="111002"/>
                </a:lnTo>
                <a:cubicBezTo>
                  <a:pt x="304888" y="104557"/>
                  <a:pt x="301015" y="99401"/>
                  <a:pt x="295850" y="96823"/>
                </a:cubicBezTo>
                <a:cubicBezTo>
                  <a:pt x="293268" y="72333"/>
                  <a:pt x="288104" y="52998"/>
                  <a:pt x="281648" y="36241"/>
                </a:cubicBezTo>
                <a:close/>
                <a:moveTo>
                  <a:pt x="176987" y="0"/>
                </a:moveTo>
                <a:cubicBezTo>
                  <a:pt x="257083" y="0"/>
                  <a:pt x="270002" y="64503"/>
                  <a:pt x="271294" y="117396"/>
                </a:cubicBezTo>
                <a:cubicBezTo>
                  <a:pt x="272586" y="117396"/>
                  <a:pt x="273878" y="117396"/>
                  <a:pt x="276461" y="117396"/>
                </a:cubicBezTo>
                <a:cubicBezTo>
                  <a:pt x="289380" y="117396"/>
                  <a:pt x="290672" y="132877"/>
                  <a:pt x="290672" y="152228"/>
                </a:cubicBezTo>
                <a:cubicBezTo>
                  <a:pt x="290672" y="171579"/>
                  <a:pt x="275169" y="199960"/>
                  <a:pt x="262251" y="199960"/>
                </a:cubicBezTo>
                <a:cubicBezTo>
                  <a:pt x="260959" y="199960"/>
                  <a:pt x="258375" y="198670"/>
                  <a:pt x="257083" y="197380"/>
                </a:cubicBezTo>
                <a:cubicBezTo>
                  <a:pt x="249332" y="216731"/>
                  <a:pt x="237705" y="233502"/>
                  <a:pt x="224786" y="247692"/>
                </a:cubicBezTo>
                <a:cubicBezTo>
                  <a:pt x="220911" y="250272"/>
                  <a:pt x="219619" y="254143"/>
                  <a:pt x="219619" y="259303"/>
                </a:cubicBezTo>
                <a:cubicBezTo>
                  <a:pt x="219619" y="270913"/>
                  <a:pt x="228662" y="279944"/>
                  <a:pt x="241581" y="279944"/>
                </a:cubicBezTo>
                <a:lnTo>
                  <a:pt x="263543" y="279944"/>
                </a:lnTo>
                <a:cubicBezTo>
                  <a:pt x="312634" y="279944"/>
                  <a:pt x="352682" y="319936"/>
                  <a:pt x="352682" y="368958"/>
                </a:cubicBezTo>
                <a:lnTo>
                  <a:pt x="352682" y="393470"/>
                </a:lnTo>
                <a:cubicBezTo>
                  <a:pt x="352682" y="408950"/>
                  <a:pt x="341055" y="421851"/>
                  <a:pt x="325553" y="421851"/>
                </a:cubicBezTo>
                <a:lnTo>
                  <a:pt x="28421" y="421851"/>
                </a:lnTo>
                <a:cubicBezTo>
                  <a:pt x="12919" y="421851"/>
                  <a:pt x="0" y="408950"/>
                  <a:pt x="0" y="393470"/>
                </a:cubicBezTo>
                <a:lnTo>
                  <a:pt x="0" y="368958"/>
                </a:lnTo>
                <a:cubicBezTo>
                  <a:pt x="0" y="319936"/>
                  <a:pt x="40048" y="279944"/>
                  <a:pt x="89139" y="279944"/>
                </a:cubicBezTo>
                <a:lnTo>
                  <a:pt x="112393" y="279944"/>
                </a:lnTo>
                <a:cubicBezTo>
                  <a:pt x="124020" y="279944"/>
                  <a:pt x="133063" y="270913"/>
                  <a:pt x="133063" y="259303"/>
                </a:cubicBezTo>
                <a:cubicBezTo>
                  <a:pt x="133063" y="254143"/>
                  <a:pt x="131771" y="250272"/>
                  <a:pt x="127896" y="247692"/>
                </a:cubicBezTo>
                <a:cubicBezTo>
                  <a:pt x="114977" y="234792"/>
                  <a:pt x="104642" y="216731"/>
                  <a:pt x="95599" y="198670"/>
                </a:cubicBezTo>
                <a:cubicBezTo>
                  <a:pt x="94307" y="199960"/>
                  <a:pt x="93015" y="199960"/>
                  <a:pt x="91723" y="199960"/>
                </a:cubicBezTo>
                <a:cubicBezTo>
                  <a:pt x="78804" y="199960"/>
                  <a:pt x="63302" y="171579"/>
                  <a:pt x="63302" y="152228"/>
                </a:cubicBezTo>
                <a:cubicBezTo>
                  <a:pt x="63302" y="132877"/>
                  <a:pt x="65886" y="117396"/>
                  <a:pt x="78804" y="117396"/>
                </a:cubicBezTo>
                <a:cubicBezTo>
                  <a:pt x="80096" y="117396"/>
                  <a:pt x="80096" y="117396"/>
                  <a:pt x="81388" y="117396"/>
                </a:cubicBezTo>
                <a:cubicBezTo>
                  <a:pt x="82680" y="64503"/>
                  <a:pt x="93015" y="0"/>
                  <a:pt x="176987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  <p:sp>
        <p:nvSpPr>
          <p:cNvPr id="41" name="validate-search_64702"/>
          <p:cNvSpPr>
            <a:spLocks noChangeAspect="1"/>
          </p:cNvSpPr>
          <p:nvPr/>
        </p:nvSpPr>
        <p:spPr bwMode="auto">
          <a:xfrm>
            <a:off x="1481575" y="4547694"/>
            <a:ext cx="443599" cy="442913"/>
          </a:xfrm>
          <a:custGeom>
            <a:avLst/>
            <a:gdLst>
              <a:gd name="connsiteX0" fmla="*/ 444103 w 607089"/>
              <a:gd name="connsiteY0" fmla="*/ 163584 h 606152"/>
              <a:gd name="connsiteX1" fmla="*/ 469914 w 607089"/>
              <a:gd name="connsiteY1" fmla="*/ 176766 h 606152"/>
              <a:gd name="connsiteX2" fmla="*/ 475193 w 607089"/>
              <a:gd name="connsiteY2" fmla="*/ 220412 h 606152"/>
              <a:gd name="connsiteX3" fmla="*/ 378258 w 607089"/>
              <a:gd name="connsiteY3" fmla="*/ 317225 h 606152"/>
              <a:gd name="connsiteX4" fmla="*/ 346435 w 607089"/>
              <a:gd name="connsiteY4" fmla="*/ 330260 h 606152"/>
              <a:gd name="connsiteX5" fmla="*/ 313879 w 607089"/>
              <a:gd name="connsiteY5" fmla="*/ 316492 h 606152"/>
              <a:gd name="connsiteX6" fmla="*/ 248913 w 607089"/>
              <a:gd name="connsiteY6" fmla="*/ 251755 h 606152"/>
              <a:gd name="connsiteX7" fmla="*/ 242021 w 607089"/>
              <a:gd name="connsiteY7" fmla="*/ 228760 h 606152"/>
              <a:gd name="connsiteX8" fmla="*/ 254926 w 607089"/>
              <a:gd name="connsiteY8" fmla="*/ 208695 h 606152"/>
              <a:gd name="connsiteX9" fmla="*/ 280883 w 607089"/>
              <a:gd name="connsiteY9" fmla="*/ 195074 h 606152"/>
              <a:gd name="connsiteX10" fmla="*/ 297894 w 607089"/>
              <a:gd name="connsiteY10" fmla="*/ 202836 h 606152"/>
              <a:gd name="connsiteX11" fmla="*/ 342036 w 607089"/>
              <a:gd name="connsiteY11" fmla="*/ 246922 h 606152"/>
              <a:gd name="connsiteX12" fmla="*/ 346435 w 607089"/>
              <a:gd name="connsiteY12" fmla="*/ 249705 h 606152"/>
              <a:gd name="connsiteX13" fmla="*/ 350541 w 607089"/>
              <a:gd name="connsiteY13" fmla="*/ 247068 h 606152"/>
              <a:gd name="connsiteX14" fmla="*/ 426212 w 607089"/>
              <a:gd name="connsiteY14" fmla="*/ 171493 h 606152"/>
              <a:gd name="connsiteX15" fmla="*/ 444103 w 607089"/>
              <a:gd name="connsiteY15" fmla="*/ 163584 h 606152"/>
              <a:gd name="connsiteX16" fmla="*/ 360877 w 607089"/>
              <a:gd name="connsiteY16" fmla="*/ 64177 h 606152"/>
              <a:gd name="connsiteX17" fmla="*/ 232178 w 607089"/>
              <a:gd name="connsiteY17" fmla="*/ 117334 h 606152"/>
              <a:gd name="connsiteX18" fmla="*/ 232178 w 607089"/>
              <a:gd name="connsiteY18" fmla="*/ 374333 h 606152"/>
              <a:gd name="connsiteX19" fmla="*/ 489575 w 607089"/>
              <a:gd name="connsiteY19" fmla="*/ 374333 h 606152"/>
              <a:gd name="connsiteX20" fmla="*/ 489575 w 607089"/>
              <a:gd name="connsiteY20" fmla="*/ 117334 h 606152"/>
              <a:gd name="connsiteX21" fmla="*/ 360877 w 607089"/>
              <a:gd name="connsiteY21" fmla="*/ 64177 h 606152"/>
              <a:gd name="connsiteX22" fmla="*/ 360876 w 607089"/>
              <a:gd name="connsiteY22" fmla="*/ 0 h 606152"/>
              <a:gd name="connsiteX23" fmla="*/ 535041 w 607089"/>
              <a:gd name="connsiteY23" fmla="*/ 71938 h 606152"/>
              <a:gd name="connsiteX24" fmla="*/ 535041 w 607089"/>
              <a:gd name="connsiteY24" fmla="*/ 419729 h 606152"/>
              <a:gd name="connsiteX25" fmla="*/ 237751 w 607089"/>
              <a:gd name="connsiteY25" fmla="*/ 456778 h 606152"/>
              <a:gd name="connsiteX26" fmla="*/ 225138 w 607089"/>
              <a:gd name="connsiteY26" fmla="*/ 458388 h 606152"/>
              <a:gd name="connsiteX27" fmla="*/ 99740 w 607089"/>
              <a:gd name="connsiteY27" fmla="*/ 583593 h 606152"/>
              <a:gd name="connsiteX28" fmla="*/ 17607 w 607089"/>
              <a:gd name="connsiteY28" fmla="*/ 592379 h 606152"/>
              <a:gd name="connsiteX29" fmla="*/ 13794 w 607089"/>
              <a:gd name="connsiteY29" fmla="*/ 588572 h 606152"/>
              <a:gd name="connsiteX30" fmla="*/ 22594 w 607089"/>
              <a:gd name="connsiteY30" fmla="*/ 506567 h 606152"/>
              <a:gd name="connsiteX31" fmla="*/ 148139 w 607089"/>
              <a:gd name="connsiteY31" fmla="*/ 381069 h 606152"/>
              <a:gd name="connsiteX32" fmla="*/ 149606 w 607089"/>
              <a:gd name="connsiteY32" fmla="*/ 368768 h 606152"/>
              <a:gd name="connsiteX33" fmla="*/ 186712 w 607089"/>
              <a:gd name="connsiteY33" fmla="*/ 71938 h 606152"/>
              <a:gd name="connsiteX34" fmla="*/ 360876 w 607089"/>
              <a:gd name="connsiteY34" fmla="*/ 0 h 606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7089" h="606152">
                <a:moveTo>
                  <a:pt x="444103" y="163584"/>
                </a:moveTo>
                <a:cubicBezTo>
                  <a:pt x="452462" y="163584"/>
                  <a:pt x="461261" y="167978"/>
                  <a:pt x="469914" y="176766"/>
                </a:cubicBezTo>
                <a:cubicBezTo>
                  <a:pt x="485459" y="192291"/>
                  <a:pt x="487365" y="208256"/>
                  <a:pt x="475193" y="220412"/>
                </a:cubicBezTo>
                <a:lnTo>
                  <a:pt x="378258" y="317225"/>
                </a:lnTo>
                <a:cubicBezTo>
                  <a:pt x="369459" y="326013"/>
                  <a:pt x="359047" y="330260"/>
                  <a:pt x="346435" y="330260"/>
                </a:cubicBezTo>
                <a:cubicBezTo>
                  <a:pt x="337783" y="330260"/>
                  <a:pt x="325171" y="327917"/>
                  <a:pt x="313879" y="316492"/>
                </a:cubicBezTo>
                <a:lnTo>
                  <a:pt x="248913" y="251755"/>
                </a:lnTo>
                <a:cubicBezTo>
                  <a:pt x="242314" y="245018"/>
                  <a:pt x="239821" y="237109"/>
                  <a:pt x="242021" y="228760"/>
                </a:cubicBezTo>
                <a:cubicBezTo>
                  <a:pt x="243634" y="222463"/>
                  <a:pt x="247887" y="215872"/>
                  <a:pt x="254926" y="208695"/>
                </a:cubicBezTo>
                <a:cubicBezTo>
                  <a:pt x="264165" y="199614"/>
                  <a:pt x="272670" y="195074"/>
                  <a:pt x="280883" y="195074"/>
                </a:cubicBezTo>
                <a:cubicBezTo>
                  <a:pt x="287042" y="195074"/>
                  <a:pt x="292761" y="197710"/>
                  <a:pt x="297894" y="202836"/>
                </a:cubicBezTo>
                <a:cubicBezTo>
                  <a:pt x="298187" y="203129"/>
                  <a:pt x="326491" y="231397"/>
                  <a:pt x="342036" y="246922"/>
                </a:cubicBezTo>
                <a:cubicBezTo>
                  <a:pt x="343649" y="248533"/>
                  <a:pt x="344529" y="249705"/>
                  <a:pt x="346435" y="249705"/>
                </a:cubicBezTo>
                <a:cubicBezTo>
                  <a:pt x="348195" y="249705"/>
                  <a:pt x="349075" y="248533"/>
                  <a:pt x="350541" y="247068"/>
                </a:cubicBezTo>
                <a:cubicBezTo>
                  <a:pt x="376058" y="221584"/>
                  <a:pt x="425626" y="172079"/>
                  <a:pt x="426212" y="171493"/>
                </a:cubicBezTo>
                <a:cubicBezTo>
                  <a:pt x="431492" y="166220"/>
                  <a:pt x="437504" y="163584"/>
                  <a:pt x="444103" y="163584"/>
                </a:cubicBezTo>
                <a:close/>
                <a:moveTo>
                  <a:pt x="360877" y="64177"/>
                </a:moveTo>
                <a:cubicBezTo>
                  <a:pt x="314274" y="64177"/>
                  <a:pt x="267671" y="81896"/>
                  <a:pt x="232178" y="117334"/>
                </a:cubicBezTo>
                <a:cubicBezTo>
                  <a:pt x="161192" y="188210"/>
                  <a:pt x="161192" y="303457"/>
                  <a:pt x="232178" y="374333"/>
                </a:cubicBezTo>
                <a:cubicBezTo>
                  <a:pt x="303164" y="445209"/>
                  <a:pt x="418589" y="445209"/>
                  <a:pt x="489575" y="374333"/>
                </a:cubicBezTo>
                <a:cubicBezTo>
                  <a:pt x="560560" y="303457"/>
                  <a:pt x="560560" y="188210"/>
                  <a:pt x="489575" y="117334"/>
                </a:cubicBezTo>
                <a:cubicBezTo>
                  <a:pt x="454082" y="81896"/>
                  <a:pt x="407479" y="64177"/>
                  <a:pt x="360877" y="64177"/>
                </a:cubicBezTo>
                <a:close/>
                <a:moveTo>
                  <a:pt x="360876" y="0"/>
                </a:moveTo>
                <a:cubicBezTo>
                  <a:pt x="423942" y="0"/>
                  <a:pt x="487008" y="23980"/>
                  <a:pt x="535041" y="71938"/>
                </a:cubicBezTo>
                <a:cubicBezTo>
                  <a:pt x="631106" y="167855"/>
                  <a:pt x="631106" y="323812"/>
                  <a:pt x="535041" y="419729"/>
                </a:cubicBezTo>
                <a:cubicBezTo>
                  <a:pt x="453495" y="501148"/>
                  <a:pt x="332350" y="513449"/>
                  <a:pt x="237751" y="456778"/>
                </a:cubicBezTo>
                <a:cubicBezTo>
                  <a:pt x="237751" y="456778"/>
                  <a:pt x="230858" y="452677"/>
                  <a:pt x="225138" y="458388"/>
                </a:cubicBezTo>
                <a:cubicBezTo>
                  <a:pt x="193752" y="489726"/>
                  <a:pt x="99740" y="583593"/>
                  <a:pt x="99740" y="583593"/>
                </a:cubicBezTo>
                <a:cubicBezTo>
                  <a:pt x="74660" y="608634"/>
                  <a:pt x="39754" y="614638"/>
                  <a:pt x="17607" y="592379"/>
                </a:cubicBezTo>
                <a:lnTo>
                  <a:pt x="13794" y="588572"/>
                </a:lnTo>
                <a:cubicBezTo>
                  <a:pt x="-8499" y="566460"/>
                  <a:pt x="-2486" y="531608"/>
                  <a:pt x="22594" y="506567"/>
                </a:cubicBezTo>
                <a:cubicBezTo>
                  <a:pt x="22594" y="506567"/>
                  <a:pt x="116753" y="412407"/>
                  <a:pt x="148139" y="381069"/>
                </a:cubicBezTo>
                <a:cubicBezTo>
                  <a:pt x="153712" y="375651"/>
                  <a:pt x="149606" y="368768"/>
                  <a:pt x="149606" y="368768"/>
                </a:cubicBezTo>
                <a:cubicBezTo>
                  <a:pt x="92846" y="274316"/>
                  <a:pt x="105166" y="153358"/>
                  <a:pt x="186712" y="71938"/>
                </a:cubicBezTo>
                <a:cubicBezTo>
                  <a:pt x="234745" y="23980"/>
                  <a:pt x="297810" y="0"/>
                  <a:pt x="360876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  <p:sp>
        <p:nvSpPr>
          <p:cNvPr id="42" name="placeholder_90560"/>
          <p:cNvSpPr>
            <a:spLocks noChangeAspect="1"/>
          </p:cNvSpPr>
          <p:nvPr/>
        </p:nvSpPr>
        <p:spPr bwMode="auto">
          <a:xfrm>
            <a:off x="1543563" y="3030145"/>
            <a:ext cx="358379" cy="442913"/>
          </a:xfrm>
          <a:custGeom>
            <a:avLst/>
            <a:gdLst>
              <a:gd name="connsiteX0" fmla="*/ 243063 w 485843"/>
              <a:gd name="connsiteY0" fmla="*/ 122511 h 600441"/>
              <a:gd name="connsiteX1" fmla="*/ 130548 w 485843"/>
              <a:gd name="connsiteY1" fmla="*/ 234807 h 600441"/>
              <a:gd name="connsiteX2" fmla="*/ 243063 w 485843"/>
              <a:gd name="connsiteY2" fmla="*/ 346860 h 600441"/>
              <a:gd name="connsiteX3" fmla="*/ 355578 w 485843"/>
              <a:gd name="connsiteY3" fmla="*/ 234807 h 600441"/>
              <a:gd name="connsiteX4" fmla="*/ 243063 w 485843"/>
              <a:gd name="connsiteY4" fmla="*/ 122511 h 600441"/>
              <a:gd name="connsiteX5" fmla="*/ 243063 w 485843"/>
              <a:gd name="connsiteY5" fmla="*/ 90183 h 600441"/>
              <a:gd name="connsiteX6" fmla="*/ 387969 w 485843"/>
              <a:gd name="connsiteY6" fmla="*/ 234807 h 600441"/>
              <a:gd name="connsiteX7" fmla="*/ 243063 w 485843"/>
              <a:gd name="connsiteY7" fmla="*/ 379431 h 600441"/>
              <a:gd name="connsiteX8" fmla="*/ 98157 w 485843"/>
              <a:gd name="connsiteY8" fmla="*/ 234807 h 600441"/>
              <a:gd name="connsiteX9" fmla="*/ 243063 w 485843"/>
              <a:gd name="connsiteY9" fmla="*/ 90183 h 600441"/>
              <a:gd name="connsiteX10" fmla="*/ 243043 w 485843"/>
              <a:gd name="connsiteY10" fmla="*/ 48619 h 600441"/>
              <a:gd name="connsiteX11" fmla="*/ 48706 w 485843"/>
              <a:gd name="connsiteY11" fmla="*/ 242607 h 600441"/>
              <a:gd name="connsiteX12" fmla="*/ 243043 w 485843"/>
              <a:gd name="connsiteY12" fmla="*/ 541612 h 600441"/>
              <a:gd name="connsiteX13" fmla="*/ 437137 w 485843"/>
              <a:gd name="connsiteY13" fmla="*/ 242607 h 600441"/>
              <a:gd name="connsiteX14" fmla="*/ 243043 w 485843"/>
              <a:gd name="connsiteY14" fmla="*/ 48619 h 600441"/>
              <a:gd name="connsiteX15" fmla="*/ 243043 w 485843"/>
              <a:gd name="connsiteY15" fmla="*/ 0 h 600441"/>
              <a:gd name="connsiteX16" fmla="*/ 485843 w 485843"/>
              <a:gd name="connsiteY16" fmla="*/ 242607 h 600441"/>
              <a:gd name="connsiteX17" fmla="*/ 371384 w 485843"/>
              <a:gd name="connsiteY17" fmla="*/ 469657 h 600441"/>
              <a:gd name="connsiteX18" fmla="*/ 260090 w 485843"/>
              <a:gd name="connsiteY18" fmla="*/ 593391 h 600441"/>
              <a:gd name="connsiteX19" fmla="*/ 243043 w 485843"/>
              <a:gd name="connsiteY19" fmla="*/ 600441 h 600441"/>
              <a:gd name="connsiteX20" fmla="*/ 225996 w 485843"/>
              <a:gd name="connsiteY20" fmla="*/ 593391 h 600441"/>
              <a:gd name="connsiteX21" fmla="*/ 114703 w 485843"/>
              <a:gd name="connsiteY21" fmla="*/ 469657 h 600441"/>
              <a:gd name="connsiteX22" fmla="*/ 0 w 485843"/>
              <a:gd name="connsiteY22" fmla="*/ 242607 h 600441"/>
              <a:gd name="connsiteX23" fmla="*/ 243043 w 485843"/>
              <a:gd name="connsiteY23" fmla="*/ 0 h 600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85843" h="600441">
                <a:moveTo>
                  <a:pt x="243063" y="122511"/>
                </a:moveTo>
                <a:cubicBezTo>
                  <a:pt x="180960" y="122511"/>
                  <a:pt x="130548" y="172825"/>
                  <a:pt x="130548" y="234807"/>
                </a:cubicBezTo>
                <a:cubicBezTo>
                  <a:pt x="130548" y="296546"/>
                  <a:pt x="180960" y="346860"/>
                  <a:pt x="243063" y="346860"/>
                </a:cubicBezTo>
                <a:cubicBezTo>
                  <a:pt x="304922" y="346860"/>
                  <a:pt x="355578" y="296546"/>
                  <a:pt x="355578" y="234807"/>
                </a:cubicBezTo>
                <a:cubicBezTo>
                  <a:pt x="355578" y="172825"/>
                  <a:pt x="304922" y="122511"/>
                  <a:pt x="243063" y="122511"/>
                </a:cubicBezTo>
                <a:close/>
                <a:moveTo>
                  <a:pt x="243063" y="90183"/>
                </a:moveTo>
                <a:cubicBezTo>
                  <a:pt x="322944" y="90183"/>
                  <a:pt x="387969" y="155082"/>
                  <a:pt x="387969" y="234807"/>
                </a:cubicBezTo>
                <a:cubicBezTo>
                  <a:pt x="387969" y="314533"/>
                  <a:pt x="322944" y="379431"/>
                  <a:pt x="243063" y="379431"/>
                </a:cubicBezTo>
                <a:cubicBezTo>
                  <a:pt x="163182" y="379431"/>
                  <a:pt x="98157" y="314533"/>
                  <a:pt x="98157" y="234807"/>
                </a:cubicBezTo>
                <a:cubicBezTo>
                  <a:pt x="98157" y="155082"/>
                  <a:pt x="163182" y="90183"/>
                  <a:pt x="243063" y="90183"/>
                </a:cubicBezTo>
                <a:close/>
                <a:moveTo>
                  <a:pt x="243043" y="48619"/>
                </a:moveTo>
                <a:cubicBezTo>
                  <a:pt x="135890" y="48619"/>
                  <a:pt x="48706" y="135646"/>
                  <a:pt x="48706" y="242607"/>
                </a:cubicBezTo>
                <a:cubicBezTo>
                  <a:pt x="48706" y="325016"/>
                  <a:pt x="176316" y="473060"/>
                  <a:pt x="243043" y="541612"/>
                </a:cubicBezTo>
                <a:cubicBezTo>
                  <a:pt x="309771" y="473060"/>
                  <a:pt x="437137" y="325016"/>
                  <a:pt x="437137" y="242607"/>
                </a:cubicBezTo>
                <a:cubicBezTo>
                  <a:pt x="437137" y="135646"/>
                  <a:pt x="350197" y="48619"/>
                  <a:pt x="243043" y="48619"/>
                </a:cubicBezTo>
                <a:close/>
                <a:moveTo>
                  <a:pt x="243043" y="0"/>
                </a:moveTo>
                <a:cubicBezTo>
                  <a:pt x="376985" y="0"/>
                  <a:pt x="485843" y="108663"/>
                  <a:pt x="485843" y="242607"/>
                </a:cubicBezTo>
                <a:cubicBezTo>
                  <a:pt x="485843" y="298033"/>
                  <a:pt x="447365" y="374607"/>
                  <a:pt x="371384" y="469657"/>
                </a:cubicBezTo>
                <a:cubicBezTo>
                  <a:pt x="316346" y="538452"/>
                  <a:pt x="262282" y="591204"/>
                  <a:pt x="260090" y="593391"/>
                </a:cubicBezTo>
                <a:cubicBezTo>
                  <a:pt x="255220" y="598010"/>
                  <a:pt x="249132" y="600441"/>
                  <a:pt x="243043" y="600441"/>
                </a:cubicBezTo>
                <a:cubicBezTo>
                  <a:pt x="236955" y="600441"/>
                  <a:pt x="230867" y="598010"/>
                  <a:pt x="225996" y="593391"/>
                </a:cubicBezTo>
                <a:cubicBezTo>
                  <a:pt x="223804" y="591204"/>
                  <a:pt x="169741" y="538452"/>
                  <a:pt x="114703" y="469657"/>
                </a:cubicBezTo>
                <a:cubicBezTo>
                  <a:pt x="38721" y="374607"/>
                  <a:pt x="0" y="298033"/>
                  <a:pt x="0" y="242607"/>
                </a:cubicBezTo>
                <a:cubicBezTo>
                  <a:pt x="0" y="108663"/>
                  <a:pt x="109102" y="0"/>
                  <a:pt x="243043" y="0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</p:sp>
      <p:sp>
        <p:nvSpPr>
          <p:cNvPr id="44" name="graduation-hat_2473"/>
          <p:cNvSpPr>
            <a:spLocks noChangeAspect="1"/>
          </p:cNvSpPr>
          <p:nvPr/>
        </p:nvSpPr>
        <p:spPr bwMode="auto">
          <a:xfrm>
            <a:off x="1479202" y="3787528"/>
            <a:ext cx="443599" cy="441078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rgbClr val="8A979E"/>
          </a:solidFill>
          <a:ln>
            <a:noFill/>
          </a:ln>
        </p:spPr>
        <p:txBody>
          <a:bodyPr/>
          <a:lstStyle/>
          <a:p>
            <a:endParaRPr lang="zh-CN" altLang="en-US" b="1">
              <a:solidFill>
                <a:srgbClr val="8A979E"/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607030" y="3701508"/>
            <a:ext cx="4255795" cy="1450612"/>
            <a:chOff x="12401164" y="2407867"/>
            <a:chExt cx="4255795" cy="1450612"/>
          </a:xfrm>
        </p:grpSpPr>
        <p:sp>
          <p:nvSpPr>
            <p:cNvPr id="49" name="文本框 48"/>
            <p:cNvSpPr txBox="1"/>
            <p:nvPr/>
          </p:nvSpPr>
          <p:spPr>
            <a:xfrm>
              <a:off x="12401164" y="2825952"/>
              <a:ext cx="4255795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符合整体语言风格，语言描述尽量简洁生动。此处添加详细文本描述，建议与标题相关并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2401165" y="2407867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研究思路及过程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研究思路及过程</a:t>
            </a:r>
          </a:p>
        </p:txBody>
      </p:sp>
      <p:cxnSp>
        <p:nvCxnSpPr>
          <p:cNvPr id="54" name="直接连接符 53"/>
          <p:cNvCxnSpPr>
            <a:stCxn id="61" idx="5"/>
          </p:cNvCxnSpPr>
          <p:nvPr/>
        </p:nvCxnSpPr>
        <p:spPr>
          <a:xfrm>
            <a:off x="2140549" y="2835654"/>
            <a:ext cx="978708" cy="1224811"/>
          </a:xfrm>
          <a:prstGeom prst="line">
            <a:avLst/>
          </a:prstGeom>
          <a:ln w="19050">
            <a:solidFill>
              <a:srgbClr val="8A97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65" idx="7"/>
          </p:cNvCxnSpPr>
          <p:nvPr/>
        </p:nvCxnSpPr>
        <p:spPr>
          <a:xfrm flipV="1">
            <a:off x="3880337" y="2770405"/>
            <a:ext cx="2414004" cy="1356378"/>
          </a:xfrm>
          <a:prstGeom prst="line">
            <a:avLst/>
          </a:prstGeom>
          <a:ln w="19050">
            <a:solidFill>
              <a:srgbClr val="8A97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>
            <a:stCxn id="60" idx="5"/>
          </p:cNvCxnSpPr>
          <p:nvPr/>
        </p:nvCxnSpPr>
        <p:spPr>
          <a:xfrm>
            <a:off x="7079832" y="2835654"/>
            <a:ext cx="1008950" cy="1154296"/>
          </a:xfrm>
          <a:prstGeom prst="line">
            <a:avLst/>
          </a:prstGeom>
          <a:ln w="19050">
            <a:solidFill>
              <a:srgbClr val="8A97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8026555" y="3888352"/>
            <a:ext cx="934357" cy="934357"/>
          </a:xfrm>
          <a:prstGeom prst="ellips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6282308" y="2038130"/>
            <a:ext cx="934357" cy="934357"/>
          </a:xfrm>
          <a:prstGeom prst="ellips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1343025" y="2038130"/>
            <a:ext cx="934357" cy="934357"/>
          </a:xfrm>
          <a:prstGeom prst="ellips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3082813" y="3989950"/>
            <a:ext cx="934357" cy="934357"/>
          </a:xfrm>
          <a:prstGeom prst="ellips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66" name="presentation_134458"/>
          <p:cNvSpPr>
            <a:spLocks noChangeAspect="1"/>
          </p:cNvSpPr>
          <p:nvPr/>
        </p:nvSpPr>
        <p:spPr bwMode="auto">
          <a:xfrm>
            <a:off x="6542415" y="2298527"/>
            <a:ext cx="414142" cy="413562"/>
          </a:xfrm>
          <a:custGeom>
            <a:avLst/>
            <a:gdLst>
              <a:gd name="connsiteX0" fmla="*/ 303807 w 607614"/>
              <a:gd name="connsiteY0" fmla="*/ 546085 h 606761"/>
              <a:gd name="connsiteX1" fmla="*/ 283300 w 607614"/>
              <a:gd name="connsiteY1" fmla="*/ 566563 h 606761"/>
              <a:gd name="connsiteX2" fmla="*/ 303807 w 607614"/>
              <a:gd name="connsiteY2" fmla="*/ 586283 h 606761"/>
              <a:gd name="connsiteX3" fmla="*/ 324314 w 607614"/>
              <a:gd name="connsiteY3" fmla="*/ 566563 h 606761"/>
              <a:gd name="connsiteX4" fmla="*/ 303807 w 607614"/>
              <a:gd name="connsiteY4" fmla="*/ 546085 h 606761"/>
              <a:gd name="connsiteX5" fmla="*/ 445811 w 607614"/>
              <a:gd name="connsiteY5" fmla="*/ 404264 h 606761"/>
              <a:gd name="connsiteX6" fmla="*/ 526347 w 607614"/>
              <a:gd name="connsiteY6" fmla="*/ 404264 h 606761"/>
              <a:gd name="connsiteX7" fmla="*/ 526347 w 607614"/>
              <a:gd name="connsiteY7" fmla="*/ 455071 h 606761"/>
              <a:gd name="connsiteX8" fmla="*/ 445811 w 607614"/>
              <a:gd name="connsiteY8" fmla="*/ 455071 h 606761"/>
              <a:gd name="connsiteX9" fmla="*/ 354675 w 607614"/>
              <a:gd name="connsiteY9" fmla="*/ 404264 h 606761"/>
              <a:gd name="connsiteX10" fmla="*/ 435211 w 607614"/>
              <a:gd name="connsiteY10" fmla="*/ 404264 h 606761"/>
              <a:gd name="connsiteX11" fmla="*/ 435211 w 607614"/>
              <a:gd name="connsiteY11" fmla="*/ 455071 h 606761"/>
              <a:gd name="connsiteX12" fmla="*/ 354675 w 607614"/>
              <a:gd name="connsiteY12" fmla="*/ 455071 h 606761"/>
              <a:gd name="connsiteX13" fmla="*/ 263539 w 607614"/>
              <a:gd name="connsiteY13" fmla="*/ 404264 h 606761"/>
              <a:gd name="connsiteX14" fmla="*/ 344075 w 607614"/>
              <a:gd name="connsiteY14" fmla="*/ 404264 h 606761"/>
              <a:gd name="connsiteX15" fmla="*/ 344075 w 607614"/>
              <a:gd name="connsiteY15" fmla="*/ 455071 h 606761"/>
              <a:gd name="connsiteX16" fmla="*/ 263539 w 607614"/>
              <a:gd name="connsiteY16" fmla="*/ 455071 h 606761"/>
              <a:gd name="connsiteX17" fmla="*/ 172403 w 607614"/>
              <a:gd name="connsiteY17" fmla="*/ 404264 h 606761"/>
              <a:gd name="connsiteX18" fmla="*/ 252939 w 607614"/>
              <a:gd name="connsiteY18" fmla="*/ 404264 h 606761"/>
              <a:gd name="connsiteX19" fmla="*/ 252939 w 607614"/>
              <a:gd name="connsiteY19" fmla="*/ 455071 h 606761"/>
              <a:gd name="connsiteX20" fmla="*/ 172403 w 607614"/>
              <a:gd name="connsiteY20" fmla="*/ 455071 h 606761"/>
              <a:gd name="connsiteX21" fmla="*/ 81267 w 607614"/>
              <a:gd name="connsiteY21" fmla="*/ 404264 h 606761"/>
              <a:gd name="connsiteX22" fmla="*/ 161803 w 607614"/>
              <a:gd name="connsiteY22" fmla="*/ 404264 h 606761"/>
              <a:gd name="connsiteX23" fmla="*/ 161803 w 607614"/>
              <a:gd name="connsiteY23" fmla="*/ 455071 h 606761"/>
              <a:gd name="connsiteX24" fmla="*/ 81267 w 607614"/>
              <a:gd name="connsiteY24" fmla="*/ 455071 h 606761"/>
              <a:gd name="connsiteX25" fmla="*/ 81267 w 607614"/>
              <a:gd name="connsiteY25" fmla="*/ 333719 h 606761"/>
              <a:gd name="connsiteX26" fmla="*/ 161803 w 607614"/>
              <a:gd name="connsiteY26" fmla="*/ 333719 h 606761"/>
              <a:gd name="connsiteX27" fmla="*/ 161803 w 607614"/>
              <a:gd name="connsiteY27" fmla="*/ 384526 h 606761"/>
              <a:gd name="connsiteX28" fmla="*/ 81267 w 607614"/>
              <a:gd name="connsiteY28" fmla="*/ 384526 h 606761"/>
              <a:gd name="connsiteX29" fmla="*/ 354675 w 607614"/>
              <a:gd name="connsiteY29" fmla="*/ 282911 h 606761"/>
              <a:gd name="connsiteX30" fmla="*/ 435211 w 607614"/>
              <a:gd name="connsiteY30" fmla="*/ 282911 h 606761"/>
              <a:gd name="connsiteX31" fmla="*/ 435211 w 607614"/>
              <a:gd name="connsiteY31" fmla="*/ 384525 h 606761"/>
              <a:gd name="connsiteX32" fmla="*/ 354675 w 607614"/>
              <a:gd name="connsiteY32" fmla="*/ 384525 h 606761"/>
              <a:gd name="connsiteX33" fmla="*/ 172403 w 607614"/>
              <a:gd name="connsiteY33" fmla="*/ 273042 h 606761"/>
              <a:gd name="connsiteX34" fmla="*/ 252939 w 607614"/>
              <a:gd name="connsiteY34" fmla="*/ 273042 h 606761"/>
              <a:gd name="connsiteX35" fmla="*/ 252939 w 607614"/>
              <a:gd name="connsiteY35" fmla="*/ 384525 h 606761"/>
              <a:gd name="connsiteX36" fmla="*/ 172403 w 607614"/>
              <a:gd name="connsiteY36" fmla="*/ 384525 h 606761"/>
              <a:gd name="connsiteX37" fmla="*/ 263539 w 607614"/>
              <a:gd name="connsiteY37" fmla="*/ 212366 h 606761"/>
              <a:gd name="connsiteX38" fmla="*/ 344075 w 607614"/>
              <a:gd name="connsiteY38" fmla="*/ 212366 h 606761"/>
              <a:gd name="connsiteX39" fmla="*/ 344075 w 607614"/>
              <a:gd name="connsiteY39" fmla="*/ 384525 h 606761"/>
              <a:gd name="connsiteX40" fmla="*/ 263539 w 607614"/>
              <a:gd name="connsiteY40" fmla="*/ 384525 h 606761"/>
              <a:gd name="connsiteX41" fmla="*/ 101064 w 607614"/>
              <a:gd name="connsiteY41" fmla="*/ 161559 h 606761"/>
              <a:gd name="connsiteX42" fmla="*/ 151933 w 607614"/>
              <a:gd name="connsiteY42" fmla="*/ 161559 h 606761"/>
              <a:gd name="connsiteX43" fmla="*/ 155729 w 607614"/>
              <a:gd name="connsiteY43" fmla="*/ 162317 h 606761"/>
              <a:gd name="connsiteX44" fmla="*/ 161044 w 607614"/>
              <a:gd name="connsiteY44" fmla="*/ 168385 h 606761"/>
              <a:gd name="connsiteX45" fmla="*/ 161803 w 607614"/>
              <a:gd name="connsiteY45" fmla="*/ 172177 h 606761"/>
              <a:gd name="connsiteX46" fmla="*/ 161803 w 607614"/>
              <a:gd name="connsiteY46" fmla="*/ 222235 h 606761"/>
              <a:gd name="connsiteX47" fmla="*/ 151933 w 607614"/>
              <a:gd name="connsiteY47" fmla="*/ 232853 h 606761"/>
              <a:gd name="connsiteX48" fmla="*/ 142063 w 607614"/>
              <a:gd name="connsiteY48" fmla="*/ 222235 h 606761"/>
              <a:gd name="connsiteX49" fmla="*/ 142063 w 607614"/>
              <a:gd name="connsiteY49" fmla="*/ 196448 h 606761"/>
              <a:gd name="connsiteX50" fmla="*/ 88158 w 607614"/>
              <a:gd name="connsiteY50" fmla="*/ 249539 h 606761"/>
              <a:gd name="connsiteX51" fmla="*/ 81324 w 607614"/>
              <a:gd name="connsiteY51" fmla="*/ 252573 h 606761"/>
              <a:gd name="connsiteX52" fmla="*/ 73732 w 607614"/>
              <a:gd name="connsiteY52" fmla="*/ 249539 h 606761"/>
              <a:gd name="connsiteX53" fmla="*/ 73732 w 607614"/>
              <a:gd name="connsiteY53" fmla="*/ 235887 h 606761"/>
              <a:gd name="connsiteX54" fmla="*/ 127638 w 607614"/>
              <a:gd name="connsiteY54" fmla="*/ 182037 h 606761"/>
              <a:gd name="connsiteX55" fmla="*/ 101064 w 607614"/>
              <a:gd name="connsiteY55" fmla="*/ 182037 h 606761"/>
              <a:gd name="connsiteX56" fmla="*/ 91194 w 607614"/>
              <a:gd name="connsiteY56" fmla="*/ 172177 h 606761"/>
              <a:gd name="connsiteX57" fmla="*/ 101064 w 607614"/>
              <a:gd name="connsiteY57" fmla="*/ 161559 h 606761"/>
              <a:gd name="connsiteX58" fmla="*/ 445811 w 607614"/>
              <a:gd name="connsiteY58" fmla="*/ 151690 h 606761"/>
              <a:gd name="connsiteX59" fmla="*/ 526347 w 607614"/>
              <a:gd name="connsiteY59" fmla="*/ 151690 h 606761"/>
              <a:gd name="connsiteX60" fmla="*/ 526347 w 607614"/>
              <a:gd name="connsiteY60" fmla="*/ 384525 h 606761"/>
              <a:gd name="connsiteX61" fmla="*/ 445811 w 607614"/>
              <a:gd name="connsiteY61" fmla="*/ 384525 h 606761"/>
              <a:gd name="connsiteX62" fmla="*/ 40254 w 607614"/>
              <a:gd name="connsiteY62" fmla="*/ 81154 h 606761"/>
              <a:gd name="connsiteX63" fmla="*/ 40254 w 607614"/>
              <a:gd name="connsiteY63" fmla="*/ 485409 h 606761"/>
              <a:gd name="connsiteX64" fmla="*/ 567360 w 607614"/>
              <a:gd name="connsiteY64" fmla="*/ 485409 h 606761"/>
              <a:gd name="connsiteX65" fmla="*/ 567360 w 607614"/>
              <a:gd name="connsiteY65" fmla="*/ 81154 h 606761"/>
              <a:gd name="connsiteX66" fmla="*/ 0 w 607614"/>
              <a:gd name="connsiteY66" fmla="*/ 0 h 606761"/>
              <a:gd name="connsiteX67" fmla="*/ 607614 w 607614"/>
              <a:gd name="connsiteY67" fmla="*/ 0 h 606761"/>
              <a:gd name="connsiteX68" fmla="*/ 607614 w 607614"/>
              <a:gd name="connsiteY68" fmla="*/ 81154 h 606761"/>
              <a:gd name="connsiteX69" fmla="*/ 587107 w 607614"/>
              <a:gd name="connsiteY69" fmla="*/ 81154 h 606761"/>
              <a:gd name="connsiteX70" fmla="*/ 587107 w 607614"/>
              <a:gd name="connsiteY70" fmla="*/ 485409 h 606761"/>
              <a:gd name="connsiteX71" fmla="*/ 597740 w 607614"/>
              <a:gd name="connsiteY71" fmla="*/ 485409 h 606761"/>
              <a:gd name="connsiteX72" fmla="*/ 607614 w 607614"/>
              <a:gd name="connsiteY72" fmla="*/ 495269 h 606761"/>
              <a:gd name="connsiteX73" fmla="*/ 597740 w 607614"/>
              <a:gd name="connsiteY73" fmla="*/ 505887 h 606761"/>
              <a:gd name="connsiteX74" fmla="*/ 587107 w 607614"/>
              <a:gd name="connsiteY74" fmla="*/ 505887 h 606761"/>
              <a:gd name="connsiteX75" fmla="*/ 313681 w 607614"/>
              <a:gd name="connsiteY75" fmla="*/ 505887 h 606761"/>
              <a:gd name="connsiteX76" fmla="*/ 313681 w 607614"/>
              <a:gd name="connsiteY76" fmla="*/ 525607 h 606761"/>
              <a:gd name="connsiteX77" fmla="*/ 313681 w 607614"/>
              <a:gd name="connsiteY77" fmla="*/ 527124 h 606761"/>
              <a:gd name="connsiteX78" fmla="*/ 344061 w 607614"/>
              <a:gd name="connsiteY78" fmla="*/ 566563 h 606761"/>
              <a:gd name="connsiteX79" fmla="*/ 303807 w 607614"/>
              <a:gd name="connsiteY79" fmla="*/ 606761 h 606761"/>
              <a:gd name="connsiteX80" fmla="*/ 263553 w 607614"/>
              <a:gd name="connsiteY80" fmla="*/ 566563 h 606761"/>
              <a:gd name="connsiteX81" fmla="*/ 293933 w 607614"/>
              <a:gd name="connsiteY81" fmla="*/ 527124 h 606761"/>
              <a:gd name="connsiteX82" fmla="*/ 293933 w 607614"/>
              <a:gd name="connsiteY82" fmla="*/ 525607 h 606761"/>
              <a:gd name="connsiteX83" fmla="*/ 293933 w 607614"/>
              <a:gd name="connsiteY83" fmla="*/ 505887 h 606761"/>
              <a:gd name="connsiteX84" fmla="*/ 20507 w 607614"/>
              <a:gd name="connsiteY84" fmla="*/ 505887 h 606761"/>
              <a:gd name="connsiteX85" fmla="*/ 9874 w 607614"/>
              <a:gd name="connsiteY85" fmla="*/ 505887 h 606761"/>
              <a:gd name="connsiteX86" fmla="*/ 0 w 607614"/>
              <a:gd name="connsiteY86" fmla="*/ 495269 h 606761"/>
              <a:gd name="connsiteX87" fmla="*/ 9874 w 607614"/>
              <a:gd name="connsiteY87" fmla="*/ 485409 h 606761"/>
              <a:gd name="connsiteX88" fmla="*/ 20507 w 607614"/>
              <a:gd name="connsiteY88" fmla="*/ 485409 h 606761"/>
              <a:gd name="connsiteX89" fmla="*/ 20507 w 607614"/>
              <a:gd name="connsiteY89" fmla="*/ 81154 h 606761"/>
              <a:gd name="connsiteX90" fmla="*/ 0 w 607614"/>
              <a:gd name="connsiteY90" fmla="*/ 81154 h 60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607614" h="606761">
                <a:moveTo>
                  <a:pt x="303807" y="546085"/>
                </a:moveTo>
                <a:cubicBezTo>
                  <a:pt x="292414" y="546085"/>
                  <a:pt x="283300" y="555186"/>
                  <a:pt x="283300" y="566563"/>
                </a:cubicBezTo>
                <a:cubicBezTo>
                  <a:pt x="283300" y="577181"/>
                  <a:pt x="292414" y="586283"/>
                  <a:pt x="303807" y="586283"/>
                </a:cubicBezTo>
                <a:cubicBezTo>
                  <a:pt x="315200" y="586283"/>
                  <a:pt x="324314" y="577181"/>
                  <a:pt x="324314" y="566563"/>
                </a:cubicBezTo>
                <a:cubicBezTo>
                  <a:pt x="324314" y="555186"/>
                  <a:pt x="315200" y="546085"/>
                  <a:pt x="303807" y="546085"/>
                </a:cubicBezTo>
                <a:close/>
                <a:moveTo>
                  <a:pt x="445811" y="404264"/>
                </a:moveTo>
                <a:lnTo>
                  <a:pt x="526347" y="404264"/>
                </a:lnTo>
                <a:lnTo>
                  <a:pt x="526347" y="455071"/>
                </a:lnTo>
                <a:lnTo>
                  <a:pt x="445811" y="455071"/>
                </a:lnTo>
                <a:close/>
                <a:moveTo>
                  <a:pt x="354675" y="404264"/>
                </a:moveTo>
                <a:lnTo>
                  <a:pt x="435211" y="404264"/>
                </a:lnTo>
                <a:lnTo>
                  <a:pt x="435211" y="455071"/>
                </a:lnTo>
                <a:lnTo>
                  <a:pt x="354675" y="455071"/>
                </a:lnTo>
                <a:close/>
                <a:moveTo>
                  <a:pt x="263539" y="404264"/>
                </a:moveTo>
                <a:lnTo>
                  <a:pt x="344075" y="404264"/>
                </a:lnTo>
                <a:lnTo>
                  <a:pt x="344075" y="455071"/>
                </a:lnTo>
                <a:lnTo>
                  <a:pt x="263539" y="455071"/>
                </a:lnTo>
                <a:close/>
                <a:moveTo>
                  <a:pt x="172403" y="404264"/>
                </a:moveTo>
                <a:lnTo>
                  <a:pt x="252939" y="404264"/>
                </a:lnTo>
                <a:lnTo>
                  <a:pt x="252939" y="455071"/>
                </a:lnTo>
                <a:lnTo>
                  <a:pt x="172403" y="455071"/>
                </a:lnTo>
                <a:close/>
                <a:moveTo>
                  <a:pt x="81267" y="404264"/>
                </a:moveTo>
                <a:lnTo>
                  <a:pt x="161803" y="404264"/>
                </a:lnTo>
                <a:lnTo>
                  <a:pt x="161803" y="455071"/>
                </a:lnTo>
                <a:lnTo>
                  <a:pt x="81267" y="455071"/>
                </a:lnTo>
                <a:close/>
                <a:moveTo>
                  <a:pt x="81267" y="333719"/>
                </a:moveTo>
                <a:lnTo>
                  <a:pt x="161803" y="333719"/>
                </a:lnTo>
                <a:lnTo>
                  <a:pt x="161803" y="384526"/>
                </a:lnTo>
                <a:lnTo>
                  <a:pt x="81267" y="384526"/>
                </a:lnTo>
                <a:close/>
                <a:moveTo>
                  <a:pt x="354675" y="282911"/>
                </a:moveTo>
                <a:lnTo>
                  <a:pt x="435211" y="282911"/>
                </a:lnTo>
                <a:lnTo>
                  <a:pt x="435211" y="384525"/>
                </a:lnTo>
                <a:lnTo>
                  <a:pt x="354675" y="384525"/>
                </a:lnTo>
                <a:close/>
                <a:moveTo>
                  <a:pt x="172403" y="273042"/>
                </a:moveTo>
                <a:lnTo>
                  <a:pt x="252939" y="273042"/>
                </a:lnTo>
                <a:lnTo>
                  <a:pt x="252939" y="384525"/>
                </a:lnTo>
                <a:lnTo>
                  <a:pt x="172403" y="384525"/>
                </a:lnTo>
                <a:close/>
                <a:moveTo>
                  <a:pt x="263539" y="212366"/>
                </a:moveTo>
                <a:lnTo>
                  <a:pt x="344075" y="212366"/>
                </a:lnTo>
                <a:lnTo>
                  <a:pt x="344075" y="384525"/>
                </a:lnTo>
                <a:lnTo>
                  <a:pt x="263539" y="384525"/>
                </a:lnTo>
                <a:close/>
                <a:moveTo>
                  <a:pt x="101064" y="161559"/>
                </a:moveTo>
                <a:lnTo>
                  <a:pt x="151933" y="161559"/>
                </a:lnTo>
                <a:cubicBezTo>
                  <a:pt x="153451" y="161559"/>
                  <a:pt x="154211" y="162317"/>
                  <a:pt x="155729" y="162317"/>
                </a:cubicBezTo>
                <a:cubicBezTo>
                  <a:pt x="158007" y="163834"/>
                  <a:pt x="160285" y="165351"/>
                  <a:pt x="161044" y="168385"/>
                </a:cubicBezTo>
                <a:cubicBezTo>
                  <a:pt x="161803" y="169144"/>
                  <a:pt x="161803" y="170660"/>
                  <a:pt x="161803" y="172177"/>
                </a:cubicBezTo>
                <a:lnTo>
                  <a:pt x="161803" y="222235"/>
                </a:lnTo>
                <a:cubicBezTo>
                  <a:pt x="161803" y="228303"/>
                  <a:pt x="157248" y="232853"/>
                  <a:pt x="151933" y="232853"/>
                </a:cubicBezTo>
                <a:cubicBezTo>
                  <a:pt x="146618" y="232853"/>
                  <a:pt x="142063" y="228303"/>
                  <a:pt x="142063" y="222235"/>
                </a:cubicBezTo>
                <a:lnTo>
                  <a:pt x="142063" y="196448"/>
                </a:lnTo>
                <a:lnTo>
                  <a:pt x="88158" y="249539"/>
                </a:lnTo>
                <a:cubicBezTo>
                  <a:pt x="85880" y="251815"/>
                  <a:pt x="83602" y="252573"/>
                  <a:pt x="81324" y="252573"/>
                </a:cubicBezTo>
                <a:cubicBezTo>
                  <a:pt x="78288" y="252573"/>
                  <a:pt x="76010" y="251815"/>
                  <a:pt x="73732" y="249539"/>
                </a:cubicBezTo>
                <a:cubicBezTo>
                  <a:pt x="69936" y="245747"/>
                  <a:pt x="69936" y="239679"/>
                  <a:pt x="73732" y="235887"/>
                </a:cubicBezTo>
                <a:lnTo>
                  <a:pt x="127638" y="182037"/>
                </a:lnTo>
                <a:lnTo>
                  <a:pt x="101064" y="182037"/>
                </a:lnTo>
                <a:cubicBezTo>
                  <a:pt x="95750" y="182037"/>
                  <a:pt x="91194" y="177486"/>
                  <a:pt x="91194" y="172177"/>
                </a:cubicBezTo>
                <a:cubicBezTo>
                  <a:pt x="91194" y="166110"/>
                  <a:pt x="95750" y="161559"/>
                  <a:pt x="101064" y="161559"/>
                </a:cubicBezTo>
                <a:close/>
                <a:moveTo>
                  <a:pt x="445811" y="151690"/>
                </a:moveTo>
                <a:lnTo>
                  <a:pt x="526347" y="151690"/>
                </a:lnTo>
                <a:lnTo>
                  <a:pt x="526347" y="384525"/>
                </a:lnTo>
                <a:lnTo>
                  <a:pt x="445811" y="384525"/>
                </a:lnTo>
                <a:close/>
                <a:moveTo>
                  <a:pt x="40254" y="81154"/>
                </a:moveTo>
                <a:lnTo>
                  <a:pt x="40254" y="485409"/>
                </a:lnTo>
                <a:lnTo>
                  <a:pt x="567360" y="485409"/>
                </a:lnTo>
                <a:lnTo>
                  <a:pt x="567360" y="81154"/>
                </a:lnTo>
                <a:close/>
                <a:moveTo>
                  <a:pt x="0" y="0"/>
                </a:moveTo>
                <a:lnTo>
                  <a:pt x="607614" y="0"/>
                </a:lnTo>
                <a:lnTo>
                  <a:pt x="607614" y="81154"/>
                </a:lnTo>
                <a:lnTo>
                  <a:pt x="587107" y="81154"/>
                </a:lnTo>
                <a:lnTo>
                  <a:pt x="587107" y="485409"/>
                </a:lnTo>
                <a:lnTo>
                  <a:pt x="597740" y="485409"/>
                </a:lnTo>
                <a:cubicBezTo>
                  <a:pt x="603057" y="485409"/>
                  <a:pt x="607614" y="489960"/>
                  <a:pt x="607614" y="495269"/>
                </a:cubicBezTo>
                <a:cubicBezTo>
                  <a:pt x="607614" y="501336"/>
                  <a:pt x="603057" y="505887"/>
                  <a:pt x="597740" y="505887"/>
                </a:cubicBezTo>
                <a:lnTo>
                  <a:pt x="587107" y="505887"/>
                </a:lnTo>
                <a:lnTo>
                  <a:pt x="313681" y="505887"/>
                </a:lnTo>
                <a:lnTo>
                  <a:pt x="313681" y="525607"/>
                </a:lnTo>
                <a:cubicBezTo>
                  <a:pt x="313681" y="526365"/>
                  <a:pt x="313681" y="527124"/>
                  <a:pt x="313681" y="527124"/>
                </a:cubicBezTo>
                <a:cubicBezTo>
                  <a:pt x="331150" y="531674"/>
                  <a:pt x="344061" y="547602"/>
                  <a:pt x="344061" y="566563"/>
                </a:cubicBezTo>
                <a:cubicBezTo>
                  <a:pt x="344061" y="588558"/>
                  <a:pt x="325833" y="606761"/>
                  <a:pt x="303807" y="606761"/>
                </a:cubicBezTo>
                <a:cubicBezTo>
                  <a:pt x="281781" y="606761"/>
                  <a:pt x="263553" y="588558"/>
                  <a:pt x="263553" y="566563"/>
                </a:cubicBezTo>
                <a:cubicBezTo>
                  <a:pt x="263553" y="547602"/>
                  <a:pt x="276464" y="531674"/>
                  <a:pt x="293933" y="527124"/>
                </a:cubicBezTo>
                <a:cubicBezTo>
                  <a:pt x="293933" y="527124"/>
                  <a:pt x="293933" y="526365"/>
                  <a:pt x="293933" y="525607"/>
                </a:cubicBezTo>
                <a:lnTo>
                  <a:pt x="293933" y="505887"/>
                </a:lnTo>
                <a:lnTo>
                  <a:pt x="20507" y="505887"/>
                </a:lnTo>
                <a:lnTo>
                  <a:pt x="9874" y="505887"/>
                </a:lnTo>
                <a:cubicBezTo>
                  <a:pt x="4557" y="505887"/>
                  <a:pt x="0" y="501336"/>
                  <a:pt x="0" y="495269"/>
                </a:cubicBezTo>
                <a:cubicBezTo>
                  <a:pt x="0" y="489960"/>
                  <a:pt x="4557" y="485409"/>
                  <a:pt x="9874" y="485409"/>
                </a:cubicBezTo>
                <a:lnTo>
                  <a:pt x="20507" y="485409"/>
                </a:lnTo>
                <a:lnTo>
                  <a:pt x="20507" y="81154"/>
                </a:lnTo>
                <a:lnTo>
                  <a:pt x="0" y="811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7" name="personal-configuration_30422"/>
          <p:cNvSpPr>
            <a:spLocks noChangeAspect="1"/>
          </p:cNvSpPr>
          <p:nvPr/>
        </p:nvSpPr>
        <p:spPr bwMode="auto">
          <a:xfrm>
            <a:off x="3331568" y="4254720"/>
            <a:ext cx="436846" cy="404817"/>
          </a:xfrm>
          <a:custGeom>
            <a:avLst/>
            <a:gdLst>
              <a:gd name="connsiteX0" fmla="*/ 460509 w 602487"/>
              <a:gd name="connsiteY0" fmla="*/ 352333 h 558314"/>
              <a:gd name="connsiteX1" fmla="*/ 524794 w 602487"/>
              <a:gd name="connsiteY1" fmla="*/ 416513 h 558314"/>
              <a:gd name="connsiteX2" fmla="*/ 460509 w 602487"/>
              <a:gd name="connsiteY2" fmla="*/ 480693 h 558314"/>
              <a:gd name="connsiteX3" fmla="*/ 396224 w 602487"/>
              <a:gd name="connsiteY3" fmla="*/ 416513 h 558314"/>
              <a:gd name="connsiteX4" fmla="*/ 460509 w 602487"/>
              <a:gd name="connsiteY4" fmla="*/ 352333 h 558314"/>
              <a:gd name="connsiteX5" fmla="*/ 469031 w 602487"/>
              <a:gd name="connsiteY5" fmla="*/ 300551 h 558314"/>
              <a:gd name="connsiteX6" fmla="*/ 463869 w 602487"/>
              <a:gd name="connsiteY6" fmla="*/ 322719 h 558314"/>
              <a:gd name="connsiteX7" fmla="*/ 426697 w 602487"/>
              <a:gd name="connsiteY7" fmla="*/ 328905 h 558314"/>
              <a:gd name="connsiteX8" fmla="*/ 414565 w 602487"/>
              <a:gd name="connsiteY8" fmla="*/ 309573 h 558314"/>
              <a:gd name="connsiteX9" fmla="*/ 384363 w 602487"/>
              <a:gd name="connsiteY9" fmla="*/ 328390 h 558314"/>
              <a:gd name="connsiteX10" fmla="*/ 396495 w 602487"/>
              <a:gd name="connsiteY10" fmla="*/ 347722 h 558314"/>
              <a:gd name="connsiteX11" fmla="*/ 374554 w 602487"/>
              <a:gd name="connsiteY11" fmla="*/ 378396 h 558314"/>
              <a:gd name="connsiteX12" fmla="*/ 352354 w 602487"/>
              <a:gd name="connsiteY12" fmla="*/ 373240 h 558314"/>
              <a:gd name="connsiteX13" fmla="*/ 344352 w 602487"/>
              <a:gd name="connsiteY13" fmla="*/ 408038 h 558314"/>
              <a:gd name="connsiteX14" fmla="*/ 366552 w 602487"/>
              <a:gd name="connsiteY14" fmla="*/ 413194 h 558314"/>
              <a:gd name="connsiteX15" fmla="*/ 372747 w 602487"/>
              <a:gd name="connsiteY15" fmla="*/ 450311 h 558314"/>
              <a:gd name="connsiteX16" fmla="*/ 353387 w 602487"/>
              <a:gd name="connsiteY16" fmla="*/ 462426 h 558314"/>
              <a:gd name="connsiteX17" fmla="*/ 372489 w 602487"/>
              <a:gd name="connsiteY17" fmla="*/ 492585 h 558314"/>
              <a:gd name="connsiteX18" fmla="*/ 391591 w 602487"/>
              <a:gd name="connsiteY18" fmla="*/ 480470 h 558314"/>
              <a:gd name="connsiteX19" fmla="*/ 422309 w 602487"/>
              <a:gd name="connsiteY19" fmla="*/ 502379 h 558314"/>
              <a:gd name="connsiteX20" fmla="*/ 417404 w 602487"/>
              <a:gd name="connsiteY20" fmla="*/ 524547 h 558314"/>
              <a:gd name="connsiteX21" fmla="*/ 451994 w 602487"/>
              <a:gd name="connsiteY21" fmla="*/ 532538 h 558314"/>
              <a:gd name="connsiteX22" fmla="*/ 457157 w 602487"/>
              <a:gd name="connsiteY22" fmla="*/ 510370 h 558314"/>
              <a:gd name="connsiteX23" fmla="*/ 494328 w 602487"/>
              <a:gd name="connsiteY23" fmla="*/ 504184 h 558314"/>
              <a:gd name="connsiteX24" fmla="*/ 506461 w 602487"/>
              <a:gd name="connsiteY24" fmla="*/ 523516 h 558314"/>
              <a:gd name="connsiteX25" fmla="*/ 536663 w 602487"/>
              <a:gd name="connsiteY25" fmla="*/ 504699 h 558314"/>
              <a:gd name="connsiteX26" fmla="*/ 524530 w 602487"/>
              <a:gd name="connsiteY26" fmla="*/ 485367 h 558314"/>
              <a:gd name="connsiteX27" fmla="*/ 546472 w 602487"/>
              <a:gd name="connsiteY27" fmla="*/ 454693 h 558314"/>
              <a:gd name="connsiteX28" fmla="*/ 568671 w 602487"/>
              <a:gd name="connsiteY28" fmla="*/ 459849 h 558314"/>
              <a:gd name="connsiteX29" fmla="*/ 576674 w 602487"/>
              <a:gd name="connsiteY29" fmla="*/ 425051 h 558314"/>
              <a:gd name="connsiteX30" fmla="*/ 554474 w 602487"/>
              <a:gd name="connsiteY30" fmla="*/ 419895 h 558314"/>
              <a:gd name="connsiteX31" fmla="*/ 548279 w 602487"/>
              <a:gd name="connsiteY31" fmla="*/ 382778 h 558314"/>
              <a:gd name="connsiteX32" fmla="*/ 567639 w 602487"/>
              <a:gd name="connsiteY32" fmla="*/ 370663 h 558314"/>
              <a:gd name="connsiteX33" fmla="*/ 548795 w 602487"/>
              <a:gd name="connsiteY33" fmla="*/ 340505 h 558314"/>
              <a:gd name="connsiteX34" fmla="*/ 529435 w 602487"/>
              <a:gd name="connsiteY34" fmla="*/ 352619 h 558314"/>
              <a:gd name="connsiteX35" fmla="*/ 498717 w 602487"/>
              <a:gd name="connsiteY35" fmla="*/ 330710 h 558314"/>
              <a:gd name="connsiteX36" fmla="*/ 503879 w 602487"/>
              <a:gd name="connsiteY36" fmla="*/ 308542 h 558314"/>
              <a:gd name="connsiteX37" fmla="*/ 257102 w 602487"/>
              <a:gd name="connsiteY37" fmla="*/ 0 h 558314"/>
              <a:gd name="connsiteX38" fmla="*/ 399077 w 602487"/>
              <a:gd name="connsiteY38" fmla="*/ 141769 h 558314"/>
              <a:gd name="connsiteX39" fmla="*/ 320604 w 602487"/>
              <a:gd name="connsiteY39" fmla="*/ 290241 h 558314"/>
              <a:gd name="connsiteX40" fmla="*/ 373779 w 602487"/>
              <a:gd name="connsiteY40" fmla="*/ 309831 h 558314"/>
              <a:gd name="connsiteX41" fmla="*/ 421534 w 602487"/>
              <a:gd name="connsiteY41" fmla="*/ 280188 h 558314"/>
              <a:gd name="connsiteX42" fmla="*/ 436248 w 602487"/>
              <a:gd name="connsiteY42" fmla="*/ 303644 h 558314"/>
              <a:gd name="connsiteX43" fmla="*/ 446573 w 602487"/>
              <a:gd name="connsiteY43" fmla="*/ 302098 h 558314"/>
              <a:gd name="connsiteX44" fmla="*/ 452769 w 602487"/>
              <a:gd name="connsiteY44" fmla="*/ 274775 h 558314"/>
              <a:gd name="connsiteX45" fmla="*/ 529693 w 602487"/>
              <a:gd name="connsiteY45" fmla="*/ 292561 h 558314"/>
              <a:gd name="connsiteX46" fmla="*/ 523240 w 602487"/>
              <a:gd name="connsiteY46" fmla="*/ 319626 h 558314"/>
              <a:gd name="connsiteX47" fmla="*/ 531758 w 602487"/>
              <a:gd name="connsiteY47" fmla="*/ 325812 h 558314"/>
              <a:gd name="connsiteX48" fmla="*/ 555506 w 602487"/>
              <a:gd name="connsiteY48" fmla="*/ 310862 h 558314"/>
              <a:gd name="connsiteX49" fmla="*/ 597324 w 602487"/>
              <a:gd name="connsiteY49" fmla="*/ 377622 h 558314"/>
              <a:gd name="connsiteX50" fmla="*/ 573576 w 602487"/>
              <a:gd name="connsiteY50" fmla="*/ 392315 h 558314"/>
              <a:gd name="connsiteX51" fmla="*/ 575125 w 602487"/>
              <a:gd name="connsiteY51" fmla="*/ 402625 h 558314"/>
              <a:gd name="connsiteX52" fmla="*/ 602487 w 602487"/>
              <a:gd name="connsiteY52" fmla="*/ 409069 h 558314"/>
              <a:gd name="connsiteX53" fmla="*/ 584676 w 602487"/>
              <a:gd name="connsiteY53" fmla="*/ 485367 h 558314"/>
              <a:gd name="connsiteX54" fmla="*/ 557572 w 602487"/>
              <a:gd name="connsiteY54" fmla="*/ 479181 h 558314"/>
              <a:gd name="connsiteX55" fmla="*/ 551376 w 602487"/>
              <a:gd name="connsiteY55" fmla="*/ 487687 h 558314"/>
              <a:gd name="connsiteX56" fmla="*/ 566348 w 602487"/>
              <a:gd name="connsiteY56" fmla="*/ 511401 h 558314"/>
              <a:gd name="connsiteX57" fmla="*/ 499491 w 602487"/>
              <a:gd name="connsiteY57" fmla="*/ 552901 h 558314"/>
              <a:gd name="connsiteX58" fmla="*/ 484777 w 602487"/>
              <a:gd name="connsiteY58" fmla="*/ 529445 h 558314"/>
              <a:gd name="connsiteX59" fmla="*/ 474452 w 602487"/>
              <a:gd name="connsiteY59" fmla="*/ 530991 h 558314"/>
              <a:gd name="connsiteX60" fmla="*/ 467999 w 602487"/>
              <a:gd name="connsiteY60" fmla="*/ 558314 h 558314"/>
              <a:gd name="connsiteX61" fmla="*/ 393398 w 602487"/>
              <a:gd name="connsiteY61" fmla="*/ 541044 h 558314"/>
              <a:gd name="connsiteX62" fmla="*/ 257102 w 602487"/>
              <a:gd name="connsiteY62" fmla="*/ 549550 h 558314"/>
              <a:gd name="connsiteX63" fmla="*/ 329122 w 602487"/>
              <a:gd name="connsiteY63" fmla="*/ 477634 h 558314"/>
              <a:gd name="connsiteX64" fmla="*/ 268460 w 602487"/>
              <a:gd name="connsiteY64" fmla="*/ 331225 h 558314"/>
              <a:gd name="connsiteX65" fmla="*/ 269235 w 602487"/>
              <a:gd name="connsiteY65" fmla="*/ 331225 h 558314"/>
              <a:gd name="connsiteX66" fmla="*/ 292725 w 602487"/>
              <a:gd name="connsiteY66" fmla="*/ 304418 h 558314"/>
              <a:gd name="connsiteX67" fmla="*/ 257102 w 602487"/>
              <a:gd name="connsiteY67" fmla="*/ 310862 h 558314"/>
              <a:gd name="connsiteX68" fmla="*/ 221480 w 602487"/>
              <a:gd name="connsiteY68" fmla="*/ 304418 h 558314"/>
              <a:gd name="connsiteX69" fmla="*/ 245228 w 602487"/>
              <a:gd name="connsiteY69" fmla="*/ 331225 h 558314"/>
              <a:gd name="connsiteX70" fmla="*/ 245744 w 602487"/>
              <a:gd name="connsiteY70" fmla="*/ 331225 h 558314"/>
              <a:gd name="connsiteX71" fmla="*/ 185083 w 602487"/>
              <a:gd name="connsiteY71" fmla="*/ 477634 h 558314"/>
              <a:gd name="connsiteX72" fmla="*/ 257102 w 602487"/>
              <a:gd name="connsiteY72" fmla="*/ 549550 h 558314"/>
              <a:gd name="connsiteX73" fmla="*/ 0 w 602487"/>
              <a:gd name="connsiteY73" fmla="*/ 486398 h 558314"/>
              <a:gd name="connsiteX74" fmla="*/ 193859 w 602487"/>
              <a:gd name="connsiteY74" fmla="*/ 290241 h 558314"/>
              <a:gd name="connsiteX75" fmla="*/ 115128 w 602487"/>
              <a:gd name="connsiteY75" fmla="*/ 141769 h 558314"/>
              <a:gd name="connsiteX76" fmla="*/ 257102 w 602487"/>
              <a:gd name="connsiteY76" fmla="*/ 0 h 558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602487" h="558314">
                <a:moveTo>
                  <a:pt x="460509" y="352333"/>
                </a:moveTo>
                <a:cubicBezTo>
                  <a:pt x="496013" y="352333"/>
                  <a:pt x="524794" y="381067"/>
                  <a:pt x="524794" y="416513"/>
                </a:cubicBezTo>
                <a:cubicBezTo>
                  <a:pt x="524794" y="451959"/>
                  <a:pt x="496013" y="480693"/>
                  <a:pt x="460509" y="480693"/>
                </a:cubicBezTo>
                <a:cubicBezTo>
                  <a:pt x="425005" y="480693"/>
                  <a:pt x="396224" y="451959"/>
                  <a:pt x="396224" y="416513"/>
                </a:cubicBezTo>
                <a:cubicBezTo>
                  <a:pt x="396224" y="381067"/>
                  <a:pt x="425005" y="352333"/>
                  <a:pt x="460509" y="352333"/>
                </a:cubicBezTo>
                <a:close/>
                <a:moveTo>
                  <a:pt x="469031" y="300551"/>
                </a:moveTo>
                <a:lnTo>
                  <a:pt x="463869" y="322719"/>
                </a:lnTo>
                <a:cubicBezTo>
                  <a:pt x="451478" y="322203"/>
                  <a:pt x="438829" y="324265"/>
                  <a:pt x="426697" y="328905"/>
                </a:cubicBezTo>
                <a:lnTo>
                  <a:pt x="414565" y="309573"/>
                </a:lnTo>
                <a:lnTo>
                  <a:pt x="384363" y="328390"/>
                </a:lnTo>
                <a:lnTo>
                  <a:pt x="396495" y="347722"/>
                </a:lnTo>
                <a:cubicBezTo>
                  <a:pt x="386944" y="356486"/>
                  <a:pt x="379458" y="367054"/>
                  <a:pt x="374554" y="378396"/>
                </a:cubicBezTo>
                <a:lnTo>
                  <a:pt x="352354" y="373240"/>
                </a:lnTo>
                <a:lnTo>
                  <a:pt x="344352" y="408038"/>
                </a:lnTo>
                <a:lnTo>
                  <a:pt x="366552" y="413194"/>
                </a:lnTo>
                <a:cubicBezTo>
                  <a:pt x="366035" y="425566"/>
                  <a:pt x="368100" y="438197"/>
                  <a:pt x="372747" y="450311"/>
                </a:cubicBezTo>
                <a:lnTo>
                  <a:pt x="353387" y="462426"/>
                </a:lnTo>
                <a:lnTo>
                  <a:pt x="372489" y="492585"/>
                </a:lnTo>
                <a:lnTo>
                  <a:pt x="391591" y="480470"/>
                </a:lnTo>
                <a:cubicBezTo>
                  <a:pt x="400625" y="490007"/>
                  <a:pt x="410951" y="497482"/>
                  <a:pt x="422309" y="502379"/>
                </a:cubicBezTo>
                <a:lnTo>
                  <a:pt x="417404" y="524547"/>
                </a:lnTo>
                <a:lnTo>
                  <a:pt x="451994" y="532538"/>
                </a:lnTo>
                <a:lnTo>
                  <a:pt x="457157" y="510370"/>
                </a:lnTo>
                <a:cubicBezTo>
                  <a:pt x="469548" y="510886"/>
                  <a:pt x="482196" y="508824"/>
                  <a:pt x="494328" y="504184"/>
                </a:cubicBezTo>
                <a:lnTo>
                  <a:pt x="506461" y="523516"/>
                </a:lnTo>
                <a:lnTo>
                  <a:pt x="536663" y="504699"/>
                </a:lnTo>
                <a:lnTo>
                  <a:pt x="524530" y="485367"/>
                </a:lnTo>
                <a:cubicBezTo>
                  <a:pt x="534081" y="476603"/>
                  <a:pt x="541567" y="466035"/>
                  <a:pt x="546472" y="454693"/>
                </a:cubicBezTo>
                <a:lnTo>
                  <a:pt x="568671" y="459849"/>
                </a:lnTo>
                <a:lnTo>
                  <a:pt x="576674" y="425051"/>
                </a:lnTo>
                <a:lnTo>
                  <a:pt x="554474" y="419895"/>
                </a:lnTo>
                <a:cubicBezTo>
                  <a:pt x="554990" y="407523"/>
                  <a:pt x="552925" y="394892"/>
                  <a:pt x="548279" y="382778"/>
                </a:cubicBezTo>
                <a:lnTo>
                  <a:pt x="567639" y="370663"/>
                </a:lnTo>
                <a:lnTo>
                  <a:pt x="548795" y="340505"/>
                </a:lnTo>
                <a:lnTo>
                  <a:pt x="529435" y="352619"/>
                </a:lnTo>
                <a:cubicBezTo>
                  <a:pt x="520658" y="343082"/>
                  <a:pt x="510075" y="335607"/>
                  <a:pt x="498717" y="330710"/>
                </a:cubicBezTo>
                <a:lnTo>
                  <a:pt x="503879" y="308542"/>
                </a:lnTo>
                <a:close/>
                <a:moveTo>
                  <a:pt x="257102" y="0"/>
                </a:moveTo>
                <a:cubicBezTo>
                  <a:pt x="335575" y="0"/>
                  <a:pt x="399077" y="63410"/>
                  <a:pt x="399077" y="141769"/>
                </a:cubicBezTo>
                <a:cubicBezTo>
                  <a:pt x="399077" y="197446"/>
                  <a:pt x="367068" y="259052"/>
                  <a:pt x="320604" y="290241"/>
                </a:cubicBezTo>
                <a:cubicBezTo>
                  <a:pt x="339189" y="294881"/>
                  <a:pt x="357001" y="301840"/>
                  <a:pt x="373779" y="309831"/>
                </a:cubicBezTo>
                <a:lnTo>
                  <a:pt x="421534" y="280188"/>
                </a:lnTo>
                <a:lnTo>
                  <a:pt x="436248" y="303644"/>
                </a:lnTo>
                <a:cubicBezTo>
                  <a:pt x="439862" y="303129"/>
                  <a:pt x="443218" y="302356"/>
                  <a:pt x="446573" y="302098"/>
                </a:cubicBezTo>
                <a:lnTo>
                  <a:pt x="452769" y="274775"/>
                </a:lnTo>
                <a:lnTo>
                  <a:pt x="529693" y="292561"/>
                </a:lnTo>
                <a:lnTo>
                  <a:pt x="523240" y="319626"/>
                </a:lnTo>
                <a:cubicBezTo>
                  <a:pt x="526337" y="321430"/>
                  <a:pt x="529177" y="323492"/>
                  <a:pt x="531758" y="325812"/>
                </a:cubicBezTo>
                <a:lnTo>
                  <a:pt x="555506" y="310862"/>
                </a:lnTo>
                <a:lnTo>
                  <a:pt x="597324" y="377622"/>
                </a:lnTo>
                <a:lnTo>
                  <a:pt x="573576" y="392315"/>
                </a:lnTo>
                <a:cubicBezTo>
                  <a:pt x="574350" y="395666"/>
                  <a:pt x="574867" y="399274"/>
                  <a:pt x="575125" y="402625"/>
                </a:cubicBezTo>
                <a:lnTo>
                  <a:pt x="602487" y="409069"/>
                </a:lnTo>
                <a:lnTo>
                  <a:pt x="584676" y="485367"/>
                </a:lnTo>
                <a:lnTo>
                  <a:pt x="557572" y="479181"/>
                </a:lnTo>
                <a:cubicBezTo>
                  <a:pt x="555765" y="482016"/>
                  <a:pt x="553700" y="485109"/>
                  <a:pt x="551376" y="487687"/>
                </a:cubicBezTo>
                <a:lnTo>
                  <a:pt x="566348" y="511401"/>
                </a:lnTo>
                <a:lnTo>
                  <a:pt x="499491" y="552901"/>
                </a:lnTo>
                <a:lnTo>
                  <a:pt x="484777" y="529445"/>
                </a:lnTo>
                <a:cubicBezTo>
                  <a:pt x="481422" y="530218"/>
                  <a:pt x="477808" y="530733"/>
                  <a:pt x="474452" y="530991"/>
                </a:cubicBezTo>
                <a:lnTo>
                  <a:pt x="467999" y="558314"/>
                </a:lnTo>
                <a:lnTo>
                  <a:pt x="393398" y="541044"/>
                </a:lnTo>
                <a:cubicBezTo>
                  <a:pt x="352354" y="546715"/>
                  <a:pt x="304857" y="549550"/>
                  <a:pt x="257102" y="549550"/>
                </a:cubicBezTo>
                <a:lnTo>
                  <a:pt x="329122" y="477634"/>
                </a:lnTo>
                <a:lnTo>
                  <a:pt x="268460" y="331225"/>
                </a:lnTo>
                <a:lnTo>
                  <a:pt x="269235" y="331225"/>
                </a:lnTo>
                <a:lnTo>
                  <a:pt x="292725" y="304418"/>
                </a:lnTo>
                <a:cubicBezTo>
                  <a:pt x="281367" y="308542"/>
                  <a:pt x="269493" y="310862"/>
                  <a:pt x="257102" y="310862"/>
                </a:cubicBezTo>
                <a:cubicBezTo>
                  <a:pt x="244970" y="310862"/>
                  <a:pt x="232838" y="308542"/>
                  <a:pt x="221480" y="304418"/>
                </a:cubicBezTo>
                <a:lnTo>
                  <a:pt x="245228" y="331225"/>
                </a:lnTo>
                <a:lnTo>
                  <a:pt x="245744" y="331225"/>
                </a:lnTo>
                <a:lnTo>
                  <a:pt x="185083" y="477634"/>
                </a:lnTo>
                <a:lnTo>
                  <a:pt x="257102" y="549550"/>
                </a:lnTo>
                <a:cubicBezTo>
                  <a:pt x="128551" y="549550"/>
                  <a:pt x="0" y="528671"/>
                  <a:pt x="0" y="486398"/>
                </a:cubicBezTo>
                <a:cubicBezTo>
                  <a:pt x="0" y="414740"/>
                  <a:pt x="82345" y="318337"/>
                  <a:pt x="193859" y="290241"/>
                </a:cubicBezTo>
                <a:cubicBezTo>
                  <a:pt x="147137" y="259052"/>
                  <a:pt x="115128" y="197446"/>
                  <a:pt x="115128" y="141769"/>
                </a:cubicBezTo>
                <a:cubicBezTo>
                  <a:pt x="115128" y="63410"/>
                  <a:pt x="178629" y="0"/>
                  <a:pt x="2571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8" name="settings_100852"/>
          <p:cNvSpPr>
            <a:spLocks noChangeAspect="1"/>
          </p:cNvSpPr>
          <p:nvPr/>
        </p:nvSpPr>
        <p:spPr bwMode="auto">
          <a:xfrm>
            <a:off x="1598347" y="2293225"/>
            <a:ext cx="423713" cy="424167"/>
          </a:xfrm>
          <a:custGeom>
            <a:avLst/>
            <a:gdLst>
              <a:gd name="connsiteX0" fmla="*/ 202089 w 606246"/>
              <a:gd name="connsiteY0" fmla="*/ 318618 h 606897"/>
              <a:gd name="connsiteX1" fmla="*/ 254652 w 606246"/>
              <a:gd name="connsiteY1" fmla="*/ 371258 h 606897"/>
              <a:gd name="connsiteX2" fmla="*/ 263361 w 606246"/>
              <a:gd name="connsiteY2" fmla="*/ 430576 h 606897"/>
              <a:gd name="connsiteX3" fmla="*/ 104738 w 606246"/>
              <a:gd name="connsiteY3" fmla="*/ 588963 h 606897"/>
              <a:gd name="connsiteX4" fmla="*/ 17962 w 606246"/>
              <a:gd name="connsiteY4" fmla="*/ 588963 h 606897"/>
              <a:gd name="connsiteX5" fmla="*/ 17962 w 606246"/>
              <a:gd name="connsiteY5" fmla="*/ 502471 h 606897"/>
              <a:gd name="connsiteX6" fmla="*/ 52359 w 606246"/>
              <a:gd name="connsiteY6" fmla="*/ 37008 h 606897"/>
              <a:gd name="connsiteX7" fmla="*/ 65227 w 606246"/>
              <a:gd name="connsiteY7" fmla="*/ 40676 h 606897"/>
              <a:gd name="connsiteX8" fmla="*/ 145001 w 606246"/>
              <a:gd name="connsiteY8" fmla="*/ 99371 h 606897"/>
              <a:gd name="connsiteX9" fmla="*/ 147334 w 606246"/>
              <a:gd name="connsiteY9" fmla="*/ 128563 h 606897"/>
              <a:gd name="connsiteX10" fmla="*/ 138159 w 606246"/>
              <a:gd name="connsiteY10" fmla="*/ 137725 h 606897"/>
              <a:gd name="connsiteX11" fmla="*/ 333785 w 606246"/>
              <a:gd name="connsiteY11" fmla="*/ 333065 h 606897"/>
              <a:gd name="connsiteX12" fmla="*/ 344826 w 606246"/>
              <a:gd name="connsiteY12" fmla="*/ 322195 h 606897"/>
              <a:gd name="connsiteX13" fmla="*/ 358511 w 606246"/>
              <a:gd name="connsiteY13" fmla="*/ 316450 h 606897"/>
              <a:gd name="connsiteX14" fmla="*/ 372040 w 606246"/>
              <a:gd name="connsiteY14" fmla="*/ 322195 h 606897"/>
              <a:gd name="connsiteX15" fmla="*/ 552582 w 606246"/>
              <a:gd name="connsiteY15" fmla="*/ 502473 h 606897"/>
              <a:gd name="connsiteX16" fmla="*/ 552582 w 606246"/>
              <a:gd name="connsiteY16" fmla="*/ 588963 h 606897"/>
              <a:gd name="connsiteX17" fmla="*/ 465965 w 606246"/>
              <a:gd name="connsiteY17" fmla="*/ 588963 h 606897"/>
              <a:gd name="connsiteX18" fmla="*/ 285423 w 606246"/>
              <a:gd name="connsiteY18" fmla="*/ 408685 h 606897"/>
              <a:gd name="connsiteX19" fmla="*/ 285423 w 606246"/>
              <a:gd name="connsiteY19" fmla="*/ 381512 h 606897"/>
              <a:gd name="connsiteX20" fmla="*/ 297242 w 606246"/>
              <a:gd name="connsiteY20" fmla="*/ 369710 h 606897"/>
              <a:gd name="connsiteX21" fmla="*/ 101460 w 606246"/>
              <a:gd name="connsiteY21" fmla="*/ 174215 h 606897"/>
              <a:gd name="connsiteX22" fmla="*/ 92285 w 606246"/>
              <a:gd name="connsiteY22" fmla="*/ 183377 h 606897"/>
              <a:gd name="connsiteX23" fmla="*/ 63205 w 606246"/>
              <a:gd name="connsiteY23" fmla="*/ 181203 h 606897"/>
              <a:gd name="connsiteX24" fmla="*/ 4424 w 606246"/>
              <a:gd name="connsiteY24" fmla="*/ 101545 h 606897"/>
              <a:gd name="connsiteX25" fmla="*/ 6290 w 606246"/>
              <a:gd name="connsiteY25" fmla="*/ 76390 h 606897"/>
              <a:gd name="connsiteX26" fmla="*/ 40190 w 606246"/>
              <a:gd name="connsiteY26" fmla="*/ 42539 h 606897"/>
              <a:gd name="connsiteX27" fmla="*/ 52359 w 606246"/>
              <a:gd name="connsiteY27" fmla="*/ 37008 h 606897"/>
              <a:gd name="connsiteX28" fmla="*/ 452033 w 606246"/>
              <a:gd name="connsiteY28" fmla="*/ 354 h 606897"/>
              <a:gd name="connsiteX29" fmla="*/ 485412 w 606246"/>
              <a:gd name="connsiteY29" fmla="*/ 1865 h 606897"/>
              <a:gd name="connsiteX30" fmla="*/ 495831 w 606246"/>
              <a:gd name="connsiteY30" fmla="*/ 10715 h 606897"/>
              <a:gd name="connsiteX31" fmla="*/ 492565 w 606246"/>
              <a:gd name="connsiteY31" fmla="*/ 24068 h 606897"/>
              <a:gd name="connsiteX32" fmla="*/ 462241 w 606246"/>
              <a:gd name="connsiteY32" fmla="*/ 54345 h 606897"/>
              <a:gd name="connsiteX33" fmla="*/ 462241 w 606246"/>
              <a:gd name="connsiteY33" fmla="*/ 143933 h 606897"/>
              <a:gd name="connsiteX34" fmla="*/ 551815 w 606246"/>
              <a:gd name="connsiteY34" fmla="*/ 143933 h 606897"/>
              <a:gd name="connsiteX35" fmla="*/ 582140 w 606246"/>
              <a:gd name="connsiteY35" fmla="*/ 113501 h 606897"/>
              <a:gd name="connsiteX36" fmla="*/ 595514 w 606246"/>
              <a:gd name="connsiteY36" fmla="*/ 110396 h 606897"/>
              <a:gd name="connsiteX37" fmla="*/ 604378 w 606246"/>
              <a:gd name="connsiteY37" fmla="*/ 120643 h 606897"/>
              <a:gd name="connsiteX38" fmla="*/ 564100 w 606246"/>
              <a:gd name="connsiteY38" fmla="*/ 245632 h 606897"/>
              <a:gd name="connsiteX39" fmla="*/ 414499 w 606246"/>
              <a:gd name="connsiteY39" fmla="*/ 279635 h 606897"/>
              <a:gd name="connsiteX40" fmla="*/ 393972 w 606246"/>
              <a:gd name="connsiteY40" fmla="*/ 300130 h 606897"/>
              <a:gd name="connsiteX41" fmla="*/ 358515 w 606246"/>
              <a:gd name="connsiteY41" fmla="*/ 285380 h 606897"/>
              <a:gd name="connsiteX42" fmla="*/ 335500 w 606246"/>
              <a:gd name="connsiteY42" fmla="*/ 290969 h 606897"/>
              <a:gd name="connsiteX43" fmla="*/ 282626 w 606246"/>
              <a:gd name="connsiteY43" fmla="*/ 238179 h 606897"/>
              <a:gd name="connsiteX44" fmla="*/ 327102 w 606246"/>
              <a:gd name="connsiteY44" fmla="*/ 193773 h 606897"/>
              <a:gd name="connsiteX45" fmla="*/ 360381 w 606246"/>
              <a:gd name="connsiteY45" fmla="*/ 42079 h 606897"/>
              <a:gd name="connsiteX46" fmla="*/ 452033 w 606246"/>
              <a:gd name="connsiteY46" fmla="*/ 354 h 60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606246" h="606897">
                <a:moveTo>
                  <a:pt x="202089" y="318618"/>
                </a:moveTo>
                <a:lnTo>
                  <a:pt x="254652" y="371258"/>
                </a:lnTo>
                <a:cubicBezTo>
                  <a:pt x="244544" y="390203"/>
                  <a:pt x="247343" y="414427"/>
                  <a:pt x="263361" y="430576"/>
                </a:cubicBezTo>
                <a:lnTo>
                  <a:pt x="104738" y="588963"/>
                </a:lnTo>
                <a:cubicBezTo>
                  <a:pt x="80789" y="612876"/>
                  <a:pt x="41911" y="612876"/>
                  <a:pt x="17962" y="588963"/>
                </a:cubicBezTo>
                <a:cubicBezTo>
                  <a:pt x="-5987" y="565049"/>
                  <a:pt x="-5987" y="526384"/>
                  <a:pt x="17962" y="502471"/>
                </a:cubicBezTo>
                <a:close/>
                <a:moveTo>
                  <a:pt x="52359" y="37008"/>
                </a:moveTo>
                <a:cubicBezTo>
                  <a:pt x="56829" y="36678"/>
                  <a:pt x="61417" y="37881"/>
                  <a:pt x="65227" y="40676"/>
                </a:cubicBezTo>
                <a:lnTo>
                  <a:pt x="145001" y="99371"/>
                </a:lnTo>
                <a:cubicBezTo>
                  <a:pt x="154643" y="106359"/>
                  <a:pt x="155576" y="120178"/>
                  <a:pt x="147334" y="128563"/>
                </a:cubicBezTo>
                <a:lnTo>
                  <a:pt x="138159" y="137725"/>
                </a:lnTo>
                <a:lnTo>
                  <a:pt x="333785" y="333065"/>
                </a:lnTo>
                <a:lnTo>
                  <a:pt x="344826" y="322195"/>
                </a:lnTo>
                <a:cubicBezTo>
                  <a:pt x="348558" y="318313"/>
                  <a:pt x="353535" y="316450"/>
                  <a:pt x="358511" y="316450"/>
                </a:cubicBezTo>
                <a:cubicBezTo>
                  <a:pt x="363332" y="316450"/>
                  <a:pt x="368308" y="318313"/>
                  <a:pt x="372040" y="322195"/>
                </a:cubicBezTo>
                <a:lnTo>
                  <a:pt x="552582" y="502473"/>
                </a:lnTo>
                <a:cubicBezTo>
                  <a:pt x="576530" y="526386"/>
                  <a:pt x="576530" y="565050"/>
                  <a:pt x="552582" y="588963"/>
                </a:cubicBezTo>
                <a:cubicBezTo>
                  <a:pt x="528634" y="612876"/>
                  <a:pt x="489913" y="612876"/>
                  <a:pt x="465965" y="588963"/>
                </a:cubicBezTo>
                <a:lnTo>
                  <a:pt x="285423" y="408685"/>
                </a:lnTo>
                <a:cubicBezTo>
                  <a:pt x="277959" y="401077"/>
                  <a:pt x="277959" y="388965"/>
                  <a:pt x="285423" y="381512"/>
                </a:cubicBezTo>
                <a:lnTo>
                  <a:pt x="297242" y="369710"/>
                </a:lnTo>
                <a:lnTo>
                  <a:pt x="101460" y="174215"/>
                </a:lnTo>
                <a:lnTo>
                  <a:pt x="92285" y="183377"/>
                </a:lnTo>
                <a:cubicBezTo>
                  <a:pt x="84043" y="191762"/>
                  <a:pt x="70203" y="190675"/>
                  <a:pt x="63205" y="181203"/>
                </a:cubicBezTo>
                <a:lnTo>
                  <a:pt x="4424" y="101545"/>
                </a:lnTo>
                <a:cubicBezTo>
                  <a:pt x="-1330" y="93781"/>
                  <a:pt x="-552" y="83222"/>
                  <a:pt x="6290" y="76390"/>
                </a:cubicBezTo>
                <a:lnTo>
                  <a:pt x="40190" y="42539"/>
                </a:lnTo>
                <a:cubicBezTo>
                  <a:pt x="43534" y="39201"/>
                  <a:pt x="47888" y="37338"/>
                  <a:pt x="52359" y="37008"/>
                </a:cubicBezTo>
                <a:close/>
                <a:moveTo>
                  <a:pt x="452033" y="354"/>
                </a:moveTo>
                <a:cubicBezTo>
                  <a:pt x="463164" y="-425"/>
                  <a:pt x="474371" y="80"/>
                  <a:pt x="485412" y="1865"/>
                </a:cubicBezTo>
                <a:cubicBezTo>
                  <a:pt x="490233" y="2642"/>
                  <a:pt x="494276" y="6057"/>
                  <a:pt x="495831" y="10715"/>
                </a:cubicBezTo>
                <a:cubicBezTo>
                  <a:pt x="497386" y="15529"/>
                  <a:pt x="496142" y="20652"/>
                  <a:pt x="492565" y="24068"/>
                </a:cubicBezTo>
                <a:lnTo>
                  <a:pt x="462241" y="54345"/>
                </a:lnTo>
                <a:cubicBezTo>
                  <a:pt x="437515" y="79187"/>
                  <a:pt x="437515" y="119091"/>
                  <a:pt x="462241" y="143933"/>
                </a:cubicBezTo>
                <a:cubicBezTo>
                  <a:pt x="486967" y="168620"/>
                  <a:pt x="527089" y="168620"/>
                  <a:pt x="551815" y="143933"/>
                </a:cubicBezTo>
                <a:lnTo>
                  <a:pt x="582140" y="113501"/>
                </a:lnTo>
                <a:cubicBezTo>
                  <a:pt x="585716" y="110085"/>
                  <a:pt x="590848" y="108843"/>
                  <a:pt x="595514" y="110396"/>
                </a:cubicBezTo>
                <a:cubicBezTo>
                  <a:pt x="600179" y="111793"/>
                  <a:pt x="603600" y="115830"/>
                  <a:pt x="604378" y="120643"/>
                </a:cubicBezTo>
                <a:cubicBezTo>
                  <a:pt x="611531" y="164739"/>
                  <a:pt x="598157" y="211629"/>
                  <a:pt x="564100" y="245632"/>
                </a:cubicBezTo>
                <a:cubicBezTo>
                  <a:pt x="523668" y="286001"/>
                  <a:pt x="465040" y="297335"/>
                  <a:pt x="414499" y="279635"/>
                </a:cubicBezTo>
                <a:lnTo>
                  <a:pt x="393972" y="300130"/>
                </a:lnTo>
                <a:cubicBezTo>
                  <a:pt x="384486" y="290659"/>
                  <a:pt x="371889" y="285380"/>
                  <a:pt x="358515" y="285380"/>
                </a:cubicBezTo>
                <a:cubicBezTo>
                  <a:pt x="350429" y="285380"/>
                  <a:pt x="342498" y="287243"/>
                  <a:pt x="335500" y="290969"/>
                </a:cubicBezTo>
                <a:lnTo>
                  <a:pt x="282626" y="238179"/>
                </a:lnTo>
                <a:lnTo>
                  <a:pt x="327102" y="193773"/>
                </a:lnTo>
                <a:cubicBezTo>
                  <a:pt x="308130" y="142691"/>
                  <a:pt x="319171" y="83069"/>
                  <a:pt x="360381" y="42079"/>
                </a:cubicBezTo>
                <a:cubicBezTo>
                  <a:pt x="385924" y="16577"/>
                  <a:pt x="418640" y="2690"/>
                  <a:pt x="452033" y="3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69" name="statistics_150448"/>
          <p:cNvSpPr>
            <a:spLocks noChangeAspect="1"/>
          </p:cNvSpPr>
          <p:nvPr/>
        </p:nvSpPr>
        <p:spPr bwMode="auto">
          <a:xfrm>
            <a:off x="8268680" y="4162145"/>
            <a:ext cx="450106" cy="386770"/>
          </a:xfrm>
          <a:custGeom>
            <a:avLst/>
            <a:gdLst>
              <a:gd name="connsiteX0" fmla="*/ 389492 w 608271"/>
              <a:gd name="connsiteY0" fmla="*/ 248491 h 522678"/>
              <a:gd name="connsiteX1" fmla="*/ 481825 w 608271"/>
              <a:gd name="connsiteY1" fmla="*/ 293892 h 522678"/>
              <a:gd name="connsiteX2" fmla="*/ 604637 w 608271"/>
              <a:gd name="connsiteY2" fmla="*/ 486497 h 522678"/>
              <a:gd name="connsiteX3" fmla="*/ 605332 w 608271"/>
              <a:gd name="connsiteY3" fmla="*/ 510486 h 522678"/>
              <a:gd name="connsiteX4" fmla="*/ 584681 w 608271"/>
              <a:gd name="connsiteY4" fmla="*/ 522678 h 522678"/>
              <a:gd name="connsiteX5" fmla="*/ 467131 w 608271"/>
              <a:gd name="connsiteY5" fmla="*/ 522381 h 522678"/>
              <a:gd name="connsiteX6" fmla="*/ 441814 w 608271"/>
              <a:gd name="connsiteY6" fmla="*/ 507115 h 522678"/>
              <a:gd name="connsiteX7" fmla="*/ 385123 w 608271"/>
              <a:gd name="connsiteY7" fmla="*/ 423451 h 522678"/>
              <a:gd name="connsiteX8" fmla="*/ 148136 w 608271"/>
              <a:gd name="connsiteY8" fmla="*/ 432472 h 522678"/>
              <a:gd name="connsiteX9" fmla="*/ 123415 w 608271"/>
              <a:gd name="connsiteY9" fmla="*/ 423650 h 522678"/>
              <a:gd name="connsiteX10" fmla="*/ 11920 w 608271"/>
              <a:gd name="connsiteY10" fmla="*/ 325117 h 522678"/>
              <a:gd name="connsiteX11" fmla="*/ 8843 w 608271"/>
              <a:gd name="connsiteY11" fmla="*/ 275454 h 522678"/>
              <a:gd name="connsiteX12" fmla="*/ 58583 w 608271"/>
              <a:gd name="connsiteY12" fmla="*/ 272381 h 522678"/>
              <a:gd name="connsiteX13" fmla="*/ 159554 w 608271"/>
              <a:gd name="connsiteY13" fmla="*/ 361596 h 522678"/>
              <a:gd name="connsiteX14" fmla="*/ 378869 w 608271"/>
              <a:gd name="connsiteY14" fmla="*/ 319863 h 522678"/>
              <a:gd name="connsiteX15" fmla="*/ 250596 w 608271"/>
              <a:gd name="connsiteY15" fmla="*/ 333741 h 522678"/>
              <a:gd name="connsiteX16" fmla="*/ 211776 w 608271"/>
              <a:gd name="connsiteY16" fmla="*/ 302615 h 522678"/>
              <a:gd name="connsiteX17" fmla="*/ 242951 w 608271"/>
              <a:gd name="connsiteY17" fmla="*/ 263757 h 522678"/>
              <a:gd name="connsiteX18" fmla="*/ 389492 w 608271"/>
              <a:gd name="connsiteY18" fmla="*/ 248491 h 522678"/>
              <a:gd name="connsiteX19" fmla="*/ 22874 w 608271"/>
              <a:gd name="connsiteY19" fmla="*/ 158631 h 522678"/>
              <a:gd name="connsiteX20" fmla="*/ 352733 w 608271"/>
              <a:gd name="connsiteY20" fmla="*/ 158631 h 522678"/>
              <a:gd name="connsiteX21" fmla="*/ 372685 w 608271"/>
              <a:gd name="connsiteY21" fmla="*/ 178545 h 522678"/>
              <a:gd name="connsiteX22" fmla="*/ 372685 w 608271"/>
              <a:gd name="connsiteY22" fmla="*/ 223129 h 522678"/>
              <a:gd name="connsiteX23" fmla="*/ 240067 w 608271"/>
              <a:gd name="connsiteY23" fmla="*/ 237495 h 522678"/>
              <a:gd name="connsiteX24" fmla="*/ 187456 w 608271"/>
              <a:gd name="connsiteY24" fmla="*/ 281485 h 522678"/>
              <a:gd name="connsiteX25" fmla="*/ 108838 w 608271"/>
              <a:gd name="connsiteY25" fmla="*/ 281485 h 522678"/>
              <a:gd name="connsiteX26" fmla="*/ 76180 w 608271"/>
              <a:gd name="connsiteY26" fmla="*/ 252654 h 522678"/>
              <a:gd name="connsiteX27" fmla="*/ 2922 w 608271"/>
              <a:gd name="connsiteY27" fmla="*/ 246313 h 522678"/>
              <a:gd name="connsiteX28" fmla="*/ 2922 w 608271"/>
              <a:gd name="connsiteY28" fmla="*/ 178545 h 522678"/>
              <a:gd name="connsiteX29" fmla="*/ 22874 w 608271"/>
              <a:gd name="connsiteY29" fmla="*/ 158631 h 522678"/>
              <a:gd name="connsiteX30" fmla="*/ 22874 w 608271"/>
              <a:gd name="connsiteY30" fmla="*/ 0 h 522678"/>
              <a:gd name="connsiteX31" fmla="*/ 352733 w 608271"/>
              <a:gd name="connsiteY31" fmla="*/ 0 h 522678"/>
              <a:gd name="connsiteX32" fmla="*/ 372685 w 608271"/>
              <a:gd name="connsiteY32" fmla="*/ 19925 h 522678"/>
              <a:gd name="connsiteX33" fmla="*/ 372685 w 608271"/>
              <a:gd name="connsiteY33" fmla="*/ 102999 h 522678"/>
              <a:gd name="connsiteX34" fmla="*/ 352733 w 608271"/>
              <a:gd name="connsiteY34" fmla="*/ 122925 h 522678"/>
              <a:gd name="connsiteX35" fmla="*/ 22874 w 608271"/>
              <a:gd name="connsiteY35" fmla="*/ 122925 h 522678"/>
              <a:gd name="connsiteX36" fmla="*/ 2922 w 608271"/>
              <a:gd name="connsiteY36" fmla="*/ 102999 h 522678"/>
              <a:gd name="connsiteX37" fmla="*/ 2922 w 608271"/>
              <a:gd name="connsiteY37" fmla="*/ 19925 h 522678"/>
              <a:gd name="connsiteX38" fmla="*/ 22874 w 608271"/>
              <a:gd name="connsiteY38" fmla="*/ 0 h 52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08271" h="522678">
                <a:moveTo>
                  <a:pt x="389492" y="248491"/>
                </a:moveTo>
                <a:cubicBezTo>
                  <a:pt x="425432" y="248491"/>
                  <a:pt x="459883" y="265442"/>
                  <a:pt x="481825" y="293892"/>
                </a:cubicBezTo>
                <a:lnTo>
                  <a:pt x="604637" y="486497"/>
                </a:lnTo>
                <a:cubicBezTo>
                  <a:pt x="609204" y="493733"/>
                  <a:pt x="609502" y="502952"/>
                  <a:pt x="605332" y="510486"/>
                </a:cubicBezTo>
                <a:cubicBezTo>
                  <a:pt x="601162" y="518019"/>
                  <a:pt x="593319" y="522678"/>
                  <a:pt x="584681" y="522678"/>
                </a:cubicBezTo>
                <a:cubicBezTo>
                  <a:pt x="569888" y="522678"/>
                  <a:pt x="467131" y="522381"/>
                  <a:pt x="467131" y="522381"/>
                </a:cubicBezTo>
                <a:cubicBezTo>
                  <a:pt x="457203" y="521290"/>
                  <a:pt x="447771" y="516037"/>
                  <a:pt x="441814" y="507115"/>
                </a:cubicBezTo>
                <a:lnTo>
                  <a:pt x="385123" y="423451"/>
                </a:lnTo>
                <a:lnTo>
                  <a:pt x="148136" y="432472"/>
                </a:lnTo>
                <a:cubicBezTo>
                  <a:pt x="138804" y="432869"/>
                  <a:pt x="129967" y="429498"/>
                  <a:pt x="123415" y="423650"/>
                </a:cubicBezTo>
                <a:lnTo>
                  <a:pt x="11920" y="325117"/>
                </a:lnTo>
                <a:cubicBezTo>
                  <a:pt x="-2674" y="312230"/>
                  <a:pt x="-4064" y="290026"/>
                  <a:pt x="8843" y="275454"/>
                </a:cubicBezTo>
                <a:cubicBezTo>
                  <a:pt x="21749" y="260882"/>
                  <a:pt x="44088" y="259494"/>
                  <a:pt x="58583" y="272381"/>
                </a:cubicBezTo>
                <a:lnTo>
                  <a:pt x="159554" y="361596"/>
                </a:lnTo>
                <a:lnTo>
                  <a:pt x="378869" y="319863"/>
                </a:lnTo>
                <a:lnTo>
                  <a:pt x="250596" y="333741"/>
                </a:lnTo>
                <a:cubicBezTo>
                  <a:pt x="231236" y="335823"/>
                  <a:pt x="213861" y="321846"/>
                  <a:pt x="211776" y="302615"/>
                </a:cubicBezTo>
                <a:cubicBezTo>
                  <a:pt x="209592" y="283285"/>
                  <a:pt x="223591" y="265838"/>
                  <a:pt x="242951" y="263757"/>
                </a:cubicBezTo>
                <a:cubicBezTo>
                  <a:pt x="388896" y="247896"/>
                  <a:pt x="380954" y="248491"/>
                  <a:pt x="389492" y="248491"/>
                </a:cubicBezTo>
                <a:close/>
                <a:moveTo>
                  <a:pt x="22874" y="158631"/>
                </a:moveTo>
                <a:lnTo>
                  <a:pt x="352733" y="158631"/>
                </a:lnTo>
                <a:cubicBezTo>
                  <a:pt x="363751" y="158631"/>
                  <a:pt x="372685" y="167548"/>
                  <a:pt x="372685" y="178545"/>
                </a:cubicBezTo>
                <a:lnTo>
                  <a:pt x="372685" y="223129"/>
                </a:lnTo>
                <a:lnTo>
                  <a:pt x="240067" y="237495"/>
                </a:lnTo>
                <a:cubicBezTo>
                  <a:pt x="213861" y="240368"/>
                  <a:pt x="194107" y="258896"/>
                  <a:pt x="187456" y="281485"/>
                </a:cubicBezTo>
                <a:lnTo>
                  <a:pt x="108838" y="281485"/>
                </a:lnTo>
                <a:lnTo>
                  <a:pt x="76180" y="252654"/>
                </a:lnTo>
                <a:cubicBezTo>
                  <a:pt x="55930" y="234721"/>
                  <a:pt x="26249" y="231947"/>
                  <a:pt x="2922" y="246313"/>
                </a:cubicBezTo>
                <a:lnTo>
                  <a:pt x="2922" y="178545"/>
                </a:lnTo>
                <a:cubicBezTo>
                  <a:pt x="2922" y="167548"/>
                  <a:pt x="11856" y="158631"/>
                  <a:pt x="22874" y="158631"/>
                </a:cubicBezTo>
                <a:close/>
                <a:moveTo>
                  <a:pt x="22874" y="0"/>
                </a:moveTo>
                <a:lnTo>
                  <a:pt x="352733" y="0"/>
                </a:lnTo>
                <a:cubicBezTo>
                  <a:pt x="363751" y="0"/>
                  <a:pt x="372685" y="8922"/>
                  <a:pt x="372685" y="19925"/>
                </a:cubicBezTo>
                <a:lnTo>
                  <a:pt x="372685" y="102999"/>
                </a:lnTo>
                <a:cubicBezTo>
                  <a:pt x="372685" y="114003"/>
                  <a:pt x="363751" y="122925"/>
                  <a:pt x="352733" y="122925"/>
                </a:cubicBezTo>
                <a:lnTo>
                  <a:pt x="22874" y="122925"/>
                </a:lnTo>
                <a:cubicBezTo>
                  <a:pt x="11856" y="122925"/>
                  <a:pt x="2922" y="114003"/>
                  <a:pt x="2922" y="102999"/>
                </a:cubicBezTo>
                <a:lnTo>
                  <a:pt x="2922" y="19925"/>
                </a:lnTo>
                <a:cubicBezTo>
                  <a:pt x="2922" y="8922"/>
                  <a:pt x="11856" y="0"/>
                  <a:pt x="228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pSp>
        <p:nvGrpSpPr>
          <p:cNvPr id="70" name="组合 69"/>
          <p:cNvGrpSpPr/>
          <p:nvPr/>
        </p:nvGrpSpPr>
        <p:grpSpPr>
          <a:xfrm>
            <a:off x="2612623" y="1736550"/>
            <a:ext cx="2018317" cy="1496954"/>
            <a:chOff x="1383324" y="3644632"/>
            <a:chExt cx="2018317" cy="1496954"/>
          </a:xfrm>
        </p:grpSpPr>
        <p:sp>
          <p:nvSpPr>
            <p:cNvPr id="71" name="文本框 70"/>
            <p:cNvSpPr txBox="1"/>
            <p:nvPr/>
          </p:nvSpPr>
          <p:spPr>
            <a:xfrm>
              <a:off x="1383324" y="4109059"/>
              <a:ext cx="2018317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383324" y="3644632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1490000" y="4055011"/>
              <a:ext cx="433639" cy="0"/>
            </a:xfrm>
            <a:prstGeom prst="line">
              <a:avLst/>
            </a:prstGeom>
            <a:ln w="31750">
              <a:solidFill>
                <a:srgbClr val="8A979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组合 73"/>
          <p:cNvGrpSpPr/>
          <p:nvPr/>
        </p:nvGrpSpPr>
        <p:grpSpPr>
          <a:xfrm>
            <a:off x="7548467" y="1736550"/>
            <a:ext cx="2018317" cy="1496954"/>
            <a:chOff x="1383324" y="3644632"/>
            <a:chExt cx="2018317" cy="1496954"/>
          </a:xfrm>
        </p:grpSpPr>
        <p:sp>
          <p:nvSpPr>
            <p:cNvPr id="75" name="文本框 74"/>
            <p:cNvSpPr txBox="1"/>
            <p:nvPr/>
          </p:nvSpPr>
          <p:spPr>
            <a:xfrm>
              <a:off x="1383324" y="4109059"/>
              <a:ext cx="2018317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383324" y="3644632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1490000" y="4055011"/>
              <a:ext cx="433639" cy="0"/>
            </a:xfrm>
            <a:prstGeom prst="line">
              <a:avLst/>
            </a:prstGeom>
            <a:ln w="31750">
              <a:solidFill>
                <a:srgbClr val="8A979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/>
          <p:nvPr/>
        </p:nvGrpSpPr>
        <p:grpSpPr>
          <a:xfrm>
            <a:off x="4250057" y="4042275"/>
            <a:ext cx="2018317" cy="1496954"/>
            <a:chOff x="1383324" y="3644632"/>
            <a:chExt cx="2018317" cy="1496954"/>
          </a:xfrm>
        </p:grpSpPr>
        <p:sp>
          <p:nvSpPr>
            <p:cNvPr id="79" name="文本框 78"/>
            <p:cNvSpPr txBox="1"/>
            <p:nvPr/>
          </p:nvSpPr>
          <p:spPr>
            <a:xfrm>
              <a:off x="1383324" y="4109059"/>
              <a:ext cx="2018317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1383324" y="3644632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cxnSp>
          <p:nvCxnSpPr>
            <p:cNvPr id="81" name="直接连接符 80"/>
            <p:cNvCxnSpPr/>
            <p:nvPr/>
          </p:nvCxnSpPr>
          <p:spPr>
            <a:xfrm>
              <a:off x="1490000" y="4055011"/>
              <a:ext cx="433639" cy="0"/>
            </a:xfrm>
            <a:prstGeom prst="line">
              <a:avLst/>
            </a:prstGeom>
            <a:ln w="31750">
              <a:solidFill>
                <a:srgbClr val="8A979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/>
          <p:cNvGrpSpPr/>
          <p:nvPr/>
        </p:nvGrpSpPr>
        <p:grpSpPr>
          <a:xfrm>
            <a:off x="9093438" y="4042275"/>
            <a:ext cx="2018317" cy="1496954"/>
            <a:chOff x="1383324" y="3644632"/>
            <a:chExt cx="2018317" cy="1496954"/>
          </a:xfrm>
        </p:grpSpPr>
        <p:sp>
          <p:nvSpPr>
            <p:cNvPr id="83" name="文本框 82"/>
            <p:cNvSpPr txBox="1"/>
            <p:nvPr/>
          </p:nvSpPr>
          <p:spPr>
            <a:xfrm>
              <a:off x="1383324" y="4109059"/>
              <a:ext cx="2018317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1383324" y="3644632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cxnSp>
          <p:nvCxnSpPr>
            <p:cNvPr id="85" name="直接连接符 84"/>
            <p:cNvCxnSpPr/>
            <p:nvPr/>
          </p:nvCxnSpPr>
          <p:spPr>
            <a:xfrm>
              <a:off x="1490000" y="4055011"/>
              <a:ext cx="433639" cy="0"/>
            </a:xfrm>
            <a:prstGeom prst="line">
              <a:avLst/>
            </a:prstGeom>
            <a:ln w="31750">
              <a:solidFill>
                <a:srgbClr val="8A979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研究思路及过程</a:t>
            </a:r>
          </a:p>
        </p:txBody>
      </p:sp>
      <p:sp>
        <p:nvSpPr>
          <p:cNvPr id="35" name="直角三角形 34"/>
          <p:cNvSpPr/>
          <p:nvPr/>
        </p:nvSpPr>
        <p:spPr>
          <a:xfrm flipH="1">
            <a:off x="4089086" y="1921859"/>
            <a:ext cx="1736832" cy="1732836"/>
          </a:xfrm>
          <a:prstGeom prst="rtTriangl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36" name="直角三角形 35"/>
          <p:cNvSpPr/>
          <p:nvPr/>
        </p:nvSpPr>
        <p:spPr>
          <a:xfrm flipH="1" flipV="1">
            <a:off x="4303774" y="3791751"/>
            <a:ext cx="1736832" cy="1732836"/>
          </a:xfrm>
          <a:prstGeom prst="rtTriangle">
            <a:avLst/>
          </a:prstGeom>
          <a:solidFill>
            <a:srgbClr val="DFD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37" name="直角三角形 36"/>
          <p:cNvSpPr/>
          <p:nvPr/>
        </p:nvSpPr>
        <p:spPr>
          <a:xfrm>
            <a:off x="6015160" y="1732494"/>
            <a:ext cx="1736832" cy="1732836"/>
          </a:xfrm>
          <a:prstGeom prst="rtTriangle">
            <a:avLst/>
          </a:prstGeom>
          <a:solidFill>
            <a:srgbClr val="DFD5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38" name="直角三角形 37"/>
          <p:cNvSpPr/>
          <p:nvPr/>
        </p:nvSpPr>
        <p:spPr>
          <a:xfrm flipV="1">
            <a:off x="6229848" y="3602385"/>
            <a:ext cx="1736832" cy="1732836"/>
          </a:xfrm>
          <a:prstGeom prst="rtTriangle">
            <a:avLst/>
          </a:prstGeom>
          <a:solidFill>
            <a:srgbClr val="8A97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solidFill>
                <a:srgbClr val="8A979E"/>
              </a:solidFill>
            </a:endParaRPr>
          </a:p>
        </p:txBody>
      </p:sp>
      <p:sp>
        <p:nvSpPr>
          <p:cNvPr id="40" name="presentation_134458"/>
          <p:cNvSpPr>
            <a:spLocks noChangeAspect="1"/>
          </p:cNvSpPr>
          <p:nvPr/>
        </p:nvSpPr>
        <p:spPr bwMode="auto">
          <a:xfrm>
            <a:off x="6473061" y="3887120"/>
            <a:ext cx="455613" cy="454974"/>
          </a:xfrm>
          <a:custGeom>
            <a:avLst/>
            <a:gdLst>
              <a:gd name="connsiteX0" fmla="*/ 303807 w 607614"/>
              <a:gd name="connsiteY0" fmla="*/ 546085 h 606761"/>
              <a:gd name="connsiteX1" fmla="*/ 283300 w 607614"/>
              <a:gd name="connsiteY1" fmla="*/ 566563 h 606761"/>
              <a:gd name="connsiteX2" fmla="*/ 303807 w 607614"/>
              <a:gd name="connsiteY2" fmla="*/ 586283 h 606761"/>
              <a:gd name="connsiteX3" fmla="*/ 324314 w 607614"/>
              <a:gd name="connsiteY3" fmla="*/ 566563 h 606761"/>
              <a:gd name="connsiteX4" fmla="*/ 303807 w 607614"/>
              <a:gd name="connsiteY4" fmla="*/ 546085 h 606761"/>
              <a:gd name="connsiteX5" fmla="*/ 445811 w 607614"/>
              <a:gd name="connsiteY5" fmla="*/ 404264 h 606761"/>
              <a:gd name="connsiteX6" fmla="*/ 526347 w 607614"/>
              <a:gd name="connsiteY6" fmla="*/ 404264 h 606761"/>
              <a:gd name="connsiteX7" fmla="*/ 526347 w 607614"/>
              <a:gd name="connsiteY7" fmla="*/ 455071 h 606761"/>
              <a:gd name="connsiteX8" fmla="*/ 445811 w 607614"/>
              <a:gd name="connsiteY8" fmla="*/ 455071 h 606761"/>
              <a:gd name="connsiteX9" fmla="*/ 354675 w 607614"/>
              <a:gd name="connsiteY9" fmla="*/ 404264 h 606761"/>
              <a:gd name="connsiteX10" fmla="*/ 435211 w 607614"/>
              <a:gd name="connsiteY10" fmla="*/ 404264 h 606761"/>
              <a:gd name="connsiteX11" fmla="*/ 435211 w 607614"/>
              <a:gd name="connsiteY11" fmla="*/ 455071 h 606761"/>
              <a:gd name="connsiteX12" fmla="*/ 354675 w 607614"/>
              <a:gd name="connsiteY12" fmla="*/ 455071 h 606761"/>
              <a:gd name="connsiteX13" fmla="*/ 263539 w 607614"/>
              <a:gd name="connsiteY13" fmla="*/ 404264 h 606761"/>
              <a:gd name="connsiteX14" fmla="*/ 344075 w 607614"/>
              <a:gd name="connsiteY14" fmla="*/ 404264 h 606761"/>
              <a:gd name="connsiteX15" fmla="*/ 344075 w 607614"/>
              <a:gd name="connsiteY15" fmla="*/ 455071 h 606761"/>
              <a:gd name="connsiteX16" fmla="*/ 263539 w 607614"/>
              <a:gd name="connsiteY16" fmla="*/ 455071 h 606761"/>
              <a:gd name="connsiteX17" fmla="*/ 172403 w 607614"/>
              <a:gd name="connsiteY17" fmla="*/ 404264 h 606761"/>
              <a:gd name="connsiteX18" fmla="*/ 252939 w 607614"/>
              <a:gd name="connsiteY18" fmla="*/ 404264 h 606761"/>
              <a:gd name="connsiteX19" fmla="*/ 252939 w 607614"/>
              <a:gd name="connsiteY19" fmla="*/ 455071 h 606761"/>
              <a:gd name="connsiteX20" fmla="*/ 172403 w 607614"/>
              <a:gd name="connsiteY20" fmla="*/ 455071 h 606761"/>
              <a:gd name="connsiteX21" fmla="*/ 81267 w 607614"/>
              <a:gd name="connsiteY21" fmla="*/ 404264 h 606761"/>
              <a:gd name="connsiteX22" fmla="*/ 161803 w 607614"/>
              <a:gd name="connsiteY22" fmla="*/ 404264 h 606761"/>
              <a:gd name="connsiteX23" fmla="*/ 161803 w 607614"/>
              <a:gd name="connsiteY23" fmla="*/ 455071 h 606761"/>
              <a:gd name="connsiteX24" fmla="*/ 81267 w 607614"/>
              <a:gd name="connsiteY24" fmla="*/ 455071 h 606761"/>
              <a:gd name="connsiteX25" fmla="*/ 81267 w 607614"/>
              <a:gd name="connsiteY25" fmla="*/ 333719 h 606761"/>
              <a:gd name="connsiteX26" fmla="*/ 161803 w 607614"/>
              <a:gd name="connsiteY26" fmla="*/ 333719 h 606761"/>
              <a:gd name="connsiteX27" fmla="*/ 161803 w 607614"/>
              <a:gd name="connsiteY27" fmla="*/ 384526 h 606761"/>
              <a:gd name="connsiteX28" fmla="*/ 81267 w 607614"/>
              <a:gd name="connsiteY28" fmla="*/ 384526 h 606761"/>
              <a:gd name="connsiteX29" fmla="*/ 354675 w 607614"/>
              <a:gd name="connsiteY29" fmla="*/ 282911 h 606761"/>
              <a:gd name="connsiteX30" fmla="*/ 435211 w 607614"/>
              <a:gd name="connsiteY30" fmla="*/ 282911 h 606761"/>
              <a:gd name="connsiteX31" fmla="*/ 435211 w 607614"/>
              <a:gd name="connsiteY31" fmla="*/ 384525 h 606761"/>
              <a:gd name="connsiteX32" fmla="*/ 354675 w 607614"/>
              <a:gd name="connsiteY32" fmla="*/ 384525 h 606761"/>
              <a:gd name="connsiteX33" fmla="*/ 172403 w 607614"/>
              <a:gd name="connsiteY33" fmla="*/ 273042 h 606761"/>
              <a:gd name="connsiteX34" fmla="*/ 252939 w 607614"/>
              <a:gd name="connsiteY34" fmla="*/ 273042 h 606761"/>
              <a:gd name="connsiteX35" fmla="*/ 252939 w 607614"/>
              <a:gd name="connsiteY35" fmla="*/ 384525 h 606761"/>
              <a:gd name="connsiteX36" fmla="*/ 172403 w 607614"/>
              <a:gd name="connsiteY36" fmla="*/ 384525 h 606761"/>
              <a:gd name="connsiteX37" fmla="*/ 263539 w 607614"/>
              <a:gd name="connsiteY37" fmla="*/ 212366 h 606761"/>
              <a:gd name="connsiteX38" fmla="*/ 344075 w 607614"/>
              <a:gd name="connsiteY38" fmla="*/ 212366 h 606761"/>
              <a:gd name="connsiteX39" fmla="*/ 344075 w 607614"/>
              <a:gd name="connsiteY39" fmla="*/ 384525 h 606761"/>
              <a:gd name="connsiteX40" fmla="*/ 263539 w 607614"/>
              <a:gd name="connsiteY40" fmla="*/ 384525 h 606761"/>
              <a:gd name="connsiteX41" fmla="*/ 101064 w 607614"/>
              <a:gd name="connsiteY41" fmla="*/ 161559 h 606761"/>
              <a:gd name="connsiteX42" fmla="*/ 151933 w 607614"/>
              <a:gd name="connsiteY42" fmla="*/ 161559 h 606761"/>
              <a:gd name="connsiteX43" fmla="*/ 155729 w 607614"/>
              <a:gd name="connsiteY43" fmla="*/ 162317 h 606761"/>
              <a:gd name="connsiteX44" fmla="*/ 161044 w 607614"/>
              <a:gd name="connsiteY44" fmla="*/ 168385 h 606761"/>
              <a:gd name="connsiteX45" fmla="*/ 161803 w 607614"/>
              <a:gd name="connsiteY45" fmla="*/ 172177 h 606761"/>
              <a:gd name="connsiteX46" fmla="*/ 161803 w 607614"/>
              <a:gd name="connsiteY46" fmla="*/ 222235 h 606761"/>
              <a:gd name="connsiteX47" fmla="*/ 151933 w 607614"/>
              <a:gd name="connsiteY47" fmla="*/ 232853 h 606761"/>
              <a:gd name="connsiteX48" fmla="*/ 142063 w 607614"/>
              <a:gd name="connsiteY48" fmla="*/ 222235 h 606761"/>
              <a:gd name="connsiteX49" fmla="*/ 142063 w 607614"/>
              <a:gd name="connsiteY49" fmla="*/ 196448 h 606761"/>
              <a:gd name="connsiteX50" fmla="*/ 88158 w 607614"/>
              <a:gd name="connsiteY50" fmla="*/ 249539 h 606761"/>
              <a:gd name="connsiteX51" fmla="*/ 81324 w 607614"/>
              <a:gd name="connsiteY51" fmla="*/ 252573 h 606761"/>
              <a:gd name="connsiteX52" fmla="*/ 73732 w 607614"/>
              <a:gd name="connsiteY52" fmla="*/ 249539 h 606761"/>
              <a:gd name="connsiteX53" fmla="*/ 73732 w 607614"/>
              <a:gd name="connsiteY53" fmla="*/ 235887 h 606761"/>
              <a:gd name="connsiteX54" fmla="*/ 127638 w 607614"/>
              <a:gd name="connsiteY54" fmla="*/ 182037 h 606761"/>
              <a:gd name="connsiteX55" fmla="*/ 101064 w 607614"/>
              <a:gd name="connsiteY55" fmla="*/ 182037 h 606761"/>
              <a:gd name="connsiteX56" fmla="*/ 91194 w 607614"/>
              <a:gd name="connsiteY56" fmla="*/ 172177 h 606761"/>
              <a:gd name="connsiteX57" fmla="*/ 101064 w 607614"/>
              <a:gd name="connsiteY57" fmla="*/ 161559 h 606761"/>
              <a:gd name="connsiteX58" fmla="*/ 445811 w 607614"/>
              <a:gd name="connsiteY58" fmla="*/ 151690 h 606761"/>
              <a:gd name="connsiteX59" fmla="*/ 526347 w 607614"/>
              <a:gd name="connsiteY59" fmla="*/ 151690 h 606761"/>
              <a:gd name="connsiteX60" fmla="*/ 526347 w 607614"/>
              <a:gd name="connsiteY60" fmla="*/ 384525 h 606761"/>
              <a:gd name="connsiteX61" fmla="*/ 445811 w 607614"/>
              <a:gd name="connsiteY61" fmla="*/ 384525 h 606761"/>
              <a:gd name="connsiteX62" fmla="*/ 40254 w 607614"/>
              <a:gd name="connsiteY62" fmla="*/ 81154 h 606761"/>
              <a:gd name="connsiteX63" fmla="*/ 40254 w 607614"/>
              <a:gd name="connsiteY63" fmla="*/ 485409 h 606761"/>
              <a:gd name="connsiteX64" fmla="*/ 567360 w 607614"/>
              <a:gd name="connsiteY64" fmla="*/ 485409 h 606761"/>
              <a:gd name="connsiteX65" fmla="*/ 567360 w 607614"/>
              <a:gd name="connsiteY65" fmla="*/ 81154 h 606761"/>
              <a:gd name="connsiteX66" fmla="*/ 0 w 607614"/>
              <a:gd name="connsiteY66" fmla="*/ 0 h 606761"/>
              <a:gd name="connsiteX67" fmla="*/ 607614 w 607614"/>
              <a:gd name="connsiteY67" fmla="*/ 0 h 606761"/>
              <a:gd name="connsiteX68" fmla="*/ 607614 w 607614"/>
              <a:gd name="connsiteY68" fmla="*/ 81154 h 606761"/>
              <a:gd name="connsiteX69" fmla="*/ 587107 w 607614"/>
              <a:gd name="connsiteY69" fmla="*/ 81154 h 606761"/>
              <a:gd name="connsiteX70" fmla="*/ 587107 w 607614"/>
              <a:gd name="connsiteY70" fmla="*/ 485409 h 606761"/>
              <a:gd name="connsiteX71" fmla="*/ 597740 w 607614"/>
              <a:gd name="connsiteY71" fmla="*/ 485409 h 606761"/>
              <a:gd name="connsiteX72" fmla="*/ 607614 w 607614"/>
              <a:gd name="connsiteY72" fmla="*/ 495269 h 606761"/>
              <a:gd name="connsiteX73" fmla="*/ 597740 w 607614"/>
              <a:gd name="connsiteY73" fmla="*/ 505887 h 606761"/>
              <a:gd name="connsiteX74" fmla="*/ 587107 w 607614"/>
              <a:gd name="connsiteY74" fmla="*/ 505887 h 606761"/>
              <a:gd name="connsiteX75" fmla="*/ 313681 w 607614"/>
              <a:gd name="connsiteY75" fmla="*/ 505887 h 606761"/>
              <a:gd name="connsiteX76" fmla="*/ 313681 w 607614"/>
              <a:gd name="connsiteY76" fmla="*/ 525607 h 606761"/>
              <a:gd name="connsiteX77" fmla="*/ 313681 w 607614"/>
              <a:gd name="connsiteY77" fmla="*/ 527124 h 606761"/>
              <a:gd name="connsiteX78" fmla="*/ 344061 w 607614"/>
              <a:gd name="connsiteY78" fmla="*/ 566563 h 606761"/>
              <a:gd name="connsiteX79" fmla="*/ 303807 w 607614"/>
              <a:gd name="connsiteY79" fmla="*/ 606761 h 606761"/>
              <a:gd name="connsiteX80" fmla="*/ 263553 w 607614"/>
              <a:gd name="connsiteY80" fmla="*/ 566563 h 606761"/>
              <a:gd name="connsiteX81" fmla="*/ 293933 w 607614"/>
              <a:gd name="connsiteY81" fmla="*/ 527124 h 606761"/>
              <a:gd name="connsiteX82" fmla="*/ 293933 w 607614"/>
              <a:gd name="connsiteY82" fmla="*/ 525607 h 606761"/>
              <a:gd name="connsiteX83" fmla="*/ 293933 w 607614"/>
              <a:gd name="connsiteY83" fmla="*/ 505887 h 606761"/>
              <a:gd name="connsiteX84" fmla="*/ 20507 w 607614"/>
              <a:gd name="connsiteY84" fmla="*/ 505887 h 606761"/>
              <a:gd name="connsiteX85" fmla="*/ 9874 w 607614"/>
              <a:gd name="connsiteY85" fmla="*/ 505887 h 606761"/>
              <a:gd name="connsiteX86" fmla="*/ 0 w 607614"/>
              <a:gd name="connsiteY86" fmla="*/ 495269 h 606761"/>
              <a:gd name="connsiteX87" fmla="*/ 9874 w 607614"/>
              <a:gd name="connsiteY87" fmla="*/ 485409 h 606761"/>
              <a:gd name="connsiteX88" fmla="*/ 20507 w 607614"/>
              <a:gd name="connsiteY88" fmla="*/ 485409 h 606761"/>
              <a:gd name="connsiteX89" fmla="*/ 20507 w 607614"/>
              <a:gd name="connsiteY89" fmla="*/ 81154 h 606761"/>
              <a:gd name="connsiteX90" fmla="*/ 0 w 607614"/>
              <a:gd name="connsiteY90" fmla="*/ 81154 h 60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607614" h="606761">
                <a:moveTo>
                  <a:pt x="303807" y="546085"/>
                </a:moveTo>
                <a:cubicBezTo>
                  <a:pt x="292414" y="546085"/>
                  <a:pt x="283300" y="555186"/>
                  <a:pt x="283300" y="566563"/>
                </a:cubicBezTo>
                <a:cubicBezTo>
                  <a:pt x="283300" y="577181"/>
                  <a:pt x="292414" y="586283"/>
                  <a:pt x="303807" y="586283"/>
                </a:cubicBezTo>
                <a:cubicBezTo>
                  <a:pt x="315200" y="586283"/>
                  <a:pt x="324314" y="577181"/>
                  <a:pt x="324314" y="566563"/>
                </a:cubicBezTo>
                <a:cubicBezTo>
                  <a:pt x="324314" y="555186"/>
                  <a:pt x="315200" y="546085"/>
                  <a:pt x="303807" y="546085"/>
                </a:cubicBezTo>
                <a:close/>
                <a:moveTo>
                  <a:pt x="445811" y="404264"/>
                </a:moveTo>
                <a:lnTo>
                  <a:pt x="526347" y="404264"/>
                </a:lnTo>
                <a:lnTo>
                  <a:pt x="526347" y="455071"/>
                </a:lnTo>
                <a:lnTo>
                  <a:pt x="445811" y="455071"/>
                </a:lnTo>
                <a:close/>
                <a:moveTo>
                  <a:pt x="354675" y="404264"/>
                </a:moveTo>
                <a:lnTo>
                  <a:pt x="435211" y="404264"/>
                </a:lnTo>
                <a:lnTo>
                  <a:pt x="435211" y="455071"/>
                </a:lnTo>
                <a:lnTo>
                  <a:pt x="354675" y="455071"/>
                </a:lnTo>
                <a:close/>
                <a:moveTo>
                  <a:pt x="263539" y="404264"/>
                </a:moveTo>
                <a:lnTo>
                  <a:pt x="344075" y="404264"/>
                </a:lnTo>
                <a:lnTo>
                  <a:pt x="344075" y="455071"/>
                </a:lnTo>
                <a:lnTo>
                  <a:pt x="263539" y="455071"/>
                </a:lnTo>
                <a:close/>
                <a:moveTo>
                  <a:pt x="172403" y="404264"/>
                </a:moveTo>
                <a:lnTo>
                  <a:pt x="252939" y="404264"/>
                </a:lnTo>
                <a:lnTo>
                  <a:pt x="252939" y="455071"/>
                </a:lnTo>
                <a:lnTo>
                  <a:pt x="172403" y="455071"/>
                </a:lnTo>
                <a:close/>
                <a:moveTo>
                  <a:pt x="81267" y="404264"/>
                </a:moveTo>
                <a:lnTo>
                  <a:pt x="161803" y="404264"/>
                </a:lnTo>
                <a:lnTo>
                  <a:pt x="161803" y="455071"/>
                </a:lnTo>
                <a:lnTo>
                  <a:pt x="81267" y="455071"/>
                </a:lnTo>
                <a:close/>
                <a:moveTo>
                  <a:pt x="81267" y="333719"/>
                </a:moveTo>
                <a:lnTo>
                  <a:pt x="161803" y="333719"/>
                </a:lnTo>
                <a:lnTo>
                  <a:pt x="161803" y="384526"/>
                </a:lnTo>
                <a:lnTo>
                  <a:pt x="81267" y="384526"/>
                </a:lnTo>
                <a:close/>
                <a:moveTo>
                  <a:pt x="354675" y="282911"/>
                </a:moveTo>
                <a:lnTo>
                  <a:pt x="435211" y="282911"/>
                </a:lnTo>
                <a:lnTo>
                  <a:pt x="435211" y="384525"/>
                </a:lnTo>
                <a:lnTo>
                  <a:pt x="354675" y="384525"/>
                </a:lnTo>
                <a:close/>
                <a:moveTo>
                  <a:pt x="172403" y="273042"/>
                </a:moveTo>
                <a:lnTo>
                  <a:pt x="252939" y="273042"/>
                </a:lnTo>
                <a:lnTo>
                  <a:pt x="252939" y="384525"/>
                </a:lnTo>
                <a:lnTo>
                  <a:pt x="172403" y="384525"/>
                </a:lnTo>
                <a:close/>
                <a:moveTo>
                  <a:pt x="263539" y="212366"/>
                </a:moveTo>
                <a:lnTo>
                  <a:pt x="344075" y="212366"/>
                </a:lnTo>
                <a:lnTo>
                  <a:pt x="344075" y="384525"/>
                </a:lnTo>
                <a:lnTo>
                  <a:pt x="263539" y="384525"/>
                </a:lnTo>
                <a:close/>
                <a:moveTo>
                  <a:pt x="101064" y="161559"/>
                </a:moveTo>
                <a:lnTo>
                  <a:pt x="151933" y="161559"/>
                </a:lnTo>
                <a:cubicBezTo>
                  <a:pt x="153451" y="161559"/>
                  <a:pt x="154211" y="162317"/>
                  <a:pt x="155729" y="162317"/>
                </a:cubicBezTo>
                <a:cubicBezTo>
                  <a:pt x="158007" y="163834"/>
                  <a:pt x="160285" y="165351"/>
                  <a:pt x="161044" y="168385"/>
                </a:cubicBezTo>
                <a:cubicBezTo>
                  <a:pt x="161803" y="169144"/>
                  <a:pt x="161803" y="170660"/>
                  <a:pt x="161803" y="172177"/>
                </a:cubicBezTo>
                <a:lnTo>
                  <a:pt x="161803" y="222235"/>
                </a:lnTo>
                <a:cubicBezTo>
                  <a:pt x="161803" y="228303"/>
                  <a:pt x="157248" y="232853"/>
                  <a:pt x="151933" y="232853"/>
                </a:cubicBezTo>
                <a:cubicBezTo>
                  <a:pt x="146618" y="232853"/>
                  <a:pt x="142063" y="228303"/>
                  <a:pt x="142063" y="222235"/>
                </a:cubicBezTo>
                <a:lnTo>
                  <a:pt x="142063" y="196448"/>
                </a:lnTo>
                <a:lnTo>
                  <a:pt x="88158" y="249539"/>
                </a:lnTo>
                <a:cubicBezTo>
                  <a:pt x="85880" y="251815"/>
                  <a:pt x="83602" y="252573"/>
                  <a:pt x="81324" y="252573"/>
                </a:cubicBezTo>
                <a:cubicBezTo>
                  <a:pt x="78288" y="252573"/>
                  <a:pt x="76010" y="251815"/>
                  <a:pt x="73732" y="249539"/>
                </a:cubicBezTo>
                <a:cubicBezTo>
                  <a:pt x="69936" y="245747"/>
                  <a:pt x="69936" y="239679"/>
                  <a:pt x="73732" y="235887"/>
                </a:cubicBezTo>
                <a:lnTo>
                  <a:pt x="127638" y="182037"/>
                </a:lnTo>
                <a:lnTo>
                  <a:pt x="101064" y="182037"/>
                </a:lnTo>
                <a:cubicBezTo>
                  <a:pt x="95750" y="182037"/>
                  <a:pt x="91194" y="177486"/>
                  <a:pt x="91194" y="172177"/>
                </a:cubicBezTo>
                <a:cubicBezTo>
                  <a:pt x="91194" y="166110"/>
                  <a:pt x="95750" y="161559"/>
                  <a:pt x="101064" y="161559"/>
                </a:cubicBezTo>
                <a:close/>
                <a:moveTo>
                  <a:pt x="445811" y="151690"/>
                </a:moveTo>
                <a:lnTo>
                  <a:pt x="526347" y="151690"/>
                </a:lnTo>
                <a:lnTo>
                  <a:pt x="526347" y="384525"/>
                </a:lnTo>
                <a:lnTo>
                  <a:pt x="445811" y="384525"/>
                </a:lnTo>
                <a:close/>
                <a:moveTo>
                  <a:pt x="40254" y="81154"/>
                </a:moveTo>
                <a:lnTo>
                  <a:pt x="40254" y="485409"/>
                </a:lnTo>
                <a:lnTo>
                  <a:pt x="567360" y="485409"/>
                </a:lnTo>
                <a:lnTo>
                  <a:pt x="567360" y="81154"/>
                </a:lnTo>
                <a:close/>
                <a:moveTo>
                  <a:pt x="0" y="0"/>
                </a:moveTo>
                <a:lnTo>
                  <a:pt x="607614" y="0"/>
                </a:lnTo>
                <a:lnTo>
                  <a:pt x="607614" y="81154"/>
                </a:lnTo>
                <a:lnTo>
                  <a:pt x="587107" y="81154"/>
                </a:lnTo>
                <a:lnTo>
                  <a:pt x="587107" y="485409"/>
                </a:lnTo>
                <a:lnTo>
                  <a:pt x="597740" y="485409"/>
                </a:lnTo>
                <a:cubicBezTo>
                  <a:pt x="603057" y="485409"/>
                  <a:pt x="607614" y="489960"/>
                  <a:pt x="607614" y="495269"/>
                </a:cubicBezTo>
                <a:cubicBezTo>
                  <a:pt x="607614" y="501336"/>
                  <a:pt x="603057" y="505887"/>
                  <a:pt x="597740" y="505887"/>
                </a:cubicBezTo>
                <a:lnTo>
                  <a:pt x="587107" y="505887"/>
                </a:lnTo>
                <a:lnTo>
                  <a:pt x="313681" y="505887"/>
                </a:lnTo>
                <a:lnTo>
                  <a:pt x="313681" y="525607"/>
                </a:lnTo>
                <a:cubicBezTo>
                  <a:pt x="313681" y="526365"/>
                  <a:pt x="313681" y="527124"/>
                  <a:pt x="313681" y="527124"/>
                </a:cubicBezTo>
                <a:cubicBezTo>
                  <a:pt x="331150" y="531674"/>
                  <a:pt x="344061" y="547602"/>
                  <a:pt x="344061" y="566563"/>
                </a:cubicBezTo>
                <a:cubicBezTo>
                  <a:pt x="344061" y="588558"/>
                  <a:pt x="325833" y="606761"/>
                  <a:pt x="303807" y="606761"/>
                </a:cubicBezTo>
                <a:cubicBezTo>
                  <a:pt x="281781" y="606761"/>
                  <a:pt x="263553" y="588558"/>
                  <a:pt x="263553" y="566563"/>
                </a:cubicBezTo>
                <a:cubicBezTo>
                  <a:pt x="263553" y="547602"/>
                  <a:pt x="276464" y="531674"/>
                  <a:pt x="293933" y="527124"/>
                </a:cubicBezTo>
                <a:cubicBezTo>
                  <a:pt x="293933" y="527124"/>
                  <a:pt x="293933" y="526365"/>
                  <a:pt x="293933" y="525607"/>
                </a:cubicBezTo>
                <a:lnTo>
                  <a:pt x="293933" y="505887"/>
                </a:lnTo>
                <a:lnTo>
                  <a:pt x="20507" y="505887"/>
                </a:lnTo>
                <a:lnTo>
                  <a:pt x="9874" y="505887"/>
                </a:lnTo>
                <a:cubicBezTo>
                  <a:pt x="4557" y="505887"/>
                  <a:pt x="0" y="501336"/>
                  <a:pt x="0" y="495269"/>
                </a:cubicBezTo>
                <a:cubicBezTo>
                  <a:pt x="0" y="489960"/>
                  <a:pt x="4557" y="485409"/>
                  <a:pt x="9874" y="485409"/>
                </a:cubicBezTo>
                <a:lnTo>
                  <a:pt x="20507" y="485409"/>
                </a:lnTo>
                <a:lnTo>
                  <a:pt x="20507" y="81154"/>
                </a:lnTo>
                <a:lnTo>
                  <a:pt x="0" y="811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1" name="settings_208779"/>
          <p:cNvSpPr>
            <a:spLocks noChangeAspect="1"/>
          </p:cNvSpPr>
          <p:nvPr/>
        </p:nvSpPr>
        <p:spPr bwMode="auto">
          <a:xfrm>
            <a:off x="5367795" y="4028619"/>
            <a:ext cx="501138" cy="549496"/>
          </a:xfrm>
          <a:custGeom>
            <a:avLst/>
            <a:gdLst>
              <a:gd name="connsiteX0" fmla="*/ 257952 w 552598"/>
              <a:gd name="connsiteY0" fmla="*/ 238897 h 605921"/>
              <a:gd name="connsiteX1" fmla="*/ 252845 w 552598"/>
              <a:gd name="connsiteY1" fmla="*/ 243996 h 605921"/>
              <a:gd name="connsiteX2" fmla="*/ 252845 w 552598"/>
              <a:gd name="connsiteY2" fmla="*/ 308986 h 605921"/>
              <a:gd name="connsiteX3" fmla="*/ 228056 w 552598"/>
              <a:gd name="connsiteY3" fmla="*/ 308986 h 605921"/>
              <a:gd name="connsiteX4" fmla="*/ 225642 w 552598"/>
              <a:gd name="connsiteY4" fmla="*/ 314085 h 605921"/>
              <a:gd name="connsiteX5" fmla="*/ 273271 w 552598"/>
              <a:gd name="connsiteY5" fmla="*/ 372123 h 605921"/>
              <a:gd name="connsiteX6" fmla="*/ 279306 w 552598"/>
              <a:gd name="connsiteY6" fmla="*/ 372123 h 605921"/>
              <a:gd name="connsiteX7" fmla="*/ 327027 w 552598"/>
              <a:gd name="connsiteY7" fmla="*/ 314085 h 605921"/>
              <a:gd name="connsiteX8" fmla="*/ 324520 w 552598"/>
              <a:gd name="connsiteY8" fmla="*/ 308986 h 605921"/>
              <a:gd name="connsiteX9" fmla="*/ 299731 w 552598"/>
              <a:gd name="connsiteY9" fmla="*/ 308986 h 605921"/>
              <a:gd name="connsiteX10" fmla="*/ 299731 w 552598"/>
              <a:gd name="connsiteY10" fmla="*/ 243996 h 605921"/>
              <a:gd name="connsiteX11" fmla="*/ 294718 w 552598"/>
              <a:gd name="connsiteY11" fmla="*/ 238897 h 605921"/>
              <a:gd name="connsiteX12" fmla="*/ 260737 w 552598"/>
              <a:gd name="connsiteY12" fmla="*/ 130146 h 605921"/>
              <a:gd name="connsiteX13" fmla="*/ 291932 w 552598"/>
              <a:gd name="connsiteY13" fmla="*/ 130146 h 605921"/>
              <a:gd name="connsiteX14" fmla="*/ 303445 w 552598"/>
              <a:gd name="connsiteY14" fmla="*/ 141642 h 605921"/>
              <a:gd name="connsiteX15" fmla="*/ 303445 w 552598"/>
              <a:gd name="connsiteY15" fmla="*/ 167602 h 605921"/>
              <a:gd name="connsiteX16" fmla="*/ 353580 w 552598"/>
              <a:gd name="connsiteY16" fmla="*/ 188369 h 605921"/>
              <a:gd name="connsiteX17" fmla="*/ 371963 w 552598"/>
              <a:gd name="connsiteY17" fmla="*/ 170012 h 605921"/>
              <a:gd name="connsiteX18" fmla="*/ 388118 w 552598"/>
              <a:gd name="connsiteY18" fmla="*/ 170012 h 605921"/>
              <a:gd name="connsiteX19" fmla="*/ 410215 w 552598"/>
              <a:gd name="connsiteY19" fmla="*/ 192077 h 605921"/>
              <a:gd name="connsiteX20" fmla="*/ 410215 w 552598"/>
              <a:gd name="connsiteY20" fmla="*/ 208209 h 605921"/>
              <a:gd name="connsiteX21" fmla="*/ 391832 w 552598"/>
              <a:gd name="connsiteY21" fmla="*/ 226566 h 605921"/>
              <a:gd name="connsiteX22" fmla="*/ 412628 w 552598"/>
              <a:gd name="connsiteY22" fmla="*/ 276630 h 605921"/>
              <a:gd name="connsiteX23" fmla="*/ 438625 w 552598"/>
              <a:gd name="connsiteY23" fmla="*/ 276630 h 605921"/>
              <a:gd name="connsiteX24" fmla="*/ 450137 w 552598"/>
              <a:gd name="connsiteY24" fmla="*/ 288126 h 605921"/>
              <a:gd name="connsiteX25" fmla="*/ 450137 w 552598"/>
              <a:gd name="connsiteY25" fmla="*/ 319277 h 605921"/>
              <a:gd name="connsiteX26" fmla="*/ 438625 w 552598"/>
              <a:gd name="connsiteY26" fmla="*/ 330773 h 605921"/>
              <a:gd name="connsiteX27" fmla="*/ 412628 w 552598"/>
              <a:gd name="connsiteY27" fmla="*/ 330773 h 605921"/>
              <a:gd name="connsiteX28" fmla="*/ 391832 w 552598"/>
              <a:gd name="connsiteY28" fmla="*/ 380838 h 605921"/>
              <a:gd name="connsiteX29" fmla="*/ 410215 w 552598"/>
              <a:gd name="connsiteY29" fmla="*/ 399102 h 605921"/>
              <a:gd name="connsiteX30" fmla="*/ 410215 w 552598"/>
              <a:gd name="connsiteY30" fmla="*/ 415326 h 605921"/>
              <a:gd name="connsiteX31" fmla="*/ 388118 w 552598"/>
              <a:gd name="connsiteY31" fmla="*/ 437299 h 605921"/>
              <a:gd name="connsiteX32" fmla="*/ 371963 w 552598"/>
              <a:gd name="connsiteY32" fmla="*/ 437299 h 605921"/>
              <a:gd name="connsiteX33" fmla="*/ 353580 w 552598"/>
              <a:gd name="connsiteY33" fmla="*/ 419035 h 605921"/>
              <a:gd name="connsiteX34" fmla="*/ 303445 w 552598"/>
              <a:gd name="connsiteY34" fmla="*/ 439802 h 605921"/>
              <a:gd name="connsiteX35" fmla="*/ 303445 w 552598"/>
              <a:gd name="connsiteY35" fmla="*/ 465761 h 605921"/>
              <a:gd name="connsiteX36" fmla="*/ 291932 w 552598"/>
              <a:gd name="connsiteY36" fmla="*/ 477257 h 605921"/>
              <a:gd name="connsiteX37" fmla="*/ 260737 w 552598"/>
              <a:gd name="connsiteY37" fmla="*/ 477257 h 605921"/>
              <a:gd name="connsiteX38" fmla="*/ 249224 w 552598"/>
              <a:gd name="connsiteY38" fmla="*/ 465761 h 605921"/>
              <a:gd name="connsiteX39" fmla="*/ 249224 w 552598"/>
              <a:gd name="connsiteY39" fmla="*/ 439802 h 605921"/>
              <a:gd name="connsiteX40" fmla="*/ 199089 w 552598"/>
              <a:gd name="connsiteY40" fmla="*/ 419035 h 605921"/>
              <a:gd name="connsiteX41" fmla="*/ 180799 w 552598"/>
              <a:gd name="connsiteY41" fmla="*/ 437299 h 605921"/>
              <a:gd name="connsiteX42" fmla="*/ 164551 w 552598"/>
              <a:gd name="connsiteY42" fmla="*/ 437299 h 605921"/>
              <a:gd name="connsiteX43" fmla="*/ 142547 w 552598"/>
              <a:gd name="connsiteY43" fmla="*/ 415326 h 605921"/>
              <a:gd name="connsiteX44" fmla="*/ 142547 w 552598"/>
              <a:gd name="connsiteY44" fmla="*/ 399102 h 605921"/>
              <a:gd name="connsiteX45" fmla="*/ 160837 w 552598"/>
              <a:gd name="connsiteY45" fmla="*/ 380838 h 605921"/>
              <a:gd name="connsiteX46" fmla="*/ 140041 w 552598"/>
              <a:gd name="connsiteY46" fmla="*/ 330773 h 605921"/>
              <a:gd name="connsiteX47" fmla="*/ 114044 w 552598"/>
              <a:gd name="connsiteY47" fmla="*/ 330773 h 605921"/>
              <a:gd name="connsiteX48" fmla="*/ 102532 w 552598"/>
              <a:gd name="connsiteY48" fmla="*/ 319277 h 605921"/>
              <a:gd name="connsiteX49" fmla="*/ 102532 w 552598"/>
              <a:gd name="connsiteY49" fmla="*/ 288126 h 605921"/>
              <a:gd name="connsiteX50" fmla="*/ 114044 w 552598"/>
              <a:gd name="connsiteY50" fmla="*/ 276630 h 605921"/>
              <a:gd name="connsiteX51" fmla="*/ 140041 w 552598"/>
              <a:gd name="connsiteY51" fmla="*/ 276630 h 605921"/>
              <a:gd name="connsiteX52" fmla="*/ 160837 w 552598"/>
              <a:gd name="connsiteY52" fmla="*/ 226566 h 605921"/>
              <a:gd name="connsiteX53" fmla="*/ 142547 w 552598"/>
              <a:gd name="connsiteY53" fmla="*/ 208209 h 605921"/>
              <a:gd name="connsiteX54" fmla="*/ 142547 w 552598"/>
              <a:gd name="connsiteY54" fmla="*/ 192077 h 605921"/>
              <a:gd name="connsiteX55" fmla="*/ 164551 w 552598"/>
              <a:gd name="connsiteY55" fmla="*/ 170012 h 605921"/>
              <a:gd name="connsiteX56" fmla="*/ 180799 w 552598"/>
              <a:gd name="connsiteY56" fmla="*/ 170012 h 605921"/>
              <a:gd name="connsiteX57" fmla="*/ 199089 w 552598"/>
              <a:gd name="connsiteY57" fmla="*/ 188369 h 605921"/>
              <a:gd name="connsiteX58" fmla="*/ 249224 w 552598"/>
              <a:gd name="connsiteY58" fmla="*/ 167602 h 605921"/>
              <a:gd name="connsiteX59" fmla="*/ 249224 w 552598"/>
              <a:gd name="connsiteY59" fmla="*/ 141642 h 605921"/>
              <a:gd name="connsiteX60" fmla="*/ 260737 w 552598"/>
              <a:gd name="connsiteY60" fmla="*/ 130146 h 605921"/>
              <a:gd name="connsiteX61" fmla="*/ 438507 w 552598"/>
              <a:gd name="connsiteY61" fmla="*/ 79551 h 605921"/>
              <a:gd name="connsiteX62" fmla="*/ 552598 w 552598"/>
              <a:gd name="connsiteY62" fmla="*/ 302952 h 605921"/>
              <a:gd name="connsiteX63" fmla="*/ 276329 w 552598"/>
              <a:gd name="connsiteY63" fmla="*/ 578821 h 605921"/>
              <a:gd name="connsiteX64" fmla="*/ 276329 w 552598"/>
              <a:gd name="connsiteY64" fmla="*/ 602737 h 605921"/>
              <a:gd name="connsiteX65" fmla="*/ 271316 w 552598"/>
              <a:gd name="connsiteY65" fmla="*/ 605332 h 605921"/>
              <a:gd name="connsiteX66" fmla="*/ 206426 w 552598"/>
              <a:gd name="connsiteY66" fmla="*/ 560837 h 605921"/>
              <a:gd name="connsiteX67" fmla="*/ 206426 w 552598"/>
              <a:gd name="connsiteY67" fmla="*/ 555553 h 605921"/>
              <a:gd name="connsiteX68" fmla="*/ 271316 w 552598"/>
              <a:gd name="connsiteY68" fmla="*/ 511059 h 605921"/>
              <a:gd name="connsiteX69" fmla="*/ 276329 w 552598"/>
              <a:gd name="connsiteY69" fmla="*/ 513654 h 605921"/>
              <a:gd name="connsiteX70" fmla="*/ 276329 w 552598"/>
              <a:gd name="connsiteY70" fmla="*/ 537663 h 605921"/>
              <a:gd name="connsiteX71" fmla="*/ 511381 w 552598"/>
              <a:gd name="connsiteY71" fmla="*/ 302952 h 605921"/>
              <a:gd name="connsiteX72" fmla="*/ 414278 w 552598"/>
              <a:gd name="connsiteY72" fmla="*/ 112830 h 605921"/>
              <a:gd name="connsiteX73" fmla="*/ 281414 w 552598"/>
              <a:gd name="connsiteY73" fmla="*/ 589 h 605921"/>
              <a:gd name="connsiteX74" fmla="*/ 346313 w 552598"/>
              <a:gd name="connsiteY74" fmla="*/ 45086 h 605921"/>
              <a:gd name="connsiteX75" fmla="*/ 346313 w 552598"/>
              <a:gd name="connsiteY75" fmla="*/ 50277 h 605921"/>
              <a:gd name="connsiteX76" fmla="*/ 281414 w 552598"/>
              <a:gd name="connsiteY76" fmla="*/ 94775 h 605921"/>
              <a:gd name="connsiteX77" fmla="*/ 276308 w 552598"/>
              <a:gd name="connsiteY77" fmla="*/ 92179 h 605921"/>
              <a:gd name="connsiteX78" fmla="*/ 276308 w 552598"/>
              <a:gd name="connsiteY78" fmla="*/ 68262 h 605921"/>
              <a:gd name="connsiteX79" fmla="*/ 41223 w 552598"/>
              <a:gd name="connsiteY79" fmla="*/ 303077 h 605921"/>
              <a:gd name="connsiteX80" fmla="*/ 138432 w 552598"/>
              <a:gd name="connsiteY80" fmla="*/ 493302 h 605921"/>
              <a:gd name="connsiteX81" fmla="*/ 114200 w 552598"/>
              <a:gd name="connsiteY81" fmla="*/ 526582 h 605921"/>
              <a:gd name="connsiteX82" fmla="*/ 0 w 552598"/>
              <a:gd name="connsiteY82" fmla="*/ 303077 h 605921"/>
              <a:gd name="connsiteX83" fmla="*/ 276308 w 552598"/>
              <a:gd name="connsiteY83" fmla="*/ 27195 h 605921"/>
              <a:gd name="connsiteX84" fmla="*/ 276308 w 552598"/>
              <a:gd name="connsiteY84" fmla="*/ 3185 h 605921"/>
              <a:gd name="connsiteX85" fmla="*/ 281414 w 552598"/>
              <a:gd name="connsiteY85" fmla="*/ 589 h 605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52598" h="605921">
                <a:moveTo>
                  <a:pt x="257952" y="238897"/>
                </a:moveTo>
                <a:cubicBezTo>
                  <a:pt x="255074" y="238897"/>
                  <a:pt x="252845" y="241122"/>
                  <a:pt x="252845" y="243996"/>
                </a:cubicBezTo>
                <a:lnTo>
                  <a:pt x="252845" y="308986"/>
                </a:lnTo>
                <a:lnTo>
                  <a:pt x="228056" y="308986"/>
                </a:lnTo>
                <a:cubicBezTo>
                  <a:pt x="225364" y="308986"/>
                  <a:pt x="223878" y="311953"/>
                  <a:pt x="225642" y="314085"/>
                </a:cubicBezTo>
                <a:lnTo>
                  <a:pt x="273271" y="372123"/>
                </a:lnTo>
                <a:cubicBezTo>
                  <a:pt x="274849" y="373977"/>
                  <a:pt x="277727" y="373977"/>
                  <a:pt x="279306" y="372123"/>
                </a:cubicBezTo>
                <a:lnTo>
                  <a:pt x="327027" y="314085"/>
                </a:lnTo>
                <a:cubicBezTo>
                  <a:pt x="328605" y="311953"/>
                  <a:pt x="327213" y="308894"/>
                  <a:pt x="324520" y="308986"/>
                </a:cubicBezTo>
                <a:lnTo>
                  <a:pt x="299731" y="308986"/>
                </a:lnTo>
                <a:lnTo>
                  <a:pt x="299731" y="243996"/>
                </a:lnTo>
                <a:cubicBezTo>
                  <a:pt x="299731" y="241122"/>
                  <a:pt x="297503" y="238897"/>
                  <a:pt x="294718" y="238897"/>
                </a:cubicBezTo>
                <a:close/>
                <a:moveTo>
                  <a:pt x="260737" y="130146"/>
                </a:moveTo>
                <a:lnTo>
                  <a:pt x="291932" y="130146"/>
                </a:lnTo>
                <a:cubicBezTo>
                  <a:pt x="298431" y="130146"/>
                  <a:pt x="303445" y="135338"/>
                  <a:pt x="303445" y="141642"/>
                </a:cubicBezTo>
                <a:lnTo>
                  <a:pt x="303445" y="167602"/>
                </a:lnTo>
                <a:cubicBezTo>
                  <a:pt x="321642" y="171125"/>
                  <a:pt x="338632" y="178356"/>
                  <a:pt x="353580" y="188369"/>
                </a:cubicBezTo>
                <a:lnTo>
                  <a:pt x="371963" y="170012"/>
                </a:lnTo>
                <a:cubicBezTo>
                  <a:pt x="376420" y="165562"/>
                  <a:pt x="383661" y="165562"/>
                  <a:pt x="388118" y="170012"/>
                </a:cubicBezTo>
                <a:lnTo>
                  <a:pt x="410215" y="192077"/>
                </a:lnTo>
                <a:cubicBezTo>
                  <a:pt x="414671" y="196528"/>
                  <a:pt x="414671" y="203759"/>
                  <a:pt x="410215" y="208209"/>
                </a:cubicBezTo>
                <a:lnTo>
                  <a:pt x="391832" y="226566"/>
                </a:lnTo>
                <a:cubicBezTo>
                  <a:pt x="401859" y="241400"/>
                  <a:pt x="409100" y="258459"/>
                  <a:pt x="412628" y="276630"/>
                </a:cubicBezTo>
                <a:lnTo>
                  <a:pt x="438625" y="276630"/>
                </a:lnTo>
                <a:cubicBezTo>
                  <a:pt x="445124" y="276630"/>
                  <a:pt x="450137" y="281822"/>
                  <a:pt x="450137" y="288126"/>
                </a:cubicBezTo>
                <a:lnTo>
                  <a:pt x="450137" y="319277"/>
                </a:lnTo>
                <a:cubicBezTo>
                  <a:pt x="450137" y="325674"/>
                  <a:pt x="444938" y="330773"/>
                  <a:pt x="438625" y="330773"/>
                </a:cubicBezTo>
                <a:lnTo>
                  <a:pt x="412628" y="330773"/>
                </a:lnTo>
                <a:cubicBezTo>
                  <a:pt x="409100" y="348945"/>
                  <a:pt x="401859" y="365818"/>
                  <a:pt x="391832" y="380838"/>
                </a:cubicBezTo>
                <a:lnTo>
                  <a:pt x="410215" y="399102"/>
                </a:lnTo>
                <a:cubicBezTo>
                  <a:pt x="414671" y="403552"/>
                  <a:pt x="414671" y="410876"/>
                  <a:pt x="410215" y="415326"/>
                </a:cubicBezTo>
                <a:lnTo>
                  <a:pt x="388118" y="437299"/>
                </a:lnTo>
                <a:cubicBezTo>
                  <a:pt x="383661" y="441749"/>
                  <a:pt x="376420" y="441749"/>
                  <a:pt x="371963" y="437299"/>
                </a:cubicBezTo>
                <a:lnTo>
                  <a:pt x="353580" y="419035"/>
                </a:lnTo>
                <a:cubicBezTo>
                  <a:pt x="338725" y="429047"/>
                  <a:pt x="321642" y="436186"/>
                  <a:pt x="303445" y="439802"/>
                </a:cubicBezTo>
                <a:lnTo>
                  <a:pt x="303445" y="465761"/>
                </a:lnTo>
                <a:cubicBezTo>
                  <a:pt x="303445" y="472158"/>
                  <a:pt x="298246" y="477257"/>
                  <a:pt x="291932" y="477257"/>
                </a:cubicBezTo>
                <a:lnTo>
                  <a:pt x="260737" y="477257"/>
                </a:lnTo>
                <a:cubicBezTo>
                  <a:pt x="254331" y="477257"/>
                  <a:pt x="249224" y="472065"/>
                  <a:pt x="249224" y="465761"/>
                </a:cubicBezTo>
                <a:lnTo>
                  <a:pt x="249224" y="439802"/>
                </a:lnTo>
                <a:cubicBezTo>
                  <a:pt x="231027" y="436186"/>
                  <a:pt x="214130" y="429047"/>
                  <a:pt x="199089" y="419035"/>
                </a:cubicBezTo>
                <a:lnTo>
                  <a:pt x="180799" y="437299"/>
                </a:lnTo>
                <a:cubicBezTo>
                  <a:pt x="176342" y="441749"/>
                  <a:pt x="169008" y="441749"/>
                  <a:pt x="164551" y="437299"/>
                </a:cubicBezTo>
                <a:lnTo>
                  <a:pt x="142547" y="415326"/>
                </a:lnTo>
                <a:cubicBezTo>
                  <a:pt x="138091" y="410876"/>
                  <a:pt x="138091" y="403552"/>
                  <a:pt x="142547" y="399102"/>
                </a:cubicBezTo>
                <a:lnTo>
                  <a:pt x="160837" y="380838"/>
                </a:lnTo>
                <a:cubicBezTo>
                  <a:pt x="150810" y="366004"/>
                  <a:pt x="143661" y="348945"/>
                  <a:pt x="140041" y="330773"/>
                </a:cubicBezTo>
                <a:lnTo>
                  <a:pt x="114044" y="330773"/>
                </a:lnTo>
                <a:cubicBezTo>
                  <a:pt x="107638" y="330773"/>
                  <a:pt x="102532" y="325582"/>
                  <a:pt x="102532" y="319277"/>
                </a:cubicBezTo>
                <a:lnTo>
                  <a:pt x="102532" y="288126"/>
                </a:lnTo>
                <a:cubicBezTo>
                  <a:pt x="102532" y="281636"/>
                  <a:pt x="107731" y="276630"/>
                  <a:pt x="114044" y="276630"/>
                </a:cubicBezTo>
                <a:lnTo>
                  <a:pt x="140041" y="276630"/>
                </a:lnTo>
                <a:cubicBezTo>
                  <a:pt x="143661" y="258459"/>
                  <a:pt x="150810" y="241492"/>
                  <a:pt x="160837" y="226566"/>
                </a:cubicBezTo>
                <a:lnTo>
                  <a:pt x="142547" y="208209"/>
                </a:lnTo>
                <a:cubicBezTo>
                  <a:pt x="138091" y="203759"/>
                  <a:pt x="138091" y="196528"/>
                  <a:pt x="142547" y="192077"/>
                </a:cubicBezTo>
                <a:lnTo>
                  <a:pt x="164551" y="170012"/>
                </a:lnTo>
                <a:cubicBezTo>
                  <a:pt x="169008" y="165562"/>
                  <a:pt x="176342" y="165562"/>
                  <a:pt x="180799" y="170012"/>
                </a:cubicBezTo>
                <a:lnTo>
                  <a:pt x="199089" y="188369"/>
                </a:lnTo>
                <a:cubicBezTo>
                  <a:pt x="213944" y="178356"/>
                  <a:pt x="231027" y="171125"/>
                  <a:pt x="249224" y="167602"/>
                </a:cubicBezTo>
                <a:lnTo>
                  <a:pt x="249224" y="141642"/>
                </a:lnTo>
                <a:cubicBezTo>
                  <a:pt x="249224" y="135153"/>
                  <a:pt x="254424" y="130146"/>
                  <a:pt x="260737" y="130146"/>
                </a:cubicBezTo>
                <a:close/>
                <a:moveTo>
                  <a:pt x="438507" y="79551"/>
                </a:moveTo>
                <a:cubicBezTo>
                  <a:pt x="510081" y="131462"/>
                  <a:pt x="552598" y="214890"/>
                  <a:pt x="552598" y="302952"/>
                </a:cubicBezTo>
                <a:cubicBezTo>
                  <a:pt x="552598" y="455069"/>
                  <a:pt x="428760" y="578821"/>
                  <a:pt x="276329" y="578821"/>
                </a:cubicBezTo>
                <a:lnTo>
                  <a:pt x="276329" y="602737"/>
                </a:lnTo>
                <a:cubicBezTo>
                  <a:pt x="276329" y="605332"/>
                  <a:pt x="273358" y="606815"/>
                  <a:pt x="271316" y="605332"/>
                </a:cubicBezTo>
                <a:lnTo>
                  <a:pt x="206426" y="560837"/>
                </a:lnTo>
                <a:cubicBezTo>
                  <a:pt x="204569" y="559539"/>
                  <a:pt x="204569" y="556759"/>
                  <a:pt x="206426" y="555553"/>
                </a:cubicBezTo>
                <a:lnTo>
                  <a:pt x="271316" y="511059"/>
                </a:lnTo>
                <a:cubicBezTo>
                  <a:pt x="273544" y="509575"/>
                  <a:pt x="276329" y="511059"/>
                  <a:pt x="276329" y="513654"/>
                </a:cubicBezTo>
                <a:lnTo>
                  <a:pt x="276329" y="537663"/>
                </a:lnTo>
                <a:cubicBezTo>
                  <a:pt x="405923" y="537663"/>
                  <a:pt x="511381" y="432358"/>
                  <a:pt x="511381" y="302952"/>
                </a:cubicBezTo>
                <a:cubicBezTo>
                  <a:pt x="511381" y="228053"/>
                  <a:pt x="475176" y="156954"/>
                  <a:pt x="414278" y="112830"/>
                </a:cubicBezTo>
                <a:close/>
                <a:moveTo>
                  <a:pt x="281414" y="589"/>
                </a:moveTo>
                <a:lnTo>
                  <a:pt x="346313" y="45086"/>
                </a:lnTo>
                <a:cubicBezTo>
                  <a:pt x="348170" y="46384"/>
                  <a:pt x="348170" y="49072"/>
                  <a:pt x="346313" y="50277"/>
                </a:cubicBezTo>
                <a:lnTo>
                  <a:pt x="281414" y="94775"/>
                </a:lnTo>
                <a:cubicBezTo>
                  <a:pt x="279186" y="96258"/>
                  <a:pt x="276308" y="94775"/>
                  <a:pt x="276308" y="92179"/>
                </a:cubicBezTo>
                <a:lnTo>
                  <a:pt x="276308" y="68262"/>
                </a:lnTo>
                <a:cubicBezTo>
                  <a:pt x="146695" y="68262"/>
                  <a:pt x="41223" y="173665"/>
                  <a:pt x="41223" y="303077"/>
                </a:cubicBezTo>
                <a:cubicBezTo>
                  <a:pt x="41223" y="377980"/>
                  <a:pt x="77526" y="449176"/>
                  <a:pt x="138432" y="493302"/>
                </a:cubicBezTo>
                <a:lnTo>
                  <a:pt x="114200" y="526582"/>
                </a:lnTo>
                <a:cubicBezTo>
                  <a:pt x="42709" y="474762"/>
                  <a:pt x="0" y="391237"/>
                  <a:pt x="0" y="303077"/>
                </a:cubicBezTo>
                <a:cubicBezTo>
                  <a:pt x="0" y="150953"/>
                  <a:pt x="123948" y="27195"/>
                  <a:pt x="276308" y="27195"/>
                </a:cubicBezTo>
                <a:lnTo>
                  <a:pt x="276308" y="3185"/>
                </a:lnTo>
                <a:cubicBezTo>
                  <a:pt x="276308" y="589"/>
                  <a:pt x="279279" y="-894"/>
                  <a:pt x="281414" y="5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42" name="settings_100852"/>
          <p:cNvSpPr>
            <a:spLocks noChangeAspect="1"/>
          </p:cNvSpPr>
          <p:nvPr/>
        </p:nvSpPr>
        <p:spPr bwMode="auto">
          <a:xfrm>
            <a:off x="5074867" y="2902445"/>
            <a:ext cx="450301" cy="450783"/>
          </a:xfrm>
          <a:custGeom>
            <a:avLst/>
            <a:gdLst>
              <a:gd name="connsiteX0" fmla="*/ 202089 w 606246"/>
              <a:gd name="connsiteY0" fmla="*/ 318618 h 606897"/>
              <a:gd name="connsiteX1" fmla="*/ 254652 w 606246"/>
              <a:gd name="connsiteY1" fmla="*/ 371258 h 606897"/>
              <a:gd name="connsiteX2" fmla="*/ 263361 w 606246"/>
              <a:gd name="connsiteY2" fmla="*/ 430576 h 606897"/>
              <a:gd name="connsiteX3" fmla="*/ 104738 w 606246"/>
              <a:gd name="connsiteY3" fmla="*/ 588963 h 606897"/>
              <a:gd name="connsiteX4" fmla="*/ 17962 w 606246"/>
              <a:gd name="connsiteY4" fmla="*/ 588963 h 606897"/>
              <a:gd name="connsiteX5" fmla="*/ 17962 w 606246"/>
              <a:gd name="connsiteY5" fmla="*/ 502471 h 606897"/>
              <a:gd name="connsiteX6" fmla="*/ 52359 w 606246"/>
              <a:gd name="connsiteY6" fmla="*/ 37008 h 606897"/>
              <a:gd name="connsiteX7" fmla="*/ 65227 w 606246"/>
              <a:gd name="connsiteY7" fmla="*/ 40676 h 606897"/>
              <a:gd name="connsiteX8" fmla="*/ 145001 w 606246"/>
              <a:gd name="connsiteY8" fmla="*/ 99371 h 606897"/>
              <a:gd name="connsiteX9" fmla="*/ 147334 w 606246"/>
              <a:gd name="connsiteY9" fmla="*/ 128563 h 606897"/>
              <a:gd name="connsiteX10" fmla="*/ 138159 w 606246"/>
              <a:gd name="connsiteY10" fmla="*/ 137725 h 606897"/>
              <a:gd name="connsiteX11" fmla="*/ 333785 w 606246"/>
              <a:gd name="connsiteY11" fmla="*/ 333065 h 606897"/>
              <a:gd name="connsiteX12" fmla="*/ 344826 w 606246"/>
              <a:gd name="connsiteY12" fmla="*/ 322195 h 606897"/>
              <a:gd name="connsiteX13" fmla="*/ 358511 w 606246"/>
              <a:gd name="connsiteY13" fmla="*/ 316450 h 606897"/>
              <a:gd name="connsiteX14" fmla="*/ 372040 w 606246"/>
              <a:gd name="connsiteY14" fmla="*/ 322195 h 606897"/>
              <a:gd name="connsiteX15" fmla="*/ 552582 w 606246"/>
              <a:gd name="connsiteY15" fmla="*/ 502473 h 606897"/>
              <a:gd name="connsiteX16" fmla="*/ 552582 w 606246"/>
              <a:gd name="connsiteY16" fmla="*/ 588963 h 606897"/>
              <a:gd name="connsiteX17" fmla="*/ 465965 w 606246"/>
              <a:gd name="connsiteY17" fmla="*/ 588963 h 606897"/>
              <a:gd name="connsiteX18" fmla="*/ 285423 w 606246"/>
              <a:gd name="connsiteY18" fmla="*/ 408685 h 606897"/>
              <a:gd name="connsiteX19" fmla="*/ 285423 w 606246"/>
              <a:gd name="connsiteY19" fmla="*/ 381512 h 606897"/>
              <a:gd name="connsiteX20" fmla="*/ 297242 w 606246"/>
              <a:gd name="connsiteY20" fmla="*/ 369710 h 606897"/>
              <a:gd name="connsiteX21" fmla="*/ 101460 w 606246"/>
              <a:gd name="connsiteY21" fmla="*/ 174215 h 606897"/>
              <a:gd name="connsiteX22" fmla="*/ 92285 w 606246"/>
              <a:gd name="connsiteY22" fmla="*/ 183377 h 606897"/>
              <a:gd name="connsiteX23" fmla="*/ 63205 w 606246"/>
              <a:gd name="connsiteY23" fmla="*/ 181203 h 606897"/>
              <a:gd name="connsiteX24" fmla="*/ 4424 w 606246"/>
              <a:gd name="connsiteY24" fmla="*/ 101545 h 606897"/>
              <a:gd name="connsiteX25" fmla="*/ 6290 w 606246"/>
              <a:gd name="connsiteY25" fmla="*/ 76390 h 606897"/>
              <a:gd name="connsiteX26" fmla="*/ 40190 w 606246"/>
              <a:gd name="connsiteY26" fmla="*/ 42539 h 606897"/>
              <a:gd name="connsiteX27" fmla="*/ 52359 w 606246"/>
              <a:gd name="connsiteY27" fmla="*/ 37008 h 606897"/>
              <a:gd name="connsiteX28" fmla="*/ 452033 w 606246"/>
              <a:gd name="connsiteY28" fmla="*/ 354 h 606897"/>
              <a:gd name="connsiteX29" fmla="*/ 485412 w 606246"/>
              <a:gd name="connsiteY29" fmla="*/ 1865 h 606897"/>
              <a:gd name="connsiteX30" fmla="*/ 495831 w 606246"/>
              <a:gd name="connsiteY30" fmla="*/ 10715 h 606897"/>
              <a:gd name="connsiteX31" fmla="*/ 492565 w 606246"/>
              <a:gd name="connsiteY31" fmla="*/ 24068 h 606897"/>
              <a:gd name="connsiteX32" fmla="*/ 462241 w 606246"/>
              <a:gd name="connsiteY32" fmla="*/ 54345 h 606897"/>
              <a:gd name="connsiteX33" fmla="*/ 462241 w 606246"/>
              <a:gd name="connsiteY33" fmla="*/ 143933 h 606897"/>
              <a:gd name="connsiteX34" fmla="*/ 551815 w 606246"/>
              <a:gd name="connsiteY34" fmla="*/ 143933 h 606897"/>
              <a:gd name="connsiteX35" fmla="*/ 582140 w 606246"/>
              <a:gd name="connsiteY35" fmla="*/ 113501 h 606897"/>
              <a:gd name="connsiteX36" fmla="*/ 595514 w 606246"/>
              <a:gd name="connsiteY36" fmla="*/ 110396 h 606897"/>
              <a:gd name="connsiteX37" fmla="*/ 604378 w 606246"/>
              <a:gd name="connsiteY37" fmla="*/ 120643 h 606897"/>
              <a:gd name="connsiteX38" fmla="*/ 564100 w 606246"/>
              <a:gd name="connsiteY38" fmla="*/ 245632 h 606897"/>
              <a:gd name="connsiteX39" fmla="*/ 414499 w 606246"/>
              <a:gd name="connsiteY39" fmla="*/ 279635 h 606897"/>
              <a:gd name="connsiteX40" fmla="*/ 393972 w 606246"/>
              <a:gd name="connsiteY40" fmla="*/ 300130 h 606897"/>
              <a:gd name="connsiteX41" fmla="*/ 358515 w 606246"/>
              <a:gd name="connsiteY41" fmla="*/ 285380 h 606897"/>
              <a:gd name="connsiteX42" fmla="*/ 335500 w 606246"/>
              <a:gd name="connsiteY42" fmla="*/ 290969 h 606897"/>
              <a:gd name="connsiteX43" fmla="*/ 282626 w 606246"/>
              <a:gd name="connsiteY43" fmla="*/ 238179 h 606897"/>
              <a:gd name="connsiteX44" fmla="*/ 327102 w 606246"/>
              <a:gd name="connsiteY44" fmla="*/ 193773 h 606897"/>
              <a:gd name="connsiteX45" fmla="*/ 360381 w 606246"/>
              <a:gd name="connsiteY45" fmla="*/ 42079 h 606897"/>
              <a:gd name="connsiteX46" fmla="*/ 452033 w 606246"/>
              <a:gd name="connsiteY46" fmla="*/ 354 h 60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606246" h="606897">
                <a:moveTo>
                  <a:pt x="202089" y="318618"/>
                </a:moveTo>
                <a:lnTo>
                  <a:pt x="254652" y="371258"/>
                </a:lnTo>
                <a:cubicBezTo>
                  <a:pt x="244544" y="390203"/>
                  <a:pt x="247343" y="414427"/>
                  <a:pt x="263361" y="430576"/>
                </a:cubicBezTo>
                <a:lnTo>
                  <a:pt x="104738" y="588963"/>
                </a:lnTo>
                <a:cubicBezTo>
                  <a:pt x="80789" y="612876"/>
                  <a:pt x="41911" y="612876"/>
                  <a:pt x="17962" y="588963"/>
                </a:cubicBezTo>
                <a:cubicBezTo>
                  <a:pt x="-5987" y="565049"/>
                  <a:pt x="-5987" y="526384"/>
                  <a:pt x="17962" y="502471"/>
                </a:cubicBezTo>
                <a:close/>
                <a:moveTo>
                  <a:pt x="52359" y="37008"/>
                </a:moveTo>
                <a:cubicBezTo>
                  <a:pt x="56829" y="36678"/>
                  <a:pt x="61417" y="37881"/>
                  <a:pt x="65227" y="40676"/>
                </a:cubicBezTo>
                <a:lnTo>
                  <a:pt x="145001" y="99371"/>
                </a:lnTo>
                <a:cubicBezTo>
                  <a:pt x="154643" y="106359"/>
                  <a:pt x="155576" y="120178"/>
                  <a:pt x="147334" y="128563"/>
                </a:cubicBezTo>
                <a:lnTo>
                  <a:pt x="138159" y="137725"/>
                </a:lnTo>
                <a:lnTo>
                  <a:pt x="333785" y="333065"/>
                </a:lnTo>
                <a:lnTo>
                  <a:pt x="344826" y="322195"/>
                </a:lnTo>
                <a:cubicBezTo>
                  <a:pt x="348558" y="318313"/>
                  <a:pt x="353535" y="316450"/>
                  <a:pt x="358511" y="316450"/>
                </a:cubicBezTo>
                <a:cubicBezTo>
                  <a:pt x="363332" y="316450"/>
                  <a:pt x="368308" y="318313"/>
                  <a:pt x="372040" y="322195"/>
                </a:cubicBezTo>
                <a:lnTo>
                  <a:pt x="552582" y="502473"/>
                </a:lnTo>
                <a:cubicBezTo>
                  <a:pt x="576530" y="526386"/>
                  <a:pt x="576530" y="565050"/>
                  <a:pt x="552582" y="588963"/>
                </a:cubicBezTo>
                <a:cubicBezTo>
                  <a:pt x="528634" y="612876"/>
                  <a:pt x="489913" y="612876"/>
                  <a:pt x="465965" y="588963"/>
                </a:cubicBezTo>
                <a:lnTo>
                  <a:pt x="285423" y="408685"/>
                </a:lnTo>
                <a:cubicBezTo>
                  <a:pt x="277959" y="401077"/>
                  <a:pt x="277959" y="388965"/>
                  <a:pt x="285423" y="381512"/>
                </a:cubicBezTo>
                <a:lnTo>
                  <a:pt x="297242" y="369710"/>
                </a:lnTo>
                <a:lnTo>
                  <a:pt x="101460" y="174215"/>
                </a:lnTo>
                <a:lnTo>
                  <a:pt x="92285" y="183377"/>
                </a:lnTo>
                <a:cubicBezTo>
                  <a:pt x="84043" y="191762"/>
                  <a:pt x="70203" y="190675"/>
                  <a:pt x="63205" y="181203"/>
                </a:cubicBezTo>
                <a:lnTo>
                  <a:pt x="4424" y="101545"/>
                </a:lnTo>
                <a:cubicBezTo>
                  <a:pt x="-1330" y="93781"/>
                  <a:pt x="-552" y="83222"/>
                  <a:pt x="6290" y="76390"/>
                </a:cubicBezTo>
                <a:lnTo>
                  <a:pt x="40190" y="42539"/>
                </a:lnTo>
                <a:cubicBezTo>
                  <a:pt x="43534" y="39201"/>
                  <a:pt x="47888" y="37338"/>
                  <a:pt x="52359" y="37008"/>
                </a:cubicBezTo>
                <a:close/>
                <a:moveTo>
                  <a:pt x="452033" y="354"/>
                </a:moveTo>
                <a:cubicBezTo>
                  <a:pt x="463164" y="-425"/>
                  <a:pt x="474371" y="80"/>
                  <a:pt x="485412" y="1865"/>
                </a:cubicBezTo>
                <a:cubicBezTo>
                  <a:pt x="490233" y="2642"/>
                  <a:pt x="494276" y="6057"/>
                  <a:pt x="495831" y="10715"/>
                </a:cubicBezTo>
                <a:cubicBezTo>
                  <a:pt x="497386" y="15529"/>
                  <a:pt x="496142" y="20652"/>
                  <a:pt x="492565" y="24068"/>
                </a:cubicBezTo>
                <a:lnTo>
                  <a:pt x="462241" y="54345"/>
                </a:lnTo>
                <a:cubicBezTo>
                  <a:pt x="437515" y="79187"/>
                  <a:pt x="437515" y="119091"/>
                  <a:pt x="462241" y="143933"/>
                </a:cubicBezTo>
                <a:cubicBezTo>
                  <a:pt x="486967" y="168620"/>
                  <a:pt x="527089" y="168620"/>
                  <a:pt x="551815" y="143933"/>
                </a:cubicBezTo>
                <a:lnTo>
                  <a:pt x="582140" y="113501"/>
                </a:lnTo>
                <a:cubicBezTo>
                  <a:pt x="585716" y="110085"/>
                  <a:pt x="590848" y="108843"/>
                  <a:pt x="595514" y="110396"/>
                </a:cubicBezTo>
                <a:cubicBezTo>
                  <a:pt x="600179" y="111793"/>
                  <a:pt x="603600" y="115830"/>
                  <a:pt x="604378" y="120643"/>
                </a:cubicBezTo>
                <a:cubicBezTo>
                  <a:pt x="611531" y="164739"/>
                  <a:pt x="598157" y="211629"/>
                  <a:pt x="564100" y="245632"/>
                </a:cubicBezTo>
                <a:cubicBezTo>
                  <a:pt x="523668" y="286001"/>
                  <a:pt x="465040" y="297335"/>
                  <a:pt x="414499" y="279635"/>
                </a:cubicBezTo>
                <a:lnTo>
                  <a:pt x="393972" y="300130"/>
                </a:lnTo>
                <a:cubicBezTo>
                  <a:pt x="384486" y="290659"/>
                  <a:pt x="371889" y="285380"/>
                  <a:pt x="358515" y="285380"/>
                </a:cubicBezTo>
                <a:cubicBezTo>
                  <a:pt x="350429" y="285380"/>
                  <a:pt x="342498" y="287243"/>
                  <a:pt x="335500" y="290969"/>
                </a:cubicBezTo>
                <a:lnTo>
                  <a:pt x="282626" y="238179"/>
                </a:lnTo>
                <a:lnTo>
                  <a:pt x="327102" y="193773"/>
                </a:lnTo>
                <a:cubicBezTo>
                  <a:pt x="308130" y="142691"/>
                  <a:pt x="319171" y="83069"/>
                  <a:pt x="360381" y="42079"/>
                </a:cubicBezTo>
                <a:cubicBezTo>
                  <a:pt x="385924" y="16577"/>
                  <a:pt x="418640" y="2690"/>
                  <a:pt x="452033" y="3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1" name="statistics_150448"/>
          <p:cNvSpPr>
            <a:spLocks noChangeAspect="1"/>
          </p:cNvSpPr>
          <p:nvPr/>
        </p:nvSpPr>
        <p:spPr bwMode="auto">
          <a:xfrm>
            <a:off x="6336220" y="2719264"/>
            <a:ext cx="475479" cy="408573"/>
          </a:xfrm>
          <a:custGeom>
            <a:avLst/>
            <a:gdLst>
              <a:gd name="connsiteX0" fmla="*/ 389492 w 608271"/>
              <a:gd name="connsiteY0" fmla="*/ 248491 h 522678"/>
              <a:gd name="connsiteX1" fmla="*/ 481825 w 608271"/>
              <a:gd name="connsiteY1" fmla="*/ 293892 h 522678"/>
              <a:gd name="connsiteX2" fmla="*/ 604637 w 608271"/>
              <a:gd name="connsiteY2" fmla="*/ 486497 h 522678"/>
              <a:gd name="connsiteX3" fmla="*/ 605332 w 608271"/>
              <a:gd name="connsiteY3" fmla="*/ 510486 h 522678"/>
              <a:gd name="connsiteX4" fmla="*/ 584681 w 608271"/>
              <a:gd name="connsiteY4" fmla="*/ 522678 h 522678"/>
              <a:gd name="connsiteX5" fmla="*/ 467131 w 608271"/>
              <a:gd name="connsiteY5" fmla="*/ 522381 h 522678"/>
              <a:gd name="connsiteX6" fmla="*/ 441814 w 608271"/>
              <a:gd name="connsiteY6" fmla="*/ 507115 h 522678"/>
              <a:gd name="connsiteX7" fmla="*/ 385123 w 608271"/>
              <a:gd name="connsiteY7" fmla="*/ 423451 h 522678"/>
              <a:gd name="connsiteX8" fmla="*/ 148136 w 608271"/>
              <a:gd name="connsiteY8" fmla="*/ 432472 h 522678"/>
              <a:gd name="connsiteX9" fmla="*/ 123415 w 608271"/>
              <a:gd name="connsiteY9" fmla="*/ 423650 h 522678"/>
              <a:gd name="connsiteX10" fmla="*/ 11920 w 608271"/>
              <a:gd name="connsiteY10" fmla="*/ 325117 h 522678"/>
              <a:gd name="connsiteX11" fmla="*/ 8843 w 608271"/>
              <a:gd name="connsiteY11" fmla="*/ 275454 h 522678"/>
              <a:gd name="connsiteX12" fmla="*/ 58583 w 608271"/>
              <a:gd name="connsiteY12" fmla="*/ 272381 h 522678"/>
              <a:gd name="connsiteX13" fmla="*/ 159554 w 608271"/>
              <a:gd name="connsiteY13" fmla="*/ 361596 h 522678"/>
              <a:gd name="connsiteX14" fmla="*/ 378869 w 608271"/>
              <a:gd name="connsiteY14" fmla="*/ 319863 h 522678"/>
              <a:gd name="connsiteX15" fmla="*/ 250596 w 608271"/>
              <a:gd name="connsiteY15" fmla="*/ 333741 h 522678"/>
              <a:gd name="connsiteX16" fmla="*/ 211776 w 608271"/>
              <a:gd name="connsiteY16" fmla="*/ 302615 h 522678"/>
              <a:gd name="connsiteX17" fmla="*/ 242951 w 608271"/>
              <a:gd name="connsiteY17" fmla="*/ 263757 h 522678"/>
              <a:gd name="connsiteX18" fmla="*/ 389492 w 608271"/>
              <a:gd name="connsiteY18" fmla="*/ 248491 h 522678"/>
              <a:gd name="connsiteX19" fmla="*/ 22874 w 608271"/>
              <a:gd name="connsiteY19" fmla="*/ 158631 h 522678"/>
              <a:gd name="connsiteX20" fmla="*/ 352733 w 608271"/>
              <a:gd name="connsiteY20" fmla="*/ 158631 h 522678"/>
              <a:gd name="connsiteX21" fmla="*/ 372685 w 608271"/>
              <a:gd name="connsiteY21" fmla="*/ 178545 h 522678"/>
              <a:gd name="connsiteX22" fmla="*/ 372685 w 608271"/>
              <a:gd name="connsiteY22" fmla="*/ 223129 h 522678"/>
              <a:gd name="connsiteX23" fmla="*/ 240067 w 608271"/>
              <a:gd name="connsiteY23" fmla="*/ 237495 h 522678"/>
              <a:gd name="connsiteX24" fmla="*/ 187456 w 608271"/>
              <a:gd name="connsiteY24" fmla="*/ 281485 h 522678"/>
              <a:gd name="connsiteX25" fmla="*/ 108838 w 608271"/>
              <a:gd name="connsiteY25" fmla="*/ 281485 h 522678"/>
              <a:gd name="connsiteX26" fmla="*/ 76180 w 608271"/>
              <a:gd name="connsiteY26" fmla="*/ 252654 h 522678"/>
              <a:gd name="connsiteX27" fmla="*/ 2922 w 608271"/>
              <a:gd name="connsiteY27" fmla="*/ 246313 h 522678"/>
              <a:gd name="connsiteX28" fmla="*/ 2922 w 608271"/>
              <a:gd name="connsiteY28" fmla="*/ 178545 h 522678"/>
              <a:gd name="connsiteX29" fmla="*/ 22874 w 608271"/>
              <a:gd name="connsiteY29" fmla="*/ 158631 h 522678"/>
              <a:gd name="connsiteX30" fmla="*/ 22874 w 608271"/>
              <a:gd name="connsiteY30" fmla="*/ 0 h 522678"/>
              <a:gd name="connsiteX31" fmla="*/ 352733 w 608271"/>
              <a:gd name="connsiteY31" fmla="*/ 0 h 522678"/>
              <a:gd name="connsiteX32" fmla="*/ 372685 w 608271"/>
              <a:gd name="connsiteY32" fmla="*/ 19925 h 522678"/>
              <a:gd name="connsiteX33" fmla="*/ 372685 w 608271"/>
              <a:gd name="connsiteY33" fmla="*/ 102999 h 522678"/>
              <a:gd name="connsiteX34" fmla="*/ 352733 w 608271"/>
              <a:gd name="connsiteY34" fmla="*/ 122925 h 522678"/>
              <a:gd name="connsiteX35" fmla="*/ 22874 w 608271"/>
              <a:gd name="connsiteY35" fmla="*/ 122925 h 522678"/>
              <a:gd name="connsiteX36" fmla="*/ 2922 w 608271"/>
              <a:gd name="connsiteY36" fmla="*/ 102999 h 522678"/>
              <a:gd name="connsiteX37" fmla="*/ 2922 w 608271"/>
              <a:gd name="connsiteY37" fmla="*/ 19925 h 522678"/>
              <a:gd name="connsiteX38" fmla="*/ 22874 w 608271"/>
              <a:gd name="connsiteY38" fmla="*/ 0 h 52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08271" h="522678">
                <a:moveTo>
                  <a:pt x="389492" y="248491"/>
                </a:moveTo>
                <a:cubicBezTo>
                  <a:pt x="425432" y="248491"/>
                  <a:pt x="459883" y="265442"/>
                  <a:pt x="481825" y="293892"/>
                </a:cubicBezTo>
                <a:lnTo>
                  <a:pt x="604637" y="486497"/>
                </a:lnTo>
                <a:cubicBezTo>
                  <a:pt x="609204" y="493733"/>
                  <a:pt x="609502" y="502952"/>
                  <a:pt x="605332" y="510486"/>
                </a:cubicBezTo>
                <a:cubicBezTo>
                  <a:pt x="601162" y="518019"/>
                  <a:pt x="593319" y="522678"/>
                  <a:pt x="584681" y="522678"/>
                </a:cubicBezTo>
                <a:cubicBezTo>
                  <a:pt x="569888" y="522678"/>
                  <a:pt x="467131" y="522381"/>
                  <a:pt x="467131" y="522381"/>
                </a:cubicBezTo>
                <a:cubicBezTo>
                  <a:pt x="457203" y="521290"/>
                  <a:pt x="447771" y="516037"/>
                  <a:pt x="441814" y="507115"/>
                </a:cubicBezTo>
                <a:lnTo>
                  <a:pt x="385123" y="423451"/>
                </a:lnTo>
                <a:lnTo>
                  <a:pt x="148136" y="432472"/>
                </a:lnTo>
                <a:cubicBezTo>
                  <a:pt x="138804" y="432869"/>
                  <a:pt x="129967" y="429498"/>
                  <a:pt x="123415" y="423650"/>
                </a:cubicBezTo>
                <a:lnTo>
                  <a:pt x="11920" y="325117"/>
                </a:lnTo>
                <a:cubicBezTo>
                  <a:pt x="-2674" y="312230"/>
                  <a:pt x="-4064" y="290026"/>
                  <a:pt x="8843" y="275454"/>
                </a:cubicBezTo>
                <a:cubicBezTo>
                  <a:pt x="21749" y="260882"/>
                  <a:pt x="44088" y="259494"/>
                  <a:pt x="58583" y="272381"/>
                </a:cubicBezTo>
                <a:lnTo>
                  <a:pt x="159554" y="361596"/>
                </a:lnTo>
                <a:lnTo>
                  <a:pt x="378869" y="319863"/>
                </a:lnTo>
                <a:lnTo>
                  <a:pt x="250596" y="333741"/>
                </a:lnTo>
                <a:cubicBezTo>
                  <a:pt x="231236" y="335823"/>
                  <a:pt x="213861" y="321846"/>
                  <a:pt x="211776" y="302615"/>
                </a:cubicBezTo>
                <a:cubicBezTo>
                  <a:pt x="209592" y="283285"/>
                  <a:pt x="223591" y="265838"/>
                  <a:pt x="242951" y="263757"/>
                </a:cubicBezTo>
                <a:cubicBezTo>
                  <a:pt x="388896" y="247896"/>
                  <a:pt x="380954" y="248491"/>
                  <a:pt x="389492" y="248491"/>
                </a:cubicBezTo>
                <a:close/>
                <a:moveTo>
                  <a:pt x="22874" y="158631"/>
                </a:moveTo>
                <a:lnTo>
                  <a:pt x="352733" y="158631"/>
                </a:lnTo>
                <a:cubicBezTo>
                  <a:pt x="363751" y="158631"/>
                  <a:pt x="372685" y="167548"/>
                  <a:pt x="372685" y="178545"/>
                </a:cubicBezTo>
                <a:lnTo>
                  <a:pt x="372685" y="223129"/>
                </a:lnTo>
                <a:lnTo>
                  <a:pt x="240067" y="237495"/>
                </a:lnTo>
                <a:cubicBezTo>
                  <a:pt x="213861" y="240368"/>
                  <a:pt x="194107" y="258896"/>
                  <a:pt x="187456" y="281485"/>
                </a:cubicBezTo>
                <a:lnTo>
                  <a:pt x="108838" y="281485"/>
                </a:lnTo>
                <a:lnTo>
                  <a:pt x="76180" y="252654"/>
                </a:lnTo>
                <a:cubicBezTo>
                  <a:pt x="55930" y="234721"/>
                  <a:pt x="26249" y="231947"/>
                  <a:pt x="2922" y="246313"/>
                </a:cubicBezTo>
                <a:lnTo>
                  <a:pt x="2922" y="178545"/>
                </a:lnTo>
                <a:cubicBezTo>
                  <a:pt x="2922" y="167548"/>
                  <a:pt x="11856" y="158631"/>
                  <a:pt x="22874" y="158631"/>
                </a:cubicBezTo>
                <a:close/>
                <a:moveTo>
                  <a:pt x="22874" y="0"/>
                </a:moveTo>
                <a:lnTo>
                  <a:pt x="352733" y="0"/>
                </a:lnTo>
                <a:cubicBezTo>
                  <a:pt x="363751" y="0"/>
                  <a:pt x="372685" y="8922"/>
                  <a:pt x="372685" y="19925"/>
                </a:cubicBezTo>
                <a:lnTo>
                  <a:pt x="372685" y="102999"/>
                </a:lnTo>
                <a:cubicBezTo>
                  <a:pt x="372685" y="114003"/>
                  <a:pt x="363751" y="122925"/>
                  <a:pt x="352733" y="122925"/>
                </a:cubicBezTo>
                <a:lnTo>
                  <a:pt x="22874" y="122925"/>
                </a:lnTo>
                <a:cubicBezTo>
                  <a:pt x="11856" y="122925"/>
                  <a:pt x="2922" y="114003"/>
                  <a:pt x="2922" y="102999"/>
                </a:cubicBezTo>
                <a:lnTo>
                  <a:pt x="2922" y="19925"/>
                </a:lnTo>
                <a:cubicBezTo>
                  <a:pt x="2922" y="8922"/>
                  <a:pt x="11856" y="0"/>
                  <a:pt x="228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pSp>
        <p:nvGrpSpPr>
          <p:cNvPr id="53" name="组合 52"/>
          <p:cNvGrpSpPr/>
          <p:nvPr/>
        </p:nvGrpSpPr>
        <p:grpSpPr>
          <a:xfrm>
            <a:off x="7435150" y="4342094"/>
            <a:ext cx="4255795" cy="956510"/>
            <a:chOff x="12401164" y="2407867"/>
            <a:chExt cx="4255795" cy="956510"/>
          </a:xfrm>
        </p:grpSpPr>
        <p:sp>
          <p:nvSpPr>
            <p:cNvPr id="54" name="文本框 53"/>
            <p:cNvSpPr txBox="1"/>
            <p:nvPr/>
          </p:nvSpPr>
          <p:spPr>
            <a:xfrm>
              <a:off x="12401164" y="2811982"/>
              <a:ext cx="4255795" cy="552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此处添加详细文本描述，建议与标题相关并符合整体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语言风格，语言描述尽量简洁生动。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2401165" y="2407867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7148565" y="1713737"/>
            <a:ext cx="4255795" cy="956510"/>
            <a:chOff x="12401164" y="2407867"/>
            <a:chExt cx="4255795" cy="956510"/>
          </a:xfrm>
        </p:grpSpPr>
        <p:sp>
          <p:nvSpPr>
            <p:cNvPr id="58" name="文本框 57"/>
            <p:cNvSpPr txBox="1"/>
            <p:nvPr/>
          </p:nvSpPr>
          <p:spPr>
            <a:xfrm>
              <a:off x="12401164" y="2811982"/>
              <a:ext cx="4255795" cy="552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此处添加详细文本描述，建议与标题相关并符合整体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语言风格，语言描述尽量简洁生动。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2401165" y="2407867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766936" y="4526760"/>
            <a:ext cx="4255795" cy="956510"/>
            <a:chOff x="7936205" y="8147438"/>
            <a:chExt cx="4255795" cy="956510"/>
          </a:xfrm>
        </p:grpSpPr>
        <p:sp>
          <p:nvSpPr>
            <p:cNvPr id="61" name="文本框 60"/>
            <p:cNvSpPr txBox="1"/>
            <p:nvPr/>
          </p:nvSpPr>
          <p:spPr>
            <a:xfrm>
              <a:off x="7936205" y="8551553"/>
              <a:ext cx="4255795" cy="552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此处添加详细文本描述，建议与标题相关并符合整体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语言风格，语言描述尽量简洁生动。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0522138" y="8147438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32802" y="1899228"/>
            <a:ext cx="4255795" cy="956510"/>
            <a:chOff x="7936205" y="8147438"/>
            <a:chExt cx="4255795" cy="956510"/>
          </a:xfrm>
        </p:grpSpPr>
        <p:sp>
          <p:nvSpPr>
            <p:cNvPr id="75" name="文本框 74"/>
            <p:cNvSpPr txBox="1"/>
            <p:nvPr/>
          </p:nvSpPr>
          <p:spPr>
            <a:xfrm>
              <a:off x="7936205" y="8551553"/>
              <a:ext cx="4255795" cy="5523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此处添加详细文本描述，建议与标题相关并符合整体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语言风格，语言描述尽量简洁生动。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0522138" y="8147438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52197" y="1094804"/>
            <a:ext cx="3887603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0" dirty="0">
                <a:solidFill>
                  <a:srgbClr val="8A979E">
                    <a:alpha val="10000"/>
                  </a:srgbClr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03</a:t>
            </a:r>
            <a:endParaRPr lang="zh-CN" altLang="en-US" sz="20000" dirty="0">
              <a:solidFill>
                <a:srgbClr val="8A979E">
                  <a:alpha val="10000"/>
                </a:srgbClr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05686" y="2380676"/>
            <a:ext cx="7780624" cy="2417922"/>
            <a:chOff x="2205686" y="2124067"/>
            <a:chExt cx="7780624" cy="2417922"/>
          </a:xfrm>
        </p:grpSpPr>
        <p:sp>
          <p:nvSpPr>
            <p:cNvPr id="4" name="文本框 3"/>
            <p:cNvSpPr txBox="1"/>
            <p:nvPr/>
          </p:nvSpPr>
          <p:spPr>
            <a:xfrm>
              <a:off x="3985278" y="2124067"/>
              <a:ext cx="42214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实验的数据结果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785412" y="2893508"/>
              <a:ext cx="462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8A979E"/>
                  </a:solidFill>
                  <a:latin typeface="Century Gothic" panose="020B0502020202020204" pitchFamily="34" charset="0"/>
                </a:rPr>
                <a:t>EXPERIMENTAL DATA RESULTS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205686" y="3749528"/>
              <a:ext cx="7780624" cy="792461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您的内容打在这里，或者通过复制您的文本后，在此框中选择粘贴，并选择只保留文字。通过复制您的文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本后，在此框中选择粘贴，并选择只保留文字。您的内容打在这里，或者通过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复制您的文本后，在此框中选择粘贴，并选择只保留文字。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实验的数据结果</a:t>
            </a:r>
          </a:p>
        </p:txBody>
      </p:sp>
      <p:graphicFrame>
        <p:nvGraphicFramePr>
          <p:cNvPr id="22" name="图表 21"/>
          <p:cNvGraphicFramePr/>
          <p:nvPr/>
        </p:nvGraphicFramePr>
        <p:xfrm>
          <a:off x="1792091" y="2096922"/>
          <a:ext cx="4377871" cy="3459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3" name="组合 22"/>
          <p:cNvGrpSpPr/>
          <p:nvPr/>
        </p:nvGrpSpPr>
        <p:grpSpPr>
          <a:xfrm>
            <a:off x="6653506" y="2117587"/>
            <a:ext cx="4255795" cy="1436642"/>
            <a:chOff x="12401164" y="2407867"/>
            <a:chExt cx="4255795" cy="1436642"/>
          </a:xfrm>
        </p:grpSpPr>
        <p:sp>
          <p:nvSpPr>
            <p:cNvPr id="24" name="文本框 23"/>
            <p:cNvSpPr txBox="1"/>
            <p:nvPr/>
          </p:nvSpPr>
          <p:spPr>
            <a:xfrm>
              <a:off x="12401164" y="2811982"/>
              <a:ext cx="4255795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符合整体语言风格，语言描述尽量简洁生动。此处添加详细文本描述，建议与标题相关并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2401165" y="2407867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653505" y="3756660"/>
            <a:ext cx="4255795" cy="1436642"/>
            <a:chOff x="12401164" y="2407867"/>
            <a:chExt cx="4255795" cy="1436642"/>
          </a:xfrm>
        </p:grpSpPr>
        <p:sp>
          <p:nvSpPr>
            <p:cNvPr id="27" name="文本框 26"/>
            <p:cNvSpPr txBox="1"/>
            <p:nvPr/>
          </p:nvSpPr>
          <p:spPr>
            <a:xfrm>
              <a:off x="12401164" y="2811982"/>
              <a:ext cx="4255795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此处添加详细文本描述，建议与标题相关并  符合整体语言风格，语言描述尽量简洁生动。此处添加详细文本描述，建议与标题相关并  符合整体语言风格，语言描述尽量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简洁生动。</a:t>
              </a: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401165" y="2407867"/>
              <a:ext cx="1669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实验的数据结果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1163638" y="1993906"/>
            <a:ext cx="2458495" cy="3451219"/>
            <a:chOff x="1163638" y="1993906"/>
            <a:chExt cx="2458495" cy="3451219"/>
          </a:xfrm>
        </p:grpSpPr>
        <p:sp>
          <p:nvSpPr>
            <p:cNvPr id="38" name="矩形 37"/>
            <p:cNvSpPr/>
            <p:nvPr/>
          </p:nvSpPr>
          <p:spPr>
            <a:xfrm>
              <a:off x="1163638" y="1993906"/>
              <a:ext cx="2458495" cy="34512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50800" dir="5400000" algn="t" rotWithShape="0">
                <a:schemeClr val="tx1">
                  <a:lumMod val="75000"/>
                  <a:lumOff val="2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A979E"/>
                </a:solidFill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1627499" y="2536700"/>
              <a:ext cx="1530773" cy="1"/>
            </a:xfrm>
            <a:prstGeom prst="line">
              <a:avLst/>
            </a:prstGeom>
            <a:ln w="25400">
              <a:solidFill>
                <a:srgbClr val="8A979E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/>
          </p:nvSpPr>
          <p:spPr>
            <a:xfrm>
              <a:off x="1780734" y="3119681"/>
              <a:ext cx="12243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10%</a:t>
              </a:r>
              <a:endParaRPr lang="zh-CN" altLang="en-US" sz="4000" b="1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280846" y="4036626"/>
              <a:ext cx="2224079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076993" y="2251647"/>
            <a:ext cx="631785" cy="631785"/>
            <a:chOff x="1540738" y="-3555105"/>
            <a:chExt cx="631785" cy="631785"/>
          </a:xfrm>
        </p:grpSpPr>
        <p:sp>
          <p:nvSpPr>
            <p:cNvPr id="45" name="椭圆 44"/>
            <p:cNvSpPr/>
            <p:nvPr/>
          </p:nvSpPr>
          <p:spPr>
            <a:xfrm>
              <a:off x="1540738" y="-3555105"/>
              <a:ext cx="631785" cy="631785"/>
            </a:xfrm>
            <a:prstGeom prst="ellipse">
              <a:avLst/>
            </a:prstGeom>
            <a:solidFill>
              <a:srgbClr val="8A979E"/>
            </a:solidFill>
            <a:ln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8A979E"/>
                </a:solidFill>
              </a:endParaRPr>
            </a:p>
          </p:txBody>
        </p:sp>
        <p:sp>
          <p:nvSpPr>
            <p:cNvPr id="49" name="personal-id-card-of-a-man_47848"/>
            <p:cNvSpPr>
              <a:spLocks noChangeAspect="1"/>
            </p:cNvSpPr>
            <p:nvPr/>
          </p:nvSpPr>
          <p:spPr bwMode="auto">
            <a:xfrm>
              <a:off x="1682263" y="-3391951"/>
              <a:ext cx="382367" cy="292483"/>
            </a:xfrm>
            <a:custGeom>
              <a:avLst/>
              <a:gdLst>
                <a:gd name="connsiteX0" fmla="*/ 361794 w 551492"/>
                <a:gd name="connsiteY0" fmla="*/ 308363 h 421851"/>
                <a:gd name="connsiteX1" fmla="*/ 530845 w 551492"/>
                <a:gd name="connsiteY1" fmla="*/ 308363 h 421851"/>
                <a:gd name="connsiteX2" fmla="*/ 551492 w 551492"/>
                <a:gd name="connsiteY2" fmla="*/ 329044 h 421851"/>
                <a:gd name="connsiteX3" fmla="*/ 551492 w 551492"/>
                <a:gd name="connsiteY3" fmla="*/ 362650 h 421851"/>
                <a:gd name="connsiteX4" fmla="*/ 530845 w 551492"/>
                <a:gd name="connsiteY4" fmla="*/ 383331 h 421851"/>
                <a:gd name="connsiteX5" fmla="*/ 378570 w 551492"/>
                <a:gd name="connsiteY5" fmla="*/ 383331 h 421851"/>
                <a:gd name="connsiteX6" fmla="*/ 378570 w 551492"/>
                <a:gd name="connsiteY6" fmla="*/ 369113 h 421851"/>
                <a:gd name="connsiteX7" fmla="*/ 361794 w 551492"/>
                <a:gd name="connsiteY7" fmla="*/ 308363 h 421851"/>
                <a:gd name="connsiteX8" fmla="*/ 313904 w 551492"/>
                <a:gd name="connsiteY8" fmla="*/ 172924 h 421851"/>
                <a:gd name="connsiteX9" fmla="*/ 530832 w 551492"/>
                <a:gd name="connsiteY9" fmla="*/ 172924 h 421851"/>
                <a:gd name="connsiteX10" fmla="*/ 551492 w 551492"/>
                <a:gd name="connsiteY10" fmla="*/ 193548 h 421851"/>
                <a:gd name="connsiteX11" fmla="*/ 551492 w 551492"/>
                <a:gd name="connsiteY11" fmla="*/ 225772 h 421851"/>
                <a:gd name="connsiteX12" fmla="*/ 530832 w 551492"/>
                <a:gd name="connsiteY12" fmla="*/ 247685 h 421851"/>
                <a:gd name="connsiteX13" fmla="*/ 271293 w 551492"/>
                <a:gd name="connsiteY13" fmla="*/ 247685 h 421851"/>
                <a:gd name="connsiteX14" fmla="*/ 271293 w 551492"/>
                <a:gd name="connsiteY14" fmla="*/ 227061 h 421851"/>
                <a:gd name="connsiteX15" fmla="*/ 272584 w 551492"/>
                <a:gd name="connsiteY15" fmla="*/ 224483 h 421851"/>
                <a:gd name="connsiteX16" fmla="*/ 313904 w 551492"/>
                <a:gd name="connsiteY16" fmla="*/ 172924 h 421851"/>
                <a:gd name="connsiteX17" fmla="*/ 281648 w 551492"/>
                <a:gd name="connsiteY17" fmla="*/ 36241 h 421851"/>
                <a:gd name="connsiteX18" fmla="*/ 530834 w 551492"/>
                <a:gd name="connsiteY18" fmla="*/ 36241 h 421851"/>
                <a:gd name="connsiteX19" fmla="*/ 551492 w 551492"/>
                <a:gd name="connsiteY19" fmla="*/ 58154 h 421851"/>
                <a:gd name="connsiteX20" fmla="*/ 551492 w 551492"/>
                <a:gd name="connsiteY20" fmla="*/ 90378 h 421851"/>
                <a:gd name="connsiteX21" fmla="*/ 530834 w 551492"/>
                <a:gd name="connsiteY21" fmla="*/ 111002 h 421851"/>
                <a:gd name="connsiteX22" fmla="*/ 308761 w 551492"/>
                <a:gd name="connsiteY22" fmla="*/ 111002 h 421851"/>
                <a:gd name="connsiteX23" fmla="*/ 295850 w 551492"/>
                <a:gd name="connsiteY23" fmla="*/ 96823 h 421851"/>
                <a:gd name="connsiteX24" fmla="*/ 281648 w 551492"/>
                <a:gd name="connsiteY24" fmla="*/ 36241 h 421851"/>
                <a:gd name="connsiteX25" fmla="*/ 176987 w 551492"/>
                <a:gd name="connsiteY25" fmla="*/ 0 h 421851"/>
                <a:gd name="connsiteX26" fmla="*/ 271294 w 551492"/>
                <a:gd name="connsiteY26" fmla="*/ 117396 h 421851"/>
                <a:gd name="connsiteX27" fmla="*/ 276461 w 551492"/>
                <a:gd name="connsiteY27" fmla="*/ 117396 h 421851"/>
                <a:gd name="connsiteX28" fmla="*/ 290672 w 551492"/>
                <a:gd name="connsiteY28" fmla="*/ 152228 h 421851"/>
                <a:gd name="connsiteX29" fmla="*/ 262251 w 551492"/>
                <a:gd name="connsiteY29" fmla="*/ 199960 h 421851"/>
                <a:gd name="connsiteX30" fmla="*/ 257083 w 551492"/>
                <a:gd name="connsiteY30" fmla="*/ 197380 h 421851"/>
                <a:gd name="connsiteX31" fmla="*/ 224786 w 551492"/>
                <a:gd name="connsiteY31" fmla="*/ 247692 h 421851"/>
                <a:gd name="connsiteX32" fmla="*/ 219619 w 551492"/>
                <a:gd name="connsiteY32" fmla="*/ 259303 h 421851"/>
                <a:gd name="connsiteX33" fmla="*/ 241581 w 551492"/>
                <a:gd name="connsiteY33" fmla="*/ 279944 h 421851"/>
                <a:gd name="connsiteX34" fmla="*/ 263543 w 551492"/>
                <a:gd name="connsiteY34" fmla="*/ 279944 h 421851"/>
                <a:gd name="connsiteX35" fmla="*/ 352682 w 551492"/>
                <a:gd name="connsiteY35" fmla="*/ 368958 h 421851"/>
                <a:gd name="connsiteX36" fmla="*/ 352682 w 551492"/>
                <a:gd name="connsiteY36" fmla="*/ 393470 h 421851"/>
                <a:gd name="connsiteX37" fmla="*/ 325553 w 551492"/>
                <a:gd name="connsiteY37" fmla="*/ 421851 h 421851"/>
                <a:gd name="connsiteX38" fmla="*/ 28421 w 551492"/>
                <a:gd name="connsiteY38" fmla="*/ 421851 h 421851"/>
                <a:gd name="connsiteX39" fmla="*/ 0 w 551492"/>
                <a:gd name="connsiteY39" fmla="*/ 393470 h 421851"/>
                <a:gd name="connsiteX40" fmla="*/ 0 w 551492"/>
                <a:gd name="connsiteY40" fmla="*/ 368958 h 421851"/>
                <a:gd name="connsiteX41" fmla="*/ 89139 w 551492"/>
                <a:gd name="connsiteY41" fmla="*/ 279944 h 421851"/>
                <a:gd name="connsiteX42" fmla="*/ 112393 w 551492"/>
                <a:gd name="connsiteY42" fmla="*/ 279944 h 421851"/>
                <a:gd name="connsiteX43" fmla="*/ 133063 w 551492"/>
                <a:gd name="connsiteY43" fmla="*/ 259303 h 421851"/>
                <a:gd name="connsiteX44" fmla="*/ 127896 w 551492"/>
                <a:gd name="connsiteY44" fmla="*/ 247692 h 421851"/>
                <a:gd name="connsiteX45" fmla="*/ 95599 w 551492"/>
                <a:gd name="connsiteY45" fmla="*/ 198670 h 421851"/>
                <a:gd name="connsiteX46" fmla="*/ 91723 w 551492"/>
                <a:gd name="connsiteY46" fmla="*/ 199960 h 421851"/>
                <a:gd name="connsiteX47" fmla="*/ 63302 w 551492"/>
                <a:gd name="connsiteY47" fmla="*/ 152228 h 421851"/>
                <a:gd name="connsiteX48" fmla="*/ 78804 w 551492"/>
                <a:gd name="connsiteY48" fmla="*/ 117396 h 421851"/>
                <a:gd name="connsiteX49" fmla="*/ 81388 w 551492"/>
                <a:gd name="connsiteY49" fmla="*/ 117396 h 421851"/>
                <a:gd name="connsiteX50" fmla="*/ 176987 w 551492"/>
                <a:gd name="connsiteY50" fmla="*/ 0 h 421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51492" h="421851">
                  <a:moveTo>
                    <a:pt x="361794" y="308363"/>
                  </a:moveTo>
                  <a:lnTo>
                    <a:pt x="530845" y="308363"/>
                  </a:lnTo>
                  <a:cubicBezTo>
                    <a:pt x="541168" y="308363"/>
                    <a:pt x="551492" y="317411"/>
                    <a:pt x="551492" y="329044"/>
                  </a:cubicBezTo>
                  <a:lnTo>
                    <a:pt x="551492" y="362650"/>
                  </a:lnTo>
                  <a:cubicBezTo>
                    <a:pt x="551492" y="374283"/>
                    <a:pt x="541168" y="383331"/>
                    <a:pt x="530845" y="383331"/>
                  </a:cubicBezTo>
                  <a:lnTo>
                    <a:pt x="378570" y="383331"/>
                  </a:lnTo>
                  <a:lnTo>
                    <a:pt x="378570" y="369113"/>
                  </a:lnTo>
                  <a:cubicBezTo>
                    <a:pt x="378570" y="347140"/>
                    <a:pt x="372118" y="326459"/>
                    <a:pt x="361794" y="308363"/>
                  </a:cubicBezTo>
                  <a:close/>
                  <a:moveTo>
                    <a:pt x="313904" y="172924"/>
                  </a:moveTo>
                  <a:lnTo>
                    <a:pt x="530832" y="172924"/>
                  </a:lnTo>
                  <a:cubicBezTo>
                    <a:pt x="541162" y="172924"/>
                    <a:pt x="551492" y="181947"/>
                    <a:pt x="551492" y="193548"/>
                  </a:cubicBezTo>
                  <a:lnTo>
                    <a:pt x="551492" y="225772"/>
                  </a:lnTo>
                  <a:cubicBezTo>
                    <a:pt x="551492" y="237373"/>
                    <a:pt x="541162" y="247685"/>
                    <a:pt x="530832" y="247685"/>
                  </a:cubicBezTo>
                  <a:lnTo>
                    <a:pt x="271293" y="247685"/>
                  </a:lnTo>
                  <a:lnTo>
                    <a:pt x="271293" y="227061"/>
                  </a:lnTo>
                  <a:cubicBezTo>
                    <a:pt x="271293" y="225772"/>
                    <a:pt x="272584" y="225772"/>
                    <a:pt x="272584" y="224483"/>
                  </a:cubicBezTo>
                  <a:cubicBezTo>
                    <a:pt x="293244" y="218038"/>
                    <a:pt x="307448" y="194837"/>
                    <a:pt x="313904" y="172924"/>
                  </a:cubicBezTo>
                  <a:close/>
                  <a:moveTo>
                    <a:pt x="281648" y="36241"/>
                  </a:moveTo>
                  <a:lnTo>
                    <a:pt x="530834" y="36241"/>
                  </a:lnTo>
                  <a:cubicBezTo>
                    <a:pt x="541163" y="36241"/>
                    <a:pt x="551492" y="46553"/>
                    <a:pt x="551492" y="58154"/>
                  </a:cubicBezTo>
                  <a:lnTo>
                    <a:pt x="551492" y="90378"/>
                  </a:lnTo>
                  <a:cubicBezTo>
                    <a:pt x="551492" y="101979"/>
                    <a:pt x="541163" y="111002"/>
                    <a:pt x="530834" y="111002"/>
                  </a:cubicBezTo>
                  <a:lnTo>
                    <a:pt x="308761" y="111002"/>
                  </a:lnTo>
                  <a:cubicBezTo>
                    <a:pt x="304888" y="104557"/>
                    <a:pt x="301015" y="99401"/>
                    <a:pt x="295850" y="96823"/>
                  </a:cubicBezTo>
                  <a:cubicBezTo>
                    <a:pt x="293268" y="72333"/>
                    <a:pt x="288104" y="52998"/>
                    <a:pt x="281648" y="36241"/>
                  </a:cubicBezTo>
                  <a:close/>
                  <a:moveTo>
                    <a:pt x="176987" y="0"/>
                  </a:moveTo>
                  <a:cubicBezTo>
                    <a:pt x="257083" y="0"/>
                    <a:pt x="270002" y="64503"/>
                    <a:pt x="271294" y="117396"/>
                  </a:cubicBezTo>
                  <a:cubicBezTo>
                    <a:pt x="272586" y="117396"/>
                    <a:pt x="273878" y="117396"/>
                    <a:pt x="276461" y="117396"/>
                  </a:cubicBezTo>
                  <a:cubicBezTo>
                    <a:pt x="289380" y="117396"/>
                    <a:pt x="290672" y="132877"/>
                    <a:pt x="290672" y="152228"/>
                  </a:cubicBezTo>
                  <a:cubicBezTo>
                    <a:pt x="290672" y="171579"/>
                    <a:pt x="275169" y="199960"/>
                    <a:pt x="262251" y="199960"/>
                  </a:cubicBezTo>
                  <a:cubicBezTo>
                    <a:pt x="260959" y="199960"/>
                    <a:pt x="258375" y="198670"/>
                    <a:pt x="257083" y="197380"/>
                  </a:cubicBezTo>
                  <a:cubicBezTo>
                    <a:pt x="249332" y="216731"/>
                    <a:pt x="237705" y="233502"/>
                    <a:pt x="224786" y="247692"/>
                  </a:cubicBezTo>
                  <a:cubicBezTo>
                    <a:pt x="220911" y="250272"/>
                    <a:pt x="219619" y="254143"/>
                    <a:pt x="219619" y="259303"/>
                  </a:cubicBezTo>
                  <a:cubicBezTo>
                    <a:pt x="219619" y="270913"/>
                    <a:pt x="228662" y="279944"/>
                    <a:pt x="241581" y="279944"/>
                  </a:cubicBezTo>
                  <a:lnTo>
                    <a:pt x="263543" y="279944"/>
                  </a:lnTo>
                  <a:cubicBezTo>
                    <a:pt x="312634" y="279944"/>
                    <a:pt x="352682" y="319936"/>
                    <a:pt x="352682" y="368958"/>
                  </a:cubicBezTo>
                  <a:lnTo>
                    <a:pt x="352682" y="393470"/>
                  </a:lnTo>
                  <a:cubicBezTo>
                    <a:pt x="352682" y="408950"/>
                    <a:pt x="341055" y="421851"/>
                    <a:pt x="325553" y="421851"/>
                  </a:cubicBezTo>
                  <a:lnTo>
                    <a:pt x="28421" y="421851"/>
                  </a:lnTo>
                  <a:cubicBezTo>
                    <a:pt x="12919" y="421851"/>
                    <a:pt x="0" y="408950"/>
                    <a:pt x="0" y="393470"/>
                  </a:cubicBezTo>
                  <a:lnTo>
                    <a:pt x="0" y="368958"/>
                  </a:lnTo>
                  <a:cubicBezTo>
                    <a:pt x="0" y="319936"/>
                    <a:pt x="40048" y="279944"/>
                    <a:pt x="89139" y="279944"/>
                  </a:cubicBezTo>
                  <a:lnTo>
                    <a:pt x="112393" y="279944"/>
                  </a:lnTo>
                  <a:cubicBezTo>
                    <a:pt x="124020" y="279944"/>
                    <a:pt x="133063" y="270913"/>
                    <a:pt x="133063" y="259303"/>
                  </a:cubicBezTo>
                  <a:cubicBezTo>
                    <a:pt x="133063" y="254143"/>
                    <a:pt x="131771" y="250272"/>
                    <a:pt x="127896" y="247692"/>
                  </a:cubicBezTo>
                  <a:cubicBezTo>
                    <a:pt x="114977" y="234792"/>
                    <a:pt x="104642" y="216731"/>
                    <a:pt x="95599" y="198670"/>
                  </a:cubicBezTo>
                  <a:cubicBezTo>
                    <a:pt x="94307" y="199960"/>
                    <a:pt x="93015" y="199960"/>
                    <a:pt x="91723" y="199960"/>
                  </a:cubicBezTo>
                  <a:cubicBezTo>
                    <a:pt x="78804" y="199960"/>
                    <a:pt x="63302" y="171579"/>
                    <a:pt x="63302" y="152228"/>
                  </a:cubicBezTo>
                  <a:cubicBezTo>
                    <a:pt x="63302" y="132877"/>
                    <a:pt x="65886" y="117396"/>
                    <a:pt x="78804" y="117396"/>
                  </a:cubicBezTo>
                  <a:cubicBezTo>
                    <a:pt x="80096" y="117396"/>
                    <a:pt x="80096" y="117396"/>
                    <a:pt x="81388" y="117396"/>
                  </a:cubicBezTo>
                  <a:cubicBezTo>
                    <a:pt x="82680" y="64503"/>
                    <a:pt x="93015" y="0"/>
                    <a:pt x="1769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50" name="矩形 49"/>
          <p:cNvSpPr/>
          <p:nvPr/>
        </p:nvSpPr>
        <p:spPr>
          <a:xfrm>
            <a:off x="4868224" y="1993905"/>
            <a:ext cx="2458495" cy="34512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50800" dir="5400000" algn="t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5332085" y="2536699"/>
            <a:ext cx="1530773" cy="1"/>
          </a:xfrm>
          <a:prstGeom prst="line">
            <a:avLst/>
          </a:prstGeom>
          <a:ln w="25400">
            <a:solidFill>
              <a:srgbClr val="8A979E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5408702" y="3119680"/>
            <a:ext cx="1377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20%</a:t>
            </a:r>
            <a:endParaRPr lang="zh-CN" altLang="en-US" sz="4000" b="1" dirty="0">
              <a:solidFill>
                <a:srgbClr val="8A979E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985432" y="4036625"/>
            <a:ext cx="2224079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此处添加详细文本描述，建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议与标题相关并符合整体语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言风格，语言描述尽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量简洁生动。</a:t>
            </a:r>
          </a:p>
        </p:txBody>
      </p:sp>
      <p:sp>
        <p:nvSpPr>
          <p:cNvPr id="55" name="矩形 54"/>
          <p:cNvSpPr/>
          <p:nvPr/>
        </p:nvSpPr>
        <p:spPr>
          <a:xfrm>
            <a:off x="8572810" y="1993904"/>
            <a:ext cx="2458495" cy="34512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50800" dir="5400000" algn="t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A979E"/>
              </a:solidFill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9036671" y="2536698"/>
            <a:ext cx="1530773" cy="1"/>
          </a:xfrm>
          <a:prstGeom prst="line">
            <a:avLst/>
          </a:prstGeom>
          <a:ln w="25400">
            <a:solidFill>
              <a:srgbClr val="8A979E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9113288" y="3119679"/>
            <a:ext cx="1377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30%</a:t>
            </a:r>
            <a:endParaRPr lang="zh-CN" altLang="en-US" sz="4000" b="1" dirty="0">
              <a:solidFill>
                <a:srgbClr val="8A979E"/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690018" y="4036624"/>
            <a:ext cx="2224079" cy="1032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此处添加详细文本描述，建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议与标题相关并符合整体语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言风格，语言描述尽</a:t>
            </a:r>
            <a:endParaRPr lang="en-US" altLang="zh-CN" sz="1200" dirty="0">
              <a:solidFill>
                <a:srgbClr val="8A979E"/>
              </a:solidFill>
              <a:latin typeface="思源黑体 Light" panose="020B0300000000000000" pitchFamily="34" charset="-122"/>
              <a:ea typeface="思源黑体 Light" panose="020B03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rPr>
              <a:t>量简洁生动。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781711" y="2251647"/>
            <a:ext cx="631785" cy="631785"/>
            <a:chOff x="6916682" y="-3555105"/>
            <a:chExt cx="631785" cy="631785"/>
          </a:xfrm>
        </p:grpSpPr>
        <p:sp>
          <p:nvSpPr>
            <p:cNvPr id="60" name="椭圆 59"/>
            <p:cNvSpPr/>
            <p:nvPr/>
          </p:nvSpPr>
          <p:spPr>
            <a:xfrm>
              <a:off x="6916682" y="-3555105"/>
              <a:ext cx="631785" cy="631785"/>
            </a:xfrm>
            <a:prstGeom prst="ellipse">
              <a:avLst/>
            </a:prstGeom>
            <a:solidFill>
              <a:srgbClr val="8A979E"/>
            </a:solidFill>
            <a:ln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8A979E"/>
                </a:solidFill>
              </a:endParaRPr>
            </a:p>
          </p:txBody>
        </p:sp>
        <p:sp>
          <p:nvSpPr>
            <p:cNvPr id="61" name="placeholder_90560"/>
            <p:cNvSpPr>
              <a:spLocks noChangeAspect="1"/>
            </p:cNvSpPr>
            <p:nvPr/>
          </p:nvSpPr>
          <p:spPr bwMode="auto">
            <a:xfrm>
              <a:off x="7077880" y="-3430396"/>
              <a:ext cx="309389" cy="382367"/>
            </a:xfrm>
            <a:custGeom>
              <a:avLst/>
              <a:gdLst>
                <a:gd name="connsiteX0" fmla="*/ 243063 w 485843"/>
                <a:gd name="connsiteY0" fmla="*/ 122511 h 600441"/>
                <a:gd name="connsiteX1" fmla="*/ 130548 w 485843"/>
                <a:gd name="connsiteY1" fmla="*/ 234807 h 600441"/>
                <a:gd name="connsiteX2" fmla="*/ 243063 w 485843"/>
                <a:gd name="connsiteY2" fmla="*/ 346860 h 600441"/>
                <a:gd name="connsiteX3" fmla="*/ 355578 w 485843"/>
                <a:gd name="connsiteY3" fmla="*/ 234807 h 600441"/>
                <a:gd name="connsiteX4" fmla="*/ 243063 w 485843"/>
                <a:gd name="connsiteY4" fmla="*/ 122511 h 600441"/>
                <a:gd name="connsiteX5" fmla="*/ 243063 w 485843"/>
                <a:gd name="connsiteY5" fmla="*/ 90183 h 600441"/>
                <a:gd name="connsiteX6" fmla="*/ 387969 w 485843"/>
                <a:gd name="connsiteY6" fmla="*/ 234807 h 600441"/>
                <a:gd name="connsiteX7" fmla="*/ 243063 w 485843"/>
                <a:gd name="connsiteY7" fmla="*/ 379431 h 600441"/>
                <a:gd name="connsiteX8" fmla="*/ 98157 w 485843"/>
                <a:gd name="connsiteY8" fmla="*/ 234807 h 600441"/>
                <a:gd name="connsiteX9" fmla="*/ 243063 w 485843"/>
                <a:gd name="connsiteY9" fmla="*/ 90183 h 600441"/>
                <a:gd name="connsiteX10" fmla="*/ 243043 w 485843"/>
                <a:gd name="connsiteY10" fmla="*/ 48619 h 600441"/>
                <a:gd name="connsiteX11" fmla="*/ 48706 w 485843"/>
                <a:gd name="connsiteY11" fmla="*/ 242607 h 600441"/>
                <a:gd name="connsiteX12" fmla="*/ 243043 w 485843"/>
                <a:gd name="connsiteY12" fmla="*/ 541612 h 600441"/>
                <a:gd name="connsiteX13" fmla="*/ 437137 w 485843"/>
                <a:gd name="connsiteY13" fmla="*/ 242607 h 600441"/>
                <a:gd name="connsiteX14" fmla="*/ 243043 w 485843"/>
                <a:gd name="connsiteY14" fmla="*/ 48619 h 600441"/>
                <a:gd name="connsiteX15" fmla="*/ 243043 w 485843"/>
                <a:gd name="connsiteY15" fmla="*/ 0 h 600441"/>
                <a:gd name="connsiteX16" fmla="*/ 485843 w 485843"/>
                <a:gd name="connsiteY16" fmla="*/ 242607 h 600441"/>
                <a:gd name="connsiteX17" fmla="*/ 371384 w 485843"/>
                <a:gd name="connsiteY17" fmla="*/ 469657 h 600441"/>
                <a:gd name="connsiteX18" fmla="*/ 260090 w 485843"/>
                <a:gd name="connsiteY18" fmla="*/ 593391 h 600441"/>
                <a:gd name="connsiteX19" fmla="*/ 243043 w 485843"/>
                <a:gd name="connsiteY19" fmla="*/ 600441 h 600441"/>
                <a:gd name="connsiteX20" fmla="*/ 225996 w 485843"/>
                <a:gd name="connsiteY20" fmla="*/ 593391 h 600441"/>
                <a:gd name="connsiteX21" fmla="*/ 114703 w 485843"/>
                <a:gd name="connsiteY21" fmla="*/ 469657 h 600441"/>
                <a:gd name="connsiteX22" fmla="*/ 0 w 485843"/>
                <a:gd name="connsiteY22" fmla="*/ 242607 h 600441"/>
                <a:gd name="connsiteX23" fmla="*/ 243043 w 485843"/>
                <a:gd name="connsiteY23" fmla="*/ 0 h 600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85843" h="600441">
                  <a:moveTo>
                    <a:pt x="243063" y="122511"/>
                  </a:moveTo>
                  <a:cubicBezTo>
                    <a:pt x="180960" y="122511"/>
                    <a:pt x="130548" y="172825"/>
                    <a:pt x="130548" y="234807"/>
                  </a:cubicBezTo>
                  <a:cubicBezTo>
                    <a:pt x="130548" y="296546"/>
                    <a:pt x="180960" y="346860"/>
                    <a:pt x="243063" y="346860"/>
                  </a:cubicBezTo>
                  <a:cubicBezTo>
                    <a:pt x="304922" y="346860"/>
                    <a:pt x="355578" y="296546"/>
                    <a:pt x="355578" y="234807"/>
                  </a:cubicBezTo>
                  <a:cubicBezTo>
                    <a:pt x="355578" y="172825"/>
                    <a:pt x="304922" y="122511"/>
                    <a:pt x="243063" y="122511"/>
                  </a:cubicBezTo>
                  <a:close/>
                  <a:moveTo>
                    <a:pt x="243063" y="90183"/>
                  </a:moveTo>
                  <a:cubicBezTo>
                    <a:pt x="322944" y="90183"/>
                    <a:pt x="387969" y="155082"/>
                    <a:pt x="387969" y="234807"/>
                  </a:cubicBezTo>
                  <a:cubicBezTo>
                    <a:pt x="387969" y="314533"/>
                    <a:pt x="322944" y="379431"/>
                    <a:pt x="243063" y="379431"/>
                  </a:cubicBezTo>
                  <a:cubicBezTo>
                    <a:pt x="163182" y="379431"/>
                    <a:pt x="98157" y="314533"/>
                    <a:pt x="98157" y="234807"/>
                  </a:cubicBezTo>
                  <a:cubicBezTo>
                    <a:pt x="98157" y="155082"/>
                    <a:pt x="163182" y="90183"/>
                    <a:pt x="243063" y="90183"/>
                  </a:cubicBezTo>
                  <a:close/>
                  <a:moveTo>
                    <a:pt x="243043" y="48619"/>
                  </a:moveTo>
                  <a:cubicBezTo>
                    <a:pt x="135890" y="48619"/>
                    <a:pt x="48706" y="135646"/>
                    <a:pt x="48706" y="242607"/>
                  </a:cubicBezTo>
                  <a:cubicBezTo>
                    <a:pt x="48706" y="325016"/>
                    <a:pt x="176316" y="473060"/>
                    <a:pt x="243043" y="541612"/>
                  </a:cubicBezTo>
                  <a:cubicBezTo>
                    <a:pt x="309771" y="473060"/>
                    <a:pt x="437137" y="325016"/>
                    <a:pt x="437137" y="242607"/>
                  </a:cubicBezTo>
                  <a:cubicBezTo>
                    <a:pt x="437137" y="135646"/>
                    <a:pt x="350197" y="48619"/>
                    <a:pt x="243043" y="48619"/>
                  </a:cubicBezTo>
                  <a:close/>
                  <a:moveTo>
                    <a:pt x="243043" y="0"/>
                  </a:moveTo>
                  <a:cubicBezTo>
                    <a:pt x="376985" y="0"/>
                    <a:pt x="485843" y="108663"/>
                    <a:pt x="485843" y="242607"/>
                  </a:cubicBezTo>
                  <a:cubicBezTo>
                    <a:pt x="485843" y="298033"/>
                    <a:pt x="447365" y="374607"/>
                    <a:pt x="371384" y="469657"/>
                  </a:cubicBezTo>
                  <a:cubicBezTo>
                    <a:pt x="316346" y="538452"/>
                    <a:pt x="262282" y="591204"/>
                    <a:pt x="260090" y="593391"/>
                  </a:cubicBezTo>
                  <a:cubicBezTo>
                    <a:pt x="255220" y="598010"/>
                    <a:pt x="249132" y="600441"/>
                    <a:pt x="243043" y="600441"/>
                  </a:cubicBezTo>
                  <a:cubicBezTo>
                    <a:pt x="236955" y="600441"/>
                    <a:pt x="230867" y="598010"/>
                    <a:pt x="225996" y="593391"/>
                  </a:cubicBezTo>
                  <a:cubicBezTo>
                    <a:pt x="223804" y="591204"/>
                    <a:pt x="169741" y="538452"/>
                    <a:pt x="114703" y="469657"/>
                  </a:cubicBezTo>
                  <a:cubicBezTo>
                    <a:pt x="38721" y="374607"/>
                    <a:pt x="0" y="298033"/>
                    <a:pt x="0" y="242607"/>
                  </a:cubicBezTo>
                  <a:cubicBezTo>
                    <a:pt x="0" y="108663"/>
                    <a:pt x="109102" y="0"/>
                    <a:pt x="2430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62" name="组合 61"/>
          <p:cNvGrpSpPr/>
          <p:nvPr/>
        </p:nvGrpSpPr>
        <p:grpSpPr>
          <a:xfrm>
            <a:off x="9486164" y="2255394"/>
            <a:ext cx="631785" cy="631785"/>
            <a:chOff x="9579899" y="-3555105"/>
            <a:chExt cx="631785" cy="631785"/>
          </a:xfrm>
          <a:solidFill>
            <a:srgbClr val="6AD3DC"/>
          </a:solidFill>
        </p:grpSpPr>
        <p:sp>
          <p:nvSpPr>
            <p:cNvPr id="63" name="椭圆 62"/>
            <p:cNvSpPr/>
            <p:nvPr/>
          </p:nvSpPr>
          <p:spPr>
            <a:xfrm>
              <a:off x="9579899" y="-3555105"/>
              <a:ext cx="631785" cy="631785"/>
            </a:xfrm>
            <a:prstGeom prst="ellipse">
              <a:avLst/>
            </a:prstGeom>
            <a:solidFill>
              <a:srgbClr val="8A979E"/>
            </a:solidFill>
            <a:ln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8A979E"/>
                </a:solidFill>
              </a:endParaRPr>
            </a:p>
          </p:txBody>
        </p:sp>
        <p:sp>
          <p:nvSpPr>
            <p:cNvPr id="64" name="graduation-hat_2473"/>
            <p:cNvSpPr>
              <a:spLocks noChangeAspect="1"/>
            </p:cNvSpPr>
            <p:nvPr/>
          </p:nvSpPr>
          <p:spPr bwMode="auto">
            <a:xfrm>
              <a:off x="9719772" y="-3414572"/>
              <a:ext cx="357913" cy="355879"/>
            </a:xfrm>
            <a:custGeom>
              <a:avLst/>
              <a:gdLst>
                <a:gd name="T0" fmla="*/ 3682 w 4808"/>
                <a:gd name="T1" fmla="*/ 2763 h 4789"/>
                <a:gd name="T2" fmla="*/ 3420 w 4808"/>
                <a:gd name="T3" fmla="*/ 2703 h 4789"/>
                <a:gd name="T4" fmla="*/ 3026 w 4808"/>
                <a:gd name="T5" fmla="*/ 2392 h 4789"/>
                <a:gd name="T6" fmla="*/ 2818 w 4808"/>
                <a:gd name="T7" fmla="*/ 2517 h 4789"/>
                <a:gd name="T8" fmla="*/ 3219 w 4808"/>
                <a:gd name="T9" fmla="*/ 1876 h 4789"/>
                <a:gd name="T10" fmla="*/ 3609 w 4808"/>
                <a:gd name="T11" fmla="*/ 1953 h 4789"/>
                <a:gd name="T12" fmla="*/ 4553 w 4808"/>
                <a:gd name="T13" fmla="*/ 720 h 4789"/>
                <a:gd name="T14" fmla="*/ 4388 w 4808"/>
                <a:gd name="T15" fmla="*/ 680 h 4789"/>
                <a:gd name="T16" fmla="*/ 3872 w 4808"/>
                <a:gd name="T17" fmla="*/ 1161 h 4789"/>
                <a:gd name="T18" fmla="*/ 3859 w 4808"/>
                <a:gd name="T19" fmla="*/ 1160 h 4789"/>
                <a:gd name="T20" fmla="*/ 3491 w 4808"/>
                <a:gd name="T21" fmla="*/ 1099 h 4789"/>
                <a:gd name="T22" fmla="*/ 3432 w 4808"/>
                <a:gd name="T23" fmla="*/ 731 h 4789"/>
                <a:gd name="T24" fmla="*/ 3454 w 4808"/>
                <a:gd name="T25" fmla="*/ 658 h 4789"/>
                <a:gd name="T26" fmla="*/ 3938 w 4808"/>
                <a:gd name="T27" fmla="*/ 104 h 4789"/>
                <a:gd name="T28" fmla="*/ 3609 w 4808"/>
                <a:gd name="T29" fmla="*/ 0 h 4789"/>
                <a:gd name="T30" fmla="*/ 2710 w 4808"/>
                <a:gd name="T31" fmla="*/ 1369 h 4789"/>
                <a:gd name="T32" fmla="*/ 1300 w 4808"/>
                <a:gd name="T33" fmla="*/ 999 h 4789"/>
                <a:gd name="T34" fmla="*/ 1309 w 4808"/>
                <a:gd name="T35" fmla="*/ 892 h 4789"/>
                <a:gd name="T36" fmla="*/ 865 w 4808"/>
                <a:gd name="T37" fmla="*/ 294 h 4789"/>
                <a:gd name="T38" fmla="*/ 665 w 4808"/>
                <a:gd name="T39" fmla="*/ 298 h 4789"/>
                <a:gd name="T40" fmla="*/ 278 w 4808"/>
                <a:gd name="T41" fmla="*/ 787 h 4789"/>
                <a:gd name="T42" fmla="*/ 630 w 4808"/>
                <a:gd name="T43" fmla="*/ 1163 h 4789"/>
                <a:gd name="T44" fmla="*/ 926 w 4808"/>
                <a:gd name="T45" fmla="*/ 1291 h 4789"/>
                <a:gd name="T46" fmla="*/ 1018 w 4808"/>
                <a:gd name="T47" fmla="*/ 1282 h 4789"/>
                <a:gd name="T48" fmla="*/ 1485 w 4808"/>
                <a:gd name="T49" fmla="*/ 2594 h 4789"/>
                <a:gd name="T50" fmla="*/ 1037 w 4808"/>
                <a:gd name="T51" fmla="*/ 2572 h 4789"/>
                <a:gd name="T52" fmla="*/ 92 w 4808"/>
                <a:gd name="T53" fmla="*/ 3809 h 4789"/>
                <a:gd name="T54" fmla="*/ 186 w 4808"/>
                <a:gd name="T55" fmla="*/ 3882 h 4789"/>
                <a:gd name="T56" fmla="*/ 727 w 4808"/>
                <a:gd name="T57" fmla="*/ 3384 h 4789"/>
                <a:gd name="T58" fmla="*/ 789 w 4808"/>
                <a:gd name="T59" fmla="*/ 3371 h 4789"/>
                <a:gd name="T60" fmla="*/ 796 w 4808"/>
                <a:gd name="T61" fmla="*/ 3372 h 4789"/>
                <a:gd name="T62" fmla="*/ 1218 w 4808"/>
                <a:gd name="T63" fmla="*/ 3798 h 4789"/>
                <a:gd name="T64" fmla="*/ 1192 w 4808"/>
                <a:gd name="T65" fmla="*/ 3873 h 4789"/>
                <a:gd name="T66" fmla="*/ 707 w 4808"/>
                <a:gd name="T67" fmla="*/ 4427 h 4789"/>
                <a:gd name="T68" fmla="*/ 1037 w 4808"/>
                <a:gd name="T69" fmla="*/ 4531 h 4789"/>
                <a:gd name="T70" fmla="*/ 2016 w 4808"/>
                <a:gd name="T71" fmla="*/ 3551 h 4789"/>
                <a:gd name="T72" fmla="*/ 1994 w 4808"/>
                <a:gd name="T73" fmla="*/ 3103 h 4789"/>
                <a:gd name="T74" fmla="*/ 2535 w 4808"/>
                <a:gd name="T75" fmla="*/ 2799 h 4789"/>
                <a:gd name="T76" fmla="*/ 2410 w 4808"/>
                <a:gd name="T77" fmla="*/ 3007 h 4789"/>
                <a:gd name="T78" fmla="*/ 2721 w 4808"/>
                <a:gd name="T79" fmla="*/ 3401 h 4789"/>
                <a:gd name="T80" fmla="*/ 2781 w 4808"/>
                <a:gd name="T81" fmla="*/ 3663 h 4789"/>
                <a:gd name="T82" fmla="*/ 4013 w 4808"/>
                <a:gd name="T83" fmla="*/ 4789 h 4789"/>
                <a:gd name="T84" fmla="*/ 4734 w 4808"/>
                <a:gd name="T85" fmla="*/ 4173 h 4789"/>
                <a:gd name="T86" fmla="*/ 4734 w 4808"/>
                <a:gd name="T87" fmla="*/ 3815 h 47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08" h="4789">
                  <a:moveTo>
                    <a:pt x="4734" y="3815"/>
                  </a:moveTo>
                  <a:lnTo>
                    <a:pt x="3682" y="2763"/>
                  </a:lnTo>
                  <a:cubicBezTo>
                    <a:pt x="3634" y="2715"/>
                    <a:pt x="3570" y="2689"/>
                    <a:pt x="3502" y="2689"/>
                  </a:cubicBezTo>
                  <a:cubicBezTo>
                    <a:pt x="3474" y="2689"/>
                    <a:pt x="3446" y="2694"/>
                    <a:pt x="3420" y="2703"/>
                  </a:cubicBezTo>
                  <a:lnTo>
                    <a:pt x="3167" y="2450"/>
                  </a:lnTo>
                  <a:cubicBezTo>
                    <a:pt x="3130" y="2413"/>
                    <a:pt x="3079" y="2392"/>
                    <a:pt x="3026" y="2392"/>
                  </a:cubicBezTo>
                  <a:cubicBezTo>
                    <a:pt x="2972" y="2392"/>
                    <a:pt x="2922" y="2413"/>
                    <a:pt x="2884" y="2450"/>
                  </a:cubicBezTo>
                  <a:lnTo>
                    <a:pt x="2818" y="2517"/>
                  </a:lnTo>
                  <a:lnTo>
                    <a:pt x="2699" y="2398"/>
                  </a:lnTo>
                  <a:lnTo>
                    <a:pt x="3219" y="1876"/>
                  </a:lnTo>
                  <a:cubicBezTo>
                    <a:pt x="3340" y="1928"/>
                    <a:pt x="3472" y="1953"/>
                    <a:pt x="3609" y="1953"/>
                  </a:cubicBezTo>
                  <a:lnTo>
                    <a:pt x="3609" y="1953"/>
                  </a:lnTo>
                  <a:cubicBezTo>
                    <a:pt x="3870" y="1953"/>
                    <a:pt x="4116" y="1854"/>
                    <a:pt x="4301" y="1669"/>
                  </a:cubicBezTo>
                  <a:cubicBezTo>
                    <a:pt x="4549" y="1421"/>
                    <a:pt x="4646" y="1059"/>
                    <a:pt x="4553" y="720"/>
                  </a:cubicBezTo>
                  <a:cubicBezTo>
                    <a:pt x="4542" y="678"/>
                    <a:pt x="4502" y="648"/>
                    <a:pt x="4459" y="648"/>
                  </a:cubicBezTo>
                  <a:cubicBezTo>
                    <a:pt x="4441" y="648"/>
                    <a:pt x="4413" y="654"/>
                    <a:pt x="4388" y="680"/>
                  </a:cubicBezTo>
                  <a:cubicBezTo>
                    <a:pt x="4384" y="683"/>
                    <a:pt x="4034" y="1030"/>
                    <a:pt x="3918" y="1146"/>
                  </a:cubicBezTo>
                  <a:cubicBezTo>
                    <a:pt x="3906" y="1159"/>
                    <a:pt x="3885" y="1161"/>
                    <a:pt x="3872" y="1161"/>
                  </a:cubicBezTo>
                  <a:cubicBezTo>
                    <a:pt x="3864" y="1161"/>
                    <a:pt x="3859" y="1160"/>
                    <a:pt x="3859" y="1160"/>
                  </a:cubicBezTo>
                  <a:lnTo>
                    <a:pt x="3859" y="1160"/>
                  </a:lnTo>
                  <a:lnTo>
                    <a:pt x="3851" y="1159"/>
                  </a:lnTo>
                  <a:cubicBezTo>
                    <a:pt x="3707" y="1146"/>
                    <a:pt x="3535" y="1119"/>
                    <a:pt x="3491" y="1099"/>
                  </a:cubicBezTo>
                  <a:cubicBezTo>
                    <a:pt x="3470" y="1055"/>
                    <a:pt x="3445" y="879"/>
                    <a:pt x="3432" y="733"/>
                  </a:cubicBezTo>
                  <a:lnTo>
                    <a:pt x="3432" y="731"/>
                  </a:lnTo>
                  <a:lnTo>
                    <a:pt x="3429" y="727"/>
                  </a:lnTo>
                  <a:cubicBezTo>
                    <a:pt x="3428" y="720"/>
                    <a:pt x="3425" y="687"/>
                    <a:pt x="3454" y="658"/>
                  </a:cubicBezTo>
                  <a:cubicBezTo>
                    <a:pt x="3574" y="538"/>
                    <a:pt x="3905" y="204"/>
                    <a:pt x="3908" y="201"/>
                  </a:cubicBezTo>
                  <a:cubicBezTo>
                    <a:pt x="3936" y="173"/>
                    <a:pt x="3947" y="138"/>
                    <a:pt x="3938" y="104"/>
                  </a:cubicBezTo>
                  <a:cubicBezTo>
                    <a:pt x="3927" y="64"/>
                    <a:pt x="3893" y="42"/>
                    <a:pt x="3865" y="34"/>
                  </a:cubicBezTo>
                  <a:cubicBezTo>
                    <a:pt x="3782" y="11"/>
                    <a:pt x="3695" y="0"/>
                    <a:pt x="3609" y="0"/>
                  </a:cubicBezTo>
                  <a:cubicBezTo>
                    <a:pt x="3347" y="0"/>
                    <a:pt x="3101" y="102"/>
                    <a:pt x="2916" y="287"/>
                  </a:cubicBezTo>
                  <a:cubicBezTo>
                    <a:pt x="2624" y="579"/>
                    <a:pt x="2555" y="1011"/>
                    <a:pt x="2710" y="1369"/>
                  </a:cubicBezTo>
                  <a:lnTo>
                    <a:pt x="2190" y="1889"/>
                  </a:lnTo>
                  <a:lnTo>
                    <a:pt x="1300" y="999"/>
                  </a:lnTo>
                  <a:cubicBezTo>
                    <a:pt x="1300" y="998"/>
                    <a:pt x="1299" y="998"/>
                    <a:pt x="1299" y="997"/>
                  </a:cubicBezTo>
                  <a:cubicBezTo>
                    <a:pt x="1307" y="963"/>
                    <a:pt x="1311" y="928"/>
                    <a:pt x="1309" y="892"/>
                  </a:cubicBezTo>
                  <a:cubicBezTo>
                    <a:pt x="1305" y="788"/>
                    <a:pt x="1260" y="689"/>
                    <a:pt x="1182" y="611"/>
                  </a:cubicBezTo>
                  <a:lnTo>
                    <a:pt x="865" y="294"/>
                  </a:lnTo>
                  <a:cubicBezTo>
                    <a:pt x="858" y="288"/>
                    <a:pt x="821" y="253"/>
                    <a:pt x="766" y="253"/>
                  </a:cubicBezTo>
                  <a:cubicBezTo>
                    <a:pt x="740" y="253"/>
                    <a:pt x="702" y="261"/>
                    <a:pt x="665" y="298"/>
                  </a:cubicBezTo>
                  <a:lnTo>
                    <a:pt x="318" y="645"/>
                  </a:lnTo>
                  <a:cubicBezTo>
                    <a:pt x="277" y="685"/>
                    <a:pt x="263" y="737"/>
                    <a:pt x="278" y="787"/>
                  </a:cubicBezTo>
                  <a:cubicBezTo>
                    <a:pt x="288" y="820"/>
                    <a:pt x="308" y="842"/>
                    <a:pt x="314" y="848"/>
                  </a:cubicBezTo>
                  <a:lnTo>
                    <a:pt x="630" y="1163"/>
                  </a:lnTo>
                  <a:cubicBezTo>
                    <a:pt x="712" y="1246"/>
                    <a:pt x="817" y="1291"/>
                    <a:pt x="926" y="1291"/>
                  </a:cubicBezTo>
                  <a:lnTo>
                    <a:pt x="926" y="1291"/>
                  </a:lnTo>
                  <a:cubicBezTo>
                    <a:pt x="957" y="1291"/>
                    <a:pt x="987" y="1287"/>
                    <a:pt x="1016" y="1280"/>
                  </a:cubicBezTo>
                  <a:cubicBezTo>
                    <a:pt x="1017" y="1281"/>
                    <a:pt x="1017" y="1281"/>
                    <a:pt x="1018" y="1282"/>
                  </a:cubicBezTo>
                  <a:lnTo>
                    <a:pt x="1907" y="2171"/>
                  </a:lnTo>
                  <a:lnTo>
                    <a:pt x="1485" y="2594"/>
                  </a:lnTo>
                  <a:cubicBezTo>
                    <a:pt x="1466" y="2613"/>
                    <a:pt x="1449" y="2634"/>
                    <a:pt x="1435" y="2656"/>
                  </a:cubicBezTo>
                  <a:cubicBezTo>
                    <a:pt x="1311" y="2601"/>
                    <a:pt x="1176" y="2572"/>
                    <a:pt x="1037" y="2572"/>
                  </a:cubicBezTo>
                  <a:cubicBezTo>
                    <a:pt x="775" y="2572"/>
                    <a:pt x="529" y="2674"/>
                    <a:pt x="344" y="2859"/>
                  </a:cubicBezTo>
                  <a:cubicBezTo>
                    <a:pt x="96" y="3106"/>
                    <a:pt x="0" y="3471"/>
                    <a:pt x="92" y="3809"/>
                  </a:cubicBezTo>
                  <a:cubicBezTo>
                    <a:pt x="103" y="3852"/>
                    <a:pt x="143" y="3882"/>
                    <a:pt x="186" y="3882"/>
                  </a:cubicBezTo>
                  <a:lnTo>
                    <a:pt x="186" y="3882"/>
                  </a:lnTo>
                  <a:cubicBezTo>
                    <a:pt x="204" y="3882"/>
                    <a:pt x="232" y="3877"/>
                    <a:pt x="258" y="3851"/>
                  </a:cubicBezTo>
                  <a:cubicBezTo>
                    <a:pt x="261" y="3847"/>
                    <a:pt x="611" y="3500"/>
                    <a:pt x="727" y="3384"/>
                  </a:cubicBezTo>
                  <a:cubicBezTo>
                    <a:pt x="740" y="3372"/>
                    <a:pt x="762" y="3370"/>
                    <a:pt x="774" y="3370"/>
                  </a:cubicBezTo>
                  <a:cubicBezTo>
                    <a:pt x="783" y="3370"/>
                    <a:pt x="789" y="3371"/>
                    <a:pt x="789" y="3371"/>
                  </a:cubicBezTo>
                  <a:lnTo>
                    <a:pt x="789" y="3371"/>
                  </a:lnTo>
                  <a:lnTo>
                    <a:pt x="796" y="3372"/>
                  </a:lnTo>
                  <a:cubicBezTo>
                    <a:pt x="940" y="3385"/>
                    <a:pt x="1113" y="3411"/>
                    <a:pt x="1157" y="3431"/>
                  </a:cubicBezTo>
                  <a:cubicBezTo>
                    <a:pt x="1178" y="3475"/>
                    <a:pt x="1205" y="3652"/>
                    <a:pt x="1218" y="3798"/>
                  </a:cubicBezTo>
                  <a:lnTo>
                    <a:pt x="1219" y="3805"/>
                  </a:lnTo>
                  <a:cubicBezTo>
                    <a:pt x="1219" y="3805"/>
                    <a:pt x="1223" y="3842"/>
                    <a:pt x="1192" y="3873"/>
                  </a:cubicBezTo>
                  <a:cubicBezTo>
                    <a:pt x="1072" y="3993"/>
                    <a:pt x="741" y="4327"/>
                    <a:pt x="738" y="4330"/>
                  </a:cubicBezTo>
                  <a:cubicBezTo>
                    <a:pt x="710" y="4358"/>
                    <a:pt x="699" y="4393"/>
                    <a:pt x="707" y="4427"/>
                  </a:cubicBezTo>
                  <a:cubicBezTo>
                    <a:pt x="718" y="4467"/>
                    <a:pt x="752" y="4489"/>
                    <a:pt x="780" y="4497"/>
                  </a:cubicBezTo>
                  <a:cubicBezTo>
                    <a:pt x="864" y="4519"/>
                    <a:pt x="950" y="4531"/>
                    <a:pt x="1037" y="4531"/>
                  </a:cubicBezTo>
                  <a:cubicBezTo>
                    <a:pt x="1298" y="4531"/>
                    <a:pt x="1544" y="4429"/>
                    <a:pt x="1729" y="4244"/>
                  </a:cubicBezTo>
                  <a:cubicBezTo>
                    <a:pt x="1914" y="4059"/>
                    <a:pt x="2016" y="3813"/>
                    <a:pt x="2016" y="3551"/>
                  </a:cubicBezTo>
                  <a:cubicBezTo>
                    <a:pt x="2016" y="3412"/>
                    <a:pt x="1987" y="3277"/>
                    <a:pt x="1932" y="3153"/>
                  </a:cubicBezTo>
                  <a:cubicBezTo>
                    <a:pt x="1954" y="3139"/>
                    <a:pt x="1975" y="3122"/>
                    <a:pt x="1994" y="3103"/>
                  </a:cubicBezTo>
                  <a:lnTo>
                    <a:pt x="2417" y="2681"/>
                  </a:lnTo>
                  <a:lnTo>
                    <a:pt x="2535" y="2799"/>
                  </a:lnTo>
                  <a:lnTo>
                    <a:pt x="2469" y="2866"/>
                  </a:lnTo>
                  <a:cubicBezTo>
                    <a:pt x="2431" y="2904"/>
                    <a:pt x="2410" y="2954"/>
                    <a:pt x="2410" y="3007"/>
                  </a:cubicBezTo>
                  <a:cubicBezTo>
                    <a:pt x="2410" y="3061"/>
                    <a:pt x="2431" y="3111"/>
                    <a:pt x="2469" y="3149"/>
                  </a:cubicBezTo>
                  <a:lnTo>
                    <a:pt x="2721" y="3401"/>
                  </a:lnTo>
                  <a:cubicBezTo>
                    <a:pt x="2712" y="3427"/>
                    <a:pt x="2707" y="3455"/>
                    <a:pt x="2707" y="3484"/>
                  </a:cubicBezTo>
                  <a:cubicBezTo>
                    <a:pt x="2707" y="3552"/>
                    <a:pt x="2734" y="3615"/>
                    <a:pt x="2781" y="3663"/>
                  </a:cubicBezTo>
                  <a:lnTo>
                    <a:pt x="3834" y="4715"/>
                  </a:lnTo>
                  <a:cubicBezTo>
                    <a:pt x="3881" y="4763"/>
                    <a:pt x="3945" y="4789"/>
                    <a:pt x="4013" y="4789"/>
                  </a:cubicBezTo>
                  <a:cubicBezTo>
                    <a:pt x="4081" y="4789"/>
                    <a:pt x="4144" y="4763"/>
                    <a:pt x="4192" y="4715"/>
                  </a:cubicBezTo>
                  <a:lnTo>
                    <a:pt x="4734" y="4173"/>
                  </a:lnTo>
                  <a:cubicBezTo>
                    <a:pt x="4782" y="4126"/>
                    <a:pt x="4808" y="4062"/>
                    <a:pt x="4808" y="3994"/>
                  </a:cubicBezTo>
                  <a:cubicBezTo>
                    <a:pt x="4808" y="3926"/>
                    <a:pt x="4782" y="3863"/>
                    <a:pt x="4734" y="38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b="1">
                <a:solidFill>
                  <a:srgbClr val="8A979E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71433" y="1094804"/>
            <a:ext cx="3849131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0" dirty="0">
                <a:solidFill>
                  <a:srgbClr val="8A979E">
                    <a:alpha val="10000"/>
                  </a:srgbClr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04</a:t>
            </a:r>
            <a:endParaRPr lang="zh-CN" altLang="en-US" sz="20000" dirty="0">
              <a:solidFill>
                <a:srgbClr val="8A979E">
                  <a:alpha val="10000"/>
                </a:srgbClr>
              </a:solidFill>
              <a:latin typeface="优设标题黑" panose="00000500000000000000" pitchFamily="2" charset="-122"/>
              <a:ea typeface="优设标题黑" panose="00000500000000000000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05686" y="2380676"/>
            <a:ext cx="7780624" cy="2417922"/>
            <a:chOff x="2205686" y="2124067"/>
            <a:chExt cx="7780624" cy="2417922"/>
          </a:xfrm>
        </p:grpSpPr>
        <p:sp>
          <p:nvSpPr>
            <p:cNvPr id="4" name="文本框 3"/>
            <p:cNvSpPr txBox="1"/>
            <p:nvPr/>
          </p:nvSpPr>
          <p:spPr>
            <a:xfrm>
              <a:off x="3985278" y="2124067"/>
              <a:ext cx="422144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4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解决方案及总结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785412" y="2893508"/>
              <a:ext cx="462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solidFill>
                    <a:srgbClr val="8A979E"/>
                  </a:solidFill>
                  <a:latin typeface="Century Gothic" panose="020B0502020202020204" pitchFamily="34" charset="0"/>
                </a:rPr>
                <a:t>SOLUTIONS AND SUMMARY</a:t>
              </a:r>
            </a:p>
          </p:txBody>
        </p:sp>
        <p:sp>
          <p:nvSpPr>
            <p:cNvPr id="6" name="矩形 5"/>
            <p:cNvSpPr/>
            <p:nvPr/>
          </p:nvSpPr>
          <p:spPr>
            <a:xfrm>
              <a:off x="2205686" y="3749528"/>
              <a:ext cx="7780624" cy="792461"/>
            </a:xfrm>
            <a:prstGeom prst="rect">
              <a:avLst/>
            </a:prstGeom>
          </p:spPr>
          <p:txBody>
            <a:bodyPr vert="horz" wrap="square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您的内容打在这里，或者通过复制您的文本后，在此框中选择粘贴，并选择只保留文字。通过复制您的文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本后，在此框中选择粘贴，并选择只保留文字。您的内容打在这里，或者通过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复制您的文本后，在此框中选择粘贴，并选择只保留文字。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解决方案及总结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8" r="15368"/>
          <a:stretch/>
        </p:blipFill>
        <p:spPr>
          <a:xfrm>
            <a:off x="6849135" y="1595574"/>
            <a:ext cx="3807107" cy="3666852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2" name="组合 31"/>
          <p:cNvGrpSpPr/>
          <p:nvPr/>
        </p:nvGrpSpPr>
        <p:grpSpPr>
          <a:xfrm>
            <a:off x="1603936" y="4358750"/>
            <a:ext cx="5268265" cy="956510"/>
            <a:chOff x="1603936" y="4358750"/>
            <a:chExt cx="5268265" cy="956510"/>
          </a:xfrm>
        </p:grpSpPr>
        <p:sp>
          <p:nvSpPr>
            <p:cNvPr id="33" name="圆角矩形 6"/>
            <p:cNvSpPr/>
            <p:nvPr/>
          </p:nvSpPr>
          <p:spPr>
            <a:xfrm>
              <a:off x="1603936" y="4363680"/>
              <a:ext cx="890491" cy="399185"/>
            </a:xfrm>
            <a:prstGeom prst="roundRect">
              <a:avLst>
                <a:gd name="adj" fmla="val 15385"/>
              </a:avLst>
            </a:prstGeom>
            <a:solidFill>
              <a:srgbClr val="DFD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3</a:t>
              </a:r>
              <a:endParaRPr lang="zh-CN" altLang="en-US" sz="32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2616406" y="4358750"/>
              <a:ext cx="4255795" cy="956510"/>
              <a:chOff x="12401164" y="2407867"/>
              <a:chExt cx="4255795" cy="956510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2401164" y="2811982"/>
                <a:ext cx="4255795" cy="552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此处添加详细文本描述，建议与标题相关并符合整体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语言风格，语言描述尽量简洁生动。</a:t>
                </a: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2401165" y="2407867"/>
                <a:ext cx="166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1603936" y="3019325"/>
            <a:ext cx="5268265" cy="956510"/>
            <a:chOff x="1603936" y="4358750"/>
            <a:chExt cx="5268265" cy="956510"/>
          </a:xfrm>
        </p:grpSpPr>
        <p:sp>
          <p:nvSpPr>
            <p:cNvPr id="40" name="圆角矩形 6"/>
            <p:cNvSpPr/>
            <p:nvPr/>
          </p:nvSpPr>
          <p:spPr>
            <a:xfrm>
              <a:off x="1603936" y="4363680"/>
              <a:ext cx="890491" cy="399185"/>
            </a:xfrm>
            <a:prstGeom prst="roundRect">
              <a:avLst>
                <a:gd name="adj" fmla="val 15385"/>
              </a:avLst>
            </a:prstGeom>
            <a:solidFill>
              <a:srgbClr val="DFD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2</a:t>
              </a:r>
              <a:endParaRPr lang="zh-CN" altLang="en-US" sz="32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2616406" y="4358750"/>
              <a:ext cx="4255795" cy="956510"/>
              <a:chOff x="12401164" y="2407867"/>
              <a:chExt cx="4255795" cy="956510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12401164" y="2811982"/>
                <a:ext cx="4255795" cy="552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此处添加详细文本描述，建议与标题相关并符合整体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语言风格，语言描述尽量简洁生动。</a:t>
                </a: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2401165" y="2407867"/>
                <a:ext cx="166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1603936" y="1679900"/>
            <a:ext cx="5268265" cy="956510"/>
            <a:chOff x="1603936" y="4358750"/>
            <a:chExt cx="5268265" cy="956510"/>
          </a:xfrm>
        </p:grpSpPr>
        <p:sp>
          <p:nvSpPr>
            <p:cNvPr id="49" name="圆角矩形 6"/>
            <p:cNvSpPr/>
            <p:nvPr/>
          </p:nvSpPr>
          <p:spPr>
            <a:xfrm>
              <a:off x="1603936" y="4363680"/>
              <a:ext cx="890491" cy="399185"/>
            </a:xfrm>
            <a:prstGeom prst="roundRect">
              <a:avLst>
                <a:gd name="adj" fmla="val 15385"/>
              </a:avLst>
            </a:prstGeom>
            <a:solidFill>
              <a:srgbClr val="DFD5C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rgbClr val="8A979E"/>
                  </a:solidFill>
                  <a:latin typeface="优设标题黑" panose="00000500000000000000" pitchFamily="2" charset="-122"/>
                  <a:ea typeface="优设标题黑" panose="00000500000000000000" pitchFamily="2" charset="-122"/>
                </a:rPr>
                <a:t>1</a:t>
              </a:r>
              <a:endParaRPr lang="zh-CN" altLang="en-US" sz="32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2616406" y="4358750"/>
              <a:ext cx="4255795" cy="956510"/>
              <a:chOff x="12401164" y="2407867"/>
              <a:chExt cx="4255795" cy="956510"/>
            </a:xfrm>
          </p:grpSpPr>
          <p:sp>
            <p:nvSpPr>
              <p:cNvPr id="53" name="文本框 52"/>
              <p:cNvSpPr txBox="1"/>
              <p:nvPr/>
            </p:nvSpPr>
            <p:spPr>
              <a:xfrm>
                <a:off x="12401164" y="2811982"/>
                <a:ext cx="4255795" cy="552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此处添加详细文本描述，建议与标题相关并符合整体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语言风格，语言描述尽量简洁生动。</a:t>
                </a: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12401165" y="2407867"/>
                <a:ext cx="16698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1312784" y="1995178"/>
            <a:ext cx="9566432" cy="2867645"/>
            <a:chOff x="1312784" y="1913905"/>
            <a:chExt cx="9566432" cy="2867645"/>
          </a:xfrm>
        </p:grpSpPr>
        <p:grpSp>
          <p:nvGrpSpPr>
            <p:cNvPr id="14" name="组合 13"/>
            <p:cNvGrpSpPr/>
            <p:nvPr/>
          </p:nvGrpSpPr>
          <p:grpSpPr>
            <a:xfrm>
              <a:off x="1312784" y="1953472"/>
              <a:ext cx="9566432" cy="2828078"/>
              <a:chOff x="939346" y="1954934"/>
              <a:chExt cx="10314682" cy="3049279"/>
            </a:xfrm>
          </p:grpSpPr>
          <p:sp>
            <p:nvSpPr>
              <p:cNvPr id="2" name="任意多边形: 形状 1"/>
              <p:cNvSpPr/>
              <p:nvPr/>
            </p:nvSpPr>
            <p:spPr>
              <a:xfrm>
                <a:off x="939346" y="2124292"/>
                <a:ext cx="3173654" cy="2879921"/>
              </a:xfrm>
              <a:custGeom>
                <a:avLst/>
                <a:gdLst>
                  <a:gd name="connsiteX0" fmla="*/ 0 w 3173654"/>
                  <a:gd name="connsiteY0" fmla="*/ 0 h 2879921"/>
                  <a:gd name="connsiteX1" fmla="*/ 434297 w 3173654"/>
                  <a:gd name="connsiteY1" fmla="*/ 0 h 2879921"/>
                  <a:gd name="connsiteX2" fmla="*/ 434297 w 3173654"/>
                  <a:gd name="connsiteY2" fmla="*/ 90718 h 2879921"/>
                  <a:gd name="connsiteX3" fmla="*/ 90718 w 3173654"/>
                  <a:gd name="connsiteY3" fmla="*/ 90718 h 2879921"/>
                  <a:gd name="connsiteX4" fmla="*/ 90718 w 3173654"/>
                  <a:gd name="connsiteY4" fmla="*/ 2789203 h 2879921"/>
                  <a:gd name="connsiteX5" fmla="*/ 3082936 w 3173654"/>
                  <a:gd name="connsiteY5" fmla="*/ 2789203 h 2879921"/>
                  <a:gd name="connsiteX6" fmla="*/ 3082936 w 3173654"/>
                  <a:gd name="connsiteY6" fmla="*/ 90718 h 2879921"/>
                  <a:gd name="connsiteX7" fmla="*/ 1116468 w 3173654"/>
                  <a:gd name="connsiteY7" fmla="*/ 90718 h 2879921"/>
                  <a:gd name="connsiteX8" fmla="*/ 1116468 w 3173654"/>
                  <a:gd name="connsiteY8" fmla="*/ 0 h 2879921"/>
                  <a:gd name="connsiteX9" fmla="*/ 3173654 w 3173654"/>
                  <a:gd name="connsiteY9" fmla="*/ 0 h 2879921"/>
                  <a:gd name="connsiteX10" fmla="*/ 3173654 w 3173654"/>
                  <a:gd name="connsiteY10" fmla="*/ 2879921 h 2879921"/>
                  <a:gd name="connsiteX11" fmla="*/ 0 w 3173654"/>
                  <a:gd name="connsiteY11" fmla="*/ 2879921 h 287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73654" h="2879921">
                    <a:moveTo>
                      <a:pt x="0" y="0"/>
                    </a:moveTo>
                    <a:lnTo>
                      <a:pt x="434297" y="0"/>
                    </a:lnTo>
                    <a:lnTo>
                      <a:pt x="434297" y="90718"/>
                    </a:lnTo>
                    <a:lnTo>
                      <a:pt x="90718" y="90718"/>
                    </a:lnTo>
                    <a:lnTo>
                      <a:pt x="90718" y="2789203"/>
                    </a:lnTo>
                    <a:lnTo>
                      <a:pt x="3082936" y="2789203"/>
                    </a:lnTo>
                    <a:lnTo>
                      <a:pt x="3082936" y="90718"/>
                    </a:lnTo>
                    <a:lnTo>
                      <a:pt x="1116468" y="90718"/>
                    </a:lnTo>
                    <a:lnTo>
                      <a:pt x="1116468" y="0"/>
                    </a:lnTo>
                    <a:lnTo>
                      <a:pt x="3173654" y="0"/>
                    </a:lnTo>
                    <a:lnTo>
                      <a:pt x="3173654" y="2879921"/>
                    </a:lnTo>
                    <a:lnTo>
                      <a:pt x="0" y="2879921"/>
                    </a:lnTo>
                    <a:close/>
                  </a:path>
                </a:pathLst>
              </a:custGeom>
              <a:solidFill>
                <a:srgbClr val="8A979E"/>
              </a:solidFill>
              <a:ln>
                <a:solidFill>
                  <a:srgbClr val="8A97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任意多边形: 形状 2"/>
              <p:cNvSpPr/>
              <p:nvPr/>
            </p:nvSpPr>
            <p:spPr>
              <a:xfrm>
                <a:off x="4509860" y="2124290"/>
                <a:ext cx="3173654" cy="2879921"/>
              </a:xfrm>
              <a:custGeom>
                <a:avLst/>
                <a:gdLst>
                  <a:gd name="connsiteX0" fmla="*/ 0 w 3173654"/>
                  <a:gd name="connsiteY0" fmla="*/ 0 h 2879921"/>
                  <a:gd name="connsiteX1" fmla="*/ 489077 w 3173654"/>
                  <a:gd name="connsiteY1" fmla="*/ 0 h 2879921"/>
                  <a:gd name="connsiteX2" fmla="*/ 489077 w 3173654"/>
                  <a:gd name="connsiteY2" fmla="*/ 90718 h 2879921"/>
                  <a:gd name="connsiteX3" fmla="*/ 90718 w 3173654"/>
                  <a:gd name="connsiteY3" fmla="*/ 90718 h 2879921"/>
                  <a:gd name="connsiteX4" fmla="*/ 90718 w 3173654"/>
                  <a:gd name="connsiteY4" fmla="*/ 2789203 h 2879921"/>
                  <a:gd name="connsiteX5" fmla="*/ 3082936 w 3173654"/>
                  <a:gd name="connsiteY5" fmla="*/ 2789203 h 2879921"/>
                  <a:gd name="connsiteX6" fmla="*/ 3082936 w 3173654"/>
                  <a:gd name="connsiteY6" fmla="*/ 90718 h 2879921"/>
                  <a:gd name="connsiteX7" fmla="*/ 1171248 w 3173654"/>
                  <a:gd name="connsiteY7" fmla="*/ 90718 h 2879921"/>
                  <a:gd name="connsiteX8" fmla="*/ 1171248 w 3173654"/>
                  <a:gd name="connsiteY8" fmla="*/ 0 h 2879921"/>
                  <a:gd name="connsiteX9" fmla="*/ 3173654 w 3173654"/>
                  <a:gd name="connsiteY9" fmla="*/ 0 h 2879921"/>
                  <a:gd name="connsiteX10" fmla="*/ 3173654 w 3173654"/>
                  <a:gd name="connsiteY10" fmla="*/ 2879921 h 2879921"/>
                  <a:gd name="connsiteX11" fmla="*/ 0 w 3173654"/>
                  <a:gd name="connsiteY11" fmla="*/ 2879921 h 287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73654" h="2879921">
                    <a:moveTo>
                      <a:pt x="0" y="0"/>
                    </a:moveTo>
                    <a:lnTo>
                      <a:pt x="489077" y="0"/>
                    </a:lnTo>
                    <a:lnTo>
                      <a:pt x="489077" y="90718"/>
                    </a:lnTo>
                    <a:lnTo>
                      <a:pt x="90718" y="90718"/>
                    </a:lnTo>
                    <a:lnTo>
                      <a:pt x="90718" y="2789203"/>
                    </a:lnTo>
                    <a:lnTo>
                      <a:pt x="3082936" y="2789203"/>
                    </a:lnTo>
                    <a:lnTo>
                      <a:pt x="3082936" y="90718"/>
                    </a:lnTo>
                    <a:lnTo>
                      <a:pt x="1171248" y="90718"/>
                    </a:lnTo>
                    <a:lnTo>
                      <a:pt x="1171248" y="0"/>
                    </a:lnTo>
                    <a:lnTo>
                      <a:pt x="3173654" y="0"/>
                    </a:lnTo>
                    <a:lnTo>
                      <a:pt x="3173654" y="2879921"/>
                    </a:lnTo>
                    <a:lnTo>
                      <a:pt x="0" y="2879921"/>
                    </a:lnTo>
                    <a:close/>
                  </a:path>
                </a:pathLst>
              </a:custGeom>
              <a:solidFill>
                <a:srgbClr val="8A97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任意多边形: 形状 3"/>
              <p:cNvSpPr/>
              <p:nvPr/>
            </p:nvSpPr>
            <p:spPr>
              <a:xfrm>
                <a:off x="8080374" y="2124290"/>
                <a:ext cx="3173654" cy="2879921"/>
              </a:xfrm>
              <a:custGeom>
                <a:avLst/>
                <a:gdLst>
                  <a:gd name="connsiteX0" fmla="*/ 0 w 3173654"/>
                  <a:gd name="connsiteY0" fmla="*/ 0 h 2879921"/>
                  <a:gd name="connsiteX1" fmla="*/ 543857 w 3173654"/>
                  <a:gd name="connsiteY1" fmla="*/ 0 h 2879921"/>
                  <a:gd name="connsiteX2" fmla="*/ 543857 w 3173654"/>
                  <a:gd name="connsiteY2" fmla="*/ 90718 h 2879921"/>
                  <a:gd name="connsiteX3" fmla="*/ 90718 w 3173654"/>
                  <a:gd name="connsiteY3" fmla="*/ 90718 h 2879921"/>
                  <a:gd name="connsiteX4" fmla="*/ 90718 w 3173654"/>
                  <a:gd name="connsiteY4" fmla="*/ 2789203 h 2879921"/>
                  <a:gd name="connsiteX5" fmla="*/ 3082936 w 3173654"/>
                  <a:gd name="connsiteY5" fmla="*/ 2789203 h 2879921"/>
                  <a:gd name="connsiteX6" fmla="*/ 3082936 w 3173654"/>
                  <a:gd name="connsiteY6" fmla="*/ 90718 h 2879921"/>
                  <a:gd name="connsiteX7" fmla="*/ 1226028 w 3173654"/>
                  <a:gd name="connsiteY7" fmla="*/ 90718 h 2879921"/>
                  <a:gd name="connsiteX8" fmla="*/ 1226028 w 3173654"/>
                  <a:gd name="connsiteY8" fmla="*/ 0 h 2879921"/>
                  <a:gd name="connsiteX9" fmla="*/ 3173654 w 3173654"/>
                  <a:gd name="connsiteY9" fmla="*/ 0 h 2879921"/>
                  <a:gd name="connsiteX10" fmla="*/ 3173654 w 3173654"/>
                  <a:gd name="connsiteY10" fmla="*/ 2879921 h 2879921"/>
                  <a:gd name="connsiteX11" fmla="*/ 0 w 3173654"/>
                  <a:gd name="connsiteY11" fmla="*/ 2879921 h 287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73654" h="2879921">
                    <a:moveTo>
                      <a:pt x="0" y="0"/>
                    </a:moveTo>
                    <a:lnTo>
                      <a:pt x="543857" y="0"/>
                    </a:lnTo>
                    <a:lnTo>
                      <a:pt x="543857" y="90718"/>
                    </a:lnTo>
                    <a:lnTo>
                      <a:pt x="90718" y="90718"/>
                    </a:lnTo>
                    <a:lnTo>
                      <a:pt x="90718" y="2789203"/>
                    </a:lnTo>
                    <a:lnTo>
                      <a:pt x="3082936" y="2789203"/>
                    </a:lnTo>
                    <a:lnTo>
                      <a:pt x="3082936" y="90718"/>
                    </a:lnTo>
                    <a:lnTo>
                      <a:pt x="1226028" y="90718"/>
                    </a:lnTo>
                    <a:lnTo>
                      <a:pt x="1226028" y="0"/>
                    </a:lnTo>
                    <a:lnTo>
                      <a:pt x="3173654" y="0"/>
                    </a:lnTo>
                    <a:lnTo>
                      <a:pt x="3173654" y="2879921"/>
                    </a:lnTo>
                    <a:lnTo>
                      <a:pt x="0" y="2879921"/>
                    </a:lnTo>
                    <a:close/>
                  </a:path>
                </a:pathLst>
              </a:custGeom>
              <a:solidFill>
                <a:srgbClr val="8A97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signing-contract_66138"/>
              <p:cNvSpPr>
                <a:spLocks noChangeAspect="1"/>
              </p:cNvSpPr>
              <p:nvPr/>
            </p:nvSpPr>
            <p:spPr bwMode="auto">
              <a:xfrm>
                <a:off x="1512785" y="1954934"/>
                <a:ext cx="435415" cy="435168"/>
              </a:xfrm>
              <a:custGeom>
                <a:avLst/>
                <a:gdLst>
                  <a:gd name="connsiteX0" fmla="*/ 177088 w 577759"/>
                  <a:gd name="connsiteY0" fmla="*/ 396051 h 577432"/>
                  <a:gd name="connsiteX1" fmla="*/ 185388 w 577759"/>
                  <a:gd name="connsiteY1" fmla="*/ 400653 h 577432"/>
                  <a:gd name="connsiteX2" fmla="*/ 178010 w 577759"/>
                  <a:gd name="connsiteY2" fmla="*/ 436543 h 577432"/>
                  <a:gd name="connsiteX3" fmla="*/ 184466 w 577759"/>
                  <a:gd name="connsiteY3" fmla="*/ 440224 h 577432"/>
                  <a:gd name="connsiteX4" fmla="*/ 186310 w 577759"/>
                  <a:gd name="connsiteY4" fmla="*/ 442985 h 577432"/>
                  <a:gd name="connsiteX5" fmla="*/ 201988 w 577759"/>
                  <a:gd name="connsiteY5" fmla="*/ 452188 h 577432"/>
                  <a:gd name="connsiteX6" fmla="*/ 204755 w 577759"/>
                  <a:gd name="connsiteY6" fmla="*/ 458630 h 577432"/>
                  <a:gd name="connsiteX7" fmla="*/ 274843 w 577759"/>
                  <a:gd name="connsiteY7" fmla="*/ 460470 h 577432"/>
                  <a:gd name="connsiteX8" fmla="*/ 274843 w 577759"/>
                  <a:gd name="connsiteY8" fmla="*/ 480716 h 577432"/>
                  <a:gd name="connsiteX9" fmla="*/ 206599 w 577759"/>
                  <a:gd name="connsiteY9" fmla="*/ 478876 h 577432"/>
                  <a:gd name="connsiteX10" fmla="*/ 194610 w 577759"/>
                  <a:gd name="connsiteY10" fmla="*/ 481636 h 577432"/>
                  <a:gd name="connsiteX11" fmla="*/ 183544 w 577759"/>
                  <a:gd name="connsiteY11" fmla="*/ 473354 h 577432"/>
                  <a:gd name="connsiteX12" fmla="*/ 183544 w 577759"/>
                  <a:gd name="connsiteY12" fmla="*/ 466912 h 577432"/>
                  <a:gd name="connsiteX13" fmla="*/ 178933 w 577759"/>
                  <a:gd name="connsiteY13" fmla="*/ 474274 h 577432"/>
                  <a:gd name="connsiteX14" fmla="*/ 161410 w 577759"/>
                  <a:gd name="connsiteY14" fmla="*/ 465992 h 577432"/>
                  <a:gd name="connsiteX15" fmla="*/ 162333 w 577759"/>
                  <a:gd name="connsiteY15" fmla="*/ 464151 h 577432"/>
                  <a:gd name="connsiteX16" fmla="*/ 163255 w 577759"/>
                  <a:gd name="connsiteY16" fmla="*/ 460470 h 577432"/>
                  <a:gd name="connsiteX17" fmla="*/ 156799 w 577759"/>
                  <a:gd name="connsiteY17" fmla="*/ 466912 h 577432"/>
                  <a:gd name="connsiteX18" fmla="*/ 140199 w 577759"/>
                  <a:gd name="connsiteY18" fmla="*/ 456789 h 577432"/>
                  <a:gd name="connsiteX19" fmla="*/ 154033 w 577759"/>
                  <a:gd name="connsiteY19" fmla="*/ 435623 h 577432"/>
                  <a:gd name="connsiteX20" fmla="*/ 103311 w 577759"/>
                  <a:gd name="connsiteY20" fmla="*/ 495441 h 577432"/>
                  <a:gd name="connsiteX21" fmla="*/ 85789 w 577759"/>
                  <a:gd name="connsiteY21" fmla="*/ 485318 h 577432"/>
                  <a:gd name="connsiteX22" fmla="*/ 143888 w 577759"/>
                  <a:gd name="connsiteY22" fmla="*/ 417217 h 577432"/>
                  <a:gd name="connsiteX23" fmla="*/ 177088 w 577759"/>
                  <a:gd name="connsiteY23" fmla="*/ 396051 h 577432"/>
                  <a:gd name="connsiteX24" fmla="*/ 326592 w 577759"/>
                  <a:gd name="connsiteY24" fmla="*/ 382185 h 577432"/>
                  <a:gd name="connsiteX25" fmla="*/ 324748 w 577759"/>
                  <a:gd name="connsiteY25" fmla="*/ 412582 h 577432"/>
                  <a:gd name="connsiteX26" fmla="*/ 340423 w 577759"/>
                  <a:gd name="connsiteY26" fmla="*/ 420871 h 577432"/>
                  <a:gd name="connsiteX27" fmla="*/ 355177 w 577759"/>
                  <a:gd name="connsiteY27" fmla="*/ 430082 h 577432"/>
                  <a:gd name="connsiteX28" fmla="*/ 380995 w 577759"/>
                  <a:gd name="connsiteY28" fmla="*/ 413503 h 577432"/>
                  <a:gd name="connsiteX29" fmla="*/ 356099 w 577759"/>
                  <a:gd name="connsiteY29" fmla="*/ 393238 h 577432"/>
                  <a:gd name="connsiteX30" fmla="*/ 326592 w 577759"/>
                  <a:gd name="connsiteY30" fmla="*/ 382185 h 577432"/>
                  <a:gd name="connsiteX31" fmla="*/ 125443 w 577759"/>
                  <a:gd name="connsiteY31" fmla="*/ 299294 h 577432"/>
                  <a:gd name="connsiteX32" fmla="*/ 224189 w 577759"/>
                  <a:gd name="connsiteY32" fmla="*/ 299294 h 577432"/>
                  <a:gd name="connsiteX33" fmla="*/ 250029 w 577759"/>
                  <a:gd name="connsiteY33" fmla="*/ 326015 h 577432"/>
                  <a:gd name="connsiteX34" fmla="*/ 224189 w 577759"/>
                  <a:gd name="connsiteY34" fmla="*/ 351815 h 577432"/>
                  <a:gd name="connsiteX35" fmla="*/ 125443 w 577759"/>
                  <a:gd name="connsiteY35" fmla="*/ 351815 h 577432"/>
                  <a:gd name="connsiteX36" fmla="*/ 98680 w 577759"/>
                  <a:gd name="connsiteY36" fmla="*/ 326015 h 577432"/>
                  <a:gd name="connsiteX37" fmla="*/ 125443 w 577759"/>
                  <a:gd name="connsiteY37" fmla="*/ 299294 h 577432"/>
                  <a:gd name="connsiteX38" fmla="*/ 125436 w 577759"/>
                  <a:gd name="connsiteY38" fmla="*/ 200762 h 577432"/>
                  <a:gd name="connsiteX39" fmla="*/ 321952 w 577759"/>
                  <a:gd name="connsiteY39" fmla="*/ 200762 h 577432"/>
                  <a:gd name="connsiteX40" fmla="*/ 348708 w 577759"/>
                  <a:gd name="connsiteY40" fmla="*/ 227483 h 577432"/>
                  <a:gd name="connsiteX41" fmla="*/ 321952 w 577759"/>
                  <a:gd name="connsiteY41" fmla="*/ 253283 h 577432"/>
                  <a:gd name="connsiteX42" fmla="*/ 125436 w 577759"/>
                  <a:gd name="connsiteY42" fmla="*/ 253283 h 577432"/>
                  <a:gd name="connsiteX43" fmla="*/ 98680 w 577759"/>
                  <a:gd name="connsiteY43" fmla="*/ 227483 h 577432"/>
                  <a:gd name="connsiteX44" fmla="*/ 125436 w 577759"/>
                  <a:gd name="connsiteY44" fmla="*/ 200762 h 577432"/>
                  <a:gd name="connsiteX45" fmla="*/ 125436 w 577759"/>
                  <a:gd name="connsiteY45" fmla="*/ 103118 h 577432"/>
                  <a:gd name="connsiteX46" fmla="*/ 321952 w 577759"/>
                  <a:gd name="connsiteY46" fmla="*/ 103118 h 577432"/>
                  <a:gd name="connsiteX47" fmla="*/ 348708 w 577759"/>
                  <a:gd name="connsiteY47" fmla="*/ 128918 h 577432"/>
                  <a:gd name="connsiteX48" fmla="*/ 321952 w 577759"/>
                  <a:gd name="connsiteY48" fmla="*/ 155639 h 577432"/>
                  <a:gd name="connsiteX49" fmla="*/ 125436 w 577759"/>
                  <a:gd name="connsiteY49" fmla="*/ 155639 h 577432"/>
                  <a:gd name="connsiteX50" fmla="*/ 98680 w 577759"/>
                  <a:gd name="connsiteY50" fmla="*/ 128918 h 577432"/>
                  <a:gd name="connsiteX51" fmla="*/ 125436 w 577759"/>
                  <a:gd name="connsiteY51" fmla="*/ 103118 h 577432"/>
                  <a:gd name="connsiteX52" fmla="*/ 497753 w 577759"/>
                  <a:gd name="connsiteY52" fmla="*/ 64639 h 577432"/>
                  <a:gd name="connsiteX53" fmla="*/ 537748 w 577759"/>
                  <a:gd name="connsiteY53" fmla="*/ 78225 h 577432"/>
                  <a:gd name="connsiteX54" fmla="*/ 577398 w 577759"/>
                  <a:gd name="connsiteY54" fmla="*/ 121516 h 577432"/>
                  <a:gd name="connsiteX55" fmla="*/ 575554 w 577759"/>
                  <a:gd name="connsiteY55" fmla="*/ 130727 h 577432"/>
                  <a:gd name="connsiteX56" fmla="*/ 411424 w 577759"/>
                  <a:gd name="connsiteY56" fmla="*/ 415345 h 577432"/>
                  <a:gd name="connsiteX57" fmla="*/ 407735 w 577759"/>
                  <a:gd name="connsiteY57" fmla="*/ 419029 h 577432"/>
                  <a:gd name="connsiteX58" fmla="*/ 321982 w 577759"/>
                  <a:gd name="connsiteY58" fmla="*/ 476137 h 577432"/>
                  <a:gd name="connsiteX59" fmla="*/ 308151 w 577759"/>
                  <a:gd name="connsiteY59" fmla="*/ 476137 h 577432"/>
                  <a:gd name="connsiteX60" fmla="*/ 301696 w 577759"/>
                  <a:gd name="connsiteY60" fmla="*/ 464163 h 577432"/>
                  <a:gd name="connsiteX61" fmla="*/ 307229 w 577759"/>
                  <a:gd name="connsiteY61" fmla="*/ 361921 h 577432"/>
                  <a:gd name="connsiteX62" fmla="*/ 309073 w 577759"/>
                  <a:gd name="connsiteY62" fmla="*/ 355473 h 577432"/>
                  <a:gd name="connsiteX63" fmla="*/ 473203 w 577759"/>
                  <a:gd name="connsiteY63" fmla="*/ 71777 h 577432"/>
                  <a:gd name="connsiteX64" fmla="*/ 480580 w 577759"/>
                  <a:gd name="connsiteY64" fmla="*/ 66250 h 577432"/>
                  <a:gd name="connsiteX65" fmla="*/ 497753 w 577759"/>
                  <a:gd name="connsiteY65" fmla="*/ 64639 h 577432"/>
                  <a:gd name="connsiteX66" fmla="*/ 26751 w 577759"/>
                  <a:gd name="connsiteY66" fmla="*/ 0 h 577432"/>
                  <a:gd name="connsiteX67" fmla="*/ 420637 w 577759"/>
                  <a:gd name="connsiteY67" fmla="*/ 0 h 577432"/>
                  <a:gd name="connsiteX68" fmla="*/ 447388 w 577759"/>
                  <a:gd name="connsiteY68" fmla="*/ 25786 h 577432"/>
                  <a:gd name="connsiteX69" fmla="*/ 447388 w 577759"/>
                  <a:gd name="connsiteY69" fmla="*/ 65387 h 577432"/>
                  <a:gd name="connsiteX70" fmla="*/ 394808 w 577759"/>
                  <a:gd name="connsiteY70" fmla="*/ 156560 h 577432"/>
                  <a:gd name="connsiteX71" fmla="*/ 394808 w 577759"/>
                  <a:gd name="connsiteY71" fmla="*/ 52494 h 577432"/>
                  <a:gd name="connsiteX72" fmla="*/ 52580 w 577759"/>
                  <a:gd name="connsiteY72" fmla="*/ 52494 h 577432"/>
                  <a:gd name="connsiteX73" fmla="*/ 52580 w 577759"/>
                  <a:gd name="connsiteY73" fmla="*/ 524938 h 577432"/>
                  <a:gd name="connsiteX74" fmla="*/ 394808 w 577759"/>
                  <a:gd name="connsiteY74" fmla="*/ 524938 h 577432"/>
                  <a:gd name="connsiteX75" fmla="*/ 394808 w 577759"/>
                  <a:gd name="connsiteY75" fmla="*/ 459551 h 577432"/>
                  <a:gd name="connsiteX76" fmla="*/ 422482 w 577759"/>
                  <a:gd name="connsiteY76" fmla="*/ 441132 h 577432"/>
                  <a:gd name="connsiteX77" fmla="*/ 434474 w 577759"/>
                  <a:gd name="connsiteY77" fmla="*/ 428239 h 577432"/>
                  <a:gd name="connsiteX78" fmla="*/ 447388 w 577759"/>
                  <a:gd name="connsiteY78" fmla="*/ 406137 h 577432"/>
                  <a:gd name="connsiteX79" fmla="*/ 447388 w 577759"/>
                  <a:gd name="connsiteY79" fmla="*/ 550725 h 577432"/>
                  <a:gd name="connsiteX80" fmla="*/ 420637 w 577759"/>
                  <a:gd name="connsiteY80" fmla="*/ 577432 h 577432"/>
                  <a:gd name="connsiteX81" fmla="*/ 26751 w 577759"/>
                  <a:gd name="connsiteY81" fmla="*/ 577432 h 577432"/>
                  <a:gd name="connsiteX82" fmla="*/ 0 w 577759"/>
                  <a:gd name="connsiteY82" fmla="*/ 550725 h 577432"/>
                  <a:gd name="connsiteX83" fmla="*/ 0 w 577759"/>
                  <a:gd name="connsiteY83" fmla="*/ 25786 h 577432"/>
                  <a:gd name="connsiteX84" fmla="*/ 26751 w 577759"/>
                  <a:gd name="connsiteY84" fmla="*/ 0 h 577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577759" h="577432">
                    <a:moveTo>
                      <a:pt x="177088" y="396051"/>
                    </a:moveTo>
                    <a:cubicBezTo>
                      <a:pt x="179855" y="396051"/>
                      <a:pt x="183544" y="397892"/>
                      <a:pt x="185388" y="400653"/>
                    </a:cubicBezTo>
                    <a:cubicBezTo>
                      <a:pt x="189999" y="411696"/>
                      <a:pt x="185388" y="423659"/>
                      <a:pt x="178010" y="436543"/>
                    </a:cubicBezTo>
                    <a:cubicBezTo>
                      <a:pt x="180777" y="436543"/>
                      <a:pt x="182621" y="438384"/>
                      <a:pt x="184466" y="440224"/>
                    </a:cubicBezTo>
                    <a:cubicBezTo>
                      <a:pt x="185388" y="441145"/>
                      <a:pt x="185388" y="442065"/>
                      <a:pt x="186310" y="442985"/>
                    </a:cubicBezTo>
                    <a:cubicBezTo>
                      <a:pt x="191844" y="442065"/>
                      <a:pt x="197377" y="444826"/>
                      <a:pt x="201988" y="452188"/>
                    </a:cubicBezTo>
                    <a:cubicBezTo>
                      <a:pt x="203832" y="454949"/>
                      <a:pt x="204755" y="456789"/>
                      <a:pt x="204755" y="458630"/>
                    </a:cubicBezTo>
                    <a:cubicBezTo>
                      <a:pt x="229654" y="454028"/>
                      <a:pt x="249943" y="460470"/>
                      <a:pt x="274843" y="460470"/>
                    </a:cubicBezTo>
                    <a:cubicBezTo>
                      <a:pt x="287754" y="460470"/>
                      <a:pt x="287754" y="480716"/>
                      <a:pt x="274843" y="480716"/>
                    </a:cubicBezTo>
                    <a:cubicBezTo>
                      <a:pt x="253632" y="480716"/>
                      <a:pt x="226888" y="468753"/>
                      <a:pt x="206599" y="478876"/>
                    </a:cubicBezTo>
                    <a:cubicBezTo>
                      <a:pt x="202910" y="480716"/>
                      <a:pt x="198299" y="483477"/>
                      <a:pt x="194610" y="481636"/>
                    </a:cubicBezTo>
                    <a:cubicBezTo>
                      <a:pt x="189999" y="479796"/>
                      <a:pt x="184466" y="478876"/>
                      <a:pt x="183544" y="473354"/>
                    </a:cubicBezTo>
                    <a:cubicBezTo>
                      <a:pt x="183544" y="470593"/>
                      <a:pt x="183544" y="468753"/>
                      <a:pt x="183544" y="466912"/>
                    </a:cubicBezTo>
                    <a:cubicBezTo>
                      <a:pt x="181699" y="469673"/>
                      <a:pt x="180777" y="471513"/>
                      <a:pt x="178933" y="474274"/>
                    </a:cubicBezTo>
                    <a:cubicBezTo>
                      <a:pt x="173399" y="482557"/>
                      <a:pt x="156799" y="477035"/>
                      <a:pt x="161410" y="465992"/>
                    </a:cubicBezTo>
                    <a:cubicBezTo>
                      <a:pt x="161410" y="465992"/>
                      <a:pt x="161410" y="465072"/>
                      <a:pt x="162333" y="464151"/>
                    </a:cubicBezTo>
                    <a:cubicBezTo>
                      <a:pt x="162333" y="462311"/>
                      <a:pt x="163255" y="461391"/>
                      <a:pt x="163255" y="460470"/>
                    </a:cubicBezTo>
                    <a:cubicBezTo>
                      <a:pt x="161410" y="462311"/>
                      <a:pt x="158644" y="464151"/>
                      <a:pt x="156799" y="466912"/>
                    </a:cubicBezTo>
                    <a:cubicBezTo>
                      <a:pt x="150344" y="477035"/>
                      <a:pt x="132822" y="467832"/>
                      <a:pt x="140199" y="456789"/>
                    </a:cubicBezTo>
                    <a:cubicBezTo>
                      <a:pt x="144811" y="449427"/>
                      <a:pt x="149422" y="442985"/>
                      <a:pt x="154033" y="435623"/>
                    </a:cubicBezTo>
                    <a:cubicBezTo>
                      <a:pt x="135588" y="454028"/>
                      <a:pt x="118988" y="474274"/>
                      <a:pt x="103311" y="495441"/>
                    </a:cubicBezTo>
                    <a:cubicBezTo>
                      <a:pt x="95011" y="504643"/>
                      <a:pt x="78411" y="495441"/>
                      <a:pt x="85789" y="485318"/>
                    </a:cubicBezTo>
                    <a:cubicBezTo>
                      <a:pt x="104233" y="462311"/>
                      <a:pt x="122677" y="438384"/>
                      <a:pt x="143888" y="417217"/>
                    </a:cubicBezTo>
                    <a:cubicBezTo>
                      <a:pt x="152188" y="408935"/>
                      <a:pt x="163255" y="396051"/>
                      <a:pt x="177088" y="396051"/>
                    </a:cubicBezTo>
                    <a:close/>
                    <a:moveTo>
                      <a:pt x="326592" y="382185"/>
                    </a:moveTo>
                    <a:lnTo>
                      <a:pt x="324748" y="412582"/>
                    </a:lnTo>
                    <a:cubicBezTo>
                      <a:pt x="329358" y="414424"/>
                      <a:pt x="334891" y="417187"/>
                      <a:pt x="340423" y="420871"/>
                    </a:cubicBezTo>
                    <a:cubicBezTo>
                      <a:pt x="345956" y="423635"/>
                      <a:pt x="350566" y="427319"/>
                      <a:pt x="355177" y="430082"/>
                    </a:cubicBezTo>
                    <a:lnTo>
                      <a:pt x="380995" y="413503"/>
                    </a:lnTo>
                    <a:cubicBezTo>
                      <a:pt x="376385" y="407976"/>
                      <a:pt x="369008" y="400607"/>
                      <a:pt x="356099" y="393238"/>
                    </a:cubicBezTo>
                    <a:cubicBezTo>
                      <a:pt x="343190" y="385869"/>
                      <a:pt x="333047" y="383106"/>
                      <a:pt x="326592" y="382185"/>
                    </a:cubicBezTo>
                    <a:close/>
                    <a:moveTo>
                      <a:pt x="125443" y="299294"/>
                    </a:moveTo>
                    <a:lnTo>
                      <a:pt x="224189" y="299294"/>
                    </a:lnTo>
                    <a:cubicBezTo>
                      <a:pt x="238032" y="299294"/>
                      <a:pt x="250029" y="311272"/>
                      <a:pt x="250029" y="326015"/>
                    </a:cubicBezTo>
                    <a:cubicBezTo>
                      <a:pt x="250029" y="339836"/>
                      <a:pt x="238032" y="351815"/>
                      <a:pt x="224189" y="351815"/>
                    </a:cubicBezTo>
                    <a:lnTo>
                      <a:pt x="125443" y="351815"/>
                    </a:lnTo>
                    <a:cubicBezTo>
                      <a:pt x="110677" y="351815"/>
                      <a:pt x="98680" y="339836"/>
                      <a:pt x="98680" y="326015"/>
                    </a:cubicBezTo>
                    <a:cubicBezTo>
                      <a:pt x="98680" y="311272"/>
                      <a:pt x="110677" y="299294"/>
                      <a:pt x="125443" y="299294"/>
                    </a:cubicBezTo>
                    <a:close/>
                    <a:moveTo>
                      <a:pt x="125436" y="200762"/>
                    </a:moveTo>
                    <a:lnTo>
                      <a:pt x="321952" y="200762"/>
                    </a:lnTo>
                    <a:cubicBezTo>
                      <a:pt x="336714" y="200762"/>
                      <a:pt x="348708" y="212740"/>
                      <a:pt x="348708" y="227483"/>
                    </a:cubicBezTo>
                    <a:cubicBezTo>
                      <a:pt x="348708" y="242226"/>
                      <a:pt x="336714" y="253283"/>
                      <a:pt x="321952" y="253283"/>
                    </a:cubicBezTo>
                    <a:lnTo>
                      <a:pt x="125436" y="253283"/>
                    </a:lnTo>
                    <a:cubicBezTo>
                      <a:pt x="110674" y="253283"/>
                      <a:pt x="98680" y="242226"/>
                      <a:pt x="98680" y="227483"/>
                    </a:cubicBezTo>
                    <a:cubicBezTo>
                      <a:pt x="98680" y="212740"/>
                      <a:pt x="110674" y="200762"/>
                      <a:pt x="125436" y="200762"/>
                    </a:cubicBezTo>
                    <a:close/>
                    <a:moveTo>
                      <a:pt x="125436" y="103118"/>
                    </a:moveTo>
                    <a:lnTo>
                      <a:pt x="321952" y="103118"/>
                    </a:lnTo>
                    <a:cubicBezTo>
                      <a:pt x="336714" y="103118"/>
                      <a:pt x="348708" y="114175"/>
                      <a:pt x="348708" y="128918"/>
                    </a:cubicBezTo>
                    <a:cubicBezTo>
                      <a:pt x="348708" y="143660"/>
                      <a:pt x="336714" y="155639"/>
                      <a:pt x="321952" y="155639"/>
                    </a:cubicBezTo>
                    <a:lnTo>
                      <a:pt x="125436" y="155639"/>
                    </a:lnTo>
                    <a:cubicBezTo>
                      <a:pt x="110674" y="155639"/>
                      <a:pt x="98680" y="143660"/>
                      <a:pt x="98680" y="128918"/>
                    </a:cubicBezTo>
                    <a:cubicBezTo>
                      <a:pt x="98680" y="114175"/>
                      <a:pt x="110674" y="103118"/>
                      <a:pt x="125436" y="103118"/>
                    </a:cubicBezTo>
                    <a:close/>
                    <a:moveTo>
                      <a:pt x="497753" y="64639"/>
                    </a:moveTo>
                    <a:cubicBezTo>
                      <a:pt x="507550" y="65329"/>
                      <a:pt x="521151" y="68553"/>
                      <a:pt x="537748" y="78225"/>
                    </a:cubicBezTo>
                    <a:cubicBezTo>
                      <a:pt x="570943" y="97568"/>
                      <a:pt x="576476" y="118753"/>
                      <a:pt x="577398" y="121516"/>
                    </a:cubicBezTo>
                    <a:cubicBezTo>
                      <a:pt x="578320" y="124279"/>
                      <a:pt x="577398" y="127964"/>
                      <a:pt x="575554" y="130727"/>
                    </a:cubicBezTo>
                    <a:lnTo>
                      <a:pt x="411424" y="415345"/>
                    </a:lnTo>
                    <a:cubicBezTo>
                      <a:pt x="410501" y="416266"/>
                      <a:pt x="409579" y="418108"/>
                      <a:pt x="407735" y="419029"/>
                    </a:cubicBezTo>
                    <a:lnTo>
                      <a:pt x="321982" y="476137"/>
                    </a:lnTo>
                    <a:cubicBezTo>
                      <a:pt x="317371" y="478900"/>
                      <a:pt x="312761" y="478900"/>
                      <a:pt x="308151" y="476137"/>
                    </a:cubicBezTo>
                    <a:cubicBezTo>
                      <a:pt x="303540" y="473374"/>
                      <a:pt x="300774" y="468768"/>
                      <a:pt x="301696" y="464163"/>
                    </a:cubicBezTo>
                    <a:lnTo>
                      <a:pt x="307229" y="361921"/>
                    </a:lnTo>
                    <a:cubicBezTo>
                      <a:pt x="308151" y="359158"/>
                      <a:pt x="308151" y="357316"/>
                      <a:pt x="309073" y="355473"/>
                    </a:cubicBezTo>
                    <a:lnTo>
                      <a:pt x="473203" y="71777"/>
                    </a:lnTo>
                    <a:cubicBezTo>
                      <a:pt x="475047" y="69014"/>
                      <a:pt x="477813" y="67172"/>
                      <a:pt x="480580" y="66250"/>
                    </a:cubicBezTo>
                    <a:cubicBezTo>
                      <a:pt x="481963" y="65790"/>
                      <a:pt x="487956" y="63948"/>
                      <a:pt x="497753" y="64639"/>
                    </a:cubicBezTo>
                    <a:close/>
                    <a:moveTo>
                      <a:pt x="26751" y="0"/>
                    </a:moveTo>
                    <a:lnTo>
                      <a:pt x="420637" y="0"/>
                    </a:lnTo>
                    <a:cubicBezTo>
                      <a:pt x="435396" y="0"/>
                      <a:pt x="447388" y="11972"/>
                      <a:pt x="447388" y="25786"/>
                    </a:cubicBezTo>
                    <a:lnTo>
                      <a:pt x="447388" y="65387"/>
                    </a:lnTo>
                    <a:lnTo>
                      <a:pt x="394808" y="156560"/>
                    </a:lnTo>
                    <a:lnTo>
                      <a:pt x="394808" y="52494"/>
                    </a:lnTo>
                    <a:lnTo>
                      <a:pt x="52580" y="52494"/>
                    </a:lnTo>
                    <a:lnTo>
                      <a:pt x="52580" y="524938"/>
                    </a:lnTo>
                    <a:lnTo>
                      <a:pt x="394808" y="524938"/>
                    </a:lnTo>
                    <a:lnTo>
                      <a:pt x="394808" y="459551"/>
                    </a:lnTo>
                    <a:lnTo>
                      <a:pt x="422482" y="441132"/>
                    </a:lnTo>
                    <a:cubicBezTo>
                      <a:pt x="427094" y="437449"/>
                      <a:pt x="431706" y="432844"/>
                      <a:pt x="434474" y="428239"/>
                    </a:cubicBezTo>
                    <a:lnTo>
                      <a:pt x="447388" y="406137"/>
                    </a:lnTo>
                    <a:lnTo>
                      <a:pt x="447388" y="550725"/>
                    </a:lnTo>
                    <a:cubicBezTo>
                      <a:pt x="447388" y="565460"/>
                      <a:pt x="435396" y="577432"/>
                      <a:pt x="420637" y="577432"/>
                    </a:cubicBezTo>
                    <a:lnTo>
                      <a:pt x="26751" y="577432"/>
                    </a:lnTo>
                    <a:cubicBezTo>
                      <a:pt x="11992" y="577432"/>
                      <a:pt x="0" y="565460"/>
                      <a:pt x="0" y="550725"/>
                    </a:cubicBezTo>
                    <a:lnTo>
                      <a:pt x="0" y="25786"/>
                    </a:lnTo>
                    <a:cubicBezTo>
                      <a:pt x="0" y="11972"/>
                      <a:pt x="11992" y="0"/>
                      <a:pt x="26751" y="0"/>
                    </a:cubicBezTo>
                    <a:close/>
                  </a:path>
                </a:pathLst>
              </a:custGeom>
              <a:solidFill>
                <a:srgbClr val="8A979E"/>
              </a:solidFill>
              <a:ln>
                <a:noFill/>
              </a:ln>
            </p:spPr>
          </p:sp>
          <p:sp>
            <p:nvSpPr>
              <p:cNvPr id="8" name="文本框 7"/>
              <p:cNvSpPr txBox="1"/>
              <p:nvPr/>
            </p:nvSpPr>
            <p:spPr>
              <a:xfrm>
                <a:off x="1459165" y="2757271"/>
                <a:ext cx="2051856" cy="431405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cs"/>
                  </a:rPr>
                  <a:t>此处填写标题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459165" y="3195816"/>
                <a:ext cx="2134016" cy="1113287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此处添加详细文本描述，建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议与标题相关并符合整体语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言风格，语言描述尽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量简洁生动。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5013519" y="2764411"/>
                <a:ext cx="2008617" cy="431405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cs"/>
                  </a:rPr>
                  <a:t>此处填写标题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015354" y="3199067"/>
                <a:ext cx="2162667" cy="1113287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此处添加详细文本描述，建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议与标题相关并符合整体语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言风格，语言描述尽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量简洁生动。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8618105" y="2757271"/>
                <a:ext cx="2013887" cy="431405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Normal" panose="020B0400000000000000" pitchFamily="34" charset="-122"/>
                    <a:ea typeface="思源黑体 Normal" panose="020B0400000000000000" pitchFamily="34" charset="-122"/>
                    <a:cs typeface="+mn-cs"/>
                  </a:rPr>
                  <a:t>此处填写标题</a:t>
                </a: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8618105" y="3195816"/>
                <a:ext cx="2098191" cy="1113287"/>
              </a:xfrm>
              <a:prstGeom prst="rect">
                <a:avLst/>
              </a:prstGeom>
              <a:noFill/>
            </p:spPr>
            <p:txBody>
              <a:bodyPr wrap="square" lIns="0" tIns="45720" rIns="91440" bIns="45720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此处添加详细文本描述，建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议与标题相关并符合整体语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言风格，语言描述尽</a:t>
                </a:r>
                <a:endPara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思源黑体 Light" panose="020B0300000000000000" pitchFamily="34" charset="-122"/>
                  <a:ea typeface="思源黑体 Light" panose="020B0300000000000000" pitchFamily="34" charset="-122"/>
                  <a:cs typeface="+mn-cs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979E"/>
                    </a:solidFill>
                    <a:effectLst/>
                    <a:uLnTx/>
                    <a:uFillTx/>
                    <a:latin typeface="思源黑体 Light" panose="020B0300000000000000" pitchFamily="34" charset="-122"/>
                    <a:ea typeface="思源黑体 Light" panose="020B0300000000000000" pitchFamily="34" charset="-122"/>
                    <a:cs typeface="+mn-cs"/>
                  </a:rPr>
                  <a:t>量简洁生动。</a:t>
                </a:r>
              </a:p>
            </p:txBody>
          </p:sp>
        </p:grpSp>
        <p:sp>
          <p:nvSpPr>
            <p:cNvPr id="16" name="presentation_134458"/>
            <p:cNvSpPr>
              <a:spLocks noChangeAspect="1"/>
            </p:cNvSpPr>
            <p:nvPr/>
          </p:nvSpPr>
          <p:spPr bwMode="auto">
            <a:xfrm>
              <a:off x="5214168" y="1953472"/>
              <a:ext cx="404167" cy="403600"/>
            </a:xfrm>
            <a:custGeom>
              <a:avLst/>
              <a:gdLst>
                <a:gd name="connsiteX0" fmla="*/ 303807 w 607614"/>
                <a:gd name="connsiteY0" fmla="*/ 546085 h 606761"/>
                <a:gd name="connsiteX1" fmla="*/ 283300 w 607614"/>
                <a:gd name="connsiteY1" fmla="*/ 566563 h 606761"/>
                <a:gd name="connsiteX2" fmla="*/ 303807 w 607614"/>
                <a:gd name="connsiteY2" fmla="*/ 586283 h 606761"/>
                <a:gd name="connsiteX3" fmla="*/ 324314 w 607614"/>
                <a:gd name="connsiteY3" fmla="*/ 566563 h 606761"/>
                <a:gd name="connsiteX4" fmla="*/ 303807 w 607614"/>
                <a:gd name="connsiteY4" fmla="*/ 546085 h 606761"/>
                <a:gd name="connsiteX5" fmla="*/ 445811 w 607614"/>
                <a:gd name="connsiteY5" fmla="*/ 404264 h 606761"/>
                <a:gd name="connsiteX6" fmla="*/ 526347 w 607614"/>
                <a:gd name="connsiteY6" fmla="*/ 404264 h 606761"/>
                <a:gd name="connsiteX7" fmla="*/ 526347 w 607614"/>
                <a:gd name="connsiteY7" fmla="*/ 455071 h 606761"/>
                <a:gd name="connsiteX8" fmla="*/ 445811 w 607614"/>
                <a:gd name="connsiteY8" fmla="*/ 455071 h 606761"/>
                <a:gd name="connsiteX9" fmla="*/ 354675 w 607614"/>
                <a:gd name="connsiteY9" fmla="*/ 404264 h 606761"/>
                <a:gd name="connsiteX10" fmla="*/ 435211 w 607614"/>
                <a:gd name="connsiteY10" fmla="*/ 404264 h 606761"/>
                <a:gd name="connsiteX11" fmla="*/ 435211 w 607614"/>
                <a:gd name="connsiteY11" fmla="*/ 455071 h 606761"/>
                <a:gd name="connsiteX12" fmla="*/ 354675 w 607614"/>
                <a:gd name="connsiteY12" fmla="*/ 455071 h 606761"/>
                <a:gd name="connsiteX13" fmla="*/ 263539 w 607614"/>
                <a:gd name="connsiteY13" fmla="*/ 404264 h 606761"/>
                <a:gd name="connsiteX14" fmla="*/ 344075 w 607614"/>
                <a:gd name="connsiteY14" fmla="*/ 404264 h 606761"/>
                <a:gd name="connsiteX15" fmla="*/ 344075 w 607614"/>
                <a:gd name="connsiteY15" fmla="*/ 455071 h 606761"/>
                <a:gd name="connsiteX16" fmla="*/ 263539 w 607614"/>
                <a:gd name="connsiteY16" fmla="*/ 455071 h 606761"/>
                <a:gd name="connsiteX17" fmla="*/ 172403 w 607614"/>
                <a:gd name="connsiteY17" fmla="*/ 404264 h 606761"/>
                <a:gd name="connsiteX18" fmla="*/ 252939 w 607614"/>
                <a:gd name="connsiteY18" fmla="*/ 404264 h 606761"/>
                <a:gd name="connsiteX19" fmla="*/ 252939 w 607614"/>
                <a:gd name="connsiteY19" fmla="*/ 455071 h 606761"/>
                <a:gd name="connsiteX20" fmla="*/ 172403 w 607614"/>
                <a:gd name="connsiteY20" fmla="*/ 455071 h 606761"/>
                <a:gd name="connsiteX21" fmla="*/ 81267 w 607614"/>
                <a:gd name="connsiteY21" fmla="*/ 404264 h 606761"/>
                <a:gd name="connsiteX22" fmla="*/ 161803 w 607614"/>
                <a:gd name="connsiteY22" fmla="*/ 404264 h 606761"/>
                <a:gd name="connsiteX23" fmla="*/ 161803 w 607614"/>
                <a:gd name="connsiteY23" fmla="*/ 455071 h 606761"/>
                <a:gd name="connsiteX24" fmla="*/ 81267 w 607614"/>
                <a:gd name="connsiteY24" fmla="*/ 455071 h 606761"/>
                <a:gd name="connsiteX25" fmla="*/ 81267 w 607614"/>
                <a:gd name="connsiteY25" fmla="*/ 333719 h 606761"/>
                <a:gd name="connsiteX26" fmla="*/ 161803 w 607614"/>
                <a:gd name="connsiteY26" fmla="*/ 333719 h 606761"/>
                <a:gd name="connsiteX27" fmla="*/ 161803 w 607614"/>
                <a:gd name="connsiteY27" fmla="*/ 384526 h 606761"/>
                <a:gd name="connsiteX28" fmla="*/ 81267 w 607614"/>
                <a:gd name="connsiteY28" fmla="*/ 384526 h 606761"/>
                <a:gd name="connsiteX29" fmla="*/ 354675 w 607614"/>
                <a:gd name="connsiteY29" fmla="*/ 282911 h 606761"/>
                <a:gd name="connsiteX30" fmla="*/ 435211 w 607614"/>
                <a:gd name="connsiteY30" fmla="*/ 282911 h 606761"/>
                <a:gd name="connsiteX31" fmla="*/ 435211 w 607614"/>
                <a:gd name="connsiteY31" fmla="*/ 384525 h 606761"/>
                <a:gd name="connsiteX32" fmla="*/ 354675 w 607614"/>
                <a:gd name="connsiteY32" fmla="*/ 384525 h 606761"/>
                <a:gd name="connsiteX33" fmla="*/ 172403 w 607614"/>
                <a:gd name="connsiteY33" fmla="*/ 273042 h 606761"/>
                <a:gd name="connsiteX34" fmla="*/ 252939 w 607614"/>
                <a:gd name="connsiteY34" fmla="*/ 273042 h 606761"/>
                <a:gd name="connsiteX35" fmla="*/ 252939 w 607614"/>
                <a:gd name="connsiteY35" fmla="*/ 384525 h 606761"/>
                <a:gd name="connsiteX36" fmla="*/ 172403 w 607614"/>
                <a:gd name="connsiteY36" fmla="*/ 384525 h 606761"/>
                <a:gd name="connsiteX37" fmla="*/ 263539 w 607614"/>
                <a:gd name="connsiteY37" fmla="*/ 212366 h 606761"/>
                <a:gd name="connsiteX38" fmla="*/ 344075 w 607614"/>
                <a:gd name="connsiteY38" fmla="*/ 212366 h 606761"/>
                <a:gd name="connsiteX39" fmla="*/ 344075 w 607614"/>
                <a:gd name="connsiteY39" fmla="*/ 384525 h 606761"/>
                <a:gd name="connsiteX40" fmla="*/ 263539 w 607614"/>
                <a:gd name="connsiteY40" fmla="*/ 384525 h 606761"/>
                <a:gd name="connsiteX41" fmla="*/ 101064 w 607614"/>
                <a:gd name="connsiteY41" fmla="*/ 161559 h 606761"/>
                <a:gd name="connsiteX42" fmla="*/ 151933 w 607614"/>
                <a:gd name="connsiteY42" fmla="*/ 161559 h 606761"/>
                <a:gd name="connsiteX43" fmla="*/ 155729 w 607614"/>
                <a:gd name="connsiteY43" fmla="*/ 162317 h 606761"/>
                <a:gd name="connsiteX44" fmla="*/ 161044 w 607614"/>
                <a:gd name="connsiteY44" fmla="*/ 168385 h 606761"/>
                <a:gd name="connsiteX45" fmla="*/ 161803 w 607614"/>
                <a:gd name="connsiteY45" fmla="*/ 172177 h 606761"/>
                <a:gd name="connsiteX46" fmla="*/ 161803 w 607614"/>
                <a:gd name="connsiteY46" fmla="*/ 222235 h 606761"/>
                <a:gd name="connsiteX47" fmla="*/ 151933 w 607614"/>
                <a:gd name="connsiteY47" fmla="*/ 232853 h 606761"/>
                <a:gd name="connsiteX48" fmla="*/ 142063 w 607614"/>
                <a:gd name="connsiteY48" fmla="*/ 222235 h 606761"/>
                <a:gd name="connsiteX49" fmla="*/ 142063 w 607614"/>
                <a:gd name="connsiteY49" fmla="*/ 196448 h 606761"/>
                <a:gd name="connsiteX50" fmla="*/ 88158 w 607614"/>
                <a:gd name="connsiteY50" fmla="*/ 249539 h 606761"/>
                <a:gd name="connsiteX51" fmla="*/ 81324 w 607614"/>
                <a:gd name="connsiteY51" fmla="*/ 252573 h 606761"/>
                <a:gd name="connsiteX52" fmla="*/ 73732 w 607614"/>
                <a:gd name="connsiteY52" fmla="*/ 249539 h 606761"/>
                <a:gd name="connsiteX53" fmla="*/ 73732 w 607614"/>
                <a:gd name="connsiteY53" fmla="*/ 235887 h 606761"/>
                <a:gd name="connsiteX54" fmla="*/ 127638 w 607614"/>
                <a:gd name="connsiteY54" fmla="*/ 182037 h 606761"/>
                <a:gd name="connsiteX55" fmla="*/ 101064 w 607614"/>
                <a:gd name="connsiteY55" fmla="*/ 182037 h 606761"/>
                <a:gd name="connsiteX56" fmla="*/ 91194 w 607614"/>
                <a:gd name="connsiteY56" fmla="*/ 172177 h 606761"/>
                <a:gd name="connsiteX57" fmla="*/ 101064 w 607614"/>
                <a:gd name="connsiteY57" fmla="*/ 161559 h 606761"/>
                <a:gd name="connsiteX58" fmla="*/ 445811 w 607614"/>
                <a:gd name="connsiteY58" fmla="*/ 151690 h 606761"/>
                <a:gd name="connsiteX59" fmla="*/ 526347 w 607614"/>
                <a:gd name="connsiteY59" fmla="*/ 151690 h 606761"/>
                <a:gd name="connsiteX60" fmla="*/ 526347 w 607614"/>
                <a:gd name="connsiteY60" fmla="*/ 384525 h 606761"/>
                <a:gd name="connsiteX61" fmla="*/ 445811 w 607614"/>
                <a:gd name="connsiteY61" fmla="*/ 384525 h 606761"/>
                <a:gd name="connsiteX62" fmla="*/ 40254 w 607614"/>
                <a:gd name="connsiteY62" fmla="*/ 81154 h 606761"/>
                <a:gd name="connsiteX63" fmla="*/ 40254 w 607614"/>
                <a:gd name="connsiteY63" fmla="*/ 485409 h 606761"/>
                <a:gd name="connsiteX64" fmla="*/ 567360 w 607614"/>
                <a:gd name="connsiteY64" fmla="*/ 485409 h 606761"/>
                <a:gd name="connsiteX65" fmla="*/ 567360 w 607614"/>
                <a:gd name="connsiteY65" fmla="*/ 81154 h 606761"/>
                <a:gd name="connsiteX66" fmla="*/ 0 w 607614"/>
                <a:gd name="connsiteY66" fmla="*/ 0 h 606761"/>
                <a:gd name="connsiteX67" fmla="*/ 607614 w 607614"/>
                <a:gd name="connsiteY67" fmla="*/ 0 h 606761"/>
                <a:gd name="connsiteX68" fmla="*/ 607614 w 607614"/>
                <a:gd name="connsiteY68" fmla="*/ 81154 h 606761"/>
                <a:gd name="connsiteX69" fmla="*/ 587107 w 607614"/>
                <a:gd name="connsiteY69" fmla="*/ 81154 h 606761"/>
                <a:gd name="connsiteX70" fmla="*/ 587107 w 607614"/>
                <a:gd name="connsiteY70" fmla="*/ 485409 h 606761"/>
                <a:gd name="connsiteX71" fmla="*/ 597740 w 607614"/>
                <a:gd name="connsiteY71" fmla="*/ 485409 h 606761"/>
                <a:gd name="connsiteX72" fmla="*/ 607614 w 607614"/>
                <a:gd name="connsiteY72" fmla="*/ 495269 h 606761"/>
                <a:gd name="connsiteX73" fmla="*/ 597740 w 607614"/>
                <a:gd name="connsiteY73" fmla="*/ 505887 h 606761"/>
                <a:gd name="connsiteX74" fmla="*/ 587107 w 607614"/>
                <a:gd name="connsiteY74" fmla="*/ 505887 h 606761"/>
                <a:gd name="connsiteX75" fmla="*/ 313681 w 607614"/>
                <a:gd name="connsiteY75" fmla="*/ 505887 h 606761"/>
                <a:gd name="connsiteX76" fmla="*/ 313681 w 607614"/>
                <a:gd name="connsiteY76" fmla="*/ 525607 h 606761"/>
                <a:gd name="connsiteX77" fmla="*/ 313681 w 607614"/>
                <a:gd name="connsiteY77" fmla="*/ 527124 h 606761"/>
                <a:gd name="connsiteX78" fmla="*/ 344061 w 607614"/>
                <a:gd name="connsiteY78" fmla="*/ 566563 h 606761"/>
                <a:gd name="connsiteX79" fmla="*/ 303807 w 607614"/>
                <a:gd name="connsiteY79" fmla="*/ 606761 h 606761"/>
                <a:gd name="connsiteX80" fmla="*/ 263553 w 607614"/>
                <a:gd name="connsiteY80" fmla="*/ 566563 h 606761"/>
                <a:gd name="connsiteX81" fmla="*/ 293933 w 607614"/>
                <a:gd name="connsiteY81" fmla="*/ 527124 h 606761"/>
                <a:gd name="connsiteX82" fmla="*/ 293933 w 607614"/>
                <a:gd name="connsiteY82" fmla="*/ 525607 h 606761"/>
                <a:gd name="connsiteX83" fmla="*/ 293933 w 607614"/>
                <a:gd name="connsiteY83" fmla="*/ 505887 h 606761"/>
                <a:gd name="connsiteX84" fmla="*/ 20507 w 607614"/>
                <a:gd name="connsiteY84" fmla="*/ 505887 h 606761"/>
                <a:gd name="connsiteX85" fmla="*/ 9874 w 607614"/>
                <a:gd name="connsiteY85" fmla="*/ 505887 h 606761"/>
                <a:gd name="connsiteX86" fmla="*/ 0 w 607614"/>
                <a:gd name="connsiteY86" fmla="*/ 495269 h 606761"/>
                <a:gd name="connsiteX87" fmla="*/ 9874 w 607614"/>
                <a:gd name="connsiteY87" fmla="*/ 485409 h 606761"/>
                <a:gd name="connsiteX88" fmla="*/ 20507 w 607614"/>
                <a:gd name="connsiteY88" fmla="*/ 485409 h 606761"/>
                <a:gd name="connsiteX89" fmla="*/ 20507 w 607614"/>
                <a:gd name="connsiteY89" fmla="*/ 81154 h 606761"/>
                <a:gd name="connsiteX90" fmla="*/ 0 w 607614"/>
                <a:gd name="connsiteY90" fmla="*/ 81154 h 6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607614" h="606761">
                  <a:moveTo>
                    <a:pt x="303807" y="546085"/>
                  </a:moveTo>
                  <a:cubicBezTo>
                    <a:pt x="292414" y="546085"/>
                    <a:pt x="283300" y="555186"/>
                    <a:pt x="283300" y="566563"/>
                  </a:cubicBezTo>
                  <a:cubicBezTo>
                    <a:pt x="283300" y="577181"/>
                    <a:pt x="292414" y="586283"/>
                    <a:pt x="303807" y="586283"/>
                  </a:cubicBezTo>
                  <a:cubicBezTo>
                    <a:pt x="315200" y="586283"/>
                    <a:pt x="324314" y="577181"/>
                    <a:pt x="324314" y="566563"/>
                  </a:cubicBezTo>
                  <a:cubicBezTo>
                    <a:pt x="324314" y="555186"/>
                    <a:pt x="315200" y="546085"/>
                    <a:pt x="303807" y="546085"/>
                  </a:cubicBezTo>
                  <a:close/>
                  <a:moveTo>
                    <a:pt x="445811" y="404264"/>
                  </a:moveTo>
                  <a:lnTo>
                    <a:pt x="526347" y="404264"/>
                  </a:lnTo>
                  <a:lnTo>
                    <a:pt x="526347" y="455071"/>
                  </a:lnTo>
                  <a:lnTo>
                    <a:pt x="445811" y="455071"/>
                  </a:lnTo>
                  <a:close/>
                  <a:moveTo>
                    <a:pt x="354675" y="404264"/>
                  </a:moveTo>
                  <a:lnTo>
                    <a:pt x="435211" y="404264"/>
                  </a:lnTo>
                  <a:lnTo>
                    <a:pt x="435211" y="455071"/>
                  </a:lnTo>
                  <a:lnTo>
                    <a:pt x="354675" y="455071"/>
                  </a:lnTo>
                  <a:close/>
                  <a:moveTo>
                    <a:pt x="263539" y="404264"/>
                  </a:moveTo>
                  <a:lnTo>
                    <a:pt x="344075" y="404264"/>
                  </a:lnTo>
                  <a:lnTo>
                    <a:pt x="344075" y="455071"/>
                  </a:lnTo>
                  <a:lnTo>
                    <a:pt x="263539" y="455071"/>
                  </a:lnTo>
                  <a:close/>
                  <a:moveTo>
                    <a:pt x="172403" y="404264"/>
                  </a:moveTo>
                  <a:lnTo>
                    <a:pt x="252939" y="404264"/>
                  </a:lnTo>
                  <a:lnTo>
                    <a:pt x="252939" y="455071"/>
                  </a:lnTo>
                  <a:lnTo>
                    <a:pt x="172403" y="455071"/>
                  </a:lnTo>
                  <a:close/>
                  <a:moveTo>
                    <a:pt x="81267" y="404264"/>
                  </a:moveTo>
                  <a:lnTo>
                    <a:pt x="161803" y="404264"/>
                  </a:lnTo>
                  <a:lnTo>
                    <a:pt x="161803" y="455071"/>
                  </a:lnTo>
                  <a:lnTo>
                    <a:pt x="81267" y="455071"/>
                  </a:lnTo>
                  <a:close/>
                  <a:moveTo>
                    <a:pt x="81267" y="333719"/>
                  </a:moveTo>
                  <a:lnTo>
                    <a:pt x="161803" y="333719"/>
                  </a:lnTo>
                  <a:lnTo>
                    <a:pt x="161803" y="384526"/>
                  </a:lnTo>
                  <a:lnTo>
                    <a:pt x="81267" y="384526"/>
                  </a:lnTo>
                  <a:close/>
                  <a:moveTo>
                    <a:pt x="354675" y="282911"/>
                  </a:moveTo>
                  <a:lnTo>
                    <a:pt x="435211" y="282911"/>
                  </a:lnTo>
                  <a:lnTo>
                    <a:pt x="435211" y="384525"/>
                  </a:lnTo>
                  <a:lnTo>
                    <a:pt x="354675" y="384525"/>
                  </a:lnTo>
                  <a:close/>
                  <a:moveTo>
                    <a:pt x="172403" y="273042"/>
                  </a:moveTo>
                  <a:lnTo>
                    <a:pt x="252939" y="273042"/>
                  </a:lnTo>
                  <a:lnTo>
                    <a:pt x="252939" y="384525"/>
                  </a:lnTo>
                  <a:lnTo>
                    <a:pt x="172403" y="384525"/>
                  </a:lnTo>
                  <a:close/>
                  <a:moveTo>
                    <a:pt x="263539" y="212366"/>
                  </a:moveTo>
                  <a:lnTo>
                    <a:pt x="344075" y="212366"/>
                  </a:lnTo>
                  <a:lnTo>
                    <a:pt x="344075" y="384525"/>
                  </a:lnTo>
                  <a:lnTo>
                    <a:pt x="263539" y="384525"/>
                  </a:lnTo>
                  <a:close/>
                  <a:moveTo>
                    <a:pt x="101064" y="161559"/>
                  </a:moveTo>
                  <a:lnTo>
                    <a:pt x="151933" y="161559"/>
                  </a:lnTo>
                  <a:cubicBezTo>
                    <a:pt x="153451" y="161559"/>
                    <a:pt x="154211" y="162317"/>
                    <a:pt x="155729" y="162317"/>
                  </a:cubicBezTo>
                  <a:cubicBezTo>
                    <a:pt x="158007" y="163834"/>
                    <a:pt x="160285" y="165351"/>
                    <a:pt x="161044" y="168385"/>
                  </a:cubicBezTo>
                  <a:cubicBezTo>
                    <a:pt x="161803" y="169144"/>
                    <a:pt x="161803" y="170660"/>
                    <a:pt x="161803" y="172177"/>
                  </a:cubicBezTo>
                  <a:lnTo>
                    <a:pt x="161803" y="222235"/>
                  </a:lnTo>
                  <a:cubicBezTo>
                    <a:pt x="161803" y="228303"/>
                    <a:pt x="157248" y="232853"/>
                    <a:pt x="151933" y="232853"/>
                  </a:cubicBezTo>
                  <a:cubicBezTo>
                    <a:pt x="146618" y="232853"/>
                    <a:pt x="142063" y="228303"/>
                    <a:pt x="142063" y="222235"/>
                  </a:cubicBezTo>
                  <a:lnTo>
                    <a:pt x="142063" y="196448"/>
                  </a:lnTo>
                  <a:lnTo>
                    <a:pt x="88158" y="249539"/>
                  </a:lnTo>
                  <a:cubicBezTo>
                    <a:pt x="85880" y="251815"/>
                    <a:pt x="83602" y="252573"/>
                    <a:pt x="81324" y="252573"/>
                  </a:cubicBezTo>
                  <a:cubicBezTo>
                    <a:pt x="78288" y="252573"/>
                    <a:pt x="76010" y="251815"/>
                    <a:pt x="73732" y="249539"/>
                  </a:cubicBezTo>
                  <a:cubicBezTo>
                    <a:pt x="69936" y="245747"/>
                    <a:pt x="69936" y="239679"/>
                    <a:pt x="73732" y="235887"/>
                  </a:cubicBezTo>
                  <a:lnTo>
                    <a:pt x="127638" y="182037"/>
                  </a:lnTo>
                  <a:lnTo>
                    <a:pt x="101064" y="182037"/>
                  </a:lnTo>
                  <a:cubicBezTo>
                    <a:pt x="95750" y="182037"/>
                    <a:pt x="91194" y="177486"/>
                    <a:pt x="91194" y="172177"/>
                  </a:cubicBezTo>
                  <a:cubicBezTo>
                    <a:pt x="91194" y="166110"/>
                    <a:pt x="95750" y="161559"/>
                    <a:pt x="101064" y="161559"/>
                  </a:cubicBezTo>
                  <a:close/>
                  <a:moveTo>
                    <a:pt x="445811" y="151690"/>
                  </a:moveTo>
                  <a:lnTo>
                    <a:pt x="526347" y="151690"/>
                  </a:lnTo>
                  <a:lnTo>
                    <a:pt x="526347" y="384525"/>
                  </a:lnTo>
                  <a:lnTo>
                    <a:pt x="445811" y="384525"/>
                  </a:lnTo>
                  <a:close/>
                  <a:moveTo>
                    <a:pt x="40254" y="81154"/>
                  </a:moveTo>
                  <a:lnTo>
                    <a:pt x="40254" y="485409"/>
                  </a:lnTo>
                  <a:lnTo>
                    <a:pt x="567360" y="485409"/>
                  </a:lnTo>
                  <a:lnTo>
                    <a:pt x="567360" y="81154"/>
                  </a:lnTo>
                  <a:close/>
                  <a:moveTo>
                    <a:pt x="0" y="0"/>
                  </a:moveTo>
                  <a:lnTo>
                    <a:pt x="607614" y="0"/>
                  </a:lnTo>
                  <a:lnTo>
                    <a:pt x="607614" y="81154"/>
                  </a:lnTo>
                  <a:lnTo>
                    <a:pt x="587107" y="81154"/>
                  </a:lnTo>
                  <a:lnTo>
                    <a:pt x="587107" y="485409"/>
                  </a:lnTo>
                  <a:lnTo>
                    <a:pt x="597740" y="485409"/>
                  </a:lnTo>
                  <a:cubicBezTo>
                    <a:pt x="603057" y="485409"/>
                    <a:pt x="607614" y="489960"/>
                    <a:pt x="607614" y="495269"/>
                  </a:cubicBezTo>
                  <a:cubicBezTo>
                    <a:pt x="607614" y="501336"/>
                    <a:pt x="603057" y="505887"/>
                    <a:pt x="597740" y="505887"/>
                  </a:cubicBezTo>
                  <a:lnTo>
                    <a:pt x="587107" y="505887"/>
                  </a:lnTo>
                  <a:lnTo>
                    <a:pt x="313681" y="505887"/>
                  </a:lnTo>
                  <a:lnTo>
                    <a:pt x="313681" y="525607"/>
                  </a:lnTo>
                  <a:cubicBezTo>
                    <a:pt x="313681" y="526365"/>
                    <a:pt x="313681" y="527124"/>
                    <a:pt x="313681" y="527124"/>
                  </a:cubicBezTo>
                  <a:cubicBezTo>
                    <a:pt x="331150" y="531674"/>
                    <a:pt x="344061" y="547602"/>
                    <a:pt x="344061" y="566563"/>
                  </a:cubicBezTo>
                  <a:cubicBezTo>
                    <a:pt x="344061" y="588558"/>
                    <a:pt x="325833" y="606761"/>
                    <a:pt x="303807" y="606761"/>
                  </a:cubicBezTo>
                  <a:cubicBezTo>
                    <a:pt x="281781" y="606761"/>
                    <a:pt x="263553" y="588558"/>
                    <a:pt x="263553" y="566563"/>
                  </a:cubicBezTo>
                  <a:cubicBezTo>
                    <a:pt x="263553" y="547602"/>
                    <a:pt x="276464" y="531674"/>
                    <a:pt x="293933" y="527124"/>
                  </a:cubicBezTo>
                  <a:cubicBezTo>
                    <a:pt x="293933" y="527124"/>
                    <a:pt x="293933" y="526365"/>
                    <a:pt x="293933" y="525607"/>
                  </a:cubicBezTo>
                  <a:lnTo>
                    <a:pt x="293933" y="505887"/>
                  </a:lnTo>
                  <a:lnTo>
                    <a:pt x="20507" y="505887"/>
                  </a:lnTo>
                  <a:lnTo>
                    <a:pt x="9874" y="505887"/>
                  </a:lnTo>
                  <a:cubicBezTo>
                    <a:pt x="4557" y="505887"/>
                    <a:pt x="0" y="501336"/>
                    <a:pt x="0" y="495269"/>
                  </a:cubicBezTo>
                  <a:cubicBezTo>
                    <a:pt x="0" y="489960"/>
                    <a:pt x="4557" y="485409"/>
                    <a:pt x="9874" y="485409"/>
                  </a:cubicBezTo>
                  <a:lnTo>
                    <a:pt x="20507" y="485409"/>
                  </a:lnTo>
                  <a:lnTo>
                    <a:pt x="20507" y="81154"/>
                  </a:lnTo>
                  <a:lnTo>
                    <a:pt x="0" y="81154"/>
                  </a:ln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</p:sp>
        <p:sp>
          <p:nvSpPr>
            <p:cNvPr id="17" name="settings_208779"/>
            <p:cNvSpPr>
              <a:spLocks noChangeAspect="1"/>
            </p:cNvSpPr>
            <p:nvPr/>
          </p:nvSpPr>
          <p:spPr bwMode="auto">
            <a:xfrm>
              <a:off x="8584050" y="1913905"/>
              <a:ext cx="404166" cy="443167"/>
            </a:xfrm>
            <a:custGeom>
              <a:avLst/>
              <a:gdLst>
                <a:gd name="connsiteX0" fmla="*/ 257952 w 552598"/>
                <a:gd name="connsiteY0" fmla="*/ 238897 h 605921"/>
                <a:gd name="connsiteX1" fmla="*/ 252845 w 552598"/>
                <a:gd name="connsiteY1" fmla="*/ 243996 h 605921"/>
                <a:gd name="connsiteX2" fmla="*/ 252845 w 552598"/>
                <a:gd name="connsiteY2" fmla="*/ 308986 h 605921"/>
                <a:gd name="connsiteX3" fmla="*/ 228056 w 552598"/>
                <a:gd name="connsiteY3" fmla="*/ 308986 h 605921"/>
                <a:gd name="connsiteX4" fmla="*/ 225642 w 552598"/>
                <a:gd name="connsiteY4" fmla="*/ 314085 h 605921"/>
                <a:gd name="connsiteX5" fmla="*/ 273271 w 552598"/>
                <a:gd name="connsiteY5" fmla="*/ 372123 h 605921"/>
                <a:gd name="connsiteX6" fmla="*/ 279306 w 552598"/>
                <a:gd name="connsiteY6" fmla="*/ 372123 h 605921"/>
                <a:gd name="connsiteX7" fmla="*/ 327027 w 552598"/>
                <a:gd name="connsiteY7" fmla="*/ 314085 h 605921"/>
                <a:gd name="connsiteX8" fmla="*/ 324520 w 552598"/>
                <a:gd name="connsiteY8" fmla="*/ 308986 h 605921"/>
                <a:gd name="connsiteX9" fmla="*/ 299731 w 552598"/>
                <a:gd name="connsiteY9" fmla="*/ 308986 h 605921"/>
                <a:gd name="connsiteX10" fmla="*/ 299731 w 552598"/>
                <a:gd name="connsiteY10" fmla="*/ 243996 h 605921"/>
                <a:gd name="connsiteX11" fmla="*/ 294718 w 552598"/>
                <a:gd name="connsiteY11" fmla="*/ 238897 h 605921"/>
                <a:gd name="connsiteX12" fmla="*/ 260737 w 552598"/>
                <a:gd name="connsiteY12" fmla="*/ 130146 h 605921"/>
                <a:gd name="connsiteX13" fmla="*/ 291932 w 552598"/>
                <a:gd name="connsiteY13" fmla="*/ 130146 h 605921"/>
                <a:gd name="connsiteX14" fmla="*/ 303445 w 552598"/>
                <a:gd name="connsiteY14" fmla="*/ 141642 h 605921"/>
                <a:gd name="connsiteX15" fmla="*/ 303445 w 552598"/>
                <a:gd name="connsiteY15" fmla="*/ 167602 h 605921"/>
                <a:gd name="connsiteX16" fmla="*/ 353580 w 552598"/>
                <a:gd name="connsiteY16" fmla="*/ 188369 h 605921"/>
                <a:gd name="connsiteX17" fmla="*/ 371963 w 552598"/>
                <a:gd name="connsiteY17" fmla="*/ 170012 h 605921"/>
                <a:gd name="connsiteX18" fmla="*/ 388118 w 552598"/>
                <a:gd name="connsiteY18" fmla="*/ 170012 h 605921"/>
                <a:gd name="connsiteX19" fmla="*/ 410215 w 552598"/>
                <a:gd name="connsiteY19" fmla="*/ 192077 h 605921"/>
                <a:gd name="connsiteX20" fmla="*/ 410215 w 552598"/>
                <a:gd name="connsiteY20" fmla="*/ 208209 h 605921"/>
                <a:gd name="connsiteX21" fmla="*/ 391832 w 552598"/>
                <a:gd name="connsiteY21" fmla="*/ 226566 h 605921"/>
                <a:gd name="connsiteX22" fmla="*/ 412628 w 552598"/>
                <a:gd name="connsiteY22" fmla="*/ 276630 h 605921"/>
                <a:gd name="connsiteX23" fmla="*/ 438625 w 552598"/>
                <a:gd name="connsiteY23" fmla="*/ 276630 h 605921"/>
                <a:gd name="connsiteX24" fmla="*/ 450137 w 552598"/>
                <a:gd name="connsiteY24" fmla="*/ 288126 h 605921"/>
                <a:gd name="connsiteX25" fmla="*/ 450137 w 552598"/>
                <a:gd name="connsiteY25" fmla="*/ 319277 h 605921"/>
                <a:gd name="connsiteX26" fmla="*/ 438625 w 552598"/>
                <a:gd name="connsiteY26" fmla="*/ 330773 h 605921"/>
                <a:gd name="connsiteX27" fmla="*/ 412628 w 552598"/>
                <a:gd name="connsiteY27" fmla="*/ 330773 h 605921"/>
                <a:gd name="connsiteX28" fmla="*/ 391832 w 552598"/>
                <a:gd name="connsiteY28" fmla="*/ 380838 h 605921"/>
                <a:gd name="connsiteX29" fmla="*/ 410215 w 552598"/>
                <a:gd name="connsiteY29" fmla="*/ 399102 h 605921"/>
                <a:gd name="connsiteX30" fmla="*/ 410215 w 552598"/>
                <a:gd name="connsiteY30" fmla="*/ 415326 h 605921"/>
                <a:gd name="connsiteX31" fmla="*/ 388118 w 552598"/>
                <a:gd name="connsiteY31" fmla="*/ 437299 h 605921"/>
                <a:gd name="connsiteX32" fmla="*/ 371963 w 552598"/>
                <a:gd name="connsiteY32" fmla="*/ 437299 h 605921"/>
                <a:gd name="connsiteX33" fmla="*/ 353580 w 552598"/>
                <a:gd name="connsiteY33" fmla="*/ 419035 h 605921"/>
                <a:gd name="connsiteX34" fmla="*/ 303445 w 552598"/>
                <a:gd name="connsiteY34" fmla="*/ 439802 h 605921"/>
                <a:gd name="connsiteX35" fmla="*/ 303445 w 552598"/>
                <a:gd name="connsiteY35" fmla="*/ 465761 h 605921"/>
                <a:gd name="connsiteX36" fmla="*/ 291932 w 552598"/>
                <a:gd name="connsiteY36" fmla="*/ 477257 h 605921"/>
                <a:gd name="connsiteX37" fmla="*/ 260737 w 552598"/>
                <a:gd name="connsiteY37" fmla="*/ 477257 h 605921"/>
                <a:gd name="connsiteX38" fmla="*/ 249224 w 552598"/>
                <a:gd name="connsiteY38" fmla="*/ 465761 h 605921"/>
                <a:gd name="connsiteX39" fmla="*/ 249224 w 552598"/>
                <a:gd name="connsiteY39" fmla="*/ 439802 h 605921"/>
                <a:gd name="connsiteX40" fmla="*/ 199089 w 552598"/>
                <a:gd name="connsiteY40" fmla="*/ 419035 h 605921"/>
                <a:gd name="connsiteX41" fmla="*/ 180799 w 552598"/>
                <a:gd name="connsiteY41" fmla="*/ 437299 h 605921"/>
                <a:gd name="connsiteX42" fmla="*/ 164551 w 552598"/>
                <a:gd name="connsiteY42" fmla="*/ 437299 h 605921"/>
                <a:gd name="connsiteX43" fmla="*/ 142547 w 552598"/>
                <a:gd name="connsiteY43" fmla="*/ 415326 h 605921"/>
                <a:gd name="connsiteX44" fmla="*/ 142547 w 552598"/>
                <a:gd name="connsiteY44" fmla="*/ 399102 h 605921"/>
                <a:gd name="connsiteX45" fmla="*/ 160837 w 552598"/>
                <a:gd name="connsiteY45" fmla="*/ 380838 h 605921"/>
                <a:gd name="connsiteX46" fmla="*/ 140041 w 552598"/>
                <a:gd name="connsiteY46" fmla="*/ 330773 h 605921"/>
                <a:gd name="connsiteX47" fmla="*/ 114044 w 552598"/>
                <a:gd name="connsiteY47" fmla="*/ 330773 h 605921"/>
                <a:gd name="connsiteX48" fmla="*/ 102532 w 552598"/>
                <a:gd name="connsiteY48" fmla="*/ 319277 h 605921"/>
                <a:gd name="connsiteX49" fmla="*/ 102532 w 552598"/>
                <a:gd name="connsiteY49" fmla="*/ 288126 h 605921"/>
                <a:gd name="connsiteX50" fmla="*/ 114044 w 552598"/>
                <a:gd name="connsiteY50" fmla="*/ 276630 h 605921"/>
                <a:gd name="connsiteX51" fmla="*/ 140041 w 552598"/>
                <a:gd name="connsiteY51" fmla="*/ 276630 h 605921"/>
                <a:gd name="connsiteX52" fmla="*/ 160837 w 552598"/>
                <a:gd name="connsiteY52" fmla="*/ 226566 h 605921"/>
                <a:gd name="connsiteX53" fmla="*/ 142547 w 552598"/>
                <a:gd name="connsiteY53" fmla="*/ 208209 h 605921"/>
                <a:gd name="connsiteX54" fmla="*/ 142547 w 552598"/>
                <a:gd name="connsiteY54" fmla="*/ 192077 h 605921"/>
                <a:gd name="connsiteX55" fmla="*/ 164551 w 552598"/>
                <a:gd name="connsiteY55" fmla="*/ 170012 h 605921"/>
                <a:gd name="connsiteX56" fmla="*/ 180799 w 552598"/>
                <a:gd name="connsiteY56" fmla="*/ 170012 h 605921"/>
                <a:gd name="connsiteX57" fmla="*/ 199089 w 552598"/>
                <a:gd name="connsiteY57" fmla="*/ 188369 h 605921"/>
                <a:gd name="connsiteX58" fmla="*/ 249224 w 552598"/>
                <a:gd name="connsiteY58" fmla="*/ 167602 h 605921"/>
                <a:gd name="connsiteX59" fmla="*/ 249224 w 552598"/>
                <a:gd name="connsiteY59" fmla="*/ 141642 h 605921"/>
                <a:gd name="connsiteX60" fmla="*/ 260737 w 552598"/>
                <a:gd name="connsiteY60" fmla="*/ 130146 h 605921"/>
                <a:gd name="connsiteX61" fmla="*/ 438507 w 552598"/>
                <a:gd name="connsiteY61" fmla="*/ 79551 h 605921"/>
                <a:gd name="connsiteX62" fmla="*/ 552598 w 552598"/>
                <a:gd name="connsiteY62" fmla="*/ 302952 h 605921"/>
                <a:gd name="connsiteX63" fmla="*/ 276329 w 552598"/>
                <a:gd name="connsiteY63" fmla="*/ 578821 h 605921"/>
                <a:gd name="connsiteX64" fmla="*/ 276329 w 552598"/>
                <a:gd name="connsiteY64" fmla="*/ 602737 h 605921"/>
                <a:gd name="connsiteX65" fmla="*/ 271316 w 552598"/>
                <a:gd name="connsiteY65" fmla="*/ 605332 h 605921"/>
                <a:gd name="connsiteX66" fmla="*/ 206426 w 552598"/>
                <a:gd name="connsiteY66" fmla="*/ 560837 h 605921"/>
                <a:gd name="connsiteX67" fmla="*/ 206426 w 552598"/>
                <a:gd name="connsiteY67" fmla="*/ 555553 h 605921"/>
                <a:gd name="connsiteX68" fmla="*/ 271316 w 552598"/>
                <a:gd name="connsiteY68" fmla="*/ 511059 h 605921"/>
                <a:gd name="connsiteX69" fmla="*/ 276329 w 552598"/>
                <a:gd name="connsiteY69" fmla="*/ 513654 h 605921"/>
                <a:gd name="connsiteX70" fmla="*/ 276329 w 552598"/>
                <a:gd name="connsiteY70" fmla="*/ 537663 h 605921"/>
                <a:gd name="connsiteX71" fmla="*/ 511381 w 552598"/>
                <a:gd name="connsiteY71" fmla="*/ 302952 h 605921"/>
                <a:gd name="connsiteX72" fmla="*/ 414278 w 552598"/>
                <a:gd name="connsiteY72" fmla="*/ 112830 h 605921"/>
                <a:gd name="connsiteX73" fmla="*/ 281414 w 552598"/>
                <a:gd name="connsiteY73" fmla="*/ 589 h 605921"/>
                <a:gd name="connsiteX74" fmla="*/ 346313 w 552598"/>
                <a:gd name="connsiteY74" fmla="*/ 45086 h 605921"/>
                <a:gd name="connsiteX75" fmla="*/ 346313 w 552598"/>
                <a:gd name="connsiteY75" fmla="*/ 50277 h 605921"/>
                <a:gd name="connsiteX76" fmla="*/ 281414 w 552598"/>
                <a:gd name="connsiteY76" fmla="*/ 94775 h 605921"/>
                <a:gd name="connsiteX77" fmla="*/ 276308 w 552598"/>
                <a:gd name="connsiteY77" fmla="*/ 92179 h 605921"/>
                <a:gd name="connsiteX78" fmla="*/ 276308 w 552598"/>
                <a:gd name="connsiteY78" fmla="*/ 68262 h 605921"/>
                <a:gd name="connsiteX79" fmla="*/ 41223 w 552598"/>
                <a:gd name="connsiteY79" fmla="*/ 303077 h 605921"/>
                <a:gd name="connsiteX80" fmla="*/ 138432 w 552598"/>
                <a:gd name="connsiteY80" fmla="*/ 493302 h 605921"/>
                <a:gd name="connsiteX81" fmla="*/ 114200 w 552598"/>
                <a:gd name="connsiteY81" fmla="*/ 526582 h 605921"/>
                <a:gd name="connsiteX82" fmla="*/ 0 w 552598"/>
                <a:gd name="connsiteY82" fmla="*/ 303077 h 605921"/>
                <a:gd name="connsiteX83" fmla="*/ 276308 w 552598"/>
                <a:gd name="connsiteY83" fmla="*/ 27195 h 605921"/>
                <a:gd name="connsiteX84" fmla="*/ 276308 w 552598"/>
                <a:gd name="connsiteY84" fmla="*/ 3185 h 605921"/>
                <a:gd name="connsiteX85" fmla="*/ 281414 w 552598"/>
                <a:gd name="connsiteY85" fmla="*/ 589 h 60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</p:sp>
      </p:grpSp>
      <p:sp>
        <p:nvSpPr>
          <p:cNvPr id="23" name="文本框 22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解决方案及总结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文本框 41"/>
          <p:cNvSpPr txBox="1"/>
          <p:nvPr/>
        </p:nvSpPr>
        <p:spPr>
          <a:xfrm>
            <a:off x="4198501" y="645965"/>
            <a:ext cx="379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解决方案及总结</a:t>
            </a:r>
          </a:p>
        </p:txBody>
      </p:sp>
      <p:grpSp>
        <p:nvGrpSpPr>
          <p:cNvPr id="44" name="组合 43"/>
          <p:cNvGrpSpPr/>
          <p:nvPr/>
        </p:nvGrpSpPr>
        <p:grpSpPr>
          <a:xfrm>
            <a:off x="985698" y="2035841"/>
            <a:ext cx="10237826" cy="3435219"/>
            <a:chOff x="985698" y="2035841"/>
            <a:chExt cx="10237826" cy="3435219"/>
          </a:xfrm>
        </p:grpSpPr>
        <p:grpSp>
          <p:nvGrpSpPr>
            <p:cNvPr id="45" name="组合 44"/>
            <p:cNvGrpSpPr/>
            <p:nvPr/>
          </p:nvGrpSpPr>
          <p:grpSpPr>
            <a:xfrm>
              <a:off x="3615277" y="3109125"/>
              <a:ext cx="2372603" cy="1566690"/>
              <a:chOff x="985698" y="3904370"/>
              <a:chExt cx="2372603" cy="1566690"/>
            </a:xfrm>
          </p:grpSpPr>
          <p:sp>
            <p:nvSpPr>
              <p:cNvPr id="81" name="文本框 80"/>
              <p:cNvSpPr txBox="1"/>
              <p:nvPr/>
            </p:nvSpPr>
            <p:spPr>
              <a:xfrm>
                <a:off x="985698" y="4438533"/>
                <a:ext cx="2372603" cy="1032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议与标题相关并符合整体语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言风格，语言描述尽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量简洁生动。</a:t>
                </a: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1035206" y="3904370"/>
                <a:ext cx="22240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  <p:sp>
          <p:nvSpPr>
            <p:cNvPr id="49" name="椭圆 48"/>
            <p:cNvSpPr/>
            <p:nvPr/>
          </p:nvSpPr>
          <p:spPr>
            <a:xfrm>
              <a:off x="1752918" y="2035841"/>
              <a:ext cx="847446" cy="847446"/>
            </a:xfrm>
            <a:prstGeom prst="ellipse">
              <a:avLst/>
            </a:prstGeom>
            <a:noFill/>
            <a:ln w="25400"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8A979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378681" y="2035841"/>
              <a:ext cx="847446" cy="847446"/>
            </a:xfrm>
            <a:prstGeom prst="ellipse">
              <a:avLst/>
            </a:prstGeom>
            <a:noFill/>
            <a:ln w="25400"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8A979E"/>
                </a:solidFill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6966699" y="2035841"/>
              <a:ext cx="847446" cy="847446"/>
            </a:xfrm>
            <a:prstGeom prst="ellipse">
              <a:avLst/>
            </a:prstGeom>
            <a:noFill/>
            <a:ln w="25400">
              <a:solidFill>
                <a:srgbClr val="8A97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8A979E"/>
                </a:solidFill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9619043" y="2035841"/>
              <a:ext cx="847446" cy="847446"/>
            </a:xfrm>
            <a:prstGeom prst="ellipse">
              <a:avLst/>
            </a:prstGeom>
            <a:solidFill>
              <a:srgbClr val="8A97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rgbClr val="8A979E"/>
                </a:solidFill>
              </a:endParaRPr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8537603" y="2342378"/>
              <a:ext cx="477696" cy="312674"/>
              <a:chOff x="7426325" y="1316038"/>
              <a:chExt cx="349250" cy="228600"/>
            </a:xfrm>
            <a:solidFill>
              <a:srgbClr val="6AD3DC"/>
            </a:solidFill>
          </p:grpSpPr>
          <p:sp>
            <p:nvSpPr>
              <p:cNvPr id="79" name="Rectangle 129"/>
              <p:cNvSpPr>
                <a:spLocks noChangeArrowheads="1"/>
              </p:cNvSpPr>
              <p:nvPr/>
            </p:nvSpPr>
            <p:spPr bwMode="auto">
              <a:xfrm>
                <a:off x="7426325" y="1470025"/>
                <a:ext cx="349250" cy="74613"/>
              </a:xfrm>
              <a:prstGeom prst="rect">
                <a:avLst/>
              </a:prstGeom>
              <a:solidFill>
                <a:srgbClr val="8A9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Rectangle 131"/>
              <p:cNvSpPr>
                <a:spLocks noChangeArrowheads="1"/>
              </p:cNvSpPr>
              <p:nvPr/>
            </p:nvSpPr>
            <p:spPr bwMode="auto">
              <a:xfrm>
                <a:off x="7426325" y="1316038"/>
                <a:ext cx="349250" cy="74613"/>
              </a:xfrm>
              <a:prstGeom prst="rect">
                <a:avLst/>
              </a:prstGeom>
              <a:solidFill>
                <a:srgbClr val="8A97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8A979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5" name="Freeform 207"/>
            <p:cNvSpPr/>
            <p:nvPr/>
          </p:nvSpPr>
          <p:spPr bwMode="auto">
            <a:xfrm>
              <a:off x="3218876" y="2209260"/>
              <a:ext cx="444321" cy="445792"/>
            </a:xfrm>
            <a:custGeom>
              <a:avLst/>
              <a:gdLst>
                <a:gd name="T0" fmla="*/ 302 w 302"/>
                <a:gd name="T1" fmla="*/ 116 h 303"/>
                <a:gd name="T2" fmla="*/ 186 w 302"/>
                <a:gd name="T3" fmla="*/ 116 h 303"/>
                <a:gd name="T4" fmla="*/ 186 w 302"/>
                <a:gd name="T5" fmla="*/ 0 h 303"/>
                <a:gd name="T6" fmla="*/ 115 w 302"/>
                <a:gd name="T7" fmla="*/ 0 h 303"/>
                <a:gd name="T8" fmla="*/ 115 w 302"/>
                <a:gd name="T9" fmla="*/ 116 h 303"/>
                <a:gd name="T10" fmla="*/ 0 w 302"/>
                <a:gd name="T11" fmla="*/ 116 h 303"/>
                <a:gd name="T12" fmla="*/ 0 w 302"/>
                <a:gd name="T13" fmla="*/ 187 h 303"/>
                <a:gd name="T14" fmla="*/ 115 w 302"/>
                <a:gd name="T15" fmla="*/ 187 h 303"/>
                <a:gd name="T16" fmla="*/ 115 w 302"/>
                <a:gd name="T17" fmla="*/ 303 h 303"/>
                <a:gd name="T18" fmla="*/ 186 w 302"/>
                <a:gd name="T19" fmla="*/ 303 h 303"/>
                <a:gd name="T20" fmla="*/ 186 w 302"/>
                <a:gd name="T21" fmla="*/ 187 h 303"/>
                <a:gd name="T22" fmla="*/ 302 w 302"/>
                <a:gd name="T23" fmla="*/ 187 h 303"/>
                <a:gd name="T24" fmla="*/ 302 w 302"/>
                <a:gd name="T25" fmla="*/ 11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2" h="303">
                  <a:moveTo>
                    <a:pt x="302" y="116"/>
                  </a:moveTo>
                  <a:lnTo>
                    <a:pt x="186" y="116"/>
                  </a:lnTo>
                  <a:lnTo>
                    <a:pt x="186" y="0"/>
                  </a:lnTo>
                  <a:lnTo>
                    <a:pt x="115" y="0"/>
                  </a:lnTo>
                  <a:lnTo>
                    <a:pt x="115" y="116"/>
                  </a:lnTo>
                  <a:lnTo>
                    <a:pt x="0" y="116"/>
                  </a:lnTo>
                  <a:lnTo>
                    <a:pt x="0" y="187"/>
                  </a:lnTo>
                  <a:lnTo>
                    <a:pt x="115" y="187"/>
                  </a:lnTo>
                  <a:lnTo>
                    <a:pt x="115" y="303"/>
                  </a:lnTo>
                  <a:lnTo>
                    <a:pt x="186" y="303"/>
                  </a:lnTo>
                  <a:lnTo>
                    <a:pt x="186" y="187"/>
                  </a:lnTo>
                  <a:lnTo>
                    <a:pt x="302" y="187"/>
                  </a:lnTo>
                  <a:lnTo>
                    <a:pt x="302" y="116"/>
                  </a:ln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A97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Freeform 207"/>
            <p:cNvSpPr/>
            <p:nvPr/>
          </p:nvSpPr>
          <p:spPr bwMode="auto">
            <a:xfrm>
              <a:off x="5830250" y="2209260"/>
              <a:ext cx="444321" cy="445792"/>
            </a:xfrm>
            <a:custGeom>
              <a:avLst/>
              <a:gdLst>
                <a:gd name="T0" fmla="*/ 302 w 302"/>
                <a:gd name="T1" fmla="*/ 116 h 303"/>
                <a:gd name="T2" fmla="*/ 186 w 302"/>
                <a:gd name="T3" fmla="*/ 116 h 303"/>
                <a:gd name="T4" fmla="*/ 186 w 302"/>
                <a:gd name="T5" fmla="*/ 0 h 303"/>
                <a:gd name="T6" fmla="*/ 115 w 302"/>
                <a:gd name="T7" fmla="*/ 0 h 303"/>
                <a:gd name="T8" fmla="*/ 115 w 302"/>
                <a:gd name="T9" fmla="*/ 116 h 303"/>
                <a:gd name="T10" fmla="*/ 0 w 302"/>
                <a:gd name="T11" fmla="*/ 116 h 303"/>
                <a:gd name="T12" fmla="*/ 0 w 302"/>
                <a:gd name="T13" fmla="*/ 187 h 303"/>
                <a:gd name="T14" fmla="*/ 115 w 302"/>
                <a:gd name="T15" fmla="*/ 187 h 303"/>
                <a:gd name="T16" fmla="*/ 115 w 302"/>
                <a:gd name="T17" fmla="*/ 303 h 303"/>
                <a:gd name="T18" fmla="*/ 186 w 302"/>
                <a:gd name="T19" fmla="*/ 303 h 303"/>
                <a:gd name="T20" fmla="*/ 186 w 302"/>
                <a:gd name="T21" fmla="*/ 187 h 303"/>
                <a:gd name="T22" fmla="*/ 302 w 302"/>
                <a:gd name="T23" fmla="*/ 187 h 303"/>
                <a:gd name="T24" fmla="*/ 302 w 302"/>
                <a:gd name="T25" fmla="*/ 116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2" h="303">
                  <a:moveTo>
                    <a:pt x="302" y="116"/>
                  </a:moveTo>
                  <a:lnTo>
                    <a:pt x="186" y="116"/>
                  </a:lnTo>
                  <a:lnTo>
                    <a:pt x="186" y="0"/>
                  </a:lnTo>
                  <a:lnTo>
                    <a:pt x="115" y="0"/>
                  </a:lnTo>
                  <a:lnTo>
                    <a:pt x="115" y="116"/>
                  </a:lnTo>
                  <a:lnTo>
                    <a:pt x="0" y="116"/>
                  </a:lnTo>
                  <a:lnTo>
                    <a:pt x="0" y="187"/>
                  </a:lnTo>
                  <a:lnTo>
                    <a:pt x="115" y="187"/>
                  </a:lnTo>
                  <a:lnTo>
                    <a:pt x="115" y="303"/>
                  </a:lnTo>
                  <a:lnTo>
                    <a:pt x="186" y="303"/>
                  </a:lnTo>
                  <a:lnTo>
                    <a:pt x="186" y="187"/>
                  </a:lnTo>
                  <a:lnTo>
                    <a:pt x="302" y="187"/>
                  </a:lnTo>
                  <a:lnTo>
                    <a:pt x="302" y="116"/>
                  </a:ln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8A979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9" name="直接连接符 58"/>
            <p:cNvCxnSpPr/>
            <p:nvPr/>
          </p:nvCxnSpPr>
          <p:spPr>
            <a:xfrm>
              <a:off x="2176641" y="2944029"/>
              <a:ext cx="0" cy="698009"/>
            </a:xfrm>
            <a:prstGeom prst="line">
              <a:avLst/>
            </a:prstGeom>
            <a:ln>
              <a:solidFill>
                <a:srgbClr val="8A979E">
                  <a:alpha val="50000"/>
                </a:srgb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7390422" y="2944029"/>
              <a:ext cx="0" cy="683091"/>
            </a:xfrm>
            <a:prstGeom prst="line">
              <a:avLst/>
            </a:prstGeom>
            <a:ln>
              <a:solidFill>
                <a:srgbClr val="8A979E">
                  <a:alpha val="50000"/>
                </a:srgb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presentation_134458"/>
            <p:cNvSpPr>
              <a:spLocks noChangeAspect="1"/>
            </p:cNvSpPr>
            <p:nvPr/>
          </p:nvSpPr>
          <p:spPr bwMode="auto">
            <a:xfrm>
              <a:off x="9813472" y="2255278"/>
              <a:ext cx="455613" cy="454974"/>
            </a:xfrm>
            <a:custGeom>
              <a:avLst/>
              <a:gdLst>
                <a:gd name="connsiteX0" fmla="*/ 303807 w 607614"/>
                <a:gd name="connsiteY0" fmla="*/ 546085 h 606761"/>
                <a:gd name="connsiteX1" fmla="*/ 283300 w 607614"/>
                <a:gd name="connsiteY1" fmla="*/ 566563 h 606761"/>
                <a:gd name="connsiteX2" fmla="*/ 303807 w 607614"/>
                <a:gd name="connsiteY2" fmla="*/ 586283 h 606761"/>
                <a:gd name="connsiteX3" fmla="*/ 324314 w 607614"/>
                <a:gd name="connsiteY3" fmla="*/ 566563 h 606761"/>
                <a:gd name="connsiteX4" fmla="*/ 303807 w 607614"/>
                <a:gd name="connsiteY4" fmla="*/ 546085 h 606761"/>
                <a:gd name="connsiteX5" fmla="*/ 445811 w 607614"/>
                <a:gd name="connsiteY5" fmla="*/ 404264 h 606761"/>
                <a:gd name="connsiteX6" fmla="*/ 526347 w 607614"/>
                <a:gd name="connsiteY6" fmla="*/ 404264 h 606761"/>
                <a:gd name="connsiteX7" fmla="*/ 526347 w 607614"/>
                <a:gd name="connsiteY7" fmla="*/ 455071 h 606761"/>
                <a:gd name="connsiteX8" fmla="*/ 445811 w 607614"/>
                <a:gd name="connsiteY8" fmla="*/ 455071 h 606761"/>
                <a:gd name="connsiteX9" fmla="*/ 354675 w 607614"/>
                <a:gd name="connsiteY9" fmla="*/ 404264 h 606761"/>
                <a:gd name="connsiteX10" fmla="*/ 435211 w 607614"/>
                <a:gd name="connsiteY10" fmla="*/ 404264 h 606761"/>
                <a:gd name="connsiteX11" fmla="*/ 435211 w 607614"/>
                <a:gd name="connsiteY11" fmla="*/ 455071 h 606761"/>
                <a:gd name="connsiteX12" fmla="*/ 354675 w 607614"/>
                <a:gd name="connsiteY12" fmla="*/ 455071 h 606761"/>
                <a:gd name="connsiteX13" fmla="*/ 263539 w 607614"/>
                <a:gd name="connsiteY13" fmla="*/ 404264 h 606761"/>
                <a:gd name="connsiteX14" fmla="*/ 344075 w 607614"/>
                <a:gd name="connsiteY14" fmla="*/ 404264 h 606761"/>
                <a:gd name="connsiteX15" fmla="*/ 344075 w 607614"/>
                <a:gd name="connsiteY15" fmla="*/ 455071 h 606761"/>
                <a:gd name="connsiteX16" fmla="*/ 263539 w 607614"/>
                <a:gd name="connsiteY16" fmla="*/ 455071 h 606761"/>
                <a:gd name="connsiteX17" fmla="*/ 172403 w 607614"/>
                <a:gd name="connsiteY17" fmla="*/ 404264 h 606761"/>
                <a:gd name="connsiteX18" fmla="*/ 252939 w 607614"/>
                <a:gd name="connsiteY18" fmla="*/ 404264 h 606761"/>
                <a:gd name="connsiteX19" fmla="*/ 252939 w 607614"/>
                <a:gd name="connsiteY19" fmla="*/ 455071 h 606761"/>
                <a:gd name="connsiteX20" fmla="*/ 172403 w 607614"/>
                <a:gd name="connsiteY20" fmla="*/ 455071 h 606761"/>
                <a:gd name="connsiteX21" fmla="*/ 81267 w 607614"/>
                <a:gd name="connsiteY21" fmla="*/ 404264 h 606761"/>
                <a:gd name="connsiteX22" fmla="*/ 161803 w 607614"/>
                <a:gd name="connsiteY22" fmla="*/ 404264 h 606761"/>
                <a:gd name="connsiteX23" fmla="*/ 161803 w 607614"/>
                <a:gd name="connsiteY23" fmla="*/ 455071 h 606761"/>
                <a:gd name="connsiteX24" fmla="*/ 81267 w 607614"/>
                <a:gd name="connsiteY24" fmla="*/ 455071 h 606761"/>
                <a:gd name="connsiteX25" fmla="*/ 81267 w 607614"/>
                <a:gd name="connsiteY25" fmla="*/ 333719 h 606761"/>
                <a:gd name="connsiteX26" fmla="*/ 161803 w 607614"/>
                <a:gd name="connsiteY26" fmla="*/ 333719 h 606761"/>
                <a:gd name="connsiteX27" fmla="*/ 161803 w 607614"/>
                <a:gd name="connsiteY27" fmla="*/ 384526 h 606761"/>
                <a:gd name="connsiteX28" fmla="*/ 81267 w 607614"/>
                <a:gd name="connsiteY28" fmla="*/ 384526 h 606761"/>
                <a:gd name="connsiteX29" fmla="*/ 354675 w 607614"/>
                <a:gd name="connsiteY29" fmla="*/ 282911 h 606761"/>
                <a:gd name="connsiteX30" fmla="*/ 435211 w 607614"/>
                <a:gd name="connsiteY30" fmla="*/ 282911 h 606761"/>
                <a:gd name="connsiteX31" fmla="*/ 435211 w 607614"/>
                <a:gd name="connsiteY31" fmla="*/ 384525 h 606761"/>
                <a:gd name="connsiteX32" fmla="*/ 354675 w 607614"/>
                <a:gd name="connsiteY32" fmla="*/ 384525 h 606761"/>
                <a:gd name="connsiteX33" fmla="*/ 172403 w 607614"/>
                <a:gd name="connsiteY33" fmla="*/ 273042 h 606761"/>
                <a:gd name="connsiteX34" fmla="*/ 252939 w 607614"/>
                <a:gd name="connsiteY34" fmla="*/ 273042 h 606761"/>
                <a:gd name="connsiteX35" fmla="*/ 252939 w 607614"/>
                <a:gd name="connsiteY35" fmla="*/ 384525 h 606761"/>
                <a:gd name="connsiteX36" fmla="*/ 172403 w 607614"/>
                <a:gd name="connsiteY36" fmla="*/ 384525 h 606761"/>
                <a:gd name="connsiteX37" fmla="*/ 263539 w 607614"/>
                <a:gd name="connsiteY37" fmla="*/ 212366 h 606761"/>
                <a:gd name="connsiteX38" fmla="*/ 344075 w 607614"/>
                <a:gd name="connsiteY38" fmla="*/ 212366 h 606761"/>
                <a:gd name="connsiteX39" fmla="*/ 344075 w 607614"/>
                <a:gd name="connsiteY39" fmla="*/ 384525 h 606761"/>
                <a:gd name="connsiteX40" fmla="*/ 263539 w 607614"/>
                <a:gd name="connsiteY40" fmla="*/ 384525 h 606761"/>
                <a:gd name="connsiteX41" fmla="*/ 101064 w 607614"/>
                <a:gd name="connsiteY41" fmla="*/ 161559 h 606761"/>
                <a:gd name="connsiteX42" fmla="*/ 151933 w 607614"/>
                <a:gd name="connsiteY42" fmla="*/ 161559 h 606761"/>
                <a:gd name="connsiteX43" fmla="*/ 155729 w 607614"/>
                <a:gd name="connsiteY43" fmla="*/ 162317 h 606761"/>
                <a:gd name="connsiteX44" fmla="*/ 161044 w 607614"/>
                <a:gd name="connsiteY44" fmla="*/ 168385 h 606761"/>
                <a:gd name="connsiteX45" fmla="*/ 161803 w 607614"/>
                <a:gd name="connsiteY45" fmla="*/ 172177 h 606761"/>
                <a:gd name="connsiteX46" fmla="*/ 161803 w 607614"/>
                <a:gd name="connsiteY46" fmla="*/ 222235 h 606761"/>
                <a:gd name="connsiteX47" fmla="*/ 151933 w 607614"/>
                <a:gd name="connsiteY47" fmla="*/ 232853 h 606761"/>
                <a:gd name="connsiteX48" fmla="*/ 142063 w 607614"/>
                <a:gd name="connsiteY48" fmla="*/ 222235 h 606761"/>
                <a:gd name="connsiteX49" fmla="*/ 142063 w 607614"/>
                <a:gd name="connsiteY49" fmla="*/ 196448 h 606761"/>
                <a:gd name="connsiteX50" fmla="*/ 88158 w 607614"/>
                <a:gd name="connsiteY50" fmla="*/ 249539 h 606761"/>
                <a:gd name="connsiteX51" fmla="*/ 81324 w 607614"/>
                <a:gd name="connsiteY51" fmla="*/ 252573 h 606761"/>
                <a:gd name="connsiteX52" fmla="*/ 73732 w 607614"/>
                <a:gd name="connsiteY52" fmla="*/ 249539 h 606761"/>
                <a:gd name="connsiteX53" fmla="*/ 73732 w 607614"/>
                <a:gd name="connsiteY53" fmla="*/ 235887 h 606761"/>
                <a:gd name="connsiteX54" fmla="*/ 127638 w 607614"/>
                <a:gd name="connsiteY54" fmla="*/ 182037 h 606761"/>
                <a:gd name="connsiteX55" fmla="*/ 101064 w 607614"/>
                <a:gd name="connsiteY55" fmla="*/ 182037 h 606761"/>
                <a:gd name="connsiteX56" fmla="*/ 91194 w 607614"/>
                <a:gd name="connsiteY56" fmla="*/ 172177 h 606761"/>
                <a:gd name="connsiteX57" fmla="*/ 101064 w 607614"/>
                <a:gd name="connsiteY57" fmla="*/ 161559 h 606761"/>
                <a:gd name="connsiteX58" fmla="*/ 445811 w 607614"/>
                <a:gd name="connsiteY58" fmla="*/ 151690 h 606761"/>
                <a:gd name="connsiteX59" fmla="*/ 526347 w 607614"/>
                <a:gd name="connsiteY59" fmla="*/ 151690 h 606761"/>
                <a:gd name="connsiteX60" fmla="*/ 526347 w 607614"/>
                <a:gd name="connsiteY60" fmla="*/ 384525 h 606761"/>
                <a:gd name="connsiteX61" fmla="*/ 445811 w 607614"/>
                <a:gd name="connsiteY61" fmla="*/ 384525 h 606761"/>
                <a:gd name="connsiteX62" fmla="*/ 40254 w 607614"/>
                <a:gd name="connsiteY62" fmla="*/ 81154 h 606761"/>
                <a:gd name="connsiteX63" fmla="*/ 40254 w 607614"/>
                <a:gd name="connsiteY63" fmla="*/ 485409 h 606761"/>
                <a:gd name="connsiteX64" fmla="*/ 567360 w 607614"/>
                <a:gd name="connsiteY64" fmla="*/ 485409 h 606761"/>
                <a:gd name="connsiteX65" fmla="*/ 567360 w 607614"/>
                <a:gd name="connsiteY65" fmla="*/ 81154 h 606761"/>
                <a:gd name="connsiteX66" fmla="*/ 0 w 607614"/>
                <a:gd name="connsiteY66" fmla="*/ 0 h 606761"/>
                <a:gd name="connsiteX67" fmla="*/ 607614 w 607614"/>
                <a:gd name="connsiteY67" fmla="*/ 0 h 606761"/>
                <a:gd name="connsiteX68" fmla="*/ 607614 w 607614"/>
                <a:gd name="connsiteY68" fmla="*/ 81154 h 606761"/>
                <a:gd name="connsiteX69" fmla="*/ 587107 w 607614"/>
                <a:gd name="connsiteY69" fmla="*/ 81154 h 606761"/>
                <a:gd name="connsiteX70" fmla="*/ 587107 w 607614"/>
                <a:gd name="connsiteY70" fmla="*/ 485409 h 606761"/>
                <a:gd name="connsiteX71" fmla="*/ 597740 w 607614"/>
                <a:gd name="connsiteY71" fmla="*/ 485409 h 606761"/>
                <a:gd name="connsiteX72" fmla="*/ 607614 w 607614"/>
                <a:gd name="connsiteY72" fmla="*/ 495269 h 606761"/>
                <a:gd name="connsiteX73" fmla="*/ 597740 w 607614"/>
                <a:gd name="connsiteY73" fmla="*/ 505887 h 606761"/>
                <a:gd name="connsiteX74" fmla="*/ 587107 w 607614"/>
                <a:gd name="connsiteY74" fmla="*/ 505887 h 606761"/>
                <a:gd name="connsiteX75" fmla="*/ 313681 w 607614"/>
                <a:gd name="connsiteY75" fmla="*/ 505887 h 606761"/>
                <a:gd name="connsiteX76" fmla="*/ 313681 w 607614"/>
                <a:gd name="connsiteY76" fmla="*/ 525607 h 606761"/>
                <a:gd name="connsiteX77" fmla="*/ 313681 w 607614"/>
                <a:gd name="connsiteY77" fmla="*/ 527124 h 606761"/>
                <a:gd name="connsiteX78" fmla="*/ 344061 w 607614"/>
                <a:gd name="connsiteY78" fmla="*/ 566563 h 606761"/>
                <a:gd name="connsiteX79" fmla="*/ 303807 w 607614"/>
                <a:gd name="connsiteY79" fmla="*/ 606761 h 606761"/>
                <a:gd name="connsiteX80" fmla="*/ 263553 w 607614"/>
                <a:gd name="connsiteY80" fmla="*/ 566563 h 606761"/>
                <a:gd name="connsiteX81" fmla="*/ 293933 w 607614"/>
                <a:gd name="connsiteY81" fmla="*/ 527124 h 606761"/>
                <a:gd name="connsiteX82" fmla="*/ 293933 w 607614"/>
                <a:gd name="connsiteY82" fmla="*/ 525607 h 606761"/>
                <a:gd name="connsiteX83" fmla="*/ 293933 w 607614"/>
                <a:gd name="connsiteY83" fmla="*/ 505887 h 606761"/>
                <a:gd name="connsiteX84" fmla="*/ 20507 w 607614"/>
                <a:gd name="connsiteY84" fmla="*/ 505887 h 606761"/>
                <a:gd name="connsiteX85" fmla="*/ 9874 w 607614"/>
                <a:gd name="connsiteY85" fmla="*/ 505887 h 606761"/>
                <a:gd name="connsiteX86" fmla="*/ 0 w 607614"/>
                <a:gd name="connsiteY86" fmla="*/ 495269 h 606761"/>
                <a:gd name="connsiteX87" fmla="*/ 9874 w 607614"/>
                <a:gd name="connsiteY87" fmla="*/ 485409 h 606761"/>
                <a:gd name="connsiteX88" fmla="*/ 20507 w 607614"/>
                <a:gd name="connsiteY88" fmla="*/ 485409 h 606761"/>
                <a:gd name="connsiteX89" fmla="*/ 20507 w 607614"/>
                <a:gd name="connsiteY89" fmla="*/ 81154 h 606761"/>
                <a:gd name="connsiteX90" fmla="*/ 0 w 607614"/>
                <a:gd name="connsiteY90" fmla="*/ 81154 h 6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607614" h="606761">
                  <a:moveTo>
                    <a:pt x="303807" y="546085"/>
                  </a:moveTo>
                  <a:cubicBezTo>
                    <a:pt x="292414" y="546085"/>
                    <a:pt x="283300" y="555186"/>
                    <a:pt x="283300" y="566563"/>
                  </a:cubicBezTo>
                  <a:cubicBezTo>
                    <a:pt x="283300" y="577181"/>
                    <a:pt x="292414" y="586283"/>
                    <a:pt x="303807" y="586283"/>
                  </a:cubicBezTo>
                  <a:cubicBezTo>
                    <a:pt x="315200" y="586283"/>
                    <a:pt x="324314" y="577181"/>
                    <a:pt x="324314" y="566563"/>
                  </a:cubicBezTo>
                  <a:cubicBezTo>
                    <a:pt x="324314" y="555186"/>
                    <a:pt x="315200" y="546085"/>
                    <a:pt x="303807" y="546085"/>
                  </a:cubicBezTo>
                  <a:close/>
                  <a:moveTo>
                    <a:pt x="445811" y="404264"/>
                  </a:moveTo>
                  <a:lnTo>
                    <a:pt x="526347" y="404264"/>
                  </a:lnTo>
                  <a:lnTo>
                    <a:pt x="526347" y="455071"/>
                  </a:lnTo>
                  <a:lnTo>
                    <a:pt x="445811" y="455071"/>
                  </a:lnTo>
                  <a:close/>
                  <a:moveTo>
                    <a:pt x="354675" y="404264"/>
                  </a:moveTo>
                  <a:lnTo>
                    <a:pt x="435211" y="404264"/>
                  </a:lnTo>
                  <a:lnTo>
                    <a:pt x="435211" y="455071"/>
                  </a:lnTo>
                  <a:lnTo>
                    <a:pt x="354675" y="455071"/>
                  </a:lnTo>
                  <a:close/>
                  <a:moveTo>
                    <a:pt x="263539" y="404264"/>
                  </a:moveTo>
                  <a:lnTo>
                    <a:pt x="344075" y="404264"/>
                  </a:lnTo>
                  <a:lnTo>
                    <a:pt x="344075" y="455071"/>
                  </a:lnTo>
                  <a:lnTo>
                    <a:pt x="263539" y="455071"/>
                  </a:lnTo>
                  <a:close/>
                  <a:moveTo>
                    <a:pt x="172403" y="404264"/>
                  </a:moveTo>
                  <a:lnTo>
                    <a:pt x="252939" y="404264"/>
                  </a:lnTo>
                  <a:lnTo>
                    <a:pt x="252939" y="455071"/>
                  </a:lnTo>
                  <a:lnTo>
                    <a:pt x="172403" y="455071"/>
                  </a:lnTo>
                  <a:close/>
                  <a:moveTo>
                    <a:pt x="81267" y="404264"/>
                  </a:moveTo>
                  <a:lnTo>
                    <a:pt x="161803" y="404264"/>
                  </a:lnTo>
                  <a:lnTo>
                    <a:pt x="161803" y="455071"/>
                  </a:lnTo>
                  <a:lnTo>
                    <a:pt x="81267" y="455071"/>
                  </a:lnTo>
                  <a:close/>
                  <a:moveTo>
                    <a:pt x="81267" y="333719"/>
                  </a:moveTo>
                  <a:lnTo>
                    <a:pt x="161803" y="333719"/>
                  </a:lnTo>
                  <a:lnTo>
                    <a:pt x="161803" y="384526"/>
                  </a:lnTo>
                  <a:lnTo>
                    <a:pt x="81267" y="384526"/>
                  </a:lnTo>
                  <a:close/>
                  <a:moveTo>
                    <a:pt x="354675" y="282911"/>
                  </a:moveTo>
                  <a:lnTo>
                    <a:pt x="435211" y="282911"/>
                  </a:lnTo>
                  <a:lnTo>
                    <a:pt x="435211" y="384525"/>
                  </a:lnTo>
                  <a:lnTo>
                    <a:pt x="354675" y="384525"/>
                  </a:lnTo>
                  <a:close/>
                  <a:moveTo>
                    <a:pt x="172403" y="273042"/>
                  </a:moveTo>
                  <a:lnTo>
                    <a:pt x="252939" y="273042"/>
                  </a:lnTo>
                  <a:lnTo>
                    <a:pt x="252939" y="384525"/>
                  </a:lnTo>
                  <a:lnTo>
                    <a:pt x="172403" y="384525"/>
                  </a:lnTo>
                  <a:close/>
                  <a:moveTo>
                    <a:pt x="263539" y="212366"/>
                  </a:moveTo>
                  <a:lnTo>
                    <a:pt x="344075" y="212366"/>
                  </a:lnTo>
                  <a:lnTo>
                    <a:pt x="344075" y="384525"/>
                  </a:lnTo>
                  <a:lnTo>
                    <a:pt x="263539" y="384525"/>
                  </a:lnTo>
                  <a:close/>
                  <a:moveTo>
                    <a:pt x="101064" y="161559"/>
                  </a:moveTo>
                  <a:lnTo>
                    <a:pt x="151933" y="161559"/>
                  </a:lnTo>
                  <a:cubicBezTo>
                    <a:pt x="153451" y="161559"/>
                    <a:pt x="154211" y="162317"/>
                    <a:pt x="155729" y="162317"/>
                  </a:cubicBezTo>
                  <a:cubicBezTo>
                    <a:pt x="158007" y="163834"/>
                    <a:pt x="160285" y="165351"/>
                    <a:pt x="161044" y="168385"/>
                  </a:cubicBezTo>
                  <a:cubicBezTo>
                    <a:pt x="161803" y="169144"/>
                    <a:pt x="161803" y="170660"/>
                    <a:pt x="161803" y="172177"/>
                  </a:cubicBezTo>
                  <a:lnTo>
                    <a:pt x="161803" y="222235"/>
                  </a:lnTo>
                  <a:cubicBezTo>
                    <a:pt x="161803" y="228303"/>
                    <a:pt x="157248" y="232853"/>
                    <a:pt x="151933" y="232853"/>
                  </a:cubicBezTo>
                  <a:cubicBezTo>
                    <a:pt x="146618" y="232853"/>
                    <a:pt x="142063" y="228303"/>
                    <a:pt x="142063" y="222235"/>
                  </a:cubicBezTo>
                  <a:lnTo>
                    <a:pt x="142063" y="196448"/>
                  </a:lnTo>
                  <a:lnTo>
                    <a:pt x="88158" y="249539"/>
                  </a:lnTo>
                  <a:cubicBezTo>
                    <a:pt x="85880" y="251815"/>
                    <a:pt x="83602" y="252573"/>
                    <a:pt x="81324" y="252573"/>
                  </a:cubicBezTo>
                  <a:cubicBezTo>
                    <a:pt x="78288" y="252573"/>
                    <a:pt x="76010" y="251815"/>
                    <a:pt x="73732" y="249539"/>
                  </a:cubicBezTo>
                  <a:cubicBezTo>
                    <a:pt x="69936" y="245747"/>
                    <a:pt x="69936" y="239679"/>
                    <a:pt x="73732" y="235887"/>
                  </a:cubicBezTo>
                  <a:lnTo>
                    <a:pt x="127638" y="182037"/>
                  </a:lnTo>
                  <a:lnTo>
                    <a:pt x="101064" y="182037"/>
                  </a:lnTo>
                  <a:cubicBezTo>
                    <a:pt x="95750" y="182037"/>
                    <a:pt x="91194" y="177486"/>
                    <a:pt x="91194" y="172177"/>
                  </a:cubicBezTo>
                  <a:cubicBezTo>
                    <a:pt x="91194" y="166110"/>
                    <a:pt x="95750" y="161559"/>
                    <a:pt x="101064" y="161559"/>
                  </a:cubicBezTo>
                  <a:close/>
                  <a:moveTo>
                    <a:pt x="445811" y="151690"/>
                  </a:moveTo>
                  <a:lnTo>
                    <a:pt x="526347" y="151690"/>
                  </a:lnTo>
                  <a:lnTo>
                    <a:pt x="526347" y="384525"/>
                  </a:lnTo>
                  <a:lnTo>
                    <a:pt x="445811" y="384525"/>
                  </a:lnTo>
                  <a:close/>
                  <a:moveTo>
                    <a:pt x="40254" y="81154"/>
                  </a:moveTo>
                  <a:lnTo>
                    <a:pt x="40254" y="485409"/>
                  </a:lnTo>
                  <a:lnTo>
                    <a:pt x="567360" y="485409"/>
                  </a:lnTo>
                  <a:lnTo>
                    <a:pt x="567360" y="81154"/>
                  </a:lnTo>
                  <a:close/>
                  <a:moveTo>
                    <a:pt x="0" y="0"/>
                  </a:moveTo>
                  <a:lnTo>
                    <a:pt x="607614" y="0"/>
                  </a:lnTo>
                  <a:lnTo>
                    <a:pt x="607614" y="81154"/>
                  </a:lnTo>
                  <a:lnTo>
                    <a:pt x="587107" y="81154"/>
                  </a:lnTo>
                  <a:lnTo>
                    <a:pt x="587107" y="485409"/>
                  </a:lnTo>
                  <a:lnTo>
                    <a:pt x="597740" y="485409"/>
                  </a:lnTo>
                  <a:cubicBezTo>
                    <a:pt x="603057" y="485409"/>
                    <a:pt x="607614" y="489960"/>
                    <a:pt x="607614" y="495269"/>
                  </a:cubicBezTo>
                  <a:cubicBezTo>
                    <a:pt x="607614" y="501336"/>
                    <a:pt x="603057" y="505887"/>
                    <a:pt x="597740" y="505887"/>
                  </a:cubicBezTo>
                  <a:lnTo>
                    <a:pt x="587107" y="505887"/>
                  </a:lnTo>
                  <a:lnTo>
                    <a:pt x="313681" y="505887"/>
                  </a:lnTo>
                  <a:lnTo>
                    <a:pt x="313681" y="525607"/>
                  </a:lnTo>
                  <a:cubicBezTo>
                    <a:pt x="313681" y="526365"/>
                    <a:pt x="313681" y="527124"/>
                    <a:pt x="313681" y="527124"/>
                  </a:cubicBezTo>
                  <a:cubicBezTo>
                    <a:pt x="331150" y="531674"/>
                    <a:pt x="344061" y="547602"/>
                    <a:pt x="344061" y="566563"/>
                  </a:cubicBezTo>
                  <a:cubicBezTo>
                    <a:pt x="344061" y="588558"/>
                    <a:pt x="325833" y="606761"/>
                    <a:pt x="303807" y="606761"/>
                  </a:cubicBezTo>
                  <a:cubicBezTo>
                    <a:pt x="281781" y="606761"/>
                    <a:pt x="263553" y="588558"/>
                    <a:pt x="263553" y="566563"/>
                  </a:cubicBezTo>
                  <a:cubicBezTo>
                    <a:pt x="263553" y="547602"/>
                    <a:pt x="276464" y="531674"/>
                    <a:pt x="293933" y="527124"/>
                  </a:cubicBezTo>
                  <a:cubicBezTo>
                    <a:pt x="293933" y="527124"/>
                    <a:pt x="293933" y="526365"/>
                    <a:pt x="293933" y="525607"/>
                  </a:cubicBezTo>
                  <a:lnTo>
                    <a:pt x="293933" y="505887"/>
                  </a:lnTo>
                  <a:lnTo>
                    <a:pt x="20507" y="505887"/>
                  </a:lnTo>
                  <a:lnTo>
                    <a:pt x="9874" y="505887"/>
                  </a:lnTo>
                  <a:cubicBezTo>
                    <a:pt x="4557" y="505887"/>
                    <a:pt x="0" y="501336"/>
                    <a:pt x="0" y="495269"/>
                  </a:cubicBezTo>
                  <a:cubicBezTo>
                    <a:pt x="0" y="489960"/>
                    <a:pt x="4557" y="485409"/>
                    <a:pt x="9874" y="485409"/>
                  </a:cubicBezTo>
                  <a:lnTo>
                    <a:pt x="20507" y="485409"/>
                  </a:lnTo>
                  <a:lnTo>
                    <a:pt x="20507" y="81154"/>
                  </a:lnTo>
                  <a:lnTo>
                    <a:pt x="0" y="81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64" name="settings_208779"/>
            <p:cNvSpPr>
              <a:spLocks noChangeAspect="1"/>
            </p:cNvSpPr>
            <p:nvPr/>
          </p:nvSpPr>
          <p:spPr bwMode="auto">
            <a:xfrm>
              <a:off x="7139853" y="2186635"/>
              <a:ext cx="501138" cy="549496"/>
            </a:xfrm>
            <a:custGeom>
              <a:avLst/>
              <a:gdLst>
                <a:gd name="connsiteX0" fmla="*/ 257952 w 552598"/>
                <a:gd name="connsiteY0" fmla="*/ 238897 h 605921"/>
                <a:gd name="connsiteX1" fmla="*/ 252845 w 552598"/>
                <a:gd name="connsiteY1" fmla="*/ 243996 h 605921"/>
                <a:gd name="connsiteX2" fmla="*/ 252845 w 552598"/>
                <a:gd name="connsiteY2" fmla="*/ 308986 h 605921"/>
                <a:gd name="connsiteX3" fmla="*/ 228056 w 552598"/>
                <a:gd name="connsiteY3" fmla="*/ 308986 h 605921"/>
                <a:gd name="connsiteX4" fmla="*/ 225642 w 552598"/>
                <a:gd name="connsiteY4" fmla="*/ 314085 h 605921"/>
                <a:gd name="connsiteX5" fmla="*/ 273271 w 552598"/>
                <a:gd name="connsiteY5" fmla="*/ 372123 h 605921"/>
                <a:gd name="connsiteX6" fmla="*/ 279306 w 552598"/>
                <a:gd name="connsiteY6" fmla="*/ 372123 h 605921"/>
                <a:gd name="connsiteX7" fmla="*/ 327027 w 552598"/>
                <a:gd name="connsiteY7" fmla="*/ 314085 h 605921"/>
                <a:gd name="connsiteX8" fmla="*/ 324520 w 552598"/>
                <a:gd name="connsiteY8" fmla="*/ 308986 h 605921"/>
                <a:gd name="connsiteX9" fmla="*/ 299731 w 552598"/>
                <a:gd name="connsiteY9" fmla="*/ 308986 h 605921"/>
                <a:gd name="connsiteX10" fmla="*/ 299731 w 552598"/>
                <a:gd name="connsiteY10" fmla="*/ 243996 h 605921"/>
                <a:gd name="connsiteX11" fmla="*/ 294718 w 552598"/>
                <a:gd name="connsiteY11" fmla="*/ 238897 h 605921"/>
                <a:gd name="connsiteX12" fmla="*/ 260737 w 552598"/>
                <a:gd name="connsiteY12" fmla="*/ 130146 h 605921"/>
                <a:gd name="connsiteX13" fmla="*/ 291932 w 552598"/>
                <a:gd name="connsiteY13" fmla="*/ 130146 h 605921"/>
                <a:gd name="connsiteX14" fmla="*/ 303445 w 552598"/>
                <a:gd name="connsiteY14" fmla="*/ 141642 h 605921"/>
                <a:gd name="connsiteX15" fmla="*/ 303445 w 552598"/>
                <a:gd name="connsiteY15" fmla="*/ 167602 h 605921"/>
                <a:gd name="connsiteX16" fmla="*/ 353580 w 552598"/>
                <a:gd name="connsiteY16" fmla="*/ 188369 h 605921"/>
                <a:gd name="connsiteX17" fmla="*/ 371963 w 552598"/>
                <a:gd name="connsiteY17" fmla="*/ 170012 h 605921"/>
                <a:gd name="connsiteX18" fmla="*/ 388118 w 552598"/>
                <a:gd name="connsiteY18" fmla="*/ 170012 h 605921"/>
                <a:gd name="connsiteX19" fmla="*/ 410215 w 552598"/>
                <a:gd name="connsiteY19" fmla="*/ 192077 h 605921"/>
                <a:gd name="connsiteX20" fmla="*/ 410215 w 552598"/>
                <a:gd name="connsiteY20" fmla="*/ 208209 h 605921"/>
                <a:gd name="connsiteX21" fmla="*/ 391832 w 552598"/>
                <a:gd name="connsiteY21" fmla="*/ 226566 h 605921"/>
                <a:gd name="connsiteX22" fmla="*/ 412628 w 552598"/>
                <a:gd name="connsiteY22" fmla="*/ 276630 h 605921"/>
                <a:gd name="connsiteX23" fmla="*/ 438625 w 552598"/>
                <a:gd name="connsiteY23" fmla="*/ 276630 h 605921"/>
                <a:gd name="connsiteX24" fmla="*/ 450137 w 552598"/>
                <a:gd name="connsiteY24" fmla="*/ 288126 h 605921"/>
                <a:gd name="connsiteX25" fmla="*/ 450137 w 552598"/>
                <a:gd name="connsiteY25" fmla="*/ 319277 h 605921"/>
                <a:gd name="connsiteX26" fmla="*/ 438625 w 552598"/>
                <a:gd name="connsiteY26" fmla="*/ 330773 h 605921"/>
                <a:gd name="connsiteX27" fmla="*/ 412628 w 552598"/>
                <a:gd name="connsiteY27" fmla="*/ 330773 h 605921"/>
                <a:gd name="connsiteX28" fmla="*/ 391832 w 552598"/>
                <a:gd name="connsiteY28" fmla="*/ 380838 h 605921"/>
                <a:gd name="connsiteX29" fmla="*/ 410215 w 552598"/>
                <a:gd name="connsiteY29" fmla="*/ 399102 h 605921"/>
                <a:gd name="connsiteX30" fmla="*/ 410215 w 552598"/>
                <a:gd name="connsiteY30" fmla="*/ 415326 h 605921"/>
                <a:gd name="connsiteX31" fmla="*/ 388118 w 552598"/>
                <a:gd name="connsiteY31" fmla="*/ 437299 h 605921"/>
                <a:gd name="connsiteX32" fmla="*/ 371963 w 552598"/>
                <a:gd name="connsiteY32" fmla="*/ 437299 h 605921"/>
                <a:gd name="connsiteX33" fmla="*/ 353580 w 552598"/>
                <a:gd name="connsiteY33" fmla="*/ 419035 h 605921"/>
                <a:gd name="connsiteX34" fmla="*/ 303445 w 552598"/>
                <a:gd name="connsiteY34" fmla="*/ 439802 h 605921"/>
                <a:gd name="connsiteX35" fmla="*/ 303445 w 552598"/>
                <a:gd name="connsiteY35" fmla="*/ 465761 h 605921"/>
                <a:gd name="connsiteX36" fmla="*/ 291932 w 552598"/>
                <a:gd name="connsiteY36" fmla="*/ 477257 h 605921"/>
                <a:gd name="connsiteX37" fmla="*/ 260737 w 552598"/>
                <a:gd name="connsiteY37" fmla="*/ 477257 h 605921"/>
                <a:gd name="connsiteX38" fmla="*/ 249224 w 552598"/>
                <a:gd name="connsiteY38" fmla="*/ 465761 h 605921"/>
                <a:gd name="connsiteX39" fmla="*/ 249224 w 552598"/>
                <a:gd name="connsiteY39" fmla="*/ 439802 h 605921"/>
                <a:gd name="connsiteX40" fmla="*/ 199089 w 552598"/>
                <a:gd name="connsiteY40" fmla="*/ 419035 h 605921"/>
                <a:gd name="connsiteX41" fmla="*/ 180799 w 552598"/>
                <a:gd name="connsiteY41" fmla="*/ 437299 h 605921"/>
                <a:gd name="connsiteX42" fmla="*/ 164551 w 552598"/>
                <a:gd name="connsiteY42" fmla="*/ 437299 h 605921"/>
                <a:gd name="connsiteX43" fmla="*/ 142547 w 552598"/>
                <a:gd name="connsiteY43" fmla="*/ 415326 h 605921"/>
                <a:gd name="connsiteX44" fmla="*/ 142547 w 552598"/>
                <a:gd name="connsiteY44" fmla="*/ 399102 h 605921"/>
                <a:gd name="connsiteX45" fmla="*/ 160837 w 552598"/>
                <a:gd name="connsiteY45" fmla="*/ 380838 h 605921"/>
                <a:gd name="connsiteX46" fmla="*/ 140041 w 552598"/>
                <a:gd name="connsiteY46" fmla="*/ 330773 h 605921"/>
                <a:gd name="connsiteX47" fmla="*/ 114044 w 552598"/>
                <a:gd name="connsiteY47" fmla="*/ 330773 h 605921"/>
                <a:gd name="connsiteX48" fmla="*/ 102532 w 552598"/>
                <a:gd name="connsiteY48" fmla="*/ 319277 h 605921"/>
                <a:gd name="connsiteX49" fmla="*/ 102532 w 552598"/>
                <a:gd name="connsiteY49" fmla="*/ 288126 h 605921"/>
                <a:gd name="connsiteX50" fmla="*/ 114044 w 552598"/>
                <a:gd name="connsiteY50" fmla="*/ 276630 h 605921"/>
                <a:gd name="connsiteX51" fmla="*/ 140041 w 552598"/>
                <a:gd name="connsiteY51" fmla="*/ 276630 h 605921"/>
                <a:gd name="connsiteX52" fmla="*/ 160837 w 552598"/>
                <a:gd name="connsiteY52" fmla="*/ 226566 h 605921"/>
                <a:gd name="connsiteX53" fmla="*/ 142547 w 552598"/>
                <a:gd name="connsiteY53" fmla="*/ 208209 h 605921"/>
                <a:gd name="connsiteX54" fmla="*/ 142547 w 552598"/>
                <a:gd name="connsiteY54" fmla="*/ 192077 h 605921"/>
                <a:gd name="connsiteX55" fmla="*/ 164551 w 552598"/>
                <a:gd name="connsiteY55" fmla="*/ 170012 h 605921"/>
                <a:gd name="connsiteX56" fmla="*/ 180799 w 552598"/>
                <a:gd name="connsiteY56" fmla="*/ 170012 h 605921"/>
                <a:gd name="connsiteX57" fmla="*/ 199089 w 552598"/>
                <a:gd name="connsiteY57" fmla="*/ 188369 h 605921"/>
                <a:gd name="connsiteX58" fmla="*/ 249224 w 552598"/>
                <a:gd name="connsiteY58" fmla="*/ 167602 h 605921"/>
                <a:gd name="connsiteX59" fmla="*/ 249224 w 552598"/>
                <a:gd name="connsiteY59" fmla="*/ 141642 h 605921"/>
                <a:gd name="connsiteX60" fmla="*/ 260737 w 552598"/>
                <a:gd name="connsiteY60" fmla="*/ 130146 h 605921"/>
                <a:gd name="connsiteX61" fmla="*/ 438507 w 552598"/>
                <a:gd name="connsiteY61" fmla="*/ 79551 h 605921"/>
                <a:gd name="connsiteX62" fmla="*/ 552598 w 552598"/>
                <a:gd name="connsiteY62" fmla="*/ 302952 h 605921"/>
                <a:gd name="connsiteX63" fmla="*/ 276329 w 552598"/>
                <a:gd name="connsiteY63" fmla="*/ 578821 h 605921"/>
                <a:gd name="connsiteX64" fmla="*/ 276329 w 552598"/>
                <a:gd name="connsiteY64" fmla="*/ 602737 h 605921"/>
                <a:gd name="connsiteX65" fmla="*/ 271316 w 552598"/>
                <a:gd name="connsiteY65" fmla="*/ 605332 h 605921"/>
                <a:gd name="connsiteX66" fmla="*/ 206426 w 552598"/>
                <a:gd name="connsiteY66" fmla="*/ 560837 h 605921"/>
                <a:gd name="connsiteX67" fmla="*/ 206426 w 552598"/>
                <a:gd name="connsiteY67" fmla="*/ 555553 h 605921"/>
                <a:gd name="connsiteX68" fmla="*/ 271316 w 552598"/>
                <a:gd name="connsiteY68" fmla="*/ 511059 h 605921"/>
                <a:gd name="connsiteX69" fmla="*/ 276329 w 552598"/>
                <a:gd name="connsiteY69" fmla="*/ 513654 h 605921"/>
                <a:gd name="connsiteX70" fmla="*/ 276329 w 552598"/>
                <a:gd name="connsiteY70" fmla="*/ 537663 h 605921"/>
                <a:gd name="connsiteX71" fmla="*/ 511381 w 552598"/>
                <a:gd name="connsiteY71" fmla="*/ 302952 h 605921"/>
                <a:gd name="connsiteX72" fmla="*/ 414278 w 552598"/>
                <a:gd name="connsiteY72" fmla="*/ 112830 h 605921"/>
                <a:gd name="connsiteX73" fmla="*/ 281414 w 552598"/>
                <a:gd name="connsiteY73" fmla="*/ 589 h 605921"/>
                <a:gd name="connsiteX74" fmla="*/ 346313 w 552598"/>
                <a:gd name="connsiteY74" fmla="*/ 45086 h 605921"/>
                <a:gd name="connsiteX75" fmla="*/ 346313 w 552598"/>
                <a:gd name="connsiteY75" fmla="*/ 50277 h 605921"/>
                <a:gd name="connsiteX76" fmla="*/ 281414 w 552598"/>
                <a:gd name="connsiteY76" fmla="*/ 94775 h 605921"/>
                <a:gd name="connsiteX77" fmla="*/ 276308 w 552598"/>
                <a:gd name="connsiteY77" fmla="*/ 92179 h 605921"/>
                <a:gd name="connsiteX78" fmla="*/ 276308 w 552598"/>
                <a:gd name="connsiteY78" fmla="*/ 68262 h 605921"/>
                <a:gd name="connsiteX79" fmla="*/ 41223 w 552598"/>
                <a:gd name="connsiteY79" fmla="*/ 303077 h 605921"/>
                <a:gd name="connsiteX80" fmla="*/ 138432 w 552598"/>
                <a:gd name="connsiteY80" fmla="*/ 493302 h 605921"/>
                <a:gd name="connsiteX81" fmla="*/ 114200 w 552598"/>
                <a:gd name="connsiteY81" fmla="*/ 526582 h 605921"/>
                <a:gd name="connsiteX82" fmla="*/ 0 w 552598"/>
                <a:gd name="connsiteY82" fmla="*/ 303077 h 605921"/>
                <a:gd name="connsiteX83" fmla="*/ 276308 w 552598"/>
                <a:gd name="connsiteY83" fmla="*/ 27195 h 605921"/>
                <a:gd name="connsiteX84" fmla="*/ 276308 w 552598"/>
                <a:gd name="connsiteY84" fmla="*/ 3185 h 605921"/>
                <a:gd name="connsiteX85" fmla="*/ 281414 w 552598"/>
                <a:gd name="connsiteY85" fmla="*/ 589 h 60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552598" h="605921">
                  <a:moveTo>
                    <a:pt x="257952" y="238897"/>
                  </a:moveTo>
                  <a:cubicBezTo>
                    <a:pt x="255074" y="238897"/>
                    <a:pt x="252845" y="241122"/>
                    <a:pt x="252845" y="243996"/>
                  </a:cubicBezTo>
                  <a:lnTo>
                    <a:pt x="252845" y="308986"/>
                  </a:lnTo>
                  <a:lnTo>
                    <a:pt x="228056" y="308986"/>
                  </a:lnTo>
                  <a:cubicBezTo>
                    <a:pt x="225364" y="308986"/>
                    <a:pt x="223878" y="311953"/>
                    <a:pt x="225642" y="314085"/>
                  </a:cubicBezTo>
                  <a:lnTo>
                    <a:pt x="273271" y="372123"/>
                  </a:lnTo>
                  <a:cubicBezTo>
                    <a:pt x="274849" y="373977"/>
                    <a:pt x="277727" y="373977"/>
                    <a:pt x="279306" y="372123"/>
                  </a:cubicBezTo>
                  <a:lnTo>
                    <a:pt x="327027" y="314085"/>
                  </a:lnTo>
                  <a:cubicBezTo>
                    <a:pt x="328605" y="311953"/>
                    <a:pt x="327213" y="308894"/>
                    <a:pt x="324520" y="308986"/>
                  </a:cubicBezTo>
                  <a:lnTo>
                    <a:pt x="299731" y="308986"/>
                  </a:lnTo>
                  <a:lnTo>
                    <a:pt x="299731" y="243996"/>
                  </a:lnTo>
                  <a:cubicBezTo>
                    <a:pt x="299731" y="241122"/>
                    <a:pt x="297503" y="238897"/>
                    <a:pt x="294718" y="238897"/>
                  </a:cubicBezTo>
                  <a:close/>
                  <a:moveTo>
                    <a:pt x="260737" y="130146"/>
                  </a:moveTo>
                  <a:lnTo>
                    <a:pt x="291932" y="130146"/>
                  </a:lnTo>
                  <a:cubicBezTo>
                    <a:pt x="298431" y="130146"/>
                    <a:pt x="303445" y="135338"/>
                    <a:pt x="303445" y="141642"/>
                  </a:cubicBezTo>
                  <a:lnTo>
                    <a:pt x="303445" y="167602"/>
                  </a:lnTo>
                  <a:cubicBezTo>
                    <a:pt x="321642" y="171125"/>
                    <a:pt x="338632" y="178356"/>
                    <a:pt x="353580" y="188369"/>
                  </a:cubicBezTo>
                  <a:lnTo>
                    <a:pt x="371963" y="170012"/>
                  </a:lnTo>
                  <a:cubicBezTo>
                    <a:pt x="376420" y="165562"/>
                    <a:pt x="383661" y="165562"/>
                    <a:pt x="388118" y="170012"/>
                  </a:cubicBezTo>
                  <a:lnTo>
                    <a:pt x="410215" y="192077"/>
                  </a:lnTo>
                  <a:cubicBezTo>
                    <a:pt x="414671" y="196528"/>
                    <a:pt x="414671" y="203759"/>
                    <a:pt x="410215" y="208209"/>
                  </a:cubicBezTo>
                  <a:lnTo>
                    <a:pt x="391832" y="226566"/>
                  </a:lnTo>
                  <a:cubicBezTo>
                    <a:pt x="401859" y="241400"/>
                    <a:pt x="409100" y="258459"/>
                    <a:pt x="412628" y="276630"/>
                  </a:cubicBezTo>
                  <a:lnTo>
                    <a:pt x="438625" y="276630"/>
                  </a:lnTo>
                  <a:cubicBezTo>
                    <a:pt x="445124" y="276630"/>
                    <a:pt x="450137" y="281822"/>
                    <a:pt x="450137" y="288126"/>
                  </a:cubicBezTo>
                  <a:lnTo>
                    <a:pt x="450137" y="319277"/>
                  </a:lnTo>
                  <a:cubicBezTo>
                    <a:pt x="450137" y="325674"/>
                    <a:pt x="444938" y="330773"/>
                    <a:pt x="438625" y="330773"/>
                  </a:cubicBezTo>
                  <a:lnTo>
                    <a:pt x="412628" y="330773"/>
                  </a:lnTo>
                  <a:cubicBezTo>
                    <a:pt x="409100" y="348945"/>
                    <a:pt x="401859" y="365818"/>
                    <a:pt x="391832" y="380838"/>
                  </a:cubicBezTo>
                  <a:lnTo>
                    <a:pt x="410215" y="399102"/>
                  </a:lnTo>
                  <a:cubicBezTo>
                    <a:pt x="414671" y="403552"/>
                    <a:pt x="414671" y="410876"/>
                    <a:pt x="410215" y="415326"/>
                  </a:cubicBezTo>
                  <a:lnTo>
                    <a:pt x="388118" y="437299"/>
                  </a:lnTo>
                  <a:cubicBezTo>
                    <a:pt x="383661" y="441749"/>
                    <a:pt x="376420" y="441749"/>
                    <a:pt x="371963" y="437299"/>
                  </a:cubicBezTo>
                  <a:lnTo>
                    <a:pt x="353580" y="419035"/>
                  </a:lnTo>
                  <a:cubicBezTo>
                    <a:pt x="338725" y="429047"/>
                    <a:pt x="321642" y="436186"/>
                    <a:pt x="303445" y="439802"/>
                  </a:cubicBezTo>
                  <a:lnTo>
                    <a:pt x="303445" y="465761"/>
                  </a:lnTo>
                  <a:cubicBezTo>
                    <a:pt x="303445" y="472158"/>
                    <a:pt x="298246" y="477257"/>
                    <a:pt x="291932" y="477257"/>
                  </a:cubicBezTo>
                  <a:lnTo>
                    <a:pt x="260737" y="477257"/>
                  </a:lnTo>
                  <a:cubicBezTo>
                    <a:pt x="254331" y="477257"/>
                    <a:pt x="249224" y="472065"/>
                    <a:pt x="249224" y="465761"/>
                  </a:cubicBezTo>
                  <a:lnTo>
                    <a:pt x="249224" y="439802"/>
                  </a:lnTo>
                  <a:cubicBezTo>
                    <a:pt x="231027" y="436186"/>
                    <a:pt x="214130" y="429047"/>
                    <a:pt x="199089" y="419035"/>
                  </a:cubicBezTo>
                  <a:lnTo>
                    <a:pt x="180799" y="437299"/>
                  </a:lnTo>
                  <a:cubicBezTo>
                    <a:pt x="176342" y="441749"/>
                    <a:pt x="169008" y="441749"/>
                    <a:pt x="164551" y="437299"/>
                  </a:cubicBezTo>
                  <a:lnTo>
                    <a:pt x="142547" y="415326"/>
                  </a:lnTo>
                  <a:cubicBezTo>
                    <a:pt x="138091" y="410876"/>
                    <a:pt x="138091" y="403552"/>
                    <a:pt x="142547" y="399102"/>
                  </a:cubicBezTo>
                  <a:lnTo>
                    <a:pt x="160837" y="380838"/>
                  </a:lnTo>
                  <a:cubicBezTo>
                    <a:pt x="150810" y="366004"/>
                    <a:pt x="143661" y="348945"/>
                    <a:pt x="140041" y="330773"/>
                  </a:cubicBezTo>
                  <a:lnTo>
                    <a:pt x="114044" y="330773"/>
                  </a:lnTo>
                  <a:cubicBezTo>
                    <a:pt x="107638" y="330773"/>
                    <a:pt x="102532" y="325582"/>
                    <a:pt x="102532" y="319277"/>
                  </a:cubicBezTo>
                  <a:lnTo>
                    <a:pt x="102532" y="288126"/>
                  </a:lnTo>
                  <a:cubicBezTo>
                    <a:pt x="102532" y="281636"/>
                    <a:pt x="107731" y="276630"/>
                    <a:pt x="114044" y="276630"/>
                  </a:cubicBezTo>
                  <a:lnTo>
                    <a:pt x="140041" y="276630"/>
                  </a:lnTo>
                  <a:cubicBezTo>
                    <a:pt x="143661" y="258459"/>
                    <a:pt x="150810" y="241492"/>
                    <a:pt x="160837" y="226566"/>
                  </a:cubicBezTo>
                  <a:lnTo>
                    <a:pt x="142547" y="208209"/>
                  </a:lnTo>
                  <a:cubicBezTo>
                    <a:pt x="138091" y="203759"/>
                    <a:pt x="138091" y="196528"/>
                    <a:pt x="142547" y="192077"/>
                  </a:cubicBezTo>
                  <a:lnTo>
                    <a:pt x="164551" y="170012"/>
                  </a:lnTo>
                  <a:cubicBezTo>
                    <a:pt x="169008" y="165562"/>
                    <a:pt x="176342" y="165562"/>
                    <a:pt x="180799" y="170012"/>
                  </a:cubicBezTo>
                  <a:lnTo>
                    <a:pt x="199089" y="188369"/>
                  </a:lnTo>
                  <a:cubicBezTo>
                    <a:pt x="213944" y="178356"/>
                    <a:pt x="231027" y="171125"/>
                    <a:pt x="249224" y="167602"/>
                  </a:cubicBezTo>
                  <a:lnTo>
                    <a:pt x="249224" y="141642"/>
                  </a:lnTo>
                  <a:cubicBezTo>
                    <a:pt x="249224" y="135153"/>
                    <a:pt x="254424" y="130146"/>
                    <a:pt x="260737" y="130146"/>
                  </a:cubicBezTo>
                  <a:close/>
                  <a:moveTo>
                    <a:pt x="438507" y="79551"/>
                  </a:moveTo>
                  <a:cubicBezTo>
                    <a:pt x="510081" y="131462"/>
                    <a:pt x="552598" y="214890"/>
                    <a:pt x="552598" y="302952"/>
                  </a:cubicBezTo>
                  <a:cubicBezTo>
                    <a:pt x="552598" y="455069"/>
                    <a:pt x="428760" y="578821"/>
                    <a:pt x="276329" y="578821"/>
                  </a:cubicBezTo>
                  <a:lnTo>
                    <a:pt x="276329" y="602737"/>
                  </a:lnTo>
                  <a:cubicBezTo>
                    <a:pt x="276329" y="605332"/>
                    <a:pt x="273358" y="606815"/>
                    <a:pt x="271316" y="605332"/>
                  </a:cubicBezTo>
                  <a:lnTo>
                    <a:pt x="206426" y="560837"/>
                  </a:lnTo>
                  <a:cubicBezTo>
                    <a:pt x="204569" y="559539"/>
                    <a:pt x="204569" y="556759"/>
                    <a:pt x="206426" y="555553"/>
                  </a:cubicBezTo>
                  <a:lnTo>
                    <a:pt x="271316" y="511059"/>
                  </a:lnTo>
                  <a:cubicBezTo>
                    <a:pt x="273544" y="509575"/>
                    <a:pt x="276329" y="511059"/>
                    <a:pt x="276329" y="513654"/>
                  </a:cubicBezTo>
                  <a:lnTo>
                    <a:pt x="276329" y="537663"/>
                  </a:lnTo>
                  <a:cubicBezTo>
                    <a:pt x="405923" y="537663"/>
                    <a:pt x="511381" y="432358"/>
                    <a:pt x="511381" y="302952"/>
                  </a:cubicBezTo>
                  <a:cubicBezTo>
                    <a:pt x="511381" y="228053"/>
                    <a:pt x="475176" y="156954"/>
                    <a:pt x="414278" y="112830"/>
                  </a:cubicBezTo>
                  <a:close/>
                  <a:moveTo>
                    <a:pt x="281414" y="589"/>
                  </a:moveTo>
                  <a:lnTo>
                    <a:pt x="346313" y="45086"/>
                  </a:lnTo>
                  <a:cubicBezTo>
                    <a:pt x="348170" y="46384"/>
                    <a:pt x="348170" y="49072"/>
                    <a:pt x="346313" y="50277"/>
                  </a:cubicBezTo>
                  <a:lnTo>
                    <a:pt x="281414" y="94775"/>
                  </a:lnTo>
                  <a:cubicBezTo>
                    <a:pt x="279186" y="96258"/>
                    <a:pt x="276308" y="94775"/>
                    <a:pt x="276308" y="92179"/>
                  </a:cubicBezTo>
                  <a:lnTo>
                    <a:pt x="276308" y="68262"/>
                  </a:lnTo>
                  <a:cubicBezTo>
                    <a:pt x="146695" y="68262"/>
                    <a:pt x="41223" y="173665"/>
                    <a:pt x="41223" y="303077"/>
                  </a:cubicBezTo>
                  <a:cubicBezTo>
                    <a:pt x="41223" y="377980"/>
                    <a:pt x="77526" y="449176"/>
                    <a:pt x="138432" y="493302"/>
                  </a:cubicBezTo>
                  <a:lnTo>
                    <a:pt x="114200" y="526582"/>
                  </a:lnTo>
                  <a:cubicBezTo>
                    <a:pt x="42709" y="474762"/>
                    <a:pt x="0" y="391237"/>
                    <a:pt x="0" y="303077"/>
                  </a:cubicBezTo>
                  <a:cubicBezTo>
                    <a:pt x="0" y="150953"/>
                    <a:pt x="123948" y="27195"/>
                    <a:pt x="276308" y="27195"/>
                  </a:cubicBezTo>
                  <a:lnTo>
                    <a:pt x="276308" y="3185"/>
                  </a:lnTo>
                  <a:cubicBezTo>
                    <a:pt x="276308" y="589"/>
                    <a:pt x="279279" y="-894"/>
                    <a:pt x="281414" y="589"/>
                  </a:cubicBez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</p:sp>
        <p:sp>
          <p:nvSpPr>
            <p:cNvPr id="67" name="settings_100852"/>
            <p:cNvSpPr>
              <a:spLocks noChangeAspect="1"/>
            </p:cNvSpPr>
            <p:nvPr/>
          </p:nvSpPr>
          <p:spPr bwMode="auto">
            <a:xfrm>
              <a:off x="1951490" y="2219040"/>
              <a:ext cx="450301" cy="450783"/>
            </a:xfrm>
            <a:custGeom>
              <a:avLst/>
              <a:gdLst>
                <a:gd name="connsiteX0" fmla="*/ 202089 w 606246"/>
                <a:gd name="connsiteY0" fmla="*/ 318618 h 606897"/>
                <a:gd name="connsiteX1" fmla="*/ 254652 w 606246"/>
                <a:gd name="connsiteY1" fmla="*/ 371258 h 606897"/>
                <a:gd name="connsiteX2" fmla="*/ 263361 w 606246"/>
                <a:gd name="connsiteY2" fmla="*/ 430576 h 606897"/>
                <a:gd name="connsiteX3" fmla="*/ 104738 w 606246"/>
                <a:gd name="connsiteY3" fmla="*/ 588963 h 606897"/>
                <a:gd name="connsiteX4" fmla="*/ 17962 w 606246"/>
                <a:gd name="connsiteY4" fmla="*/ 588963 h 606897"/>
                <a:gd name="connsiteX5" fmla="*/ 17962 w 606246"/>
                <a:gd name="connsiteY5" fmla="*/ 502471 h 606897"/>
                <a:gd name="connsiteX6" fmla="*/ 52359 w 606246"/>
                <a:gd name="connsiteY6" fmla="*/ 37008 h 606897"/>
                <a:gd name="connsiteX7" fmla="*/ 65227 w 606246"/>
                <a:gd name="connsiteY7" fmla="*/ 40676 h 606897"/>
                <a:gd name="connsiteX8" fmla="*/ 145001 w 606246"/>
                <a:gd name="connsiteY8" fmla="*/ 99371 h 606897"/>
                <a:gd name="connsiteX9" fmla="*/ 147334 w 606246"/>
                <a:gd name="connsiteY9" fmla="*/ 128563 h 606897"/>
                <a:gd name="connsiteX10" fmla="*/ 138159 w 606246"/>
                <a:gd name="connsiteY10" fmla="*/ 137725 h 606897"/>
                <a:gd name="connsiteX11" fmla="*/ 333785 w 606246"/>
                <a:gd name="connsiteY11" fmla="*/ 333065 h 606897"/>
                <a:gd name="connsiteX12" fmla="*/ 344826 w 606246"/>
                <a:gd name="connsiteY12" fmla="*/ 322195 h 606897"/>
                <a:gd name="connsiteX13" fmla="*/ 358511 w 606246"/>
                <a:gd name="connsiteY13" fmla="*/ 316450 h 606897"/>
                <a:gd name="connsiteX14" fmla="*/ 372040 w 606246"/>
                <a:gd name="connsiteY14" fmla="*/ 322195 h 606897"/>
                <a:gd name="connsiteX15" fmla="*/ 552582 w 606246"/>
                <a:gd name="connsiteY15" fmla="*/ 502473 h 606897"/>
                <a:gd name="connsiteX16" fmla="*/ 552582 w 606246"/>
                <a:gd name="connsiteY16" fmla="*/ 588963 h 606897"/>
                <a:gd name="connsiteX17" fmla="*/ 465965 w 606246"/>
                <a:gd name="connsiteY17" fmla="*/ 588963 h 606897"/>
                <a:gd name="connsiteX18" fmla="*/ 285423 w 606246"/>
                <a:gd name="connsiteY18" fmla="*/ 408685 h 606897"/>
                <a:gd name="connsiteX19" fmla="*/ 285423 w 606246"/>
                <a:gd name="connsiteY19" fmla="*/ 381512 h 606897"/>
                <a:gd name="connsiteX20" fmla="*/ 297242 w 606246"/>
                <a:gd name="connsiteY20" fmla="*/ 369710 h 606897"/>
                <a:gd name="connsiteX21" fmla="*/ 101460 w 606246"/>
                <a:gd name="connsiteY21" fmla="*/ 174215 h 606897"/>
                <a:gd name="connsiteX22" fmla="*/ 92285 w 606246"/>
                <a:gd name="connsiteY22" fmla="*/ 183377 h 606897"/>
                <a:gd name="connsiteX23" fmla="*/ 63205 w 606246"/>
                <a:gd name="connsiteY23" fmla="*/ 181203 h 606897"/>
                <a:gd name="connsiteX24" fmla="*/ 4424 w 606246"/>
                <a:gd name="connsiteY24" fmla="*/ 101545 h 606897"/>
                <a:gd name="connsiteX25" fmla="*/ 6290 w 606246"/>
                <a:gd name="connsiteY25" fmla="*/ 76390 h 606897"/>
                <a:gd name="connsiteX26" fmla="*/ 40190 w 606246"/>
                <a:gd name="connsiteY26" fmla="*/ 42539 h 606897"/>
                <a:gd name="connsiteX27" fmla="*/ 52359 w 606246"/>
                <a:gd name="connsiteY27" fmla="*/ 37008 h 606897"/>
                <a:gd name="connsiteX28" fmla="*/ 452033 w 606246"/>
                <a:gd name="connsiteY28" fmla="*/ 354 h 606897"/>
                <a:gd name="connsiteX29" fmla="*/ 485412 w 606246"/>
                <a:gd name="connsiteY29" fmla="*/ 1865 h 606897"/>
                <a:gd name="connsiteX30" fmla="*/ 495831 w 606246"/>
                <a:gd name="connsiteY30" fmla="*/ 10715 h 606897"/>
                <a:gd name="connsiteX31" fmla="*/ 492565 w 606246"/>
                <a:gd name="connsiteY31" fmla="*/ 24068 h 606897"/>
                <a:gd name="connsiteX32" fmla="*/ 462241 w 606246"/>
                <a:gd name="connsiteY32" fmla="*/ 54345 h 606897"/>
                <a:gd name="connsiteX33" fmla="*/ 462241 w 606246"/>
                <a:gd name="connsiteY33" fmla="*/ 143933 h 606897"/>
                <a:gd name="connsiteX34" fmla="*/ 551815 w 606246"/>
                <a:gd name="connsiteY34" fmla="*/ 143933 h 606897"/>
                <a:gd name="connsiteX35" fmla="*/ 582140 w 606246"/>
                <a:gd name="connsiteY35" fmla="*/ 113501 h 606897"/>
                <a:gd name="connsiteX36" fmla="*/ 595514 w 606246"/>
                <a:gd name="connsiteY36" fmla="*/ 110396 h 606897"/>
                <a:gd name="connsiteX37" fmla="*/ 604378 w 606246"/>
                <a:gd name="connsiteY37" fmla="*/ 120643 h 606897"/>
                <a:gd name="connsiteX38" fmla="*/ 564100 w 606246"/>
                <a:gd name="connsiteY38" fmla="*/ 245632 h 606897"/>
                <a:gd name="connsiteX39" fmla="*/ 414499 w 606246"/>
                <a:gd name="connsiteY39" fmla="*/ 279635 h 606897"/>
                <a:gd name="connsiteX40" fmla="*/ 393972 w 606246"/>
                <a:gd name="connsiteY40" fmla="*/ 300130 h 606897"/>
                <a:gd name="connsiteX41" fmla="*/ 358515 w 606246"/>
                <a:gd name="connsiteY41" fmla="*/ 285380 h 606897"/>
                <a:gd name="connsiteX42" fmla="*/ 335500 w 606246"/>
                <a:gd name="connsiteY42" fmla="*/ 290969 h 606897"/>
                <a:gd name="connsiteX43" fmla="*/ 282626 w 606246"/>
                <a:gd name="connsiteY43" fmla="*/ 238179 h 606897"/>
                <a:gd name="connsiteX44" fmla="*/ 327102 w 606246"/>
                <a:gd name="connsiteY44" fmla="*/ 193773 h 606897"/>
                <a:gd name="connsiteX45" fmla="*/ 360381 w 606246"/>
                <a:gd name="connsiteY45" fmla="*/ 42079 h 606897"/>
                <a:gd name="connsiteX46" fmla="*/ 452033 w 606246"/>
                <a:gd name="connsiteY46" fmla="*/ 354 h 6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06246" h="606897">
                  <a:moveTo>
                    <a:pt x="202089" y="318618"/>
                  </a:moveTo>
                  <a:lnTo>
                    <a:pt x="254652" y="371258"/>
                  </a:lnTo>
                  <a:cubicBezTo>
                    <a:pt x="244544" y="390203"/>
                    <a:pt x="247343" y="414427"/>
                    <a:pt x="263361" y="430576"/>
                  </a:cubicBezTo>
                  <a:lnTo>
                    <a:pt x="104738" y="588963"/>
                  </a:lnTo>
                  <a:cubicBezTo>
                    <a:pt x="80789" y="612876"/>
                    <a:pt x="41911" y="612876"/>
                    <a:pt x="17962" y="588963"/>
                  </a:cubicBezTo>
                  <a:cubicBezTo>
                    <a:pt x="-5987" y="565049"/>
                    <a:pt x="-5987" y="526384"/>
                    <a:pt x="17962" y="502471"/>
                  </a:cubicBezTo>
                  <a:close/>
                  <a:moveTo>
                    <a:pt x="52359" y="37008"/>
                  </a:moveTo>
                  <a:cubicBezTo>
                    <a:pt x="56829" y="36678"/>
                    <a:pt x="61417" y="37881"/>
                    <a:pt x="65227" y="40676"/>
                  </a:cubicBezTo>
                  <a:lnTo>
                    <a:pt x="145001" y="99371"/>
                  </a:lnTo>
                  <a:cubicBezTo>
                    <a:pt x="154643" y="106359"/>
                    <a:pt x="155576" y="120178"/>
                    <a:pt x="147334" y="128563"/>
                  </a:cubicBezTo>
                  <a:lnTo>
                    <a:pt x="138159" y="137725"/>
                  </a:lnTo>
                  <a:lnTo>
                    <a:pt x="333785" y="333065"/>
                  </a:lnTo>
                  <a:lnTo>
                    <a:pt x="344826" y="322195"/>
                  </a:lnTo>
                  <a:cubicBezTo>
                    <a:pt x="348558" y="318313"/>
                    <a:pt x="353535" y="316450"/>
                    <a:pt x="358511" y="316450"/>
                  </a:cubicBezTo>
                  <a:cubicBezTo>
                    <a:pt x="363332" y="316450"/>
                    <a:pt x="368308" y="318313"/>
                    <a:pt x="372040" y="322195"/>
                  </a:cubicBezTo>
                  <a:lnTo>
                    <a:pt x="552582" y="502473"/>
                  </a:lnTo>
                  <a:cubicBezTo>
                    <a:pt x="576530" y="526386"/>
                    <a:pt x="576530" y="565050"/>
                    <a:pt x="552582" y="588963"/>
                  </a:cubicBezTo>
                  <a:cubicBezTo>
                    <a:pt x="528634" y="612876"/>
                    <a:pt x="489913" y="612876"/>
                    <a:pt x="465965" y="588963"/>
                  </a:cubicBezTo>
                  <a:lnTo>
                    <a:pt x="285423" y="408685"/>
                  </a:lnTo>
                  <a:cubicBezTo>
                    <a:pt x="277959" y="401077"/>
                    <a:pt x="277959" y="388965"/>
                    <a:pt x="285423" y="381512"/>
                  </a:cubicBezTo>
                  <a:lnTo>
                    <a:pt x="297242" y="369710"/>
                  </a:lnTo>
                  <a:lnTo>
                    <a:pt x="101460" y="174215"/>
                  </a:lnTo>
                  <a:lnTo>
                    <a:pt x="92285" y="183377"/>
                  </a:lnTo>
                  <a:cubicBezTo>
                    <a:pt x="84043" y="191762"/>
                    <a:pt x="70203" y="190675"/>
                    <a:pt x="63205" y="181203"/>
                  </a:cubicBezTo>
                  <a:lnTo>
                    <a:pt x="4424" y="101545"/>
                  </a:lnTo>
                  <a:cubicBezTo>
                    <a:pt x="-1330" y="93781"/>
                    <a:pt x="-552" y="83222"/>
                    <a:pt x="6290" y="76390"/>
                  </a:cubicBezTo>
                  <a:lnTo>
                    <a:pt x="40190" y="42539"/>
                  </a:lnTo>
                  <a:cubicBezTo>
                    <a:pt x="43534" y="39201"/>
                    <a:pt x="47888" y="37338"/>
                    <a:pt x="52359" y="37008"/>
                  </a:cubicBezTo>
                  <a:close/>
                  <a:moveTo>
                    <a:pt x="452033" y="354"/>
                  </a:moveTo>
                  <a:cubicBezTo>
                    <a:pt x="463164" y="-425"/>
                    <a:pt x="474371" y="80"/>
                    <a:pt x="485412" y="1865"/>
                  </a:cubicBezTo>
                  <a:cubicBezTo>
                    <a:pt x="490233" y="2642"/>
                    <a:pt x="494276" y="6057"/>
                    <a:pt x="495831" y="10715"/>
                  </a:cubicBezTo>
                  <a:cubicBezTo>
                    <a:pt x="497386" y="15529"/>
                    <a:pt x="496142" y="20652"/>
                    <a:pt x="492565" y="24068"/>
                  </a:cubicBezTo>
                  <a:lnTo>
                    <a:pt x="462241" y="54345"/>
                  </a:lnTo>
                  <a:cubicBezTo>
                    <a:pt x="437515" y="79187"/>
                    <a:pt x="437515" y="119091"/>
                    <a:pt x="462241" y="143933"/>
                  </a:cubicBezTo>
                  <a:cubicBezTo>
                    <a:pt x="486967" y="168620"/>
                    <a:pt x="527089" y="168620"/>
                    <a:pt x="551815" y="143933"/>
                  </a:cubicBezTo>
                  <a:lnTo>
                    <a:pt x="582140" y="113501"/>
                  </a:lnTo>
                  <a:cubicBezTo>
                    <a:pt x="585716" y="110085"/>
                    <a:pt x="590848" y="108843"/>
                    <a:pt x="595514" y="110396"/>
                  </a:cubicBezTo>
                  <a:cubicBezTo>
                    <a:pt x="600179" y="111793"/>
                    <a:pt x="603600" y="115830"/>
                    <a:pt x="604378" y="120643"/>
                  </a:cubicBezTo>
                  <a:cubicBezTo>
                    <a:pt x="611531" y="164739"/>
                    <a:pt x="598157" y="211629"/>
                    <a:pt x="564100" y="245632"/>
                  </a:cubicBezTo>
                  <a:cubicBezTo>
                    <a:pt x="523668" y="286001"/>
                    <a:pt x="465040" y="297335"/>
                    <a:pt x="414499" y="279635"/>
                  </a:cubicBezTo>
                  <a:lnTo>
                    <a:pt x="393972" y="300130"/>
                  </a:lnTo>
                  <a:cubicBezTo>
                    <a:pt x="384486" y="290659"/>
                    <a:pt x="371889" y="285380"/>
                    <a:pt x="358515" y="285380"/>
                  </a:cubicBezTo>
                  <a:cubicBezTo>
                    <a:pt x="350429" y="285380"/>
                    <a:pt x="342498" y="287243"/>
                    <a:pt x="335500" y="290969"/>
                  </a:cubicBezTo>
                  <a:lnTo>
                    <a:pt x="282626" y="238179"/>
                  </a:lnTo>
                  <a:lnTo>
                    <a:pt x="327102" y="193773"/>
                  </a:lnTo>
                  <a:cubicBezTo>
                    <a:pt x="308130" y="142691"/>
                    <a:pt x="319171" y="83069"/>
                    <a:pt x="360381" y="42079"/>
                  </a:cubicBezTo>
                  <a:cubicBezTo>
                    <a:pt x="385924" y="16577"/>
                    <a:pt x="418640" y="2690"/>
                    <a:pt x="452033" y="354"/>
                  </a:cubicBez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</p:sp>
        <p:sp>
          <p:nvSpPr>
            <p:cNvPr id="68" name="statistics_150448"/>
            <p:cNvSpPr>
              <a:spLocks noChangeAspect="1"/>
            </p:cNvSpPr>
            <p:nvPr/>
          </p:nvSpPr>
          <p:spPr bwMode="auto">
            <a:xfrm>
              <a:off x="4564664" y="2255278"/>
              <a:ext cx="475479" cy="408573"/>
            </a:xfrm>
            <a:custGeom>
              <a:avLst/>
              <a:gdLst>
                <a:gd name="connsiteX0" fmla="*/ 389492 w 608271"/>
                <a:gd name="connsiteY0" fmla="*/ 248491 h 522678"/>
                <a:gd name="connsiteX1" fmla="*/ 481825 w 608271"/>
                <a:gd name="connsiteY1" fmla="*/ 293892 h 522678"/>
                <a:gd name="connsiteX2" fmla="*/ 604637 w 608271"/>
                <a:gd name="connsiteY2" fmla="*/ 486497 h 522678"/>
                <a:gd name="connsiteX3" fmla="*/ 605332 w 608271"/>
                <a:gd name="connsiteY3" fmla="*/ 510486 h 522678"/>
                <a:gd name="connsiteX4" fmla="*/ 584681 w 608271"/>
                <a:gd name="connsiteY4" fmla="*/ 522678 h 522678"/>
                <a:gd name="connsiteX5" fmla="*/ 467131 w 608271"/>
                <a:gd name="connsiteY5" fmla="*/ 522381 h 522678"/>
                <a:gd name="connsiteX6" fmla="*/ 441814 w 608271"/>
                <a:gd name="connsiteY6" fmla="*/ 507115 h 522678"/>
                <a:gd name="connsiteX7" fmla="*/ 385123 w 608271"/>
                <a:gd name="connsiteY7" fmla="*/ 423451 h 522678"/>
                <a:gd name="connsiteX8" fmla="*/ 148136 w 608271"/>
                <a:gd name="connsiteY8" fmla="*/ 432472 h 522678"/>
                <a:gd name="connsiteX9" fmla="*/ 123415 w 608271"/>
                <a:gd name="connsiteY9" fmla="*/ 423650 h 522678"/>
                <a:gd name="connsiteX10" fmla="*/ 11920 w 608271"/>
                <a:gd name="connsiteY10" fmla="*/ 325117 h 522678"/>
                <a:gd name="connsiteX11" fmla="*/ 8843 w 608271"/>
                <a:gd name="connsiteY11" fmla="*/ 275454 h 522678"/>
                <a:gd name="connsiteX12" fmla="*/ 58583 w 608271"/>
                <a:gd name="connsiteY12" fmla="*/ 272381 h 522678"/>
                <a:gd name="connsiteX13" fmla="*/ 159554 w 608271"/>
                <a:gd name="connsiteY13" fmla="*/ 361596 h 522678"/>
                <a:gd name="connsiteX14" fmla="*/ 378869 w 608271"/>
                <a:gd name="connsiteY14" fmla="*/ 319863 h 522678"/>
                <a:gd name="connsiteX15" fmla="*/ 250596 w 608271"/>
                <a:gd name="connsiteY15" fmla="*/ 333741 h 522678"/>
                <a:gd name="connsiteX16" fmla="*/ 211776 w 608271"/>
                <a:gd name="connsiteY16" fmla="*/ 302615 h 522678"/>
                <a:gd name="connsiteX17" fmla="*/ 242951 w 608271"/>
                <a:gd name="connsiteY17" fmla="*/ 263757 h 522678"/>
                <a:gd name="connsiteX18" fmla="*/ 389492 w 608271"/>
                <a:gd name="connsiteY18" fmla="*/ 248491 h 522678"/>
                <a:gd name="connsiteX19" fmla="*/ 22874 w 608271"/>
                <a:gd name="connsiteY19" fmla="*/ 158631 h 522678"/>
                <a:gd name="connsiteX20" fmla="*/ 352733 w 608271"/>
                <a:gd name="connsiteY20" fmla="*/ 158631 h 522678"/>
                <a:gd name="connsiteX21" fmla="*/ 372685 w 608271"/>
                <a:gd name="connsiteY21" fmla="*/ 178545 h 522678"/>
                <a:gd name="connsiteX22" fmla="*/ 372685 w 608271"/>
                <a:gd name="connsiteY22" fmla="*/ 223129 h 522678"/>
                <a:gd name="connsiteX23" fmla="*/ 240067 w 608271"/>
                <a:gd name="connsiteY23" fmla="*/ 237495 h 522678"/>
                <a:gd name="connsiteX24" fmla="*/ 187456 w 608271"/>
                <a:gd name="connsiteY24" fmla="*/ 281485 h 522678"/>
                <a:gd name="connsiteX25" fmla="*/ 108838 w 608271"/>
                <a:gd name="connsiteY25" fmla="*/ 281485 h 522678"/>
                <a:gd name="connsiteX26" fmla="*/ 76180 w 608271"/>
                <a:gd name="connsiteY26" fmla="*/ 252654 h 522678"/>
                <a:gd name="connsiteX27" fmla="*/ 2922 w 608271"/>
                <a:gd name="connsiteY27" fmla="*/ 246313 h 522678"/>
                <a:gd name="connsiteX28" fmla="*/ 2922 w 608271"/>
                <a:gd name="connsiteY28" fmla="*/ 178545 h 522678"/>
                <a:gd name="connsiteX29" fmla="*/ 22874 w 608271"/>
                <a:gd name="connsiteY29" fmla="*/ 158631 h 522678"/>
                <a:gd name="connsiteX30" fmla="*/ 22874 w 608271"/>
                <a:gd name="connsiteY30" fmla="*/ 0 h 522678"/>
                <a:gd name="connsiteX31" fmla="*/ 352733 w 608271"/>
                <a:gd name="connsiteY31" fmla="*/ 0 h 522678"/>
                <a:gd name="connsiteX32" fmla="*/ 372685 w 608271"/>
                <a:gd name="connsiteY32" fmla="*/ 19925 h 522678"/>
                <a:gd name="connsiteX33" fmla="*/ 372685 w 608271"/>
                <a:gd name="connsiteY33" fmla="*/ 102999 h 522678"/>
                <a:gd name="connsiteX34" fmla="*/ 352733 w 608271"/>
                <a:gd name="connsiteY34" fmla="*/ 122925 h 522678"/>
                <a:gd name="connsiteX35" fmla="*/ 22874 w 608271"/>
                <a:gd name="connsiteY35" fmla="*/ 122925 h 522678"/>
                <a:gd name="connsiteX36" fmla="*/ 2922 w 608271"/>
                <a:gd name="connsiteY36" fmla="*/ 102999 h 522678"/>
                <a:gd name="connsiteX37" fmla="*/ 2922 w 608271"/>
                <a:gd name="connsiteY37" fmla="*/ 19925 h 522678"/>
                <a:gd name="connsiteX38" fmla="*/ 22874 w 608271"/>
                <a:gd name="connsiteY38" fmla="*/ 0 h 52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08271" h="522678">
                  <a:moveTo>
                    <a:pt x="389492" y="248491"/>
                  </a:moveTo>
                  <a:cubicBezTo>
                    <a:pt x="425432" y="248491"/>
                    <a:pt x="459883" y="265442"/>
                    <a:pt x="481825" y="293892"/>
                  </a:cubicBezTo>
                  <a:lnTo>
                    <a:pt x="604637" y="486497"/>
                  </a:lnTo>
                  <a:cubicBezTo>
                    <a:pt x="609204" y="493733"/>
                    <a:pt x="609502" y="502952"/>
                    <a:pt x="605332" y="510486"/>
                  </a:cubicBezTo>
                  <a:cubicBezTo>
                    <a:pt x="601162" y="518019"/>
                    <a:pt x="593319" y="522678"/>
                    <a:pt x="584681" y="522678"/>
                  </a:cubicBezTo>
                  <a:cubicBezTo>
                    <a:pt x="569888" y="522678"/>
                    <a:pt x="467131" y="522381"/>
                    <a:pt x="467131" y="522381"/>
                  </a:cubicBezTo>
                  <a:cubicBezTo>
                    <a:pt x="457203" y="521290"/>
                    <a:pt x="447771" y="516037"/>
                    <a:pt x="441814" y="507115"/>
                  </a:cubicBezTo>
                  <a:lnTo>
                    <a:pt x="385123" y="423451"/>
                  </a:lnTo>
                  <a:lnTo>
                    <a:pt x="148136" y="432472"/>
                  </a:lnTo>
                  <a:cubicBezTo>
                    <a:pt x="138804" y="432869"/>
                    <a:pt x="129967" y="429498"/>
                    <a:pt x="123415" y="423650"/>
                  </a:cubicBezTo>
                  <a:lnTo>
                    <a:pt x="11920" y="325117"/>
                  </a:lnTo>
                  <a:cubicBezTo>
                    <a:pt x="-2674" y="312230"/>
                    <a:pt x="-4064" y="290026"/>
                    <a:pt x="8843" y="275454"/>
                  </a:cubicBezTo>
                  <a:cubicBezTo>
                    <a:pt x="21749" y="260882"/>
                    <a:pt x="44088" y="259494"/>
                    <a:pt x="58583" y="272381"/>
                  </a:cubicBezTo>
                  <a:lnTo>
                    <a:pt x="159554" y="361596"/>
                  </a:lnTo>
                  <a:lnTo>
                    <a:pt x="378869" y="319863"/>
                  </a:lnTo>
                  <a:lnTo>
                    <a:pt x="250596" y="333741"/>
                  </a:lnTo>
                  <a:cubicBezTo>
                    <a:pt x="231236" y="335823"/>
                    <a:pt x="213861" y="321846"/>
                    <a:pt x="211776" y="302615"/>
                  </a:cubicBezTo>
                  <a:cubicBezTo>
                    <a:pt x="209592" y="283285"/>
                    <a:pt x="223591" y="265838"/>
                    <a:pt x="242951" y="263757"/>
                  </a:cubicBezTo>
                  <a:cubicBezTo>
                    <a:pt x="388896" y="247896"/>
                    <a:pt x="380954" y="248491"/>
                    <a:pt x="389492" y="248491"/>
                  </a:cubicBezTo>
                  <a:close/>
                  <a:moveTo>
                    <a:pt x="22874" y="158631"/>
                  </a:moveTo>
                  <a:lnTo>
                    <a:pt x="352733" y="158631"/>
                  </a:lnTo>
                  <a:cubicBezTo>
                    <a:pt x="363751" y="158631"/>
                    <a:pt x="372685" y="167548"/>
                    <a:pt x="372685" y="178545"/>
                  </a:cubicBezTo>
                  <a:lnTo>
                    <a:pt x="372685" y="223129"/>
                  </a:lnTo>
                  <a:lnTo>
                    <a:pt x="240067" y="237495"/>
                  </a:lnTo>
                  <a:cubicBezTo>
                    <a:pt x="213861" y="240368"/>
                    <a:pt x="194107" y="258896"/>
                    <a:pt x="187456" y="281485"/>
                  </a:cubicBezTo>
                  <a:lnTo>
                    <a:pt x="108838" y="281485"/>
                  </a:lnTo>
                  <a:lnTo>
                    <a:pt x="76180" y="252654"/>
                  </a:lnTo>
                  <a:cubicBezTo>
                    <a:pt x="55930" y="234721"/>
                    <a:pt x="26249" y="231947"/>
                    <a:pt x="2922" y="246313"/>
                  </a:cubicBezTo>
                  <a:lnTo>
                    <a:pt x="2922" y="178545"/>
                  </a:lnTo>
                  <a:cubicBezTo>
                    <a:pt x="2922" y="167548"/>
                    <a:pt x="11856" y="158631"/>
                    <a:pt x="22874" y="158631"/>
                  </a:cubicBezTo>
                  <a:close/>
                  <a:moveTo>
                    <a:pt x="22874" y="0"/>
                  </a:moveTo>
                  <a:lnTo>
                    <a:pt x="352733" y="0"/>
                  </a:lnTo>
                  <a:cubicBezTo>
                    <a:pt x="363751" y="0"/>
                    <a:pt x="372685" y="8922"/>
                    <a:pt x="372685" y="19925"/>
                  </a:cubicBezTo>
                  <a:lnTo>
                    <a:pt x="372685" y="102999"/>
                  </a:lnTo>
                  <a:cubicBezTo>
                    <a:pt x="372685" y="114003"/>
                    <a:pt x="363751" y="122925"/>
                    <a:pt x="352733" y="122925"/>
                  </a:cubicBezTo>
                  <a:lnTo>
                    <a:pt x="22874" y="122925"/>
                  </a:lnTo>
                  <a:cubicBezTo>
                    <a:pt x="11856" y="122925"/>
                    <a:pt x="2922" y="114003"/>
                    <a:pt x="2922" y="102999"/>
                  </a:cubicBezTo>
                  <a:lnTo>
                    <a:pt x="2922" y="19925"/>
                  </a:lnTo>
                  <a:cubicBezTo>
                    <a:pt x="2922" y="8922"/>
                    <a:pt x="11856" y="0"/>
                    <a:pt x="22874" y="0"/>
                  </a:cubicBezTo>
                  <a:close/>
                </a:path>
              </a:pathLst>
            </a:custGeom>
            <a:solidFill>
              <a:srgbClr val="8A979E"/>
            </a:solidFill>
            <a:ln>
              <a:noFill/>
            </a:ln>
          </p:spPr>
        </p:sp>
        <p:grpSp>
          <p:nvGrpSpPr>
            <p:cNvPr id="69" name="组合 68"/>
            <p:cNvGrpSpPr/>
            <p:nvPr/>
          </p:nvGrpSpPr>
          <p:grpSpPr>
            <a:xfrm>
              <a:off x="985698" y="3904370"/>
              <a:ext cx="2372603" cy="1566690"/>
              <a:chOff x="985698" y="3904370"/>
              <a:chExt cx="2372603" cy="1566690"/>
            </a:xfrm>
          </p:grpSpPr>
          <p:sp>
            <p:nvSpPr>
              <p:cNvPr id="77" name="文本框 76"/>
              <p:cNvSpPr txBox="1"/>
              <p:nvPr/>
            </p:nvSpPr>
            <p:spPr>
              <a:xfrm>
                <a:off x="985698" y="4438533"/>
                <a:ext cx="2372603" cy="1032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议与标题相关并符合整体语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言风格，语言描述尽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量简洁生动。</a:t>
                </a:r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1035206" y="3904370"/>
                <a:ext cx="22240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>
              <a:off x="6197285" y="4438533"/>
              <a:ext cx="2372603" cy="1032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此处添加详细文本描述，建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议与标题相关并符合整体语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言风格，语言描述尽</a:t>
              </a:r>
              <a:endParaRPr lang="en-US" altLang="zh-CN" sz="1200" dirty="0">
                <a:solidFill>
                  <a:srgbClr val="8A979E"/>
                </a:solidFill>
                <a:latin typeface="思源黑体 Light" panose="020B0300000000000000" pitchFamily="34" charset="-122"/>
                <a:ea typeface="思源黑体 Light" panose="020B03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rPr>
                <a:t>量简洁生动。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246793" y="3904370"/>
              <a:ext cx="22240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rgbClr val="8A979E"/>
                  </a:solidFill>
                  <a:latin typeface="思源黑体 Normal" panose="020B0400000000000000" pitchFamily="34" charset="-122"/>
                  <a:ea typeface="思源黑体 Normal" panose="020B0400000000000000" pitchFamily="34" charset="-122"/>
                </a:rPr>
                <a:t>此处填写标题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8850921" y="3102724"/>
              <a:ext cx="2372603" cy="1566690"/>
              <a:chOff x="985698" y="3904370"/>
              <a:chExt cx="2372603" cy="1566690"/>
            </a:xfrm>
          </p:grpSpPr>
          <p:sp>
            <p:nvSpPr>
              <p:cNvPr id="75" name="文本框 74"/>
              <p:cNvSpPr txBox="1"/>
              <p:nvPr/>
            </p:nvSpPr>
            <p:spPr>
              <a:xfrm>
                <a:off x="985698" y="4438533"/>
                <a:ext cx="2372603" cy="1032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此处添加详细文本描述，建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议与标题相关并符合整体语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言风格，语言描述尽</a:t>
                </a:r>
                <a:endParaRPr lang="en-US" altLang="zh-CN" sz="1200" dirty="0">
                  <a:solidFill>
                    <a:srgbClr val="8A979E"/>
                  </a:solidFill>
                  <a:latin typeface="思源黑体 Light" panose="020B0300000000000000" pitchFamily="34" charset="-122"/>
                  <a:ea typeface="思源黑体 Light" panose="020B0300000000000000" pitchFamily="34" charset="-122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200" dirty="0">
                    <a:solidFill>
                      <a:srgbClr val="8A979E"/>
                    </a:solidFill>
                    <a:latin typeface="思源黑体 Light" panose="020B0300000000000000" pitchFamily="34" charset="-122"/>
                    <a:ea typeface="思源黑体 Light" panose="020B0300000000000000" pitchFamily="34" charset="-122"/>
                  </a:rPr>
                  <a:t>量简洁生动。</a:t>
                </a: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35206" y="3904370"/>
                <a:ext cx="22240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rgbClr val="8A979E"/>
                    </a:solidFill>
                    <a:latin typeface="思源黑体 Normal" panose="020B0400000000000000" pitchFamily="34" charset="-122"/>
                    <a:ea typeface="思源黑体 Normal" panose="020B0400000000000000" pitchFamily="34" charset="-122"/>
                  </a:rPr>
                  <a:t>此处填写标题</a:t>
                </a: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861276" y="1909084"/>
            <a:ext cx="8469448" cy="1924451"/>
            <a:chOff x="1861276" y="1538422"/>
            <a:chExt cx="8469448" cy="1924451"/>
          </a:xfrm>
        </p:grpSpPr>
        <p:grpSp>
          <p:nvGrpSpPr>
            <p:cNvPr id="3" name="组合 2"/>
            <p:cNvGrpSpPr/>
            <p:nvPr/>
          </p:nvGrpSpPr>
          <p:grpSpPr>
            <a:xfrm>
              <a:off x="2633352" y="2089765"/>
              <a:ext cx="6925294" cy="1373108"/>
              <a:chOff x="2633352" y="1718195"/>
              <a:chExt cx="6925294" cy="1373108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2633352" y="1718195"/>
                <a:ext cx="6925294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6600" dirty="0">
                    <a:solidFill>
                      <a:srgbClr val="8A979E"/>
                    </a:solidFill>
                    <a:effectLst>
                      <a:outerShdw blurRad="50800" dist="25400" dir="5400000" algn="ctr" rotWithShape="0">
                        <a:schemeClr val="bg1"/>
                      </a:outerShdw>
                    </a:effectLst>
                    <a:latin typeface="优设标题黑" panose="00000500000000000000" pitchFamily="2" charset="-122"/>
                    <a:ea typeface="优设标题黑" panose="00000500000000000000" pitchFamily="2" charset="-122"/>
                  </a:rPr>
                  <a:t>汇报完毕 谢谢聆听</a:t>
                </a: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2831335" y="2783526"/>
                <a:ext cx="64558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400" dirty="0">
                    <a:solidFill>
                      <a:srgbClr val="8A979E"/>
                    </a:solidFill>
                    <a:latin typeface="汉仪中宋简" panose="02010609000101010101" pitchFamily="49" charset="-122"/>
                    <a:ea typeface="汉仪中宋简" panose="02010609000101010101" pitchFamily="49" charset="-122"/>
                  </a:rPr>
                  <a:t>毕业设计丨开题报告丨毕业答辩丨研究生答辩</a:t>
                </a:r>
              </a:p>
            </p:txBody>
          </p:sp>
        </p:grpSp>
        <p:sp>
          <p:nvSpPr>
            <p:cNvPr id="4" name="文本框 3"/>
            <p:cNvSpPr txBox="1"/>
            <p:nvPr/>
          </p:nvSpPr>
          <p:spPr>
            <a:xfrm>
              <a:off x="1861276" y="1538422"/>
              <a:ext cx="84694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4000" b="1" dirty="0">
                  <a:solidFill>
                    <a:srgbClr val="8A979E"/>
                  </a:solidFill>
                  <a:latin typeface="Century Gothic" panose="020B0502020202020204" pitchFamily="34" charset="0"/>
                </a:rPr>
                <a:t>GRADUATION THESIS DEFENSE</a:t>
              </a:r>
              <a:endParaRPr lang="zh-CN" altLang="en-US" sz="4000" b="1" dirty="0">
                <a:solidFill>
                  <a:srgbClr val="8A979E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文本框 7"/>
          <p:cNvSpPr txBox="1"/>
          <p:nvPr/>
        </p:nvSpPr>
        <p:spPr>
          <a:xfrm>
            <a:off x="6770173" y="4189840"/>
            <a:ext cx="1591629" cy="417135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学生：</a:t>
            </a:r>
            <a:r>
              <a:rPr lang="en-US" altLang="zh-CN" sz="16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XXXX</a:t>
            </a:r>
            <a:endParaRPr lang="zh-CN" altLang="en-US" sz="1200" dirty="0">
              <a:solidFill>
                <a:srgbClr val="8A979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8" name="Freeform 105"/>
          <p:cNvSpPr>
            <a:spLocks noEditPoints="1"/>
          </p:cNvSpPr>
          <p:nvPr/>
        </p:nvSpPr>
        <p:spPr bwMode="auto">
          <a:xfrm>
            <a:off x="6658415" y="4208185"/>
            <a:ext cx="223514" cy="266112"/>
          </a:xfrm>
          <a:custGeom>
            <a:avLst/>
            <a:gdLst>
              <a:gd name="connsiteX0" fmla="*/ 172784 w 510964"/>
              <a:gd name="connsiteY0" fmla="*/ 386345 h 608344"/>
              <a:gd name="connsiteX1" fmla="*/ 182733 w 510964"/>
              <a:gd name="connsiteY1" fmla="*/ 392738 h 608344"/>
              <a:gd name="connsiteX2" fmla="*/ 255039 w 510964"/>
              <a:gd name="connsiteY2" fmla="*/ 508213 h 608344"/>
              <a:gd name="connsiteX3" fmla="*/ 255531 w 510964"/>
              <a:gd name="connsiteY3" fmla="*/ 508115 h 608344"/>
              <a:gd name="connsiteX4" fmla="*/ 255925 w 510964"/>
              <a:gd name="connsiteY4" fmla="*/ 508213 h 608344"/>
              <a:gd name="connsiteX5" fmla="*/ 328231 w 510964"/>
              <a:gd name="connsiteY5" fmla="*/ 392738 h 608344"/>
              <a:gd name="connsiteX6" fmla="*/ 338278 w 510964"/>
              <a:gd name="connsiteY6" fmla="*/ 386345 h 608344"/>
              <a:gd name="connsiteX7" fmla="*/ 343795 w 510964"/>
              <a:gd name="connsiteY7" fmla="*/ 387820 h 608344"/>
              <a:gd name="connsiteX8" fmla="*/ 408023 w 510964"/>
              <a:gd name="connsiteY8" fmla="*/ 420771 h 608344"/>
              <a:gd name="connsiteX9" fmla="*/ 510964 w 510964"/>
              <a:gd name="connsiteY9" fmla="*/ 490213 h 608344"/>
              <a:gd name="connsiteX10" fmla="*/ 510964 w 510964"/>
              <a:gd name="connsiteY10" fmla="*/ 491984 h 608344"/>
              <a:gd name="connsiteX11" fmla="*/ 510964 w 510964"/>
              <a:gd name="connsiteY11" fmla="*/ 606672 h 608344"/>
              <a:gd name="connsiteX12" fmla="*/ 510964 w 510964"/>
              <a:gd name="connsiteY12" fmla="*/ 608344 h 608344"/>
              <a:gd name="connsiteX13" fmla="*/ 255925 w 510964"/>
              <a:gd name="connsiteY13" fmla="*/ 608344 h 608344"/>
              <a:gd name="connsiteX14" fmla="*/ 255531 w 510964"/>
              <a:gd name="connsiteY14" fmla="*/ 608344 h 608344"/>
              <a:gd name="connsiteX15" fmla="*/ 255039 w 510964"/>
              <a:gd name="connsiteY15" fmla="*/ 608344 h 608344"/>
              <a:gd name="connsiteX16" fmla="*/ 0 w 510964"/>
              <a:gd name="connsiteY16" fmla="*/ 608344 h 608344"/>
              <a:gd name="connsiteX17" fmla="*/ 0 w 510964"/>
              <a:gd name="connsiteY17" fmla="*/ 606672 h 608344"/>
              <a:gd name="connsiteX18" fmla="*/ 0 w 510964"/>
              <a:gd name="connsiteY18" fmla="*/ 491984 h 608344"/>
              <a:gd name="connsiteX19" fmla="*/ 0 w 510964"/>
              <a:gd name="connsiteY19" fmla="*/ 490213 h 608344"/>
              <a:gd name="connsiteX20" fmla="*/ 102941 w 510964"/>
              <a:gd name="connsiteY20" fmla="*/ 420771 h 608344"/>
              <a:gd name="connsiteX21" fmla="*/ 167169 w 510964"/>
              <a:gd name="connsiteY21" fmla="*/ 387820 h 608344"/>
              <a:gd name="connsiteX22" fmla="*/ 172784 w 510964"/>
              <a:gd name="connsiteY22" fmla="*/ 386345 h 608344"/>
              <a:gd name="connsiteX23" fmla="*/ 255517 w 510964"/>
              <a:gd name="connsiteY23" fmla="*/ 0 h 608344"/>
              <a:gd name="connsiteX24" fmla="*/ 267931 w 510964"/>
              <a:gd name="connsiteY24" fmla="*/ 3639 h 608344"/>
              <a:gd name="connsiteX25" fmla="*/ 438857 w 510964"/>
              <a:gd name="connsiteY25" fmla="*/ 87048 h 608344"/>
              <a:gd name="connsiteX26" fmla="*/ 446935 w 510964"/>
              <a:gd name="connsiteY26" fmla="*/ 96786 h 608344"/>
              <a:gd name="connsiteX27" fmla="*/ 441024 w 510964"/>
              <a:gd name="connsiteY27" fmla="*/ 105245 h 608344"/>
              <a:gd name="connsiteX28" fmla="*/ 430483 w 510964"/>
              <a:gd name="connsiteY28" fmla="*/ 110655 h 608344"/>
              <a:gd name="connsiteX29" fmla="*/ 430483 w 510964"/>
              <a:gd name="connsiteY29" fmla="*/ 165736 h 608344"/>
              <a:gd name="connsiteX30" fmla="*/ 436985 w 510964"/>
              <a:gd name="connsiteY30" fmla="*/ 176851 h 608344"/>
              <a:gd name="connsiteX31" fmla="*/ 431665 w 510964"/>
              <a:gd name="connsiteY31" fmla="*/ 186982 h 608344"/>
              <a:gd name="connsiteX32" fmla="*/ 439054 w 510964"/>
              <a:gd name="connsiteY32" fmla="*/ 227506 h 608344"/>
              <a:gd name="connsiteX33" fmla="*/ 408809 w 510964"/>
              <a:gd name="connsiteY33" fmla="*/ 227506 h 608344"/>
              <a:gd name="connsiteX34" fmla="*/ 416198 w 510964"/>
              <a:gd name="connsiteY34" fmla="*/ 186982 h 608344"/>
              <a:gd name="connsiteX35" fmla="*/ 410878 w 510964"/>
              <a:gd name="connsiteY35" fmla="*/ 176851 h 608344"/>
              <a:gd name="connsiteX36" fmla="*/ 417479 w 510964"/>
              <a:gd name="connsiteY36" fmla="*/ 165736 h 608344"/>
              <a:gd name="connsiteX37" fmla="*/ 417479 w 510964"/>
              <a:gd name="connsiteY37" fmla="*/ 116950 h 608344"/>
              <a:gd name="connsiteX38" fmla="*/ 376397 w 510964"/>
              <a:gd name="connsiteY38" fmla="*/ 136818 h 608344"/>
              <a:gd name="connsiteX39" fmla="*/ 375905 w 510964"/>
              <a:gd name="connsiteY39" fmla="*/ 157277 h 608344"/>
              <a:gd name="connsiteX40" fmla="*/ 369107 w 510964"/>
              <a:gd name="connsiteY40" fmla="*/ 201834 h 608344"/>
              <a:gd name="connsiteX41" fmla="*/ 379845 w 510964"/>
              <a:gd name="connsiteY41" fmla="*/ 226719 h 608344"/>
              <a:gd name="connsiteX42" fmla="*/ 379747 w 510964"/>
              <a:gd name="connsiteY42" fmla="*/ 227014 h 608344"/>
              <a:gd name="connsiteX43" fmla="*/ 379845 w 510964"/>
              <a:gd name="connsiteY43" fmla="*/ 228490 h 608344"/>
              <a:gd name="connsiteX44" fmla="*/ 351768 w 510964"/>
              <a:gd name="connsiteY44" fmla="*/ 279342 h 608344"/>
              <a:gd name="connsiteX45" fmla="*/ 291969 w 510964"/>
              <a:gd name="connsiteY45" fmla="*/ 351833 h 608344"/>
              <a:gd name="connsiteX46" fmla="*/ 255517 w 510964"/>
              <a:gd name="connsiteY46" fmla="*/ 360095 h 608344"/>
              <a:gd name="connsiteX47" fmla="*/ 219066 w 510964"/>
              <a:gd name="connsiteY47" fmla="*/ 351833 h 608344"/>
              <a:gd name="connsiteX48" fmla="*/ 159267 w 510964"/>
              <a:gd name="connsiteY48" fmla="*/ 279342 h 608344"/>
              <a:gd name="connsiteX49" fmla="*/ 131190 w 510964"/>
              <a:gd name="connsiteY49" fmla="*/ 228490 h 608344"/>
              <a:gd name="connsiteX50" fmla="*/ 131190 w 510964"/>
              <a:gd name="connsiteY50" fmla="*/ 227014 h 608344"/>
              <a:gd name="connsiteX51" fmla="*/ 131190 w 510964"/>
              <a:gd name="connsiteY51" fmla="*/ 226719 h 608344"/>
              <a:gd name="connsiteX52" fmla="*/ 141830 w 510964"/>
              <a:gd name="connsiteY52" fmla="*/ 201834 h 608344"/>
              <a:gd name="connsiteX53" fmla="*/ 135032 w 510964"/>
              <a:gd name="connsiteY53" fmla="*/ 157277 h 608344"/>
              <a:gd name="connsiteX54" fmla="*/ 134539 w 510964"/>
              <a:gd name="connsiteY54" fmla="*/ 136818 h 608344"/>
              <a:gd name="connsiteX55" fmla="*/ 70011 w 510964"/>
              <a:gd name="connsiteY55" fmla="*/ 105245 h 608344"/>
              <a:gd name="connsiteX56" fmla="*/ 64002 w 510964"/>
              <a:gd name="connsiteY56" fmla="*/ 96786 h 608344"/>
              <a:gd name="connsiteX57" fmla="*/ 72080 w 510964"/>
              <a:gd name="connsiteY57" fmla="*/ 87048 h 608344"/>
              <a:gd name="connsiteX58" fmla="*/ 243006 w 510964"/>
              <a:gd name="connsiteY58" fmla="*/ 3639 h 608344"/>
              <a:gd name="connsiteX59" fmla="*/ 255517 w 510964"/>
              <a:gd name="connsiteY59" fmla="*/ 0 h 608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10964" h="608344">
                <a:moveTo>
                  <a:pt x="172784" y="386345"/>
                </a:moveTo>
                <a:cubicBezTo>
                  <a:pt x="177217" y="386345"/>
                  <a:pt x="180960" y="389001"/>
                  <a:pt x="182733" y="392738"/>
                </a:cubicBezTo>
                <a:cubicBezTo>
                  <a:pt x="200169" y="421853"/>
                  <a:pt x="232480" y="506640"/>
                  <a:pt x="255039" y="508213"/>
                </a:cubicBezTo>
                <a:cubicBezTo>
                  <a:pt x="255236" y="508213"/>
                  <a:pt x="255334" y="508115"/>
                  <a:pt x="255531" y="508115"/>
                </a:cubicBezTo>
                <a:cubicBezTo>
                  <a:pt x="255630" y="508115"/>
                  <a:pt x="255827" y="508213"/>
                  <a:pt x="255925" y="508213"/>
                </a:cubicBezTo>
                <a:cubicBezTo>
                  <a:pt x="278484" y="506640"/>
                  <a:pt x="310795" y="421853"/>
                  <a:pt x="328231" y="392738"/>
                </a:cubicBezTo>
                <a:cubicBezTo>
                  <a:pt x="330004" y="389001"/>
                  <a:pt x="333846" y="386345"/>
                  <a:pt x="338278" y="386345"/>
                </a:cubicBezTo>
                <a:cubicBezTo>
                  <a:pt x="340249" y="386345"/>
                  <a:pt x="342120" y="386935"/>
                  <a:pt x="343795" y="387820"/>
                </a:cubicBezTo>
                <a:cubicBezTo>
                  <a:pt x="350099" y="391263"/>
                  <a:pt x="386942" y="413197"/>
                  <a:pt x="408023" y="420771"/>
                </a:cubicBezTo>
                <a:cubicBezTo>
                  <a:pt x="479047" y="446345"/>
                  <a:pt x="510964" y="472410"/>
                  <a:pt x="510964" y="490213"/>
                </a:cubicBezTo>
                <a:lnTo>
                  <a:pt x="510964" y="491984"/>
                </a:lnTo>
                <a:lnTo>
                  <a:pt x="510964" y="606672"/>
                </a:lnTo>
                <a:lnTo>
                  <a:pt x="510964" y="608344"/>
                </a:lnTo>
                <a:lnTo>
                  <a:pt x="255925" y="608344"/>
                </a:lnTo>
                <a:lnTo>
                  <a:pt x="255531" y="608344"/>
                </a:lnTo>
                <a:lnTo>
                  <a:pt x="255039" y="608344"/>
                </a:lnTo>
                <a:lnTo>
                  <a:pt x="0" y="608344"/>
                </a:lnTo>
                <a:lnTo>
                  <a:pt x="0" y="606672"/>
                </a:lnTo>
                <a:lnTo>
                  <a:pt x="0" y="491984"/>
                </a:lnTo>
                <a:lnTo>
                  <a:pt x="0" y="490213"/>
                </a:lnTo>
                <a:cubicBezTo>
                  <a:pt x="0" y="472410"/>
                  <a:pt x="31917" y="446345"/>
                  <a:pt x="102941" y="420771"/>
                </a:cubicBezTo>
                <a:cubicBezTo>
                  <a:pt x="124121" y="413197"/>
                  <a:pt x="160865" y="391263"/>
                  <a:pt x="167169" y="387820"/>
                </a:cubicBezTo>
                <a:cubicBezTo>
                  <a:pt x="168844" y="386935"/>
                  <a:pt x="170715" y="386345"/>
                  <a:pt x="172784" y="386345"/>
                </a:cubicBezTo>
                <a:close/>
                <a:moveTo>
                  <a:pt x="255517" y="0"/>
                </a:moveTo>
                <a:cubicBezTo>
                  <a:pt x="258966" y="295"/>
                  <a:pt x="263005" y="1279"/>
                  <a:pt x="267931" y="3639"/>
                </a:cubicBezTo>
                <a:cubicBezTo>
                  <a:pt x="279260" y="9049"/>
                  <a:pt x="393933" y="65016"/>
                  <a:pt x="438857" y="87048"/>
                </a:cubicBezTo>
                <a:cubicBezTo>
                  <a:pt x="445162" y="90098"/>
                  <a:pt x="447526" y="93540"/>
                  <a:pt x="446935" y="96786"/>
                </a:cubicBezTo>
                <a:cubicBezTo>
                  <a:pt x="447427" y="99933"/>
                  <a:pt x="445162" y="102884"/>
                  <a:pt x="441024" y="105245"/>
                </a:cubicBezTo>
                <a:cubicBezTo>
                  <a:pt x="439448" y="106130"/>
                  <a:pt x="435605" y="108097"/>
                  <a:pt x="430483" y="110655"/>
                </a:cubicBezTo>
                <a:lnTo>
                  <a:pt x="430483" y="165736"/>
                </a:lnTo>
                <a:cubicBezTo>
                  <a:pt x="434325" y="167998"/>
                  <a:pt x="436985" y="172031"/>
                  <a:pt x="436985" y="176851"/>
                </a:cubicBezTo>
                <a:cubicBezTo>
                  <a:pt x="436985" y="181080"/>
                  <a:pt x="434817" y="184621"/>
                  <a:pt x="431665" y="186982"/>
                </a:cubicBezTo>
                <a:cubicBezTo>
                  <a:pt x="431665" y="186982"/>
                  <a:pt x="437576" y="220129"/>
                  <a:pt x="439054" y="227506"/>
                </a:cubicBezTo>
                <a:cubicBezTo>
                  <a:pt x="440630" y="234883"/>
                  <a:pt x="407036" y="236654"/>
                  <a:pt x="408809" y="227506"/>
                </a:cubicBezTo>
                <a:cubicBezTo>
                  <a:pt x="410582" y="218260"/>
                  <a:pt x="416198" y="186982"/>
                  <a:pt x="416198" y="186982"/>
                </a:cubicBezTo>
                <a:cubicBezTo>
                  <a:pt x="413045" y="184621"/>
                  <a:pt x="410878" y="181080"/>
                  <a:pt x="410878" y="176851"/>
                </a:cubicBezTo>
                <a:cubicBezTo>
                  <a:pt x="410878" y="172031"/>
                  <a:pt x="413636" y="167998"/>
                  <a:pt x="417479" y="165736"/>
                </a:cubicBezTo>
                <a:lnTo>
                  <a:pt x="417479" y="116950"/>
                </a:lnTo>
                <a:cubicBezTo>
                  <a:pt x="403588" y="123737"/>
                  <a:pt x="386938" y="131802"/>
                  <a:pt x="376397" y="136818"/>
                </a:cubicBezTo>
                <a:cubicBezTo>
                  <a:pt x="376299" y="144294"/>
                  <a:pt x="376200" y="157080"/>
                  <a:pt x="375905" y="157277"/>
                </a:cubicBezTo>
                <a:cubicBezTo>
                  <a:pt x="373836" y="175670"/>
                  <a:pt x="370191" y="196031"/>
                  <a:pt x="369107" y="201834"/>
                </a:cubicBezTo>
                <a:cubicBezTo>
                  <a:pt x="370880" y="202719"/>
                  <a:pt x="379845" y="208621"/>
                  <a:pt x="379845" y="226719"/>
                </a:cubicBezTo>
                <a:cubicBezTo>
                  <a:pt x="379845" y="226818"/>
                  <a:pt x="379747" y="226916"/>
                  <a:pt x="379747" y="227014"/>
                </a:cubicBezTo>
                <a:cubicBezTo>
                  <a:pt x="379845" y="227506"/>
                  <a:pt x="379845" y="227998"/>
                  <a:pt x="379845" y="228490"/>
                </a:cubicBezTo>
                <a:cubicBezTo>
                  <a:pt x="376003" y="278948"/>
                  <a:pt x="355906" y="257211"/>
                  <a:pt x="351768" y="279342"/>
                </a:cubicBezTo>
                <a:cubicBezTo>
                  <a:pt x="344872" y="316030"/>
                  <a:pt x="312263" y="342587"/>
                  <a:pt x="291969" y="351833"/>
                </a:cubicBezTo>
                <a:cubicBezTo>
                  <a:pt x="280245" y="357144"/>
                  <a:pt x="268128" y="359800"/>
                  <a:pt x="255517" y="360095"/>
                </a:cubicBezTo>
                <a:cubicBezTo>
                  <a:pt x="242809" y="359800"/>
                  <a:pt x="230790" y="357144"/>
                  <a:pt x="219066" y="351833"/>
                </a:cubicBezTo>
                <a:cubicBezTo>
                  <a:pt x="198772" y="342587"/>
                  <a:pt x="166163" y="316030"/>
                  <a:pt x="159267" y="279342"/>
                </a:cubicBezTo>
                <a:cubicBezTo>
                  <a:pt x="155129" y="257211"/>
                  <a:pt x="135032" y="278948"/>
                  <a:pt x="131190" y="228490"/>
                </a:cubicBezTo>
                <a:cubicBezTo>
                  <a:pt x="131190" y="227998"/>
                  <a:pt x="131190" y="227506"/>
                  <a:pt x="131190" y="227014"/>
                </a:cubicBezTo>
                <a:cubicBezTo>
                  <a:pt x="131190" y="226916"/>
                  <a:pt x="131190" y="226818"/>
                  <a:pt x="131190" y="226719"/>
                </a:cubicBezTo>
                <a:cubicBezTo>
                  <a:pt x="131190" y="208621"/>
                  <a:pt x="140056" y="202719"/>
                  <a:pt x="141830" y="201834"/>
                </a:cubicBezTo>
                <a:cubicBezTo>
                  <a:pt x="140844" y="196031"/>
                  <a:pt x="137199" y="175670"/>
                  <a:pt x="135032" y="157277"/>
                </a:cubicBezTo>
                <a:cubicBezTo>
                  <a:pt x="134835" y="157080"/>
                  <a:pt x="134638" y="144294"/>
                  <a:pt x="134539" y="136818"/>
                </a:cubicBezTo>
                <a:cubicBezTo>
                  <a:pt x="115427" y="127671"/>
                  <a:pt x="75824" y="108589"/>
                  <a:pt x="70011" y="105245"/>
                </a:cubicBezTo>
                <a:cubicBezTo>
                  <a:pt x="65775" y="102884"/>
                  <a:pt x="63608" y="99933"/>
                  <a:pt x="64002" y="96786"/>
                </a:cubicBezTo>
                <a:cubicBezTo>
                  <a:pt x="63509" y="93540"/>
                  <a:pt x="65775" y="90098"/>
                  <a:pt x="72080" y="87048"/>
                </a:cubicBezTo>
                <a:cubicBezTo>
                  <a:pt x="117102" y="65016"/>
                  <a:pt x="231677" y="9049"/>
                  <a:pt x="243006" y="3639"/>
                </a:cubicBezTo>
                <a:cubicBezTo>
                  <a:pt x="247932" y="1279"/>
                  <a:pt x="252069" y="295"/>
                  <a:pt x="255517" y="0"/>
                </a:cubicBezTo>
                <a:close/>
              </a:path>
            </a:pathLst>
          </a:custGeom>
          <a:solidFill>
            <a:srgbClr val="8A979E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0">
              <a:solidFill>
                <a:srgbClr val="8A979E"/>
              </a:solidFill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4233081" y="4208185"/>
            <a:ext cx="1591629" cy="417135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导师：</a:t>
            </a:r>
            <a:r>
              <a:rPr lang="en-US" altLang="zh-CN" sz="1600" dirty="0">
                <a:solidFill>
                  <a:srgbClr val="8A979E"/>
                </a:solidFill>
                <a:latin typeface="优设标题黑" panose="00000500000000000000" pitchFamily="2" charset="-122"/>
                <a:ea typeface="优设标题黑" panose="00000500000000000000" pitchFamily="2" charset="-122"/>
              </a:rPr>
              <a:t>XXXX</a:t>
            </a:r>
            <a:endParaRPr lang="zh-CN" altLang="en-US" sz="1200" dirty="0">
              <a:solidFill>
                <a:srgbClr val="8A979E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0" name="Freeform 105"/>
          <p:cNvSpPr>
            <a:spLocks noEditPoints="1"/>
          </p:cNvSpPr>
          <p:nvPr/>
        </p:nvSpPr>
        <p:spPr bwMode="auto">
          <a:xfrm>
            <a:off x="3939651" y="4208185"/>
            <a:ext cx="378472" cy="266112"/>
          </a:xfrm>
          <a:custGeom>
            <a:avLst/>
            <a:gdLst>
              <a:gd name="T0" fmla="*/ 256 w 256"/>
              <a:gd name="T1" fmla="*/ 172 h 180"/>
              <a:gd name="T2" fmla="*/ 256 w 256"/>
              <a:gd name="T3" fmla="*/ 172 h 180"/>
              <a:gd name="T4" fmla="*/ 248 w 256"/>
              <a:gd name="T5" fmla="*/ 180 h 180"/>
              <a:gd name="T6" fmla="*/ 189 w 256"/>
              <a:gd name="T7" fmla="*/ 180 h 180"/>
              <a:gd name="T8" fmla="*/ 196 w 256"/>
              <a:gd name="T9" fmla="*/ 170 h 180"/>
              <a:gd name="T10" fmla="*/ 196 w 256"/>
              <a:gd name="T11" fmla="*/ 170 h 180"/>
              <a:gd name="T12" fmla="*/ 196 w 256"/>
              <a:gd name="T13" fmla="*/ 170 h 180"/>
              <a:gd name="T14" fmla="*/ 170 w 256"/>
              <a:gd name="T15" fmla="*/ 121 h 180"/>
              <a:gd name="T16" fmla="*/ 152 w 256"/>
              <a:gd name="T17" fmla="*/ 115 h 180"/>
              <a:gd name="T18" fmla="*/ 152 w 256"/>
              <a:gd name="T19" fmla="*/ 100 h 180"/>
              <a:gd name="T20" fmla="*/ 144 w 256"/>
              <a:gd name="T21" fmla="*/ 80 h 180"/>
              <a:gd name="T22" fmla="*/ 139 w 256"/>
              <a:gd name="T23" fmla="*/ 72 h 180"/>
              <a:gd name="T24" fmla="*/ 141 w 256"/>
              <a:gd name="T25" fmla="*/ 59 h 180"/>
              <a:gd name="T26" fmla="*/ 140 w 256"/>
              <a:gd name="T27" fmla="*/ 42 h 180"/>
              <a:gd name="T28" fmla="*/ 171 w 256"/>
              <a:gd name="T29" fmla="*/ 16 h 180"/>
              <a:gd name="T30" fmla="*/ 202 w 256"/>
              <a:gd name="T31" fmla="*/ 42 h 180"/>
              <a:gd name="T32" fmla="*/ 200 w 256"/>
              <a:gd name="T33" fmla="*/ 59 h 180"/>
              <a:gd name="T34" fmla="*/ 203 w 256"/>
              <a:gd name="T35" fmla="*/ 72 h 180"/>
              <a:gd name="T36" fmla="*/ 198 w 256"/>
              <a:gd name="T37" fmla="*/ 80 h 180"/>
              <a:gd name="T38" fmla="*/ 189 w 256"/>
              <a:gd name="T39" fmla="*/ 100 h 180"/>
              <a:gd name="T40" fmla="*/ 190 w 256"/>
              <a:gd name="T41" fmla="*/ 115 h 180"/>
              <a:gd name="T42" fmla="*/ 210 w 256"/>
              <a:gd name="T43" fmla="*/ 124 h 180"/>
              <a:gd name="T44" fmla="*/ 235 w 256"/>
              <a:gd name="T45" fmla="*/ 133 h 180"/>
              <a:gd name="T46" fmla="*/ 256 w 256"/>
              <a:gd name="T47" fmla="*/ 172 h 180"/>
              <a:gd name="T48" fmla="*/ 136 w 256"/>
              <a:gd name="T49" fmla="*/ 119 h 180"/>
              <a:gd name="T50" fmla="*/ 164 w 256"/>
              <a:gd name="T51" fmla="*/ 128 h 180"/>
              <a:gd name="T52" fmla="*/ 187 w 256"/>
              <a:gd name="T53" fmla="*/ 171 h 180"/>
              <a:gd name="T54" fmla="*/ 187 w 256"/>
              <a:gd name="T55" fmla="*/ 171 h 180"/>
              <a:gd name="T56" fmla="*/ 187 w 256"/>
              <a:gd name="T57" fmla="*/ 171 h 180"/>
              <a:gd name="T58" fmla="*/ 178 w 256"/>
              <a:gd name="T59" fmla="*/ 180 h 180"/>
              <a:gd name="T60" fmla="*/ 9 w 256"/>
              <a:gd name="T61" fmla="*/ 180 h 180"/>
              <a:gd name="T62" fmla="*/ 0 w 256"/>
              <a:gd name="T63" fmla="*/ 171 h 180"/>
              <a:gd name="T64" fmla="*/ 0 w 256"/>
              <a:gd name="T65" fmla="*/ 171 h 180"/>
              <a:gd name="T66" fmla="*/ 0 w 256"/>
              <a:gd name="T67" fmla="*/ 171 h 180"/>
              <a:gd name="T68" fmla="*/ 24 w 256"/>
              <a:gd name="T69" fmla="*/ 128 h 180"/>
              <a:gd name="T70" fmla="*/ 51 w 256"/>
              <a:gd name="T71" fmla="*/ 119 h 180"/>
              <a:gd name="T72" fmla="*/ 73 w 256"/>
              <a:gd name="T73" fmla="*/ 109 h 180"/>
              <a:gd name="T74" fmla="*/ 73 w 256"/>
              <a:gd name="T75" fmla="*/ 92 h 180"/>
              <a:gd name="T76" fmla="*/ 64 w 256"/>
              <a:gd name="T77" fmla="*/ 70 h 180"/>
              <a:gd name="T78" fmla="*/ 58 w 256"/>
              <a:gd name="T79" fmla="*/ 62 h 180"/>
              <a:gd name="T80" fmla="*/ 61 w 256"/>
              <a:gd name="T81" fmla="*/ 47 h 180"/>
              <a:gd name="T82" fmla="*/ 60 w 256"/>
              <a:gd name="T83" fmla="*/ 28 h 180"/>
              <a:gd name="T84" fmla="*/ 94 w 256"/>
              <a:gd name="T85" fmla="*/ 0 h 180"/>
              <a:gd name="T86" fmla="*/ 127 w 256"/>
              <a:gd name="T87" fmla="*/ 28 h 180"/>
              <a:gd name="T88" fmla="*/ 126 w 256"/>
              <a:gd name="T89" fmla="*/ 47 h 180"/>
              <a:gd name="T90" fmla="*/ 129 w 256"/>
              <a:gd name="T91" fmla="*/ 62 h 180"/>
              <a:gd name="T92" fmla="*/ 123 w 256"/>
              <a:gd name="T93" fmla="*/ 70 h 180"/>
              <a:gd name="T94" fmla="*/ 114 w 256"/>
              <a:gd name="T95" fmla="*/ 92 h 180"/>
              <a:gd name="T96" fmla="*/ 114 w 256"/>
              <a:gd name="T97" fmla="*/ 109 h 180"/>
              <a:gd name="T98" fmla="*/ 136 w 256"/>
              <a:gd name="T99" fmla="*/ 119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6" h="180">
                <a:moveTo>
                  <a:pt x="256" y="172"/>
                </a:moveTo>
                <a:cubicBezTo>
                  <a:pt x="256" y="172"/>
                  <a:pt x="256" y="172"/>
                  <a:pt x="256" y="172"/>
                </a:cubicBezTo>
                <a:cubicBezTo>
                  <a:pt x="256" y="176"/>
                  <a:pt x="252" y="180"/>
                  <a:pt x="248" y="180"/>
                </a:cubicBezTo>
                <a:cubicBezTo>
                  <a:pt x="189" y="180"/>
                  <a:pt x="189" y="180"/>
                  <a:pt x="189" y="180"/>
                </a:cubicBezTo>
                <a:cubicBezTo>
                  <a:pt x="193" y="179"/>
                  <a:pt x="196" y="175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34"/>
                  <a:pt x="170" y="121"/>
                </a:cubicBezTo>
                <a:cubicBezTo>
                  <a:pt x="159" y="116"/>
                  <a:pt x="158" y="117"/>
                  <a:pt x="152" y="115"/>
                </a:cubicBezTo>
                <a:cubicBezTo>
                  <a:pt x="152" y="100"/>
                  <a:pt x="152" y="100"/>
                  <a:pt x="152" y="100"/>
                </a:cubicBezTo>
                <a:cubicBezTo>
                  <a:pt x="152" y="100"/>
                  <a:pt x="146" y="95"/>
                  <a:pt x="144" y="80"/>
                </a:cubicBezTo>
                <a:cubicBezTo>
                  <a:pt x="141" y="81"/>
                  <a:pt x="139" y="76"/>
                  <a:pt x="139" y="72"/>
                </a:cubicBezTo>
                <a:cubicBezTo>
                  <a:pt x="139" y="69"/>
                  <a:pt x="137" y="58"/>
                  <a:pt x="141" y="59"/>
                </a:cubicBezTo>
                <a:cubicBezTo>
                  <a:pt x="141" y="52"/>
                  <a:pt x="140" y="45"/>
                  <a:pt x="140" y="42"/>
                </a:cubicBezTo>
                <a:cubicBezTo>
                  <a:pt x="141" y="30"/>
                  <a:pt x="153" y="17"/>
                  <a:pt x="171" y="16"/>
                </a:cubicBezTo>
                <a:cubicBezTo>
                  <a:pt x="192" y="17"/>
                  <a:pt x="201" y="30"/>
                  <a:pt x="202" y="42"/>
                </a:cubicBezTo>
                <a:cubicBezTo>
                  <a:pt x="202" y="45"/>
                  <a:pt x="201" y="52"/>
                  <a:pt x="200" y="59"/>
                </a:cubicBezTo>
                <a:cubicBezTo>
                  <a:pt x="205" y="58"/>
                  <a:pt x="203" y="69"/>
                  <a:pt x="203" y="72"/>
                </a:cubicBezTo>
                <a:cubicBezTo>
                  <a:pt x="203" y="76"/>
                  <a:pt x="201" y="81"/>
                  <a:pt x="198" y="80"/>
                </a:cubicBezTo>
                <a:cubicBezTo>
                  <a:pt x="196" y="95"/>
                  <a:pt x="189" y="100"/>
                  <a:pt x="189" y="100"/>
                </a:cubicBezTo>
                <a:cubicBezTo>
                  <a:pt x="190" y="115"/>
                  <a:pt x="190" y="115"/>
                  <a:pt x="190" y="115"/>
                </a:cubicBezTo>
                <a:cubicBezTo>
                  <a:pt x="190" y="115"/>
                  <a:pt x="193" y="117"/>
                  <a:pt x="210" y="124"/>
                </a:cubicBezTo>
                <a:cubicBezTo>
                  <a:pt x="226" y="131"/>
                  <a:pt x="221" y="126"/>
                  <a:pt x="235" y="133"/>
                </a:cubicBezTo>
                <a:cubicBezTo>
                  <a:pt x="256" y="143"/>
                  <a:pt x="256" y="172"/>
                  <a:pt x="256" y="172"/>
                </a:cubicBezTo>
                <a:close/>
                <a:moveTo>
                  <a:pt x="136" y="119"/>
                </a:moveTo>
                <a:cubicBezTo>
                  <a:pt x="155" y="126"/>
                  <a:pt x="149" y="121"/>
                  <a:pt x="164" y="128"/>
                </a:cubicBezTo>
                <a:cubicBezTo>
                  <a:pt x="187" y="140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6"/>
                  <a:pt x="183" y="180"/>
                  <a:pt x="178" y="180"/>
                </a:cubicBezTo>
                <a:cubicBezTo>
                  <a:pt x="9" y="180"/>
                  <a:pt x="9" y="180"/>
                  <a:pt x="9" y="180"/>
                </a:cubicBezTo>
                <a:cubicBezTo>
                  <a:pt x="4" y="180"/>
                  <a:pt x="0" y="176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40"/>
                  <a:pt x="24" y="128"/>
                </a:cubicBezTo>
                <a:cubicBezTo>
                  <a:pt x="38" y="121"/>
                  <a:pt x="33" y="127"/>
                  <a:pt x="51" y="119"/>
                </a:cubicBezTo>
                <a:cubicBezTo>
                  <a:pt x="69" y="112"/>
                  <a:pt x="73" y="109"/>
                  <a:pt x="73" y="109"/>
                </a:cubicBezTo>
                <a:cubicBezTo>
                  <a:pt x="73" y="92"/>
                  <a:pt x="73" y="92"/>
                  <a:pt x="73" y="92"/>
                </a:cubicBezTo>
                <a:cubicBezTo>
                  <a:pt x="73" y="92"/>
                  <a:pt x="66" y="87"/>
                  <a:pt x="64" y="70"/>
                </a:cubicBezTo>
                <a:cubicBezTo>
                  <a:pt x="60" y="72"/>
                  <a:pt x="59" y="65"/>
                  <a:pt x="58" y="62"/>
                </a:cubicBezTo>
                <a:cubicBezTo>
                  <a:pt x="58" y="58"/>
                  <a:pt x="56" y="46"/>
                  <a:pt x="61" y="47"/>
                </a:cubicBezTo>
                <a:cubicBezTo>
                  <a:pt x="60" y="39"/>
                  <a:pt x="59" y="32"/>
                  <a:pt x="60" y="28"/>
                </a:cubicBezTo>
                <a:cubicBezTo>
                  <a:pt x="61" y="15"/>
                  <a:pt x="74" y="1"/>
                  <a:pt x="94" y="0"/>
                </a:cubicBezTo>
                <a:cubicBezTo>
                  <a:pt x="117" y="1"/>
                  <a:pt x="126" y="15"/>
                  <a:pt x="127" y="28"/>
                </a:cubicBezTo>
                <a:cubicBezTo>
                  <a:pt x="128" y="32"/>
                  <a:pt x="127" y="39"/>
                  <a:pt x="126" y="47"/>
                </a:cubicBezTo>
                <a:cubicBezTo>
                  <a:pt x="131" y="46"/>
                  <a:pt x="129" y="58"/>
                  <a:pt x="129" y="62"/>
                </a:cubicBezTo>
                <a:cubicBezTo>
                  <a:pt x="128" y="65"/>
                  <a:pt x="127" y="72"/>
                  <a:pt x="123" y="70"/>
                </a:cubicBezTo>
                <a:cubicBezTo>
                  <a:pt x="121" y="87"/>
                  <a:pt x="114" y="92"/>
                  <a:pt x="114" y="92"/>
                </a:cubicBezTo>
                <a:cubicBezTo>
                  <a:pt x="114" y="109"/>
                  <a:pt x="114" y="109"/>
                  <a:pt x="114" y="109"/>
                </a:cubicBezTo>
                <a:cubicBezTo>
                  <a:pt x="114" y="109"/>
                  <a:pt x="118" y="111"/>
                  <a:pt x="136" y="119"/>
                </a:cubicBezTo>
              </a:path>
            </a:pathLst>
          </a:custGeom>
          <a:solidFill>
            <a:srgbClr val="8A979E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50" dirty="0">
              <a:solidFill>
                <a:srgbClr val="8A979E"/>
              </a:solidFill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598057" y="3667124"/>
            <a:ext cx="6995886" cy="167965"/>
          </a:xfrm>
          <a:prstGeom prst="parallelogram">
            <a:avLst/>
          </a:prstGeom>
          <a:solidFill>
            <a:srgbClr val="8A96A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maozi"/>
          <p:cNvSpPr>
            <a:spLocks noChangeAspect="1"/>
          </p:cNvSpPr>
          <p:nvPr/>
        </p:nvSpPr>
        <p:spPr bwMode="auto">
          <a:xfrm rot="1203049">
            <a:off x="9196653" y="2497440"/>
            <a:ext cx="609685" cy="375999"/>
          </a:xfrm>
          <a:custGeom>
            <a:avLst/>
            <a:gdLst>
              <a:gd name="connsiteX0" fmla="*/ 93338 w 608536"/>
              <a:gd name="connsiteY0" fmla="*/ 167235 h 375291"/>
              <a:gd name="connsiteX1" fmla="*/ 292893 w 608536"/>
              <a:gd name="connsiteY1" fmla="*/ 244637 h 375291"/>
              <a:gd name="connsiteX2" fmla="*/ 305814 w 608536"/>
              <a:gd name="connsiteY2" fmla="*/ 244637 h 375291"/>
              <a:gd name="connsiteX3" fmla="*/ 503933 w 608536"/>
              <a:gd name="connsiteY3" fmla="*/ 167235 h 375291"/>
              <a:gd name="connsiteX4" fmla="*/ 503933 w 608536"/>
              <a:gd name="connsiteY4" fmla="*/ 244637 h 375291"/>
              <a:gd name="connsiteX5" fmla="*/ 298636 w 608536"/>
              <a:gd name="connsiteY5" fmla="*/ 356439 h 375291"/>
              <a:gd name="connsiteX6" fmla="*/ 93338 w 608536"/>
              <a:gd name="connsiteY6" fmla="*/ 244637 h 375291"/>
              <a:gd name="connsiteX7" fmla="*/ 93338 w 608536"/>
              <a:gd name="connsiteY7" fmla="*/ 167235 h 375291"/>
              <a:gd name="connsiteX8" fmla="*/ 292786 w 608536"/>
              <a:gd name="connsiteY8" fmla="*/ 1075 h 375291"/>
              <a:gd name="connsiteX9" fmla="*/ 304268 w 608536"/>
              <a:gd name="connsiteY9" fmla="*/ 1075 h 375291"/>
              <a:gd name="connsiteX10" fmla="*/ 595619 w 608536"/>
              <a:gd name="connsiteY10" fmla="*/ 102873 h 375291"/>
              <a:gd name="connsiteX11" fmla="*/ 598490 w 608536"/>
              <a:gd name="connsiteY11" fmla="*/ 107174 h 375291"/>
              <a:gd name="connsiteX12" fmla="*/ 595619 w 608536"/>
              <a:gd name="connsiteY12" fmla="*/ 111476 h 375291"/>
              <a:gd name="connsiteX13" fmla="*/ 595619 w 608536"/>
              <a:gd name="connsiteY13" fmla="*/ 251986 h 375291"/>
              <a:gd name="connsiteX14" fmla="*/ 608536 w 608536"/>
              <a:gd name="connsiteY14" fmla="*/ 272059 h 375291"/>
              <a:gd name="connsiteX15" fmla="*/ 594184 w 608536"/>
              <a:gd name="connsiteY15" fmla="*/ 293566 h 375291"/>
              <a:gd name="connsiteX16" fmla="*/ 608536 w 608536"/>
              <a:gd name="connsiteY16" fmla="*/ 352351 h 375291"/>
              <a:gd name="connsiteX17" fmla="*/ 585573 w 608536"/>
              <a:gd name="connsiteY17" fmla="*/ 375291 h 375291"/>
              <a:gd name="connsiteX18" fmla="*/ 562609 w 608536"/>
              <a:gd name="connsiteY18" fmla="*/ 352351 h 375291"/>
              <a:gd name="connsiteX19" fmla="*/ 575526 w 608536"/>
              <a:gd name="connsiteY19" fmla="*/ 293566 h 375291"/>
              <a:gd name="connsiteX20" fmla="*/ 562609 w 608536"/>
              <a:gd name="connsiteY20" fmla="*/ 272059 h 375291"/>
              <a:gd name="connsiteX21" fmla="*/ 575526 w 608536"/>
              <a:gd name="connsiteY21" fmla="*/ 251986 h 375291"/>
              <a:gd name="connsiteX22" fmla="*/ 575526 w 608536"/>
              <a:gd name="connsiteY22" fmla="*/ 118645 h 375291"/>
              <a:gd name="connsiteX23" fmla="*/ 305703 w 608536"/>
              <a:gd name="connsiteY23" fmla="*/ 223310 h 375291"/>
              <a:gd name="connsiteX24" fmla="*/ 292786 w 608536"/>
              <a:gd name="connsiteY24" fmla="*/ 223310 h 375291"/>
              <a:gd name="connsiteX25" fmla="*/ 2870 w 608536"/>
              <a:gd name="connsiteY25" fmla="*/ 111476 h 375291"/>
              <a:gd name="connsiteX26" fmla="*/ 0 w 608536"/>
              <a:gd name="connsiteY26" fmla="*/ 107174 h 375291"/>
              <a:gd name="connsiteX27" fmla="*/ 2870 w 608536"/>
              <a:gd name="connsiteY27" fmla="*/ 102873 h 37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8536" h="375291">
                <a:moveTo>
                  <a:pt x="93338" y="167235"/>
                </a:moveTo>
                <a:lnTo>
                  <a:pt x="292893" y="244637"/>
                </a:lnTo>
                <a:cubicBezTo>
                  <a:pt x="297200" y="246070"/>
                  <a:pt x="301507" y="246070"/>
                  <a:pt x="305814" y="244637"/>
                </a:cubicBezTo>
                <a:lnTo>
                  <a:pt x="503933" y="167235"/>
                </a:lnTo>
                <a:cubicBezTo>
                  <a:pt x="503933" y="200202"/>
                  <a:pt x="503933" y="238903"/>
                  <a:pt x="503933" y="244637"/>
                </a:cubicBezTo>
                <a:cubicBezTo>
                  <a:pt x="503933" y="304838"/>
                  <a:pt x="413487" y="353572"/>
                  <a:pt x="298636" y="356439"/>
                </a:cubicBezTo>
                <a:cubicBezTo>
                  <a:pt x="185220" y="353572"/>
                  <a:pt x="93338" y="304838"/>
                  <a:pt x="93338" y="244637"/>
                </a:cubicBezTo>
                <a:cubicBezTo>
                  <a:pt x="93338" y="237470"/>
                  <a:pt x="93338" y="200202"/>
                  <a:pt x="93338" y="167235"/>
                </a:cubicBezTo>
                <a:close/>
                <a:moveTo>
                  <a:pt x="292786" y="1075"/>
                </a:moveTo>
                <a:cubicBezTo>
                  <a:pt x="297092" y="-359"/>
                  <a:pt x="301398" y="-359"/>
                  <a:pt x="304268" y="1075"/>
                </a:cubicBezTo>
                <a:lnTo>
                  <a:pt x="595619" y="102873"/>
                </a:lnTo>
                <a:cubicBezTo>
                  <a:pt x="597054" y="102873"/>
                  <a:pt x="598490" y="105741"/>
                  <a:pt x="598490" y="107174"/>
                </a:cubicBezTo>
                <a:cubicBezTo>
                  <a:pt x="598490" y="108608"/>
                  <a:pt x="597054" y="110042"/>
                  <a:pt x="595619" y="111476"/>
                </a:cubicBezTo>
                <a:lnTo>
                  <a:pt x="595619" y="251986"/>
                </a:lnTo>
                <a:cubicBezTo>
                  <a:pt x="602795" y="254854"/>
                  <a:pt x="608536" y="263456"/>
                  <a:pt x="608536" y="272059"/>
                </a:cubicBezTo>
                <a:cubicBezTo>
                  <a:pt x="608536" y="280662"/>
                  <a:pt x="602795" y="289264"/>
                  <a:pt x="594184" y="293566"/>
                </a:cubicBezTo>
                <a:cubicBezTo>
                  <a:pt x="602795" y="309337"/>
                  <a:pt x="608536" y="342314"/>
                  <a:pt x="608536" y="352351"/>
                </a:cubicBezTo>
                <a:cubicBezTo>
                  <a:pt x="608536" y="363821"/>
                  <a:pt x="597054" y="375291"/>
                  <a:pt x="585573" y="375291"/>
                </a:cubicBezTo>
                <a:cubicBezTo>
                  <a:pt x="572656" y="375291"/>
                  <a:pt x="562609" y="363821"/>
                  <a:pt x="562609" y="352351"/>
                </a:cubicBezTo>
                <a:cubicBezTo>
                  <a:pt x="562609" y="342314"/>
                  <a:pt x="568350" y="309337"/>
                  <a:pt x="575526" y="293566"/>
                </a:cubicBezTo>
                <a:cubicBezTo>
                  <a:pt x="568350" y="289264"/>
                  <a:pt x="562609" y="280662"/>
                  <a:pt x="562609" y="272059"/>
                </a:cubicBezTo>
                <a:cubicBezTo>
                  <a:pt x="562609" y="263456"/>
                  <a:pt x="566915" y="254854"/>
                  <a:pt x="575526" y="251986"/>
                </a:cubicBezTo>
                <a:lnTo>
                  <a:pt x="575526" y="118645"/>
                </a:lnTo>
                <a:lnTo>
                  <a:pt x="305703" y="223310"/>
                </a:lnTo>
                <a:cubicBezTo>
                  <a:pt x="301398" y="224744"/>
                  <a:pt x="297092" y="224744"/>
                  <a:pt x="292786" y="223310"/>
                </a:cubicBezTo>
                <a:lnTo>
                  <a:pt x="2870" y="111476"/>
                </a:lnTo>
                <a:cubicBezTo>
                  <a:pt x="1435" y="110042"/>
                  <a:pt x="0" y="108608"/>
                  <a:pt x="0" y="107174"/>
                </a:cubicBezTo>
                <a:cubicBezTo>
                  <a:pt x="0" y="105741"/>
                  <a:pt x="1435" y="102873"/>
                  <a:pt x="2870" y="102873"/>
                </a:cubicBezTo>
                <a:close/>
              </a:path>
            </a:pathLst>
          </a:custGeom>
          <a:solidFill>
            <a:srgbClr val="8A96A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5834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A96A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Microsoft Office PowerPoint</Application>
  <PresentationFormat>宽屏</PresentationFormat>
  <Paragraphs>207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汉仪中宋简</vt:lpstr>
      <vt:lpstr>思源黑体 Light</vt:lpstr>
      <vt:lpstr>思源黑体 Normal</vt:lpstr>
      <vt:lpstr>优设标题黑</vt:lpstr>
      <vt:lpstr>幼圆</vt:lpstr>
      <vt:lpstr>Arial</vt:lpstr>
      <vt:lpstr>Century Gothic</vt:lpstr>
      <vt:lpstr>等线</vt:lpstr>
      <vt:lpstr>等线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蜜桃收藏馆</cp:lastModifiedBy>
  <cp:revision>144</cp:revision>
  <dcterms:created xsi:type="dcterms:W3CDTF">2020-06-01T00:56:00Z</dcterms:created>
  <dcterms:modified xsi:type="dcterms:W3CDTF">2021-06-04T08:57:07Z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