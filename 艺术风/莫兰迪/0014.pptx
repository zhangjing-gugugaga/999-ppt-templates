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79" r:id="rId2"/>
    <p:sldId id="361" r:id="rId3"/>
    <p:sldId id="393" r:id="rId4"/>
    <p:sldId id="411" r:id="rId5"/>
    <p:sldId id="382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  <p:sldId id="409" r:id="rId17"/>
    <p:sldId id="42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57">
          <p15:clr>
            <a:srgbClr val="A4A3A4"/>
          </p15:clr>
        </p15:guide>
        <p15:guide id="2" orient="horz" pos="1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89AD"/>
    <a:srgbClr val="EFB845"/>
    <a:srgbClr val="F9F6F1"/>
    <a:srgbClr val="F3E9EB"/>
    <a:srgbClr val="B48B7E"/>
    <a:srgbClr val="EDC7B9"/>
    <a:srgbClr val="C8BFAE"/>
    <a:srgbClr val="DAA480"/>
    <a:srgbClr val="F8F4F4"/>
    <a:srgbClr val="F3E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7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10" y="-19"/>
      </p:cViewPr>
      <p:guideLst>
        <p:guide pos="2857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/>
          <p:cNvSpPr/>
          <p:nvPr userDrawn="1"/>
        </p:nvSpPr>
        <p:spPr bwMode="auto">
          <a:xfrm>
            <a:off x="7921625" y="-338138"/>
            <a:ext cx="1798638" cy="2152650"/>
          </a:xfrm>
          <a:custGeom>
            <a:avLst/>
            <a:gdLst>
              <a:gd name="T0" fmla="*/ 2294 w 2882"/>
              <a:gd name="T1" fmla="*/ 717 h 3447"/>
              <a:gd name="T2" fmla="*/ 2090 w 2882"/>
              <a:gd name="T3" fmla="*/ 520 h 3447"/>
              <a:gd name="T4" fmla="*/ 1277 w 2882"/>
              <a:gd name="T5" fmla="*/ 27 h 3447"/>
              <a:gd name="T6" fmla="*/ 633 w 2882"/>
              <a:gd name="T7" fmla="*/ 107 h 3447"/>
              <a:gd name="T8" fmla="*/ 232 w 2882"/>
              <a:gd name="T9" fmla="*/ 553 h 3447"/>
              <a:gd name="T10" fmla="*/ 20 w 2882"/>
              <a:gd name="T11" fmla="*/ 1496 h 3447"/>
              <a:gd name="T12" fmla="*/ 41 w 2882"/>
              <a:gd name="T13" fmla="*/ 1768 h 3447"/>
              <a:gd name="T14" fmla="*/ 51 w 2882"/>
              <a:gd name="T15" fmla="*/ 1874 h 3447"/>
              <a:gd name="T16" fmla="*/ 277 w 2882"/>
              <a:gd name="T17" fmla="*/ 2412 h 3447"/>
              <a:gd name="T18" fmla="*/ 1346 w 2882"/>
              <a:gd name="T19" fmla="*/ 3267 h 3447"/>
              <a:gd name="T20" fmla="*/ 2825 w 2882"/>
              <a:gd name="T21" fmla="*/ 2273 h 3447"/>
              <a:gd name="T22" fmla="*/ 2770 w 2882"/>
              <a:gd name="T23" fmla="*/ 1377 h 3447"/>
              <a:gd name="T24" fmla="*/ 2294 w 2882"/>
              <a:gd name="T25" fmla="*/ 717 h 3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82" h="3447">
                <a:moveTo>
                  <a:pt x="2294" y="717"/>
                </a:moveTo>
                <a:cubicBezTo>
                  <a:pt x="2227" y="651"/>
                  <a:pt x="2158" y="586"/>
                  <a:pt x="2090" y="520"/>
                </a:cubicBezTo>
                <a:cubicBezTo>
                  <a:pt x="1849" y="287"/>
                  <a:pt x="1627" y="71"/>
                  <a:pt x="1277" y="27"/>
                </a:cubicBezTo>
                <a:cubicBezTo>
                  <a:pt x="1058" y="0"/>
                  <a:pt x="827" y="6"/>
                  <a:pt x="633" y="107"/>
                </a:cubicBezTo>
                <a:cubicBezTo>
                  <a:pt x="452" y="201"/>
                  <a:pt x="319" y="370"/>
                  <a:pt x="232" y="553"/>
                </a:cubicBezTo>
                <a:cubicBezTo>
                  <a:pt x="102" y="828"/>
                  <a:pt x="0" y="1189"/>
                  <a:pt x="20" y="1496"/>
                </a:cubicBezTo>
                <a:cubicBezTo>
                  <a:pt x="26" y="1588"/>
                  <a:pt x="43" y="1676"/>
                  <a:pt x="41" y="1768"/>
                </a:cubicBezTo>
                <a:cubicBezTo>
                  <a:pt x="41" y="1804"/>
                  <a:pt x="43" y="1839"/>
                  <a:pt x="51" y="1874"/>
                </a:cubicBezTo>
                <a:cubicBezTo>
                  <a:pt x="94" y="2061"/>
                  <a:pt x="182" y="2247"/>
                  <a:pt x="277" y="2412"/>
                </a:cubicBezTo>
                <a:cubicBezTo>
                  <a:pt x="510" y="2818"/>
                  <a:pt x="890" y="3156"/>
                  <a:pt x="1346" y="3267"/>
                </a:cubicBezTo>
                <a:cubicBezTo>
                  <a:pt x="2086" y="3447"/>
                  <a:pt x="2689" y="2980"/>
                  <a:pt x="2825" y="2273"/>
                </a:cubicBezTo>
                <a:cubicBezTo>
                  <a:pt x="2882" y="1976"/>
                  <a:pt x="2879" y="1661"/>
                  <a:pt x="2770" y="1377"/>
                </a:cubicBezTo>
                <a:cubicBezTo>
                  <a:pt x="2669" y="1115"/>
                  <a:pt x="2489" y="911"/>
                  <a:pt x="2294" y="717"/>
                </a:cubicBezTo>
                <a:close/>
              </a:path>
            </a:pathLst>
          </a:custGeom>
          <a:solidFill>
            <a:srgbClr val="F3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2" name="组合 61"/>
          <p:cNvGrpSpPr/>
          <p:nvPr userDrawn="1"/>
        </p:nvGrpSpPr>
        <p:grpSpPr>
          <a:xfrm>
            <a:off x="7667625" y="3827463"/>
            <a:ext cx="1300163" cy="1316037"/>
            <a:chOff x="6270625" y="2416175"/>
            <a:chExt cx="1300163" cy="1316037"/>
          </a:xfrm>
        </p:grpSpPr>
        <p:sp>
          <p:nvSpPr>
            <p:cNvPr id="19" name="Freeform 9"/>
            <p:cNvSpPr/>
            <p:nvPr userDrawn="1"/>
          </p:nvSpPr>
          <p:spPr bwMode="auto">
            <a:xfrm>
              <a:off x="6270625" y="3032125"/>
              <a:ext cx="206375" cy="315913"/>
            </a:xfrm>
            <a:custGeom>
              <a:avLst/>
              <a:gdLst>
                <a:gd name="T0" fmla="*/ 277 w 329"/>
                <a:gd name="T1" fmla="*/ 189 h 506"/>
                <a:gd name="T2" fmla="*/ 215 w 329"/>
                <a:gd name="T3" fmla="*/ 418 h 506"/>
                <a:gd name="T4" fmla="*/ 277 w 329"/>
                <a:gd name="T5" fmla="*/ 189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9" h="506">
                  <a:moveTo>
                    <a:pt x="277" y="189"/>
                  </a:moveTo>
                  <a:cubicBezTo>
                    <a:pt x="77" y="0"/>
                    <a:pt x="0" y="506"/>
                    <a:pt x="215" y="418"/>
                  </a:cubicBezTo>
                  <a:cubicBezTo>
                    <a:pt x="268" y="365"/>
                    <a:pt x="329" y="260"/>
                    <a:pt x="277" y="1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0"/>
            <p:cNvSpPr/>
            <p:nvPr userDrawn="1"/>
          </p:nvSpPr>
          <p:spPr bwMode="auto">
            <a:xfrm>
              <a:off x="6456363" y="2978150"/>
              <a:ext cx="327025" cy="227013"/>
            </a:xfrm>
            <a:custGeom>
              <a:avLst/>
              <a:gdLst>
                <a:gd name="T0" fmla="*/ 313 w 523"/>
                <a:gd name="T1" fmla="*/ 50 h 364"/>
                <a:gd name="T2" fmla="*/ 139 w 523"/>
                <a:gd name="T3" fmla="*/ 139 h 364"/>
                <a:gd name="T4" fmla="*/ 313 w 523"/>
                <a:gd name="T5" fmla="*/ 5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3" h="364">
                  <a:moveTo>
                    <a:pt x="313" y="50"/>
                  </a:moveTo>
                  <a:cubicBezTo>
                    <a:pt x="235" y="0"/>
                    <a:pt x="173" y="78"/>
                    <a:pt x="139" y="139"/>
                  </a:cubicBezTo>
                  <a:cubicBezTo>
                    <a:pt x="0" y="364"/>
                    <a:pt x="523" y="227"/>
                    <a:pt x="313" y="50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1"/>
            <p:cNvSpPr/>
            <p:nvPr userDrawn="1"/>
          </p:nvSpPr>
          <p:spPr bwMode="auto">
            <a:xfrm>
              <a:off x="6484938" y="2782887"/>
              <a:ext cx="104775" cy="176213"/>
            </a:xfrm>
            <a:custGeom>
              <a:avLst/>
              <a:gdLst>
                <a:gd name="T0" fmla="*/ 163 w 169"/>
                <a:gd name="T1" fmla="*/ 101 h 281"/>
                <a:gd name="T2" fmla="*/ 60 w 169"/>
                <a:gd name="T3" fmla="*/ 39 h 281"/>
                <a:gd name="T4" fmla="*/ 5 w 169"/>
                <a:gd name="T5" fmla="*/ 169 h 281"/>
                <a:gd name="T6" fmla="*/ 72 w 169"/>
                <a:gd name="T7" fmla="*/ 280 h 281"/>
                <a:gd name="T8" fmla="*/ 163 w 169"/>
                <a:gd name="T9" fmla="*/ 10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281">
                  <a:moveTo>
                    <a:pt x="163" y="101"/>
                  </a:moveTo>
                  <a:cubicBezTo>
                    <a:pt x="155" y="40"/>
                    <a:pt x="121" y="0"/>
                    <a:pt x="60" y="39"/>
                  </a:cubicBezTo>
                  <a:cubicBezTo>
                    <a:pt x="16" y="67"/>
                    <a:pt x="0" y="119"/>
                    <a:pt x="5" y="169"/>
                  </a:cubicBezTo>
                  <a:cubicBezTo>
                    <a:pt x="8" y="205"/>
                    <a:pt x="26" y="281"/>
                    <a:pt x="72" y="280"/>
                  </a:cubicBezTo>
                  <a:cubicBezTo>
                    <a:pt x="137" y="279"/>
                    <a:pt x="169" y="151"/>
                    <a:pt x="163" y="10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2"/>
            <p:cNvSpPr/>
            <p:nvPr userDrawn="1"/>
          </p:nvSpPr>
          <p:spPr bwMode="auto">
            <a:xfrm>
              <a:off x="6653213" y="2752725"/>
              <a:ext cx="182563" cy="193675"/>
            </a:xfrm>
            <a:custGeom>
              <a:avLst/>
              <a:gdLst>
                <a:gd name="T0" fmla="*/ 219 w 294"/>
                <a:gd name="T1" fmla="*/ 97 h 310"/>
                <a:gd name="T2" fmla="*/ 7 w 294"/>
                <a:gd name="T3" fmla="*/ 199 h 310"/>
                <a:gd name="T4" fmla="*/ 219 w 294"/>
                <a:gd name="T5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4" h="310">
                  <a:moveTo>
                    <a:pt x="219" y="97"/>
                  </a:moveTo>
                  <a:cubicBezTo>
                    <a:pt x="157" y="0"/>
                    <a:pt x="0" y="116"/>
                    <a:pt x="7" y="199"/>
                  </a:cubicBezTo>
                  <a:cubicBezTo>
                    <a:pt x="61" y="310"/>
                    <a:pt x="294" y="222"/>
                    <a:pt x="219" y="9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3"/>
            <p:cNvSpPr/>
            <p:nvPr userDrawn="1"/>
          </p:nvSpPr>
          <p:spPr bwMode="auto">
            <a:xfrm>
              <a:off x="7164388" y="2982912"/>
              <a:ext cx="206375" cy="223838"/>
            </a:xfrm>
            <a:custGeom>
              <a:avLst/>
              <a:gdLst>
                <a:gd name="T0" fmla="*/ 256 w 331"/>
                <a:gd name="T1" fmla="*/ 98 h 359"/>
                <a:gd name="T2" fmla="*/ 7 w 331"/>
                <a:gd name="T3" fmla="*/ 248 h 359"/>
                <a:gd name="T4" fmla="*/ 256 w 331"/>
                <a:gd name="T5" fmla="*/ 98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" h="359">
                  <a:moveTo>
                    <a:pt x="256" y="98"/>
                  </a:moveTo>
                  <a:cubicBezTo>
                    <a:pt x="195" y="0"/>
                    <a:pt x="0" y="164"/>
                    <a:pt x="7" y="248"/>
                  </a:cubicBezTo>
                  <a:cubicBezTo>
                    <a:pt x="60" y="359"/>
                    <a:pt x="331" y="223"/>
                    <a:pt x="256" y="9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4"/>
            <p:cNvSpPr/>
            <p:nvPr userDrawn="1"/>
          </p:nvSpPr>
          <p:spPr bwMode="auto">
            <a:xfrm>
              <a:off x="6808788" y="2886075"/>
              <a:ext cx="184150" cy="168275"/>
            </a:xfrm>
            <a:custGeom>
              <a:avLst/>
              <a:gdLst>
                <a:gd name="T0" fmla="*/ 171 w 295"/>
                <a:gd name="T1" fmla="*/ 22 h 270"/>
                <a:gd name="T2" fmla="*/ 48 w 295"/>
                <a:gd name="T3" fmla="*/ 128 h 270"/>
                <a:gd name="T4" fmla="*/ 16 w 295"/>
                <a:gd name="T5" fmla="*/ 147 h 270"/>
                <a:gd name="T6" fmla="*/ 22 w 295"/>
                <a:gd name="T7" fmla="*/ 211 h 270"/>
                <a:gd name="T8" fmla="*/ 184 w 295"/>
                <a:gd name="T9" fmla="*/ 238 h 270"/>
                <a:gd name="T10" fmla="*/ 271 w 295"/>
                <a:gd name="T11" fmla="*/ 77 h 270"/>
                <a:gd name="T12" fmla="*/ 171 w 295"/>
                <a:gd name="T13" fmla="*/ 2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5" h="270">
                  <a:moveTo>
                    <a:pt x="171" y="22"/>
                  </a:moveTo>
                  <a:cubicBezTo>
                    <a:pt x="125" y="49"/>
                    <a:pt x="77" y="110"/>
                    <a:pt x="48" y="128"/>
                  </a:cubicBezTo>
                  <a:cubicBezTo>
                    <a:pt x="38" y="135"/>
                    <a:pt x="25" y="138"/>
                    <a:pt x="16" y="147"/>
                  </a:cubicBezTo>
                  <a:cubicBezTo>
                    <a:pt x="0" y="164"/>
                    <a:pt x="6" y="194"/>
                    <a:pt x="22" y="211"/>
                  </a:cubicBezTo>
                  <a:cubicBezTo>
                    <a:pt x="56" y="248"/>
                    <a:pt x="142" y="270"/>
                    <a:pt x="184" y="238"/>
                  </a:cubicBezTo>
                  <a:cubicBezTo>
                    <a:pt x="236" y="199"/>
                    <a:pt x="295" y="155"/>
                    <a:pt x="271" y="77"/>
                  </a:cubicBezTo>
                  <a:cubicBezTo>
                    <a:pt x="247" y="2"/>
                    <a:pt x="210" y="0"/>
                    <a:pt x="171" y="2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5"/>
            <p:cNvSpPr/>
            <p:nvPr userDrawn="1"/>
          </p:nvSpPr>
          <p:spPr bwMode="auto">
            <a:xfrm>
              <a:off x="6913563" y="2662237"/>
              <a:ext cx="196850" cy="238125"/>
            </a:xfrm>
            <a:custGeom>
              <a:avLst/>
              <a:gdLst>
                <a:gd name="T0" fmla="*/ 226 w 315"/>
                <a:gd name="T1" fmla="*/ 89 h 383"/>
                <a:gd name="T2" fmla="*/ 33 w 315"/>
                <a:gd name="T3" fmla="*/ 253 h 383"/>
                <a:gd name="T4" fmla="*/ 226 w 315"/>
                <a:gd name="T5" fmla="*/ 8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5" h="383">
                  <a:moveTo>
                    <a:pt x="226" y="89"/>
                  </a:moveTo>
                  <a:cubicBezTo>
                    <a:pt x="148" y="0"/>
                    <a:pt x="0" y="148"/>
                    <a:pt x="33" y="253"/>
                  </a:cubicBezTo>
                  <a:cubicBezTo>
                    <a:pt x="75" y="383"/>
                    <a:pt x="315" y="168"/>
                    <a:pt x="226" y="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6"/>
            <p:cNvSpPr/>
            <p:nvPr userDrawn="1"/>
          </p:nvSpPr>
          <p:spPr bwMode="auto">
            <a:xfrm>
              <a:off x="6681788" y="3028950"/>
              <a:ext cx="155575" cy="204788"/>
            </a:xfrm>
            <a:custGeom>
              <a:avLst/>
              <a:gdLst>
                <a:gd name="T0" fmla="*/ 205 w 251"/>
                <a:gd name="T1" fmla="*/ 112 h 328"/>
                <a:gd name="T2" fmla="*/ 90 w 251"/>
                <a:gd name="T3" fmla="*/ 288 h 328"/>
                <a:gd name="T4" fmla="*/ 205 w 251"/>
                <a:gd name="T5" fmla="*/ 112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1" h="328">
                  <a:moveTo>
                    <a:pt x="205" y="112"/>
                  </a:moveTo>
                  <a:cubicBezTo>
                    <a:pt x="117" y="0"/>
                    <a:pt x="0" y="229"/>
                    <a:pt x="90" y="288"/>
                  </a:cubicBezTo>
                  <a:cubicBezTo>
                    <a:pt x="186" y="328"/>
                    <a:pt x="251" y="186"/>
                    <a:pt x="205" y="11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7"/>
            <p:cNvSpPr/>
            <p:nvPr userDrawn="1"/>
          </p:nvSpPr>
          <p:spPr bwMode="auto">
            <a:xfrm>
              <a:off x="6502400" y="3201987"/>
              <a:ext cx="173038" cy="285750"/>
            </a:xfrm>
            <a:custGeom>
              <a:avLst/>
              <a:gdLst>
                <a:gd name="T0" fmla="*/ 241 w 279"/>
                <a:gd name="T1" fmla="*/ 146 h 458"/>
                <a:gd name="T2" fmla="*/ 71 w 279"/>
                <a:gd name="T3" fmla="*/ 352 h 458"/>
                <a:gd name="T4" fmla="*/ 241 w 279"/>
                <a:gd name="T5" fmla="*/ 14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9" h="458">
                  <a:moveTo>
                    <a:pt x="241" y="146"/>
                  </a:moveTo>
                  <a:cubicBezTo>
                    <a:pt x="159" y="0"/>
                    <a:pt x="0" y="266"/>
                    <a:pt x="71" y="352"/>
                  </a:cubicBezTo>
                  <a:cubicBezTo>
                    <a:pt x="173" y="458"/>
                    <a:pt x="279" y="238"/>
                    <a:pt x="241" y="146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18"/>
            <p:cNvSpPr/>
            <p:nvPr userDrawn="1"/>
          </p:nvSpPr>
          <p:spPr bwMode="auto">
            <a:xfrm>
              <a:off x="6875463" y="3076575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19"/>
            <p:cNvSpPr/>
            <p:nvPr userDrawn="1"/>
          </p:nvSpPr>
          <p:spPr bwMode="auto">
            <a:xfrm>
              <a:off x="6894513" y="3479800"/>
              <a:ext cx="236538" cy="168275"/>
            </a:xfrm>
            <a:custGeom>
              <a:avLst/>
              <a:gdLst>
                <a:gd name="T0" fmla="*/ 274 w 378"/>
                <a:gd name="T1" fmla="*/ 67 h 271"/>
                <a:gd name="T2" fmla="*/ 163 w 378"/>
                <a:gd name="T3" fmla="*/ 271 h 271"/>
                <a:gd name="T4" fmla="*/ 274 w 378"/>
                <a:gd name="T5" fmla="*/ 67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7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0"/>
            <p:cNvSpPr/>
            <p:nvPr userDrawn="1"/>
          </p:nvSpPr>
          <p:spPr bwMode="auto">
            <a:xfrm>
              <a:off x="7334250" y="2843212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5" y="0"/>
                    <a:pt x="0" y="251"/>
                    <a:pt x="163" y="271"/>
                  </a:cubicBezTo>
                  <a:cubicBezTo>
                    <a:pt x="244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1"/>
            <p:cNvSpPr/>
            <p:nvPr userDrawn="1"/>
          </p:nvSpPr>
          <p:spPr bwMode="auto">
            <a:xfrm>
              <a:off x="7281863" y="2416175"/>
              <a:ext cx="234950" cy="168275"/>
            </a:xfrm>
            <a:custGeom>
              <a:avLst/>
              <a:gdLst>
                <a:gd name="T0" fmla="*/ 274 w 378"/>
                <a:gd name="T1" fmla="*/ 67 h 270"/>
                <a:gd name="T2" fmla="*/ 163 w 378"/>
                <a:gd name="T3" fmla="*/ 270 h 270"/>
                <a:gd name="T4" fmla="*/ 274 w 378"/>
                <a:gd name="T5" fmla="*/ 6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0">
                  <a:moveTo>
                    <a:pt x="274" y="67"/>
                  </a:moveTo>
                  <a:cubicBezTo>
                    <a:pt x="164" y="0"/>
                    <a:pt x="0" y="251"/>
                    <a:pt x="163" y="270"/>
                  </a:cubicBezTo>
                  <a:cubicBezTo>
                    <a:pt x="243" y="261"/>
                    <a:pt x="378" y="137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2"/>
            <p:cNvSpPr/>
            <p:nvPr userDrawn="1"/>
          </p:nvSpPr>
          <p:spPr bwMode="auto">
            <a:xfrm>
              <a:off x="6723063" y="3294062"/>
              <a:ext cx="171450" cy="225425"/>
            </a:xfrm>
            <a:custGeom>
              <a:avLst/>
              <a:gdLst>
                <a:gd name="T0" fmla="*/ 261 w 275"/>
                <a:gd name="T1" fmla="*/ 157 h 362"/>
                <a:gd name="T2" fmla="*/ 138 w 275"/>
                <a:gd name="T3" fmla="*/ 352 h 362"/>
                <a:gd name="T4" fmla="*/ 261 w 275"/>
                <a:gd name="T5" fmla="*/ 15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362">
                  <a:moveTo>
                    <a:pt x="261" y="157"/>
                  </a:moveTo>
                  <a:cubicBezTo>
                    <a:pt x="175" y="0"/>
                    <a:pt x="0" y="299"/>
                    <a:pt x="138" y="352"/>
                  </a:cubicBezTo>
                  <a:cubicBezTo>
                    <a:pt x="233" y="362"/>
                    <a:pt x="275" y="235"/>
                    <a:pt x="261" y="15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3"/>
            <p:cNvSpPr/>
            <p:nvPr userDrawn="1"/>
          </p:nvSpPr>
          <p:spPr bwMode="auto">
            <a:xfrm>
              <a:off x="6640513" y="2457450"/>
              <a:ext cx="306388" cy="206375"/>
            </a:xfrm>
            <a:custGeom>
              <a:avLst/>
              <a:gdLst>
                <a:gd name="T0" fmla="*/ 366 w 489"/>
                <a:gd name="T1" fmla="*/ 99 h 332"/>
                <a:gd name="T2" fmla="*/ 187 w 489"/>
                <a:gd name="T3" fmla="*/ 332 h 332"/>
                <a:gd name="T4" fmla="*/ 366 w 489"/>
                <a:gd name="T5" fmla="*/ 99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9" h="332">
                  <a:moveTo>
                    <a:pt x="366" y="99"/>
                  </a:moveTo>
                  <a:cubicBezTo>
                    <a:pt x="248" y="0"/>
                    <a:pt x="0" y="293"/>
                    <a:pt x="187" y="332"/>
                  </a:cubicBezTo>
                  <a:cubicBezTo>
                    <a:pt x="282" y="330"/>
                    <a:pt x="489" y="201"/>
                    <a:pt x="366" y="9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4"/>
            <p:cNvSpPr/>
            <p:nvPr userDrawn="1"/>
          </p:nvSpPr>
          <p:spPr bwMode="auto">
            <a:xfrm>
              <a:off x="7080250" y="2747962"/>
              <a:ext cx="163513" cy="247650"/>
            </a:xfrm>
            <a:custGeom>
              <a:avLst/>
              <a:gdLst>
                <a:gd name="T0" fmla="*/ 199 w 262"/>
                <a:gd name="T1" fmla="*/ 119 h 397"/>
                <a:gd name="T2" fmla="*/ 7 w 262"/>
                <a:gd name="T3" fmla="*/ 238 h 397"/>
                <a:gd name="T4" fmla="*/ 213 w 262"/>
                <a:gd name="T5" fmla="*/ 147 h 397"/>
                <a:gd name="T6" fmla="*/ 199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199" y="119"/>
                  </a:moveTo>
                  <a:cubicBezTo>
                    <a:pt x="140" y="0"/>
                    <a:pt x="0" y="154"/>
                    <a:pt x="7" y="238"/>
                  </a:cubicBezTo>
                  <a:cubicBezTo>
                    <a:pt x="21" y="397"/>
                    <a:pt x="262" y="292"/>
                    <a:pt x="213" y="147"/>
                  </a:cubicBezTo>
                  <a:cubicBezTo>
                    <a:pt x="209" y="137"/>
                    <a:pt x="205" y="128"/>
                    <a:pt x="199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5"/>
            <p:cNvSpPr/>
            <p:nvPr userDrawn="1"/>
          </p:nvSpPr>
          <p:spPr bwMode="auto">
            <a:xfrm>
              <a:off x="6464300" y="3484562"/>
              <a:ext cx="163513" cy="247650"/>
            </a:xfrm>
            <a:custGeom>
              <a:avLst/>
              <a:gdLst>
                <a:gd name="T0" fmla="*/ 200 w 262"/>
                <a:gd name="T1" fmla="*/ 119 h 397"/>
                <a:gd name="T2" fmla="*/ 8 w 262"/>
                <a:gd name="T3" fmla="*/ 238 h 397"/>
                <a:gd name="T4" fmla="*/ 213 w 262"/>
                <a:gd name="T5" fmla="*/ 147 h 397"/>
                <a:gd name="T6" fmla="*/ 200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200" y="119"/>
                  </a:moveTo>
                  <a:cubicBezTo>
                    <a:pt x="140" y="0"/>
                    <a:pt x="0" y="154"/>
                    <a:pt x="8" y="238"/>
                  </a:cubicBezTo>
                  <a:cubicBezTo>
                    <a:pt x="21" y="397"/>
                    <a:pt x="262" y="293"/>
                    <a:pt x="213" y="147"/>
                  </a:cubicBezTo>
                  <a:cubicBezTo>
                    <a:pt x="209" y="137"/>
                    <a:pt x="205" y="128"/>
                    <a:pt x="200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6"/>
            <p:cNvSpPr/>
            <p:nvPr userDrawn="1"/>
          </p:nvSpPr>
          <p:spPr bwMode="auto">
            <a:xfrm>
              <a:off x="6989763" y="3259137"/>
              <a:ext cx="171450" cy="161925"/>
            </a:xfrm>
            <a:custGeom>
              <a:avLst/>
              <a:gdLst>
                <a:gd name="T0" fmla="*/ 202 w 275"/>
                <a:gd name="T1" fmla="*/ 61 h 261"/>
                <a:gd name="T2" fmla="*/ 39 w 275"/>
                <a:gd name="T3" fmla="*/ 174 h 261"/>
                <a:gd name="T4" fmla="*/ 202 w 275"/>
                <a:gd name="T5" fmla="*/ 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261">
                  <a:moveTo>
                    <a:pt x="202" y="61"/>
                  </a:moveTo>
                  <a:cubicBezTo>
                    <a:pt x="145" y="0"/>
                    <a:pt x="0" y="101"/>
                    <a:pt x="39" y="174"/>
                  </a:cubicBezTo>
                  <a:cubicBezTo>
                    <a:pt x="98" y="261"/>
                    <a:pt x="275" y="148"/>
                    <a:pt x="202" y="6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7"/>
            <p:cNvSpPr/>
            <p:nvPr userDrawn="1"/>
          </p:nvSpPr>
          <p:spPr bwMode="auto">
            <a:xfrm>
              <a:off x="7037388" y="2506662"/>
              <a:ext cx="166688" cy="227013"/>
            </a:xfrm>
            <a:custGeom>
              <a:avLst/>
              <a:gdLst>
                <a:gd name="T0" fmla="*/ 243 w 267"/>
                <a:gd name="T1" fmla="*/ 177 h 363"/>
                <a:gd name="T2" fmla="*/ 123 w 267"/>
                <a:gd name="T3" fmla="*/ 328 h 363"/>
                <a:gd name="T4" fmla="*/ 243 w 267"/>
                <a:gd name="T5" fmla="*/ 17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363">
                  <a:moveTo>
                    <a:pt x="243" y="177"/>
                  </a:moveTo>
                  <a:cubicBezTo>
                    <a:pt x="192" y="0"/>
                    <a:pt x="0" y="277"/>
                    <a:pt x="123" y="328"/>
                  </a:cubicBezTo>
                  <a:cubicBezTo>
                    <a:pt x="199" y="363"/>
                    <a:pt x="267" y="242"/>
                    <a:pt x="243" y="17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8"/>
            <p:cNvSpPr/>
            <p:nvPr userDrawn="1"/>
          </p:nvSpPr>
          <p:spPr bwMode="auto">
            <a:xfrm>
              <a:off x="7265988" y="2697162"/>
              <a:ext cx="136525" cy="190500"/>
            </a:xfrm>
            <a:custGeom>
              <a:avLst/>
              <a:gdLst>
                <a:gd name="T0" fmla="*/ 203 w 220"/>
                <a:gd name="T1" fmla="*/ 135 h 305"/>
                <a:gd name="T2" fmla="*/ 39 w 220"/>
                <a:gd name="T3" fmla="*/ 206 h 305"/>
                <a:gd name="T4" fmla="*/ 203 w 220"/>
                <a:gd name="T5" fmla="*/ 13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305">
                  <a:moveTo>
                    <a:pt x="203" y="135"/>
                  </a:moveTo>
                  <a:cubicBezTo>
                    <a:pt x="190" y="0"/>
                    <a:pt x="0" y="104"/>
                    <a:pt x="39" y="206"/>
                  </a:cubicBezTo>
                  <a:cubicBezTo>
                    <a:pt x="76" y="305"/>
                    <a:pt x="220" y="221"/>
                    <a:pt x="203" y="135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3" name="组合 62"/>
          <p:cNvGrpSpPr/>
          <p:nvPr userDrawn="1"/>
        </p:nvGrpSpPr>
        <p:grpSpPr>
          <a:xfrm>
            <a:off x="-158750" y="-104775"/>
            <a:ext cx="1990725" cy="1316037"/>
            <a:chOff x="1581150" y="1114425"/>
            <a:chExt cx="1990725" cy="1316037"/>
          </a:xfrm>
        </p:grpSpPr>
        <p:sp>
          <p:nvSpPr>
            <p:cNvPr id="13" name="Freeform 5"/>
            <p:cNvSpPr/>
            <p:nvPr userDrawn="1"/>
          </p:nvSpPr>
          <p:spPr bwMode="auto">
            <a:xfrm>
              <a:off x="1581150" y="1352550"/>
              <a:ext cx="979488" cy="1033463"/>
            </a:xfrm>
            <a:custGeom>
              <a:avLst/>
              <a:gdLst>
                <a:gd name="T0" fmla="*/ 235 w 1568"/>
                <a:gd name="T1" fmla="*/ 548 h 1656"/>
                <a:gd name="T2" fmla="*/ 177 w 1568"/>
                <a:gd name="T3" fmla="*/ 681 h 1656"/>
                <a:gd name="T4" fmla="*/ 95 w 1568"/>
                <a:gd name="T5" fmla="*/ 873 h 1656"/>
                <a:gd name="T6" fmla="*/ 13 w 1568"/>
                <a:gd name="T7" fmla="*/ 1178 h 1656"/>
                <a:gd name="T8" fmla="*/ 33 w 1568"/>
                <a:gd name="T9" fmla="*/ 1430 h 1656"/>
                <a:gd name="T10" fmla="*/ 387 w 1568"/>
                <a:gd name="T11" fmla="*/ 1649 h 1656"/>
                <a:gd name="T12" fmla="*/ 808 w 1568"/>
                <a:gd name="T13" fmla="*/ 1540 h 1656"/>
                <a:gd name="T14" fmla="*/ 1342 w 1568"/>
                <a:gd name="T15" fmla="*/ 1148 h 1656"/>
                <a:gd name="T16" fmla="*/ 1539 w 1568"/>
                <a:gd name="T17" fmla="*/ 528 h 1656"/>
                <a:gd name="T18" fmla="*/ 1135 w 1568"/>
                <a:gd name="T19" fmla="*/ 45 h 1656"/>
                <a:gd name="T20" fmla="*/ 601 w 1568"/>
                <a:gd name="T21" fmla="*/ 129 h 1656"/>
                <a:gd name="T22" fmla="*/ 418 w 1568"/>
                <a:gd name="T23" fmla="*/ 244 h 1656"/>
                <a:gd name="T24" fmla="*/ 235 w 1568"/>
                <a:gd name="T25" fmla="*/ 548 h 1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68" h="1656">
                  <a:moveTo>
                    <a:pt x="235" y="548"/>
                  </a:moveTo>
                  <a:cubicBezTo>
                    <a:pt x="216" y="593"/>
                    <a:pt x="197" y="638"/>
                    <a:pt x="177" y="681"/>
                  </a:cubicBezTo>
                  <a:cubicBezTo>
                    <a:pt x="148" y="744"/>
                    <a:pt x="120" y="808"/>
                    <a:pt x="95" y="873"/>
                  </a:cubicBezTo>
                  <a:cubicBezTo>
                    <a:pt x="58" y="972"/>
                    <a:pt x="28" y="1074"/>
                    <a:pt x="13" y="1178"/>
                  </a:cubicBezTo>
                  <a:cubicBezTo>
                    <a:pt x="2" y="1263"/>
                    <a:pt x="0" y="1351"/>
                    <a:pt x="33" y="1430"/>
                  </a:cubicBezTo>
                  <a:cubicBezTo>
                    <a:pt x="90" y="1565"/>
                    <a:pt x="241" y="1642"/>
                    <a:pt x="387" y="1649"/>
                  </a:cubicBezTo>
                  <a:cubicBezTo>
                    <a:pt x="533" y="1656"/>
                    <a:pt x="676" y="1603"/>
                    <a:pt x="808" y="1540"/>
                  </a:cubicBezTo>
                  <a:cubicBezTo>
                    <a:pt x="1009" y="1445"/>
                    <a:pt x="1201" y="1321"/>
                    <a:pt x="1342" y="1148"/>
                  </a:cubicBezTo>
                  <a:cubicBezTo>
                    <a:pt x="1483" y="975"/>
                    <a:pt x="1568" y="749"/>
                    <a:pt x="1539" y="528"/>
                  </a:cubicBezTo>
                  <a:cubicBezTo>
                    <a:pt x="1509" y="308"/>
                    <a:pt x="1351" y="100"/>
                    <a:pt x="1135" y="45"/>
                  </a:cubicBezTo>
                  <a:cubicBezTo>
                    <a:pt x="955" y="0"/>
                    <a:pt x="767" y="60"/>
                    <a:pt x="601" y="129"/>
                  </a:cubicBezTo>
                  <a:cubicBezTo>
                    <a:pt x="533" y="157"/>
                    <a:pt x="469" y="192"/>
                    <a:pt x="418" y="244"/>
                  </a:cubicBezTo>
                  <a:cubicBezTo>
                    <a:pt x="334" y="328"/>
                    <a:pt x="283" y="438"/>
                    <a:pt x="235" y="548"/>
                  </a:cubicBezTo>
                  <a:close/>
                </a:path>
              </a:pathLst>
            </a:custGeom>
            <a:solidFill>
              <a:srgbClr val="EFB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9"/>
            <p:cNvSpPr/>
            <p:nvPr userDrawn="1"/>
          </p:nvSpPr>
          <p:spPr bwMode="auto">
            <a:xfrm>
              <a:off x="2273300" y="1730375"/>
              <a:ext cx="206375" cy="317500"/>
            </a:xfrm>
            <a:custGeom>
              <a:avLst/>
              <a:gdLst>
                <a:gd name="T0" fmla="*/ 277 w 330"/>
                <a:gd name="T1" fmla="*/ 189 h 507"/>
                <a:gd name="T2" fmla="*/ 215 w 330"/>
                <a:gd name="T3" fmla="*/ 419 h 507"/>
                <a:gd name="T4" fmla="*/ 277 w 330"/>
                <a:gd name="T5" fmla="*/ 189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0" h="507">
                  <a:moveTo>
                    <a:pt x="277" y="189"/>
                  </a:moveTo>
                  <a:cubicBezTo>
                    <a:pt x="77" y="0"/>
                    <a:pt x="0" y="507"/>
                    <a:pt x="215" y="419"/>
                  </a:cubicBezTo>
                  <a:cubicBezTo>
                    <a:pt x="268" y="366"/>
                    <a:pt x="330" y="261"/>
                    <a:pt x="277" y="1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0"/>
            <p:cNvSpPr/>
            <p:nvPr userDrawn="1"/>
          </p:nvSpPr>
          <p:spPr bwMode="auto">
            <a:xfrm>
              <a:off x="2459038" y="1676400"/>
              <a:ext cx="327025" cy="227013"/>
            </a:xfrm>
            <a:custGeom>
              <a:avLst/>
              <a:gdLst>
                <a:gd name="T0" fmla="*/ 313 w 523"/>
                <a:gd name="T1" fmla="*/ 49 h 364"/>
                <a:gd name="T2" fmla="*/ 139 w 523"/>
                <a:gd name="T3" fmla="*/ 139 h 364"/>
                <a:gd name="T4" fmla="*/ 313 w 523"/>
                <a:gd name="T5" fmla="*/ 49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3" h="364">
                  <a:moveTo>
                    <a:pt x="313" y="49"/>
                  </a:moveTo>
                  <a:cubicBezTo>
                    <a:pt x="235" y="0"/>
                    <a:pt x="173" y="78"/>
                    <a:pt x="139" y="139"/>
                  </a:cubicBezTo>
                  <a:cubicBezTo>
                    <a:pt x="0" y="364"/>
                    <a:pt x="523" y="227"/>
                    <a:pt x="313" y="4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1"/>
            <p:cNvSpPr/>
            <p:nvPr userDrawn="1"/>
          </p:nvSpPr>
          <p:spPr bwMode="auto">
            <a:xfrm>
              <a:off x="2486025" y="1481137"/>
              <a:ext cx="106363" cy="176213"/>
            </a:xfrm>
            <a:custGeom>
              <a:avLst/>
              <a:gdLst>
                <a:gd name="T0" fmla="*/ 163 w 170"/>
                <a:gd name="T1" fmla="*/ 100 h 281"/>
                <a:gd name="T2" fmla="*/ 60 w 170"/>
                <a:gd name="T3" fmla="*/ 39 h 281"/>
                <a:gd name="T4" fmla="*/ 5 w 170"/>
                <a:gd name="T5" fmla="*/ 169 h 281"/>
                <a:gd name="T6" fmla="*/ 72 w 170"/>
                <a:gd name="T7" fmla="*/ 280 h 281"/>
                <a:gd name="T8" fmla="*/ 163 w 170"/>
                <a:gd name="T9" fmla="*/ 10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281">
                  <a:moveTo>
                    <a:pt x="163" y="100"/>
                  </a:moveTo>
                  <a:cubicBezTo>
                    <a:pt x="155" y="40"/>
                    <a:pt x="121" y="0"/>
                    <a:pt x="60" y="39"/>
                  </a:cubicBezTo>
                  <a:cubicBezTo>
                    <a:pt x="16" y="67"/>
                    <a:pt x="0" y="118"/>
                    <a:pt x="5" y="169"/>
                  </a:cubicBezTo>
                  <a:cubicBezTo>
                    <a:pt x="8" y="204"/>
                    <a:pt x="26" y="281"/>
                    <a:pt x="72" y="280"/>
                  </a:cubicBezTo>
                  <a:cubicBezTo>
                    <a:pt x="137" y="278"/>
                    <a:pt x="170" y="151"/>
                    <a:pt x="163" y="100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2"/>
            <p:cNvSpPr/>
            <p:nvPr userDrawn="1"/>
          </p:nvSpPr>
          <p:spPr bwMode="auto">
            <a:xfrm>
              <a:off x="2655888" y="1450975"/>
              <a:ext cx="182563" cy="193675"/>
            </a:xfrm>
            <a:custGeom>
              <a:avLst/>
              <a:gdLst>
                <a:gd name="T0" fmla="*/ 218 w 293"/>
                <a:gd name="T1" fmla="*/ 98 h 311"/>
                <a:gd name="T2" fmla="*/ 7 w 293"/>
                <a:gd name="T3" fmla="*/ 200 h 311"/>
                <a:gd name="T4" fmla="*/ 218 w 293"/>
                <a:gd name="T5" fmla="*/ 98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3" h="311">
                  <a:moveTo>
                    <a:pt x="218" y="98"/>
                  </a:moveTo>
                  <a:cubicBezTo>
                    <a:pt x="156" y="0"/>
                    <a:pt x="0" y="117"/>
                    <a:pt x="7" y="200"/>
                  </a:cubicBezTo>
                  <a:cubicBezTo>
                    <a:pt x="60" y="311"/>
                    <a:pt x="293" y="222"/>
                    <a:pt x="218" y="9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3"/>
            <p:cNvSpPr/>
            <p:nvPr userDrawn="1"/>
          </p:nvSpPr>
          <p:spPr bwMode="auto">
            <a:xfrm>
              <a:off x="3165475" y="1682750"/>
              <a:ext cx="207963" cy="222250"/>
            </a:xfrm>
            <a:custGeom>
              <a:avLst/>
              <a:gdLst>
                <a:gd name="T0" fmla="*/ 256 w 331"/>
                <a:gd name="T1" fmla="*/ 97 h 358"/>
                <a:gd name="T2" fmla="*/ 7 w 331"/>
                <a:gd name="T3" fmla="*/ 247 h 358"/>
                <a:gd name="T4" fmla="*/ 256 w 331"/>
                <a:gd name="T5" fmla="*/ 97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" h="358">
                  <a:moveTo>
                    <a:pt x="256" y="97"/>
                  </a:moveTo>
                  <a:cubicBezTo>
                    <a:pt x="195" y="0"/>
                    <a:pt x="0" y="164"/>
                    <a:pt x="7" y="247"/>
                  </a:cubicBezTo>
                  <a:cubicBezTo>
                    <a:pt x="60" y="358"/>
                    <a:pt x="331" y="222"/>
                    <a:pt x="256" y="9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4"/>
            <p:cNvSpPr/>
            <p:nvPr userDrawn="1"/>
          </p:nvSpPr>
          <p:spPr bwMode="auto">
            <a:xfrm>
              <a:off x="2811463" y="1582737"/>
              <a:ext cx="184150" cy="169863"/>
            </a:xfrm>
            <a:custGeom>
              <a:avLst/>
              <a:gdLst>
                <a:gd name="T0" fmla="*/ 171 w 295"/>
                <a:gd name="T1" fmla="*/ 23 h 270"/>
                <a:gd name="T2" fmla="*/ 48 w 295"/>
                <a:gd name="T3" fmla="*/ 129 h 270"/>
                <a:gd name="T4" fmla="*/ 17 w 295"/>
                <a:gd name="T5" fmla="*/ 148 h 270"/>
                <a:gd name="T6" fmla="*/ 22 w 295"/>
                <a:gd name="T7" fmla="*/ 211 h 270"/>
                <a:gd name="T8" fmla="*/ 184 w 295"/>
                <a:gd name="T9" fmla="*/ 238 h 270"/>
                <a:gd name="T10" fmla="*/ 271 w 295"/>
                <a:gd name="T11" fmla="*/ 78 h 270"/>
                <a:gd name="T12" fmla="*/ 171 w 295"/>
                <a:gd name="T13" fmla="*/ 2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5" h="270">
                  <a:moveTo>
                    <a:pt x="171" y="23"/>
                  </a:moveTo>
                  <a:cubicBezTo>
                    <a:pt x="125" y="49"/>
                    <a:pt x="77" y="111"/>
                    <a:pt x="48" y="129"/>
                  </a:cubicBezTo>
                  <a:cubicBezTo>
                    <a:pt x="38" y="135"/>
                    <a:pt x="25" y="139"/>
                    <a:pt x="17" y="148"/>
                  </a:cubicBezTo>
                  <a:cubicBezTo>
                    <a:pt x="0" y="165"/>
                    <a:pt x="6" y="194"/>
                    <a:pt x="22" y="211"/>
                  </a:cubicBezTo>
                  <a:cubicBezTo>
                    <a:pt x="56" y="248"/>
                    <a:pt x="142" y="270"/>
                    <a:pt x="184" y="238"/>
                  </a:cubicBezTo>
                  <a:cubicBezTo>
                    <a:pt x="236" y="200"/>
                    <a:pt x="295" y="156"/>
                    <a:pt x="271" y="78"/>
                  </a:cubicBezTo>
                  <a:cubicBezTo>
                    <a:pt x="247" y="3"/>
                    <a:pt x="210" y="0"/>
                    <a:pt x="171" y="23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5"/>
            <p:cNvSpPr/>
            <p:nvPr userDrawn="1"/>
          </p:nvSpPr>
          <p:spPr bwMode="auto">
            <a:xfrm>
              <a:off x="2916238" y="1360487"/>
              <a:ext cx="196850" cy="239713"/>
            </a:xfrm>
            <a:custGeom>
              <a:avLst/>
              <a:gdLst>
                <a:gd name="T0" fmla="*/ 226 w 315"/>
                <a:gd name="T1" fmla="*/ 90 h 384"/>
                <a:gd name="T2" fmla="*/ 33 w 315"/>
                <a:gd name="T3" fmla="*/ 253 h 384"/>
                <a:gd name="T4" fmla="*/ 226 w 315"/>
                <a:gd name="T5" fmla="*/ 9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5" h="384">
                  <a:moveTo>
                    <a:pt x="226" y="90"/>
                  </a:moveTo>
                  <a:cubicBezTo>
                    <a:pt x="148" y="0"/>
                    <a:pt x="0" y="149"/>
                    <a:pt x="33" y="253"/>
                  </a:cubicBezTo>
                  <a:cubicBezTo>
                    <a:pt x="75" y="384"/>
                    <a:pt x="315" y="169"/>
                    <a:pt x="226" y="90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36"/>
            <p:cNvSpPr/>
            <p:nvPr userDrawn="1"/>
          </p:nvSpPr>
          <p:spPr bwMode="auto">
            <a:xfrm>
              <a:off x="2684463" y="1728787"/>
              <a:ext cx="155575" cy="204788"/>
            </a:xfrm>
            <a:custGeom>
              <a:avLst/>
              <a:gdLst>
                <a:gd name="T0" fmla="*/ 204 w 250"/>
                <a:gd name="T1" fmla="*/ 112 h 328"/>
                <a:gd name="T2" fmla="*/ 89 w 250"/>
                <a:gd name="T3" fmla="*/ 288 h 328"/>
                <a:gd name="T4" fmla="*/ 204 w 250"/>
                <a:gd name="T5" fmla="*/ 112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0" h="328">
                  <a:moveTo>
                    <a:pt x="204" y="112"/>
                  </a:moveTo>
                  <a:cubicBezTo>
                    <a:pt x="116" y="0"/>
                    <a:pt x="0" y="229"/>
                    <a:pt x="89" y="288"/>
                  </a:cubicBezTo>
                  <a:cubicBezTo>
                    <a:pt x="185" y="328"/>
                    <a:pt x="250" y="186"/>
                    <a:pt x="204" y="11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37"/>
            <p:cNvSpPr/>
            <p:nvPr userDrawn="1"/>
          </p:nvSpPr>
          <p:spPr bwMode="auto">
            <a:xfrm>
              <a:off x="2503488" y="1898650"/>
              <a:ext cx="174625" cy="287338"/>
            </a:xfrm>
            <a:custGeom>
              <a:avLst/>
              <a:gdLst>
                <a:gd name="T0" fmla="*/ 241 w 280"/>
                <a:gd name="T1" fmla="*/ 147 h 459"/>
                <a:gd name="T2" fmla="*/ 71 w 280"/>
                <a:gd name="T3" fmla="*/ 353 h 459"/>
                <a:gd name="T4" fmla="*/ 241 w 280"/>
                <a:gd name="T5" fmla="*/ 14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459">
                  <a:moveTo>
                    <a:pt x="241" y="147"/>
                  </a:moveTo>
                  <a:cubicBezTo>
                    <a:pt x="159" y="0"/>
                    <a:pt x="0" y="267"/>
                    <a:pt x="71" y="353"/>
                  </a:cubicBezTo>
                  <a:cubicBezTo>
                    <a:pt x="173" y="459"/>
                    <a:pt x="280" y="239"/>
                    <a:pt x="241" y="14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38"/>
            <p:cNvSpPr/>
            <p:nvPr userDrawn="1"/>
          </p:nvSpPr>
          <p:spPr bwMode="auto">
            <a:xfrm>
              <a:off x="2878138" y="1776412"/>
              <a:ext cx="236538" cy="168275"/>
            </a:xfrm>
            <a:custGeom>
              <a:avLst/>
              <a:gdLst>
                <a:gd name="T0" fmla="*/ 274 w 378"/>
                <a:gd name="T1" fmla="*/ 67 h 270"/>
                <a:gd name="T2" fmla="*/ 163 w 378"/>
                <a:gd name="T3" fmla="*/ 270 h 270"/>
                <a:gd name="T4" fmla="*/ 274 w 378"/>
                <a:gd name="T5" fmla="*/ 6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0">
                  <a:moveTo>
                    <a:pt x="274" y="67"/>
                  </a:moveTo>
                  <a:cubicBezTo>
                    <a:pt x="164" y="0"/>
                    <a:pt x="0" y="250"/>
                    <a:pt x="163" y="270"/>
                  </a:cubicBezTo>
                  <a:cubicBezTo>
                    <a:pt x="243" y="261"/>
                    <a:pt x="378" y="137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39"/>
            <p:cNvSpPr/>
            <p:nvPr userDrawn="1"/>
          </p:nvSpPr>
          <p:spPr bwMode="auto">
            <a:xfrm>
              <a:off x="2897188" y="2178050"/>
              <a:ext cx="234950" cy="168275"/>
            </a:xfrm>
            <a:custGeom>
              <a:avLst/>
              <a:gdLst>
                <a:gd name="T0" fmla="*/ 274 w 378"/>
                <a:gd name="T1" fmla="*/ 67 h 270"/>
                <a:gd name="T2" fmla="*/ 163 w 378"/>
                <a:gd name="T3" fmla="*/ 270 h 270"/>
                <a:gd name="T4" fmla="*/ 274 w 378"/>
                <a:gd name="T5" fmla="*/ 6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0">
                  <a:moveTo>
                    <a:pt x="274" y="67"/>
                  </a:moveTo>
                  <a:cubicBezTo>
                    <a:pt x="164" y="0"/>
                    <a:pt x="0" y="250"/>
                    <a:pt x="163" y="270"/>
                  </a:cubicBezTo>
                  <a:cubicBezTo>
                    <a:pt x="243" y="260"/>
                    <a:pt x="378" y="137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0"/>
            <p:cNvSpPr/>
            <p:nvPr userDrawn="1"/>
          </p:nvSpPr>
          <p:spPr bwMode="auto">
            <a:xfrm>
              <a:off x="3336925" y="1543050"/>
              <a:ext cx="234950" cy="168275"/>
            </a:xfrm>
            <a:custGeom>
              <a:avLst/>
              <a:gdLst>
                <a:gd name="T0" fmla="*/ 274 w 378"/>
                <a:gd name="T1" fmla="*/ 67 h 270"/>
                <a:gd name="T2" fmla="*/ 163 w 378"/>
                <a:gd name="T3" fmla="*/ 270 h 270"/>
                <a:gd name="T4" fmla="*/ 274 w 378"/>
                <a:gd name="T5" fmla="*/ 6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0">
                  <a:moveTo>
                    <a:pt x="274" y="67"/>
                  </a:moveTo>
                  <a:cubicBezTo>
                    <a:pt x="165" y="0"/>
                    <a:pt x="0" y="251"/>
                    <a:pt x="163" y="270"/>
                  </a:cubicBezTo>
                  <a:cubicBezTo>
                    <a:pt x="244" y="261"/>
                    <a:pt x="378" y="137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1"/>
            <p:cNvSpPr/>
            <p:nvPr userDrawn="1"/>
          </p:nvSpPr>
          <p:spPr bwMode="auto">
            <a:xfrm>
              <a:off x="3282950" y="1114425"/>
              <a:ext cx="236538" cy="168275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5" y="0"/>
                    <a:pt x="0" y="251"/>
                    <a:pt x="163" y="271"/>
                  </a:cubicBezTo>
                  <a:cubicBezTo>
                    <a:pt x="244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2"/>
            <p:cNvSpPr/>
            <p:nvPr userDrawn="1"/>
          </p:nvSpPr>
          <p:spPr bwMode="auto">
            <a:xfrm>
              <a:off x="2725738" y="1992312"/>
              <a:ext cx="171450" cy="225425"/>
            </a:xfrm>
            <a:custGeom>
              <a:avLst/>
              <a:gdLst>
                <a:gd name="T0" fmla="*/ 261 w 275"/>
                <a:gd name="T1" fmla="*/ 158 h 362"/>
                <a:gd name="T2" fmla="*/ 138 w 275"/>
                <a:gd name="T3" fmla="*/ 353 h 362"/>
                <a:gd name="T4" fmla="*/ 261 w 275"/>
                <a:gd name="T5" fmla="*/ 158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362">
                  <a:moveTo>
                    <a:pt x="261" y="158"/>
                  </a:moveTo>
                  <a:cubicBezTo>
                    <a:pt x="175" y="0"/>
                    <a:pt x="0" y="300"/>
                    <a:pt x="138" y="353"/>
                  </a:cubicBezTo>
                  <a:cubicBezTo>
                    <a:pt x="233" y="362"/>
                    <a:pt x="275" y="235"/>
                    <a:pt x="261" y="15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3"/>
            <p:cNvSpPr/>
            <p:nvPr userDrawn="1"/>
          </p:nvSpPr>
          <p:spPr bwMode="auto">
            <a:xfrm>
              <a:off x="2643188" y="1154112"/>
              <a:ext cx="304800" cy="207963"/>
            </a:xfrm>
            <a:custGeom>
              <a:avLst/>
              <a:gdLst>
                <a:gd name="T0" fmla="*/ 366 w 489"/>
                <a:gd name="T1" fmla="*/ 100 h 333"/>
                <a:gd name="T2" fmla="*/ 187 w 489"/>
                <a:gd name="T3" fmla="*/ 333 h 333"/>
                <a:gd name="T4" fmla="*/ 366 w 489"/>
                <a:gd name="T5" fmla="*/ 10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9" h="333">
                  <a:moveTo>
                    <a:pt x="366" y="100"/>
                  </a:moveTo>
                  <a:cubicBezTo>
                    <a:pt x="248" y="0"/>
                    <a:pt x="0" y="294"/>
                    <a:pt x="187" y="333"/>
                  </a:cubicBezTo>
                  <a:cubicBezTo>
                    <a:pt x="282" y="330"/>
                    <a:pt x="489" y="201"/>
                    <a:pt x="366" y="100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44"/>
            <p:cNvSpPr/>
            <p:nvPr userDrawn="1"/>
          </p:nvSpPr>
          <p:spPr bwMode="auto">
            <a:xfrm>
              <a:off x="3082925" y="1446212"/>
              <a:ext cx="163513" cy="247650"/>
            </a:xfrm>
            <a:custGeom>
              <a:avLst/>
              <a:gdLst>
                <a:gd name="T0" fmla="*/ 200 w 262"/>
                <a:gd name="T1" fmla="*/ 119 h 398"/>
                <a:gd name="T2" fmla="*/ 8 w 262"/>
                <a:gd name="T3" fmla="*/ 238 h 398"/>
                <a:gd name="T4" fmla="*/ 213 w 262"/>
                <a:gd name="T5" fmla="*/ 148 h 398"/>
                <a:gd name="T6" fmla="*/ 200 w 262"/>
                <a:gd name="T7" fmla="*/ 119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8">
                  <a:moveTo>
                    <a:pt x="200" y="119"/>
                  </a:moveTo>
                  <a:cubicBezTo>
                    <a:pt x="140" y="0"/>
                    <a:pt x="0" y="154"/>
                    <a:pt x="8" y="238"/>
                  </a:cubicBezTo>
                  <a:cubicBezTo>
                    <a:pt x="21" y="398"/>
                    <a:pt x="262" y="293"/>
                    <a:pt x="213" y="148"/>
                  </a:cubicBezTo>
                  <a:cubicBezTo>
                    <a:pt x="209" y="138"/>
                    <a:pt x="205" y="128"/>
                    <a:pt x="200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45"/>
            <p:cNvSpPr/>
            <p:nvPr userDrawn="1"/>
          </p:nvSpPr>
          <p:spPr bwMode="auto">
            <a:xfrm>
              <a:off x="2466975" y="2182812"/>
              <a:ext cx="163513" cy="247650"/>
            </a:xfrm>
            <a:custGeom>
              <a:avLst/>
              <a:gdLst>
                <a:gd name="T0" fmla="*/ 200 w 262"/>
                <a:gd name="T1" fmla="*/ 119 h 397"/>
                <a:gd name="T2" fmla="*/ 8 w 262"/>
                <a:gd name="T3" fmla="*/ 238 h 397"/>
                <a:gd name="T4" fmla="*/ 213 w 262"/>
                <a:gd name="T5" fmla="*/ 147 h 397"/>
                <a:gd name="T6" fmla="*/ 200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200" y="119"/>
                  </a:moveTo>
                  <a:cubicBezTo>
                    <a:pt x="141" y="0"/>
                    <a:pt x="0" y="154"/>
                    <a:pt x="8" y="238"/>
                  </a:cubicBezTo>
                  <a:cubicBezTo>
                    <a:pt x="21" y="397"/>
                    <a:pt x="262" y="292"/>
                    <a:pt x="213" y="147"/>
                  </a:cubicBezTo>
                  <a:cubicBezTo>
                    <a:pt x="210" y="137"/>
                    <a:pt x="205" y="128"/>
                    <a:pt x="200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6"/>
            <p:cNvSpPr/>
            <p:nvPr userDrawn="1"/>
          </p:nvSpPr>
          <p:spPr bwMode="auto">
            <a:xfrm>
              <a:off x="2992438" y="1957387"/>
              <a:ext cx="171450" cy="163513"/>
            </a:xfrm>
            <a:custGeom>
              <a:avLst/>
              <a:gdLst>
                <a:gd name="T0" fmla="*/ 202 w 275"/>
                <a:gd name="T1" fmla="*/ 62 h 262"/>
                <a:gd name="T2" fmla="*/ 39 w 275"/>
                <a:gd name="T3" fmla="*/ 175 h 262"/>
                <a:gd name="T4" fmla="*/ 202 w 275"/>
                <a:gd name="T5" fmla="*/ 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262">
                  <a:moveTo>
                    <a:pt x="202" y="62"/>
                  </a:moveTo>
                  <a:cubicBezTo>
                    <a:pt x="146" y="0"/>
                    <a:pt x="0" y="101"/>
                    <a:pt x="39" y="175"/>
                  </a:cubicBezTo>
                  <a:cubicBezTo>
                    <a:pt x="98" y="262"/>
                    <a:pt x="275" y="149"/>
                    <a:pt x="202" y="6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7"/>
            <p:cNvSpPr/>
            <p:nvPr userDrawn="1"/>
          </p:nvSpPr>
          <p:spPr bwMode="auto">
            <a:xfrm>
              <a:off x="3040063" y="1206500"/>
              <a:ext cx="166688" cy="225425"/>
            </a:xfrm>
            <a:custGeom>
              <a:avLst/>
              <a:gdLst>
                <a:gd name="T0" fmla="*/ 243 w 267"/>
                <a:gd name="T1" fmla="*/ 177 h 363"/>
                <a:gd name="T2" fmla="*/ 123 w 267"/>
                <a:gd name="T3" fmla="*/ 327 h 363"/>
                <a:gd name="T4" fmla="*/ 243 w 267"/>
                <a:gd name="T5" fmla="*/ 17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363">
                  <a:moveTo>
                    <a:pt x="243" y="177"/>
                  </a:moveTo>
                  <a:cubicBezTo>
                    <a:pt x="192" y="0"/>
                    <a:pt x="0" y="276"/>
                    <a:pt x="123" y="327"/>
                  </a:cubicBezTo>
                  <a:cubicBezTo>
                    <a:pt x="199" y="363"/>
                    <a:pt x="267" y="242"/>
                    <a:pt x="243" y="17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8"/>
            <p:cNvSpPr/>
            <p:nvPr userDrawn="1"/>
          </p:nvSpPr>
          <p:spPr bwMode="auto">
            <a:xfrm>
              <a:off x="3268663" y="1395412"/>
              <a:ext cx="136525" cy="190500"/>
            </a:xfrm>
            <a:custGeom>
              <a:avLst/>
              <a:gdLst>
                <a:gd name="T0" fmla="*/ 202 w 219"/>
                <a:gd name="T1" fmla="*/ 135 h 305"/>
                <a:gd name="T2" fmla="*/ 38 w 219"/>
                <a:gd name="T3" fmla="*/ 205 h 305"/>
                <a:gd name="T4" fmla="*/ 202 w 219"/>
                <a:gd name="T5" fmla="*/ 13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" h="305">
                  <a:moveTo>
                    <a:pt x="202" y="135"/>
                  </a:moveTo>
                  <a:cubicBezTo>
                    <a:pt x="189" y="0"/>
                    <a:pt x="0" y="103"/>
                    <a:pt x="38" y="205"/>
                  </a:cubicBezTo>
                  <a:cubicBezTo>
                    <a:pt x="75" y="305"/>
                    <a:pt x="219" y="221"/>
                    <a:pt x="202" y="135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0" name="Freeform 49"/>
          <p:cNvSpPr>
            <a:spLocks noEditPoints="1"/>
          </p:cNvSpPr>
          <p:nvPr userDrawn="1"/>
        </p:nvSpPr>
        <p:spPr bwMode="auto">
          <a:xfrm>
            <a:off x="6684963" y="-111125"/>
            <a:ext cx="3349625" cy="1598613"/>
          </a:xfrm>
          <a:custGeom>
            <a:avLst/>
            <a:gdLst>
              <a:gd name="T0" fmla="*/ 5313 w 5365"/>
              <a:gd name="T1" fmla="*/ 2377 h 2561"/>
              <a:gd name="T2" fmla="*/ 4266 w 5365"/>
              <a:gd name="T3" fmla="*/ 2341 h 2561"/>
              <a:gd name="T4" fmla="*/ 4062 w 5365"/>
              <a:gd name="T5" fmla="*/ 2125 h 2561"/>
              <a:gd name="T6" fmla="*/ 4413 w 5365"/>
              <a:gd name="T7" fmla="*/ 2069 h 2561"/>
              <a:gd name="T8" fmla="*/ 4532 w 5365"/>
              <a:gd name="T9" fmla="*/ 2006 h 2561"/>
              <a:gd name="T10" fmla="*/ 4525 w 5365"/>
              <a:gd name="T11" fmla="*/ 1951 h 2561"/>
              <a:gd name="T12" fmla="*/ 4359 w 5365"/>
              <a:gd name="T13" fmla="*/ 1779 h 2561"/>
              <a:gd name="T14" fmla="*/ 4177 w 5365"/>
              <a:gd name="T15" fmla="*/ 1611 h 2561"/>
              <a:gd name="T16" fmla="*/ 3967 w 5365"/>
              <a:gd name="T17" fmla="*/ 1667 h 2561"/>
              <a:gd name="T18" fmla="*/ 3926 w 5365"/>
              <a:gd name="T19" fmla="*/ 1907 h 2561"/>
              <a:gd name="T20" fmla="*/ 3962 w 5365"/>
              <a:gd name="T21" fmla="*/ 2054 h 2561"/>
              <a:gd name="T22" fmla="*/ 3401 w 5365"/>
              <a:gd name="T23" fmla="*/ 1866 h 2561"/>
              <a:gd name="T24" fmla="*/ 2808 w 5365"/>
              <a:gd name="T25" fmla="*/ 1662 h 2561"/>
              <a:gd name="T26" fmla="*/ 2139 w 5365"/>
              <a:gd name="T27" fmla="*/ 1680 h 2561"/>
              <a:gd name="T28" fmla="*/ 910 w 5365"/>
              <a:gd name="T29" fmla="*/ 1710 h 2561"/>
              <a:gd name="T30" fmla="*/ 486 w 5365"/>
              <a:gd name="T31" fmla="*/ 1404 h 2561"/>
              <a:gd name="T32" fmla="*/ 303 w 5365"/>
              <a:gd name="T33" fmla="*/ 940 h 2561"/>
              <a:gd name="T34" fmla="*/ 313 w 5365"/>
              <a:gd name="T35" fmla="*/ 693 h 2561"/>
              <a:gd name="T36" fmla="*/ 388 w 5365"/>
              <a:gd name="T37" fmla="*/ 383 h 2561"/>
              <a:gd name="T38" fmla="*/ 343 w 5365"/>
              <a:gd name="T39" fmla="*/ 115 h 2561"/>
              <a:gd name="T40" fmla="*/ 139 w 5365"/>
              <a:gd name="T41" fmla="*/ 0 h 2561"/>
              <a:gd name="T42" fmla="*/ 31 w 5365"/>
              <a:gd name="T43" fmla="*/ 35 h 2561"/>
              <a:gd name="T44" fmla="*/ 61 w 5365"/>
              <a:gd name="T45" fmla="*/ 86 h 2561"/>
              <a:gd name="T46" fmla="*/ 270 w 5365"/>
              <a:gd name="T47" fmla="*/ 118 h 2561"/>
              <a:gd name="T48" fmla="*/ 329 w 5365"/>
              <a:gd name="T49" fmla="*/ 380 h 2561"/>
              <a:gd name="T50" fmla="*/ 254 w 5365"/>
              <a:gd name="T51" fmla="*/ 688 h 2561"/>
              <a:gd name="T52" fmla="*/ 244 w 5365"/>
              <a:gd name="T53" fmla="*/ 939 h 2561"/>
              <a:gd name="T54" fmla="*/ 809 w 5365"/>
              <a:gd name="T55" fmla="*/ 1734 h 2561"/>
              <a:gd name="T56" fmla="*/ 2008 w 5365"/>
              <a:gd name="T57" fmla="*/ 1760 h 2561"/>
              <a:gd name="T58" fmla="*/ 2685 w 5365"/>
              <a:gd name="T59" fmla="*/ 1707 h 2561"/>
              <a:gd name="T60" fmla="*/ 3301 w 5365"/>
              <a:gd name="T61" fmla="*/ 1886 h 2561"/>
              <a:gd name="T62" fmla="*/ 3991 w 5365"/>
              <a:gd name="T63" fmla="*/ 2119 h 2561"/>
              <a:gd name="T64" fmla="*/ 4157 w 5365"/>
              <a:gd name="T65" fmla="*/ 2330 h 2561"/>
              <a:gd name="T66" fmla="*/ 4646 w 5365"/>
              <a:gd name="T67" fmla="*/ 2537 h 2561"/>
              <a:gd name="T68" fmla="*/ 5329 w 5365"/>
              <a:gd name="T69" fmla="*/ 2435 h 2561"/>
              <a:gd name="T70" fmla="*/ 5313 w 5365"/>
              <a:gd name="T71" fmla="*/ 2377 h 2561"/>
              <a:gd name="T72" fmla="*/ 4001 w 5365"/>
              <a:gd name="T73" fmla="*/ 1984 h 2561"/>
              <a:gd name="T74" fmla="*/ 4147 w 5365"/>
              <a:gd name="T75" fmla="*/ 1663 h 2561"/>
              <a:gd name="T76" fmla="*/ 4326 w 5365"/>
              <a:gd name="T77" fmla="*/ 1838 h 2561"/>
              <a:gd name="T78" fmla="*/ 4458 w 5365"/>
              <a:gd name="T79" fmla="*/ 1982 h 2561"/>
              <a:gd name="T80" fmla="*/ 4029 w 5365"/>
              <a:gd name="T81" fmla="*/ 2062 h 2561"/>
              <a:gd name="T82" fmla="*/ 4001 w 5365"/>
              <a:gd name="T83" fmla="*/ 1984 h 2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365" h="2561">
                <a:moveTo>
                  <a:pt x="5313" y="2377"/>
                </a:moveTo>
                <a:cubicBezTo>
                  <a:pt x="4979" y="2493"/>
                  <a:pt x="4574" y="2556"/>
                  <a:pt x="4266" y="2341"/>
                </a:cubicBezTo>
                <a:cubicBezTo>
                  <a:pt x="4185" y="2285"/>
                  <a:pt x="4113" y="2211"/>
                  <a:pt x="4062" y="2125"/>
                </a:cubicBezTo>
                <a:cubicBezTo>
                  <a:pt x="4180" y="2132"/>
                  <a:pt x="4298" y="2117"/>
                  <a:pt x="4413" y="2069"/>
                </a:cubicBezTo>
                <a:cubicBezTo>
                  <a:pt x="4455" y="2052"/>
                  <a:pt x="4495" y="2031"/>
                  <a:pt x="4532" y="2006"/>
                </a:cubicBezTo>
                <a:cubicBezTo>
                  <a:pt x="4554" y="1990"/>
                  <a:pt x="4550" y="1960"/>
                  <a:pt x="4525" y="1951"/>
                </a:cubicBezTo>
                <a:cubicBezTo>
                  <a:pt x="4448" y="1922"/>
                  <a:pt x="4402" y="1844"/>
                  <a:pt x="4359" y="1779"/>
                </a:cubicBezTo>
                <a:cubicBezTo>
                  <a:pt x="4311" y="1708"/>
                  <a:pt x="4257" y="1644"/>
                  <a:pt x="4177" y="1611"/>
                </a:cubicBezTo>
                <a:cubicBezTo>
                  <a:pt x="4099" y="1579"/>
                  <a:pt x="4015" y="1596"/>
                  <a:pt x="3967" y="1667"/>
                </a:cubicBezTo>
                <a:cubicBezTo>
                  <a:pt x="3921" y="1735"/>
                  <a:pt x="3917" y="1830"/>
                  <a:pt x="3926" y="1907"/>
                </a:cubicBezTo>
                <a:cubicBezTo>
                  <a:pt x="3932" y="1958"/>
                  <a:pt x="3944" y="2007"/>
                  <a:pt x="3962" y="2054"/>
                </a:cubicBezTo>
                <a:cubicBezTo>
                  <a:pt x="3767" y="2023"/>
                  <a:pt x="3571" y="1941"/>
                  <a:pt x="3401" y="1866"/>
                </a:cubicBezTo>
                <a:cubicBezTo>
                  <a:pt x="3210" y="1781"/>
                  <a:pt x="3016" y="1694"/>
                  <a:pt x="2808" y="1662"/>
                </a:cubicBezTo>
                <a:cubicBezTo>
                  <a:pt x="2586" y="1627"/>
                  <a:pt x="2360" y="1647"/>
                  <a:pt x="2139" y="1680"/>
                </a:cubicBezTo>
                <a:cubicBezTo>
                  <a:pt x="1736" y="1739"/>
                  <a:pt x="1309" y="1846"/>
                  <a:pt x="910" y="1710"/>
                </a:cubicBezTo>
                <a:cubicBezTo>
                  <a:pt x="741" y="1652"/>
                  <a:pt x="593" y="1547"/>
                  <a:pt x="486" y="1404"/>
                </a:cubicBezTo>
                <a:cubicBezTo>
                  <a:pt x="386" y="1269"/>
                  <a:pt x="320" y="1107"/>
                  <a:pt x="303" y="940"/>
                </a:cubicBezTo>
                <a:cubicBezTo>
                  <a:pt x="295" y="857"/>
                  <a:pt x="298" y="774"/>
                  <a:pt x="313" y="693"/>
                </a:cubicBezTo>
                <a:cubicBezTo>
                  <a:pt x="333" y="588"/>
                  <a:pt x="373" y="489"/>
                  <a:pt x="388" y="383"/>
                </a:cubicBezTo>
                <a:cubicBezTo>
                  <a:pt x="400" y="293"/>
                  <a:pt x="393" y="194"/>
                  <a:pt x="343" y="115"/>
                </a:cubicBezTo>
                <a:cubicBezTo>
                  <a:pt x="299" y="47"/>
                  <a:pt x="222" y="0"/>
                  <a:pt x="139" y="0"/>
                </a:cubicBezTo>
                <a:cubicBezTo>
                  <a:pt x="100" y="0"/>
                  <a:pt x="62" y="12"/>
                  <a:pt x="31" y="35"/>
                </a:cubicBezTo>
                <a:cubicBezTo>
                  <a:pt x="0" y="57"/>
                  <a:pt x="30" y="109"/>
                  <a:pt x="61" y="86"/>
                </a:cubicBezTo>
                <a:cubicBezTo>
                  <a:pt x="126" y="38"/>
                  <a:pt x="217" y="61"/>
                  <a:pt x="270" y="118"/>
                </a:cubicBezTo>
                <a:cubicBezTo>
                  <a:pt x="334" y="186"/>
                  <a:pt x="341" y="292"/>
                  <a:pt x="329" y="380"/>
                </a:cubicBezTo>
                <a:cubicBezTo>
                  <a:pt x="314" y="485"/>
                  <a:pt x="273" y="584"/>
                  <a:pt x="254" y="688"/>
                </a:cubicBezTo>
                <a:cubicBezTo>
                  <a:pt x="239" y="771"/>
                  <a:pt x="235" y="856"/>
                  <a:pt x="244" y="939"/>
                </a:cubicBezTo>
                <a:cubicBezTo>
                  <a:pt x="278" y="1281"/>
                  <a:pt x="492" y="1596"/>
                  <a:pt x="809" y="1734"/>
                </a:cubicBezTo>
                <a:cubicBezTo>
                  <a:pt x="1189" y="1900"/>
                  <a:pt x="1614" y="1824"/>
                  <a:pt x="2008" y="1760"/>
                </a:cubicBezTo>
                <a:cubicBezTo>
                  <a:pt x="2232" y="1724"/>
                  <a:pt x="2458" y="1690"/>
                  <a:pt x="2685" y="1707"/>
                </a:cubicBezTo>
                <a:cubicBezTo>
                  <a:pt x="2903" y="1723"/>
                  <a:pt x="3104" y="1799"/>
                  <a:pt x="3301" y="1886"/>
                </a:cubicBezTo>
                <a:cubicBezTo>
                  <a:pt x="3515" y="1980"/>
                  <a:pt x="3752" y="2089"/>
                  <a:pt x="3991" y="2119"/>
                </a:cubicBezTo>
                <a:cubicBezTo>
                  <a:pt x="4032" y="2199"/>
                  <a:pt x="4090" y="2270"/>
                  <a:pt x="4157" y="2330"/>
                </a:cubicBezTo>
                <a:cubicBezTo>
                  <a:pt x="4294" y="2452"/>
                  <a:pt x="4465" y="2518"/>
                  <a:pt x="4646" y="2537"/>
                </a:cubicBezTo>
                <a:cubicBezTo>
                  <a:pt x="4877" y="2561"/>
                  <a:pt x="5111" y="2510"/>
                  <a:pt x="5329" y="2435"/>
                </a:cubicBezTo>
                <a:cubicBezTo>
                  <a:pt x="5365" y="2422"/>
                  <a:pt x="5349" y="2365"/>
                  <a:pt x="5313" y="2377"/>
                </a:cubicBezTo>
                <a:close/>
                <a:moveTo>
                  <a:pt x="4001" y="1984"/>
                </a:moveTo>
                <a:cubicBezTo>
                  <a:pt x="3972" y="1878"/>
                  <a:pt x="3962" y="1599"/>
                  <a:pt x="4147" y="1663"/>
                </a:cubicBezTo>
                <a:cubicBezTo>
                  <a:pt x="4231" y="1692"/>
                  <a:pt x="4279" y="1767"/>
                  <a:pt x="4326" y="1838"/>
                </a:cubicBezTo>
                <a:cubicBezTo>
                  <a:pt x="4363" y="1893"/>
                  <a:pt x="4403" y="1946"/>
                  <a:pt x="4458" y="1982"/>
                </a:cubicBezTo>
                <a:cubicBezTo>
                  <a:pt x="4324" y="2058"/>
                  <a:pt x="4177" y="2077"/>
                  <a:pt x="4029" y="2062"/>
                </a:cubicBezTo>
                <a:cubicBezTo>
                  <a:pt x="4018" y="2037"/>
                  <a:pt x="4008" y="2011"/>
                  <a:pt x="4001" y="198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1557746" y="4171950"/>
            <a:ext cx="5755867" cy="1860550"/>
            <a:chOff x="948146" y="3284537"/>
            <a:chExt cx="5755867" cy="1860550"/>
          </a:xfrm>
        </p:grpSpPr>
        <p:sp>
          <p:nvSpPr>
            <p:cNvPr id="14" name="Freeform 6"/>
            <p:cNvSpPr/>
            <p:nvPr userDrawn="1"/>
          </p:nvSpPr>
          <p:spPr bwMode="auto">
            <a:xfrm>
              <a:off x="3686175" y="3497262"/>
              <a:ext cx="2187575" cy="1647825"/>
            </a:xfrm>
            <a:custGeom>
              <a:avLst/>
              <a:gdLst>
                <a:gd name="T0" fmla="*/ 1085 w 3505"/>
                <a:gd name="T1" fmla="*/ 438 h 2639"/>
                <a:gd name="T2" fmla="*/ 875 w 3505"/>
                <a:gd name="T3" fmla="*/ 623 h 2639"/>
                <a:gd name="T4" fmla="*/ 575 w 3505"/>
                <a:gd name="T5" fmla="*/ 892 h 2639"/>
                <a:gd name="T6" fmla="*/ 182 w 3505"/>
                <a:gd name="T7" fmla="*/ 1356 h 2639"/>
                <a:gd name="T8" fmla="*/ 11 w 3505"/>
                <a:gd name="T9" fmla="*/ 1811 h 2639"/>
                <a:gd name="T10" fmla="*/ 449 w 3505"/>
                <a:gd name="T11" fmla="*/ 2483 h 2639"/>
                <a:gd name="T12" fmla="*/ 1273 w 3505"/>
                <a:gd name="T13" fmla="*/ 2638 h 2639"/>
                <a:gd name="T14" fmla="*/ 2526 w 3505"/>
                <a:gd name="T15" fmla="*/ 2390 h 2639"/>
                <a:gd name="T16" fmla="*/ 3376 w 3505"/>
                <a:gd name="T17" fmla="*/ 1470 h 2639"/>
                <a:gd name="T18" fmla="*/ 3066 w 3505"/>
                <a:gd name="T19" fmla="*/ 297 h 2639"/>
                <a:gd name="T20" fmla="*/ 2065 w 3505"/>
                <a:gd name="T21" fmla="*/ 6 h 2639"/>
                <a:gd name="T22" fmla="*/ 1652 w 3505"/>
                <a:gd name="T23" fmla="*/ 56 h 2639"/>
                <a:gd name="T24" fmla="*/ 1085 w 3505"/>
                <a:gd name="T25" fmla="*/ 438 h 2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5" h="2639">
                  <a:moveTo>
                    <a:pt x="1085" y="438"/>
                  </a:moveTo>
                  <a:cubicBezTo>
                    <a:pt x="1015" y="500"/>
                    <a:pt x="945" y="564"/>
                    <a:pt x="875" y="623"/>
                  </a:cubicBezTo>
                  <a:cubicBezTo>
                    <a:pt x="772" y="709"/>
                    <a:pt x="671" y="798"/>
                    <a:pt x="575" y="892"/>
                  </a:cubicBezTo>
                  <a:cubicBezTo>
                    <a:pt x="429" y="1033"/>
                    <a:pt x="294" y="1186"/>
                    <a:pt x="182" y="1356"/>
                  </a:cubicBezTo>
                  <a:cubicBezTo>
                    <a:pt x="93" y="1494"/>
                    <a:pt x="18" y="1647"/>
                    <a:pt x="11" y="1811"/>
                  </a:cubicBezTo>
                  <a:cubicBezTo>
                    <a:pt x="0" y="2093"/>
                    <a:pt x="200" y="2352"/>
                    <a:pt x="449" y="2483"/>
                  </a:cubicBezTo>
                  <a:cubicBezTo>
                    <a:pt x="699" y="2614"/>
                    <a:pt x="990" y="2639"/>
                    <a:pt x="1273" y="2638"/>
                  </a:cubicBezTo>
                  <a:cubicBezTo>
                    <a:pt x="1702" y="2636"/>
                    <a:pt x="2139" y="2576"/>
                    <a:pt x="2526" y="2390"/>
                  </a:cubicBezTo>
                  <a:cubicBezTo>
                    <a:pt x="2913" y="2204"/>
                    <a:pt x="3247" y="1879"/>
                    <a:pt x="3376" y="1470"/>
                  </a:cubicBezTo>
                  <a:cubicBezTo>
                    <a:pt x="3505" y="1060"/>
                    <a:pt x="3398" y="568"/>
                    <a:pt x="3066" y="297"/>
                  </a:cubicBezTo>
                  <a:cubicBezTo>
                    <a:pt x="2788" y="70"/>
                    <a:pt x="2411" y="22"/>
                    <a:pt x="2065" y="6"/>
                  </a:cubicBezTo>
                  <a:cubicBezTo>
                    <a:pt x="1925" y="0"/>
                    <a:pt x="1785" y="7"/>
                    <a:pt x="1652" y="56"/>
                  </a:cubicBezTo>
                  <a:cubicBezTo>
                    <a:pt x="1437" y="135"/>
                    <a:pt x="1258" y="285"/>
                    <a:pt x="1085" y="43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7"/>
            <p:cNvSpPr/>
            <p:nvPr userDrawn="1"/>
          </p:nvSpPr>
          <p:spPr bwMode="auto">
            <a:xfrm>
              <a:off x="948146" y="3432038"/>
              <a:ext cx="534988" cy="646113"/>
            </a:xfrm>
            <a:custGeom>
              <a:avLst/>
              <a:gdLst>
                <a:gd name="T0" fmla="*/ 684 w 857"/>
                <a:gd name="T1" fmla="*/ 214 h 1034"/>
                <a:gd name="T2" fmla="*/ 623 w 857"/>
                <a:gd name="T3" fmla="*/ 155 h 1034"/>
                <a:gd name="T4" fmla="*/ 381 w 857"/>
                <a:gd name="T5" fmla="*/ 8 h 1034"/>
                <a:gd name="T6" fmla="*/ 189 w 857"/>
                <a:gd name="T7" fmla="*/ 33 h 1034"/>
                <a:gd name="T8" fmla="*/ 70 w 857"/>
                <a:gd name="T9" fmla="*/ 167 h 1034"/>
                <a:gd name="T10" fmla="*/ 5 w 857"/>
                <a:gd name="T11" fmla="*/ 451 h 1034"/>
                <a:gd name="T12" fmla="*/ 11 w 857"/>
                <a:gd name="T13" fmla="*/ 532 h 1034"/>
                <a:gd name="T14" fmla="*/ 14 w 857"/>
                <a:gd name="T15" fmla="*/ 564 h 1034"/>
                <a:gd name="T16" fmla="*/ 81 w 857"/>
                <a:gd name="T17" fmla="*/ 725 h 1034"/>
                <a:gd name="T18" fmla="*/ 398 w 857"/>
                <a:gd name="T19" fmla="*/ 981 h 1034"/>
                <a:gd name="T20" fmla="*/ 840 w 857"/>
                <a:gd name="T21" fmla="*/ 681 h 1034"/>
                <a:gd name="T22" fmla="*/ 825 w 857"/>
                <a:gd name="T23" fmla="*/ 412 h 1034"/>
                <a:gd name="T24" fmla="*/ 684 w 857"/>
                <a:gd name="T25" fmla="*/ 21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7" h="1034">
                  <a:moveTo>
                    <a:pt x="684" y="214"/>
                  </a:moveTo>
                  <a:cubicBezTo>
                    <a:pt x="664" y="194"/>
                    <a:pt x="643" y="175"/>
                    <a:pt x="623" y="155"/>
                  </a:cubicBezTo>
                  <a:cubicBezTo>
                    <a:pt x="552" y="85"/>
                    <a:pt x="486" y="21"/>
                    <a:pt x="381" y="8"/>
                  </a:cubicBezTo>
                  <a:cubicBezTo>
                    <a:pt x="316" y="0"/>
                    <a:pt x="247" y="2"/>
                    <a:pt x="189" y="33"/>
                  </a:cubicBezTo>
                  <a:cubicBezTo>
                    <a:pt x="135" y="61"/>
                    <a:pt x="96" y="112"/>
                    <a:pt x="70" y="167"/>
                  </a:cubicBezTo>
                  <a:cubicBezTo>
                    <a:pt x="31" y="250"/>
                    <a:pt x="0" y="358"/>
                    <a:pt x="5" y="451"/>
                  </a:cubicBezTo>
                  <a:cubicBezTo>
                    <a:pt x="7" y="478"/>
                    <a:pt x="12" y="505"/>
                    <a:pt x="11" y="532"/>
                  </a:cubicBezTo>
                  <a:cubicBezTo>
                    <a:pt x="11" y="543"/>
                    <a:pt x="12" y="554"/>
                    <a:pt x="14" y="564"/>
                  </a:cubicBezTo>
                  <a:cubicBezTo>
                    <a:pt x="27" y="620"/>
                    <a:pt x="53" y="676"/>
                    <a:pt x="81" y="725"/>
                  </a:cubicBezTo>
                  <a:cubicBezTo>
                    <a:pt x="150" y="847"/>
                    <a:pt x="263" y="948"/>
                    <a:pt x="398" y="981"/>
                  </a:cubicBezTo>
                  <a:cubicBezTo>
                    <a:pt x="619" y="1034"/>
                    <a:pt x="799" y="893"/>
                    <a:pt x="840" y="681"/>
                  </a:cubicBezTo>
                  <a:cubicBezTo>
                    <a:pt x="857" y="592"/>
                    <a:pt x="857" y="497"/>
                    <a:pt x="825" y="412"/>
                  </a:cubicBezTo>
                  <a:cubicBezTo>
                    <a:pt x="795" y="333"/>
                    <a:pt x="742" y="272"/>
                    <a:pt x="684" y="214"/>
                  </a:cubicBezTo>
                  <a:close/>
                </a:path>
              </a:pathLst>
            </a:custGeom>
            <a:solidFill>
              <a:srgbClr val="F3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50"/>
            <p:cNvSpPr>
              <a:spLocks noEditPoints="1"/>
            </p:cNvSpPr>
            <p:nvPr userDrawn="1"/>
          </p:nvSpPr>
          <p:spPr bwMode="auto">
            <a:xfrm>
              <a:off x="2052638" y="3284537"/>
              <a:ext cx="4651375" cy="1016000"/>
            </a:xfrm>
            <a:custGeom>
              <a:avLst/>
              <a:gdLst>
                <a:gd name="T0" fmla="*/ 7449 w 7452"/>
                <a:gd name="T1" fmla="*/ 1513 h 1627"/>
                <a:gd name="T2" fmla="*/ 7218 w 7452"/>
                <a:gd name="T3" fmla="*/ 1115 h 1627"/>
                <a:gd name="T4" fmla="*/ 6697 w 7452"/>
                <a:gd name="T5" fmla="*/ 973 h 1627"/>
                <a:gd name="T6" fmla="*/ 5473 w 7452"/>
                <a:gd name="T7" fmla="*/ 1283 h 1627"/>
                <a:gd name="T8" fmla="*/ 4955 w 7452"/>
                <a:gd name="T9" fmla="*/ 1152 h 1627"/>
                <a:gd name="T10" fmla="*/ 4600 w 7452"/>
                <a:gd name="T11" fmla="*/ 730 h 1627"/>
                <a:gd name="T12" fmla="*/ 3638 w 7452"/>
                <a:gd name="T13" fmla="*/ 496 h 1627"/>
                <a:gd name="T14" fmla="*/ 2977 w 7452"/>
                <a:gd name="T15" fmla="*/ 490 h 1627"/>
                <a:gd name="T16" fmla="*/ 2945 w 7452"/>
                <a:gd name="T17" fmla="*/ 473 h 1627"/>
                <a:gd name="T18" fmla="*/ 2895 w 7452"/>
                <a:gd name="T19" fmla="*/ 11 h 1627"/>
                <a:gd name="T20" fmla="*/ 2859 w 7452"/>
                <a:gd name="T21" fmla="*/ 6 h 1627"/>
                <a:gd name="T22" fmla="*/ 2780 w 7452"/>
                <a:gd name="T23" fmla="*/ 396 h 1627"/>
                <a:gd name="T24" fmla="*/ 2869 w 7452"/>
                <a:gd name="T25" fmla="*/ 494 h 1627"/>
                <a:gd name="T26" fmla="*/ 2794 w 7452"/>
                <a:gd name="T27" fmla="*/ 594 h 1627"/>
                <a:gd name="T28" fmla="*/ 2134 w 7452"/>
                <a:gd name="T29" fmla="*/ 792 h 1627"/>
                <a:gd name="T30" fmla="*/ 1330 w 7452"/>
                <a:gd name="T31" fmla="*/ 799 h 1627"/>
                <a:gd name="T32" fmla="*/ 681 w 7452"/>
                <a:gd name="T33" fmla="*/ 1071 h 1627"/>
                <a:gd name="T34" fmla="*/ 29 w 7452"/>
                <a:gd name="T35" fmla="*/ 1561 h 1627"/>
                <a:gd name="T36" fmla="*/ 71 w 7452"/>
                <a:gd name="T37" fmla="*/ 1603 h 1627"/>
                <a:gd name="T38" fmla="*/ 1358 w 7452"/>
                <a:gd name="T39" fmla="*/ 855 h 1627"/>
                <a:gd name="T40" fmla="*/ 2213 w 7452"/>
                <a:gd name="T41" fmla="*/ 852 h 1627"/>
                <a:gd name="T42" fmla="*/ 2849 w 7452"/>
                <a:gd name="T43" fmla="*/ 621 h 1627"/>
                <a:gd name="T44" fmla="*/ 2918 w 7452"/>
                <a:gd name="T45" fmla="*/ 527 h 1627"/>
                <a:gd name="T46" fmla="*/ 3267 w 7452"/>
                <a:gd name="T47" fmla="*/ 596 h 1627"/>
                <a:gd name="T48" fmla="*/ 3837 w 7452"/>
                <a:gd name="T49" fmla="*/ 543 h 1627"/>
                <a:gd name="T50" fmla="*/ 4360 w 7452"/>
                <a:gd name="T51" fmla="*/ 634 h 1627"/>
                <a:gd name="T52" fmla="*/ 4574 w 7452"/>
                <a:gd name="T53" fmla="*/ 789 h 1627"/>
                <a:gd name="T54" fmla="*/ 4747 w 7452"/>
                <a:gd name="T55" fmla="*/ 1016 h 1627"/>
                <a:gd name="T56" fmla="*/ 4934 w 7452"/>
                <a:gd name="T57" fmla="*/ 1210 h 1627"/>
                <a:gd name="T58" fmla="*/ 5167 w 7452"/>
                <a:gd name="T59" fmla="*/ 1316 h 1627"/>
                <a:gd name="T60" fmla="*/ 6354 w 7452"/>
                <a:gd name="T61" fmla="*/ 1096 h 1627"/>
                <a:gd name="T62" fmla="*/ 7048 w 7452"/>
                <a:gd name="T63" fmla="*/ 1086 h 1627"/>
                <a:gd name="T64" fmla="*/ 7390 w 7452"/>
                <a:gd name="T65" fmla="*/ 1513 h 1627"/>
                <a:gd name="T66" fmla="*/ 7449 w 7452"/>
                <a:gd name="T67" fmla="*/ 1513 h 1627"/>
                <a:gd name="T68" fmla="*/ 2798 w 7452"/>
                <a:gd name="T69" fmla="*/ 283 h 1627"/>
                <a:gd name="T70" fmla="*/ 2868 w 7452"/>
                <a:gd name="T71" fmla="*/ 72 h 1627"/>
                <a:gd name="T72" fmla="*/ 2895 w 7452"/>
                <a:gd name="T73" fmla="*/ 438 h 1627"/>
                <a:gd name="T74" fmla="*/ 2798 w 7452"/>
                <a:gd name="T75" fmla="*/ 283 h 1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452" h="1627">
                  <a:moveTo>
                    <a:pt x="7449" y="1513"/>
                  </a:moveTo>
                  <a:cubicBezTo>
                    <a:pt x="7438" y="1351"/>
                    <a:pt x="7347" y="1211"/>
                    <a:pt x="7218" y="1115"/>
                  </a:cubicBezTo>
                  <a:cubicBezTo>
                    <a:pt x="7069" y="1003"/>
                    <a:pt x="6882" y="964"/>
                    <a:pt x="6697" y="973"/>
                  </a:cubicBezTo>
                  <a:cubicBezTo>
                    <a:pt x="6270" y="996"/>
                    <a:pt x="5898" y="1256"/>
                    <a:pt x="5473" y="1283"/>
                  </a:cubicBezTo>
                  <a:cubicBezTo>
                    <a:pt x="5293" y="1294"/>
                    <a:pt x="5102" y="1263"/>
                    <a:pt x="4955" y="1152"/>
                  </a:cubicBezTo>
                  <a:cubicBezTo>
                    <a:pt x="4806" y="1040"/>
                    <a:pt x="4729" y="861"/>
                    <a:pt x="4600" y="730"/>
                  </a:cubicBezTo>
                  <a:cubicBezTo>
                    <a:pt x="4350" y="478"/>
                    <a:pt x="3969" y="464"/>
                    <a:pt x="3638" y="496"/>
                  </a:cubicBezTo>
                  <a:cubicBezTo>
                    <a:pt x="3424" y="516"/>
                    <a:pt x="3181" y="587"/>
                    <a:pt x="2977" y="490"/>
                  </a:cubicBezTo>
                  <a:cubicBezTo>
                    <a:pt x="2966" y="485"/>
                    <a:pt x="2955" y="479"/>
                    <a:pt x="2945" y="473"/>
                  </a:cubicBezTo>
                  <a:cubicBezTo>
                    <a:pt x="3010" y="321"/>
                    <a:pt x="3007" y="141"/>
                    <a:pt x="2895" y="11"/>
                  </a:cubicBezTo>
                  <a:cubicBezTo>
                    <a:pt x="2886" y="1"/>
                    <a:pt x="2870" y="0"/>
                    <a:pt x="2859" y="6"/>
                  </a:cubicBezTo>
                  <a:cubicBezTo>
                    <a:pt x="2725" y="84"/>
                    <a:pt x="2701" y="271"/>
                    <a:pt x="2780" y="396"/>
                  </a:cubicBezTo>
                  <a:cubicBezTo>
                    <a:pt x="2804" y="435"/>
                    <a:pt x="2834" y="467"/>
                    <a:pt x="2869" y="494"/>
                  </a:cubicBezTo>
                  <a:cubicBezTo>
                    <a:pt x="2848" y="531"/>
                    <a:pt x="2822" y="565"/>
                    <a:pt x="2794" y="594"/>
                  </a:cubicBezTo>
                  <a:cubicBezTo>
                    <a:pt x="2624" y="763"/>
                    <a:pt x="2363" y="796"/>
                    <a:pt x="2134" y="792"/>
                  </a:cubicBezTo>
                  <a:cubicBezTo>
                    <a:pt x="1865" y="787"/>
                    <a:pt x="1598" y="745"/>
                    <a:pt x="1330" y="799"/>
                  </a:cubicBezTo>
                  <a:cubicBezTo>
                    <a:pt x="1099" y="846"/>
                    <a:pt x="881" y="948"/>
                    <a:pt x="681" y="1071"/>
                  </a:cubicBezTo>
                  <a:cubicBezTo>
                    <a:pt x="450" y="1214"/>
                    <a:pt x="238" y="1387"/>
                    <a:pt x="29" y="1561"/>
                  </a:cubicBezTo>
                  <a:cubicBezTo>
                    <a:pt x="0" y="1585"/>
                    <a:pt x="42" y="1627"/>
                    <a:pt x="71" y="1603"/>
                  </a:cubicBezTo>
                  <a:cubicBezTo>
                    <a:pt x="451" y="1288"/>
                    <a:pt x="860" y="951"/>
                    <a:pt x="1358" y="855"/>
                  </a:cubicBezTo>
                  <a:cubicBezTo>
                    <a:pt x="1642" y="799"/>
                    <a:pt x="1927" y="858"/>
                    <a:pt x="2213" y="852"/>
                  </a:cubicBezTo>
                  <a:cubicBezTo>
                    <a:pt x="2438" y="847"/>
                    <a:pt x="2691" y="795"/>
                    <a:pt x="2849" y="621"/>
                  </a:cubicBezTo>
                  <a:cubicBezTo>
                    <a:pt x="2876" y="593"/>
                    <a:pt x="2899" y="561"/>
                    <a:pt x="2918" y="527"/>
                  </a:cubicBezTo>
                  <a:cubicBezTo>
                    <a:pt x="3022" y="584"/>
                    <a:pt x="3150" y="602"/>
                    <a:pt x="3267" y="596"/>
                  </a:cubicBezTo>
                  <a:cubicBezTo>
                    <a:pt x="3458" y="587"/>
                    <a:pt x="3645" y="547"/>
                    <a:pt x="3837" y="543"/>
                  </a:cubicBezTo>
                  <a:cubicBezTo>
                    <a:pt x="4014" y="540"/>
                    <a:pt x="4198" y="557"/>
                    <a:pt x="4360" y="634"/>
                  </a:cubicBezTo>
                  <a:cubicBezTo>
                    <a:pt x="4441" y="672"/>
                    <a:pt x="4513" y="724"/>
                    <a:pt x="4574" y="789"/>
                  </a:cubicBezTo>
                  <a:cubicBezTo>
                    <a:pt x="4639" y="859"/>
                    <a:pt x="4690" y="939"/>
                    <a:pt x="4747" y="1016"/>
                  </a:cubicBezTo>
                  <a:cubicBezTo>
                    <a:pt x="4801" y="1088"/>
                    <a:pt x="4860" y="1157"/>
                    <a:pt x="4934" y="1210"/>
                  </a:cubicBezTo>
                  <a:cubicBezTo>
                    <a:pt x="5004" y="1260"/>
                    <a:pt x="5084" y="1295"/>
                    <a:pt x="5167" y="1316"/>
                  </a:cubicBezTo>
                  <a:cubicBezTo>
                    <a:pt x="5579" y="1423"/>
                    <a:pt x="5968" y="1208"/>
                    <a:pt x="6354" y="1096"/>
                  </a:cubicBezTo>
                  <a:cubicBezTo>
                    <a:pt x="6576" y="1032"/>
                    <a:pt x="6828" y="993"/>
                    <a:pt x="7048" y="1086"/>
                  </a:cubicBezTo>
                  <a:cubicBezTo>
                    <a:pt x="7223" y="1159"/>
                    <a:pt x="7377" y="1317"/>
                    <a:pt x="7390" y="1513"/>
                  </a:cubicBezTo>
                  <a:cubicBezTo>
                    <a:pt x="7392" y="1551"/>
                    <a:pt x="7452" y="1552"/>
                    <a:pt x="7449" y="1513"/>
                  </a:cubicBezTo>
                  <a:close/>
                  <a:moveTo>
                    <a:pt x="2798" y="283"/>
                  </a:moveTo>
                  <a:cubicBezTo>
                    <a:pt x="2784" y="206"/>
                    <a:pt x="2806" y="121"/>
                    <a:pt x="2868" y="72"/>
                  </a:cubicBezTo>
                  <a:cubicBezTo>
                    <a:pt x="2945" y="177"/>
                    <a:pt x="2944" y="318"/>
                    <a:pt x="2895" y="438"/>
                  </a:cubicBezTo>
                  <a:cubicBezTo>
                    <a:pt x="2847" y="398"/>
                    <a:pt x="2810" y="346"/>
                    <a:pt x="2798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9" name="Freeform 54"/>
          <p:cNvSpPr/>
          <p:nvPr userDrawn="1"/>
        </p:nvSpPr>
        <p:spPr bwMode="auto">
          <a:xfrm>
            <a:off x="-1051954" y="2753379"/>
            <a:ext cx="2103908" cy="2517122"/>
          </a:xfrm>
          <a:custGeom>
            <a:avLst/>
            <a:gdLst>
              <a:gd name="T0" fmla="*/ 1533 w 1925"/>
              <a:gd name="T1" fmla="*/ 479 h 2303"/>
              <a:gd name="T2" fmla="*/ 1396 w 1925"/>
              <a:gd name="T3" fmla="*/ 348 h 2303"/>
              <a:gd name="T4" fmla="*/ 853 w 1925"/>
              <a:gd name="T5" fmla="*/ 18 h 2303"/>
              <a:gd name="T6" fmla="*/ 423 w 1925"/>
              <a:gd name="T7" fmla="*/ 72 h 2303"/>
              <a:gd name="T8" fmla="*/ 155 w 1925"/>
              <a:gd name="T9" fmla="*/ 370 h 2303"/>
              <a:gd name="T10" fmla="*/ 13 w 1925"/>
              <a:gd name="T11" fmla="*/ 1000 h 2303"/>
              <a:gd name="T12" fmla="*/ 28 w 1925"/>
              <a:gd name="T13" fmla="*/ 1181 h 2303"/>
              <a:gd name="T14" fmla="*/ 34 w 1925"/>
              <a:gd name="T15" fmla="*/ 1252 h 2303"/>
              <a:gd name="T16" fmla="*/ 185 w 1925"/>
              <a:gd name="T17" fmla="*/ 1612 h 2303"/>
              <a:gd name="T18" fmla="*/ 899 w 1925"/>
              <a:gd name="T19" fmla="*/ 2183 h 2303"/>
              <a:gd name="T20" fmla="*/ 1887 w 1925"/>
              <a:gd name="T21" fmla="*/ 1519 h 2303"/>
              <a:gd name="T22" fmla="*/ 1851 w 1925"/>
              <a:gd name="T23" fmla="*/ 920 h 2303"/>
              <a:gd name="T24" fmla="*/ 1533 w 1925"/>
              <a:gd name="T25" fmla="*/ 479 h 2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5" h="2303">
                <a:moveTo>
                  <a:pt x="1533" y="479"/>
                </a:moveTo>
                <a:cubicBezTo>
                  <a:pt x="1488" y="435"/>
                  <a:pt x="1442" y="392"/>
                  <a:pt x="1396" y="348"/>
                </a:cubicBezTo>
                <a:cubicBezTo>
                  <a:pt x="1235" y="192"/>
                  <a:pt x="1087" y="47"/>
                  <a:pt x="853" y="18"/>
                </a:cubicBezTo>
                <a:cubicBezTo>
                  <a:pt x="707" y="0"/>
                  <a:pt x="552" y="4"/>
                  <a:pt x="423" y="72"/>
                </a:cubicBezTo>
                <a:cubicBezTo>
                  <a:pt x="302" y="135"/>
                  <a:pt x="213" y="247"/>
                  <a:pt x="155" y="370"/>
                </a:cubicBezTo>
                <a:cubicBezTo>
                  <a:pt x="68" y="554"/>
                  <a:pt x="0" y="795"/>
                  <a:pt x="13" y="1000"/>
                </a:cubicBezTo>
                <a:cubicBezTo>
                  <a:pt x="17" y="1061"/>
                  <a:pt x="29" y="1120"/>
                  <a:pt x="28" y="1181"/>
                </a:cubicBezTo>
                <a:cubicBezTo>
                  <a:pt x="27" y="1205"/>
                  <a:pt x="29" y="1229"/>
                  <a:pt x="34" y="1252"/>
                </a:cubicBezTo>
                <a:cubicBezTo>
                  <a:pt x="63" y="1377"/>
                  <a:pt x="122" y="1501"/>
                  <a:pt x="185" y="1612"/>
                </a:cubicBezTo>
                <a:cubicBezTo>
                  <a:pt x="341" y="1882"/>
                  <a:pt x="594" y="2108"/>
                  <a:pt x="899" y="2183"/>
                </a:cubicBezTo>
                <a:cubicBezTo>
                  <a:pt x="1394" y="2303"/>
                  <a:pt x="1796" y="1991"/>
                  <a:pt x="1887" y="1519"/>
                </a:cubicBezTo>
                <a:cubicBezTo>
                  <a:pt x="1925" y="1320"/>
                  <a:pt x="1924" y="1110"/>
                  <a:pt x="1851" y="920"/>
                </a:cubicBezTo>
                <a:cubicBezTo>
                  <a:pt x="1783" y="745"/>
                  <a:pt x="1663" y="608"/>
                  <a:pt x="1533" y="479"/>
                </a:cubicBezTo>
                <a:close/>
              </a:path>
            </a:pathLst>
          </a:custGeom>
          <a:solidFill>
            <a:srgbClr val="F3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287395" y="4276436"/>
            <a:ext cx="856605" cy="867064"/>
            <a:chOff x="6270625" y="2416175"/>
            <a:chExt cx="1300163" cy="1316037"/>
          </a:xfrm>
        </p:grpSpPr>
        <p:sp>
          <p:nvSpPr>
            <p:cNvPr id="7" name="Freeform 9"/>
            <p:cNvSpPr/>
            <p:nvPr userDrawn="1"/>
          </p:nvSpPr>
          <p:spPr bwMode="auto">
            <a:xfrm>
              <a:off x="6270625" y="3032125"/>
              <a:ext cx="206375" cy="315913"/>
            </a:xfrm>
            <a:custGeom>
              <a:avLst/>
              <a:gdLst>
                <a:gd name="T0" fmla="*/ 277 w 329"/>
                <a:gd name="T1" fmla="*/ 189 h 506"/>
                <a:gd name="T2" fmla="*/ 215 w 329"/>
                <a:gd name="T3" fmla="*/ 418 h 506"/>
                <a:gd name="T4" fmla="*/ 277 w 329"/>
                <a:gd name="T5" fmla="*/ 189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9" h="506">
                  <a:moveTo>
                    <a:pt x="277" y="189"/>
                  </a:moveTo>
                  <a:cubicBezTo>
                    <a:pt x="77" y="0"/>
                    <a:pt x="0" y="506"/>
                    <a:pt x="215" y="418"/>
                  </a:cubicBezTo>
                  <a:cubicBezTo>
                    <a:pt x="268" y="365"/>
                    <a:pt x="329" y="260"/>
                    <a:pt x="277" y="1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10"/>
            <p:cNvSpPr/>
            <p:nvPr userDrawn="1"/>
          </p:nvSpPr>
          <p:spPr bwMode="auto">
            <a:xfrm>
              <a:off x="6456363" y="2978150"/>
              <a:ext cx="327025" cy="227013"/>
            </a:xfrm>
            <a:custGeom>
              <a:avLst/>
              <a:gdLst>
                <a:gd name="T0" fmla="*/ 313 w 523"/>
                <a:gd name="T1" fmla="*/ 50 h 364"/>
                <a:gd name="T2" fmla="*/ 139 w 523"/>
                <a:gd name="T3" fmla="*/ 139 h 364"/>
                <a:gd name="T4" fmla="*/ 313 w 523"/>
                <a:gd name="T5" fmla="*/ 5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3" h="364">
                  <a:moveTo>
                    <a:pt x="313" y="50"/>
                  </a:moveTo>
                  <a:cubicBezTo>
                    <a:pt x="235" y="0"/>
                    <a:pt x="173" y="78"/>
                    <a:pt x="139" y="139"/>
                  </a:cubicBezTo>
                  <a:cubicBezTo>
                    <a:pt x="0" y="364"/>
                    <a:pt x="523" y="227"/>
                    <a:pt x="313" y="50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11"/>
            <p:cNvSpPr/>
            <p:nvPr userDrawn="1"/>
          </p:nvSpPr>
          <p:spPr bwMode="auto">
            <a:xfrm>
              <a:off x="6484938" y="2782887"/>
              <a:ext cx="104775" cy="176213"/>
            </a:xfrm>
            <a:custGeom>
              <a:avLst/>
              <a:gdLst>
                <a:gd name="T0" fmla="*/ 163 w 169"/>
                <a:gd name="T1" fmla="*/ 101 h 281"/>
                <a:gd name="T2" fmla="*/ 60 w 169"/>
                <a:gd name="T3" fmla="*/ 39 h 281"/>
                <a:gd name="T4" fmla="*/ 5 w 169"/>
                <a:gd name="T5" fmla="*/ 169 h 281"/>
                <a:gd name="T6" fmla="*/ 72 w 169"/>
                <a:gd name="T7" fmla="*/ 280 h 281"/>
                <a:gd name="T8" fmla="*/ 163 w 169"/>
                <a:gd name="T9" fmla="*/ 10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281">
                  <a:moveTo>
                    <a:pt x="163" y="101"/>
                  </a:moveTo>
                  <a:cubicBezTo>
                    <a:pt x="155" y="40"/>
                    <a:pt x="121" y="0"/>
                    <a:pt x="60" y="39"/>
                  </a:cubicBezTo>
                  <a:cubicBezTo>
                    <a:pt x="16" y="67"/>
                    <a:pt x="0" y="119"/>
                    <a:pt x="5" y="169"/>
                  </a:cubicBezTo>
                  <a:cubicBezTo>
                    <a:pt x="8" y="205"/>
                    <a:pt x="26" y="281"/>
                    <a:pt x="72" y="280"/>
                  </a:cubicBezTo>
                  <a:cubicBezTo>
                    <a:pt x="137" y="279"/>
                    <a:pt x="169" y="151"/>
                    <a:pt x="163" y="10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2"/>
            <p:cNvSpPr/>
            <p:nvPr userDrawn="1"/>
          </p:nvSpPr>
          <p:spPr bwMode="auto">
            <a:xfrm>
              <a:off x="6653213" y="2752725"/>
              <a:ext cx="182563" cy="193675"/>
            </a:xfrm>
            <a:custGeom>
              <a:avLst/>
              <a:gdLst>
                <a:gd name="T0" fmla="*/ 219 w 294"/>
                <a:gd name="T1" fmla="*/ 97 h 310"/>
                <a:gd name="T2" fmla="*/ 7 w 294"/>
                <a:gd name="T3" fmla="*/ 199 h 310"/>
                <a:gd name="T4" fmla="*/ 219 w 294"/>
                <a:gd name="T5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4" h="310">
                  <a:moveTo>
                    <a:pt x="219" y="97"/>
                  </a:moveTo>
                  <a:cubicBezTo>
                    <a:pt x="157" y="0"/>
                    <a:pt x="0" y="116"/>
                    <a:pt x="7" y="199"/>
                  </a:cubicBezTo>
                  <a:cubicBezTo>
                    <a:pt x="61" y="310"/>
                    <a:pt x="294" y="222"/>
                    <a:pt x="219" y="9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3"/>
            <p:cNvSpPr/>
            <p:nvPr userDrawn="1"/>
          </p:nvSpPr>
          <p:spPr bwMode="auto">
            <a:xfrm>
              <a:off x="7164388" y="2982912"/>
              <a:ext cx="206375" cy="223838"/>
            </a:xfrm>
            <a:custGeom>
              <a:avLst/>
              <a:gdLst>
                <a:gd name="T0" fmla="*/ 256 w 331"/>
                <a:gd name="T1" fmla="*/ 98 h 359"/>
                <a:gd name="T2" fmla="*/ 7 w 331"/>
                <a:gd name="T3" fmla="*/ 248 h 359"/>
                <a:gd name="T4" fmla="*/ 256 w 331"/>
                <a:gd name="T5" fmla="*/ 98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" h="359">
                  <a:moveTo>
                    <a:pt x="256" y="98"/>
                  </a:moveTo>
                  <a:cubicBezTo>
                    <a:pt x="195" y="0"/>
                    <a:pt x="0" y="164"/>
                    <a:pt x="7" y="248"/>
                  </a:cubicBezTo>
                  <a:cubicBezTo>
                    <a:pt x="60" y="359"/>
                    <a:pt x="331" y="223"/>
                    <a:pt x="256" y="9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4"/>
            <p:cNvSpPr/>
            <p:nvPr userDrawn="1"/>
          </p:nvSpPr>
          <p:spPr bwMode="auto">
            <a:xfrm>
              <a:off x="6808788" y="2886075"/>
              <a:ext cx="184150" cy="168275"/>
            </a:xfrm>
            <a:custGeom>
              <a:avLst/>
              <a:gdLst>
                <a:gd name="T0" fmla="*/ 171 w 295"/>
                <a:gd name="T1" fmla="*/ 22 h 270"/>
                <a:gd name="T2" fmla="*/ 48 w 295"/>
                <a:gd name="T3" fmla="*/ 128 h 270"/>
                <a:gd name="T4" fmla="*/ 16 w 295"/>
                <a:gd name="T5" fmla="*/ 147 h 270"/>
                <a:gd name="T6" fmla="*/ 22 w 295"/>
                <a:gd name="T7" fmla="*/ 211 h 270"/>
                <a:gd name="T8" fmla="*/ 184 w 295"/>
                <a:gd name="T9" fmla="*/ 238 h 270"/>
                <a:gd name="T10" fmla="*/ 271 w 295"/>
                <a:gd name="T11" fmla="*/ 77 h 270"/>
                <a:gd name="T12" fmla="*/ 171 w 295"/>
                <a:gd name="T13" fmla="*/ 2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5" h="270">
                  <a:moveTo>
                    <a:pt x="171" y="22"/>
                  </a:moveTo>
                  <a:cubicBezTo>
                    <a:pt x="125" y="49"/>
                    <a:pt x="77" y="110"/>
                    <a:pt x="48" y="128"/>
                  </a:cubicBezTo>
                  <a:cubicBezTo>
                    <a:pt x="38" y="135"/>
                    <a:pt x="25" y="138"/>
                    <a:pt x="16" y="147"/>
                  </a:cubicBezTo>
                  <a:cubicBezTo>
                    <a:pt x="0" y="164"/>
                    <a:pt x="6" y="194"/>
                    <a:pt x="22" y="211"/>
                  </a:cubicBezTo>
                  <a:cubicBezTo>
                    <a:pt x="56" y="248"/>
                    <a:pt x="142" y="270"/>
                    <a:pt x="184" y="238"/>
                  </a:cubicBezTo>
                  <a:cubicBezTo>
                    <a:pt x="236" y="199"/>
                    <a:pt x="295" y="155"/>
                    <a:pt x="271" y="77"/>
                  </a:cubicBezTo>
                  <a:cubicBezTo>
                    <a:pt x="247" y="2"/>
                    <a:pt x="210" y="0"/>
                    <a:pt x="171" y="2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5"/>
            <p:cNvSpPr/>
            <p:nvPr userDrawn="1"/>
          </p:nvSpPr>
          <p:spPr bwMode="auto">
            <a:xfrm>
              <a:off x="6913563" y="2662237"/>
              <a:ext cx="196850" cy="238125"/>
            </a:xfrm>
            <a:custGeom>
              <a:avLst/>
              <a:gdLst>
                <a:gd name="T0" fmla="*/ 226 w 315"/>
                <a:gd name="T1" fmla="*/ 89 h 383"/>
                <a:gd name="T2" fmla="*/ 33 w 315"/>
                <a:gd name="T3" fmla="*/ 253 h 383"/>
                <a:gd name="T4" fmla="*/ 226 w 315"/>
                <a:gd name="T5" fmla="*/ 8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5" h="383">
                  <a:moveTo>
                    <a:pt x="226" y="89"/>
                  </a:moveTo>
                  <a:cubicBezTo>
                    <a:pt x="148" y="0"/>
                    <a:pt x="0" y="148"/>
                    <a:pt x="33" y="253"/>
                  </a:cubicBezTo>
                  <a:cubicBezTo>
                    <a:pt x="75" y="383"/>
                    <a:pt x="315" y="168"/>
                    <a:pt x="226" y="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6"/>
            <p:cNvSpPr/>
            <p:nvPr userDrawn="1"/>
          </p:nvSpPr>
          <p:spPr bwMode="auto">
            <a:xfrm>
              <a:off x="6681788" y="3028950"/>
              <a:ext cx="155575" cy="204788"/>
            </a:xfrm>
            <a:custGeom>
              <a:avLst/>
              <a:gdLst>
                <a:gd name="T0" fmla="*/ 205 w 251"/>
                <a:gd name="T1" fmla="*/ 112 h 328"/>
                <a:gd name="T2" fmla="*/ 90 w 251"/>
                <a:gd name="T3" fmla="*/ 288 h 328"/>
                <a:gd name="T4" fmla="*/ 205 w 251"/>
                <a:gd name="T5" fmla="*/ 112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1" h="328">
                  <a:moveTo>
                    <a:pt x="205" y="112"/>
                  </a:moveTo>
                  <a:cubicBezTo>
                    <a:pt x="117" y="0"/>
                    <a:pt x="0" y="229"/>
                    <a:pt x="90" y="288"/>
                  </a:cubicBezTo>
                  <a:cubicBezTo>
                    <a:pt x="186" y="328"/>
                    <a:pt x="251" y="186"/>
                    <a:pt x="205" y="11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7"/>
            <p:cNvSpPr/>
            <p:nvPr userDrawn="1"/>
          </p:nvSpPr>
          <p:spPr bwMode="auto">
            <a:xfrm>
              <a:off x="6502400" y="3201987"/>
              <a:ext cx="173038" cy="285750"/>
            </a:xfrm>
            <a:custGeom>
              <a:avLst/>
              <a:gdLst>
                <a:gd name="T0" fmla="*/ 241 w 279"/>
                <a:gd name="T1" fmla="*/ 146 h 458"/>
                <a:gd name="T2" fmla="*/ 71 w 279"/>
                <a:gd name="T3" fmla="*/ 352 h 458"/>
                <a:gd name="T4" fmla="*/ 241 w 279"/>
                <a:gd name="T5" fmla="*/ 14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9" h="458">
                  <a:moveTo>
                    <a:pt x="241" y="146"/>
                  </a:moveTo>
                  <a:cubicBezTo>
                    <a:pt x="159" y="0"/>
                    <a:pt x="0" y="266"/>
                    <a:pt x="71" y="352"/>
                  </a:cubicBezTo>
                  <a:cubicBezTo>
                    <a:pt x="173" y="458"/>
                    <a:pt x="279" y="238"/>
                    <a:pt x="241" y="146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8"/>
            <p:cNvSpPr/>
            <p:nvPr userDrawn="1"/>
          </p:nvSpPr>
          <p:spPr bwMode="auto">
            <a:xfrm>
              <a:off x="6875463" y="3076575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9"/>
            <p:cNvSpPr/>
            <p:nvPr userDrawn="1"/>
          </p:nvSpPr>
          <p:spPr bwMode="auto">
            <a:xfrm>
              <a:off x="6894513" y="3479800"/>
              <a:ext cx="236538" cy="168275"/>
            </a:xfrm>
            <a:custGeom>
              <a:avLst/>
              <a:gdLst>
                <a:gd name="T0" fmla="*/ 274 w 378"/>
                <a:gd name="T1" fmla="*/ 67 h 271"/>
                <a:gd name="T2" fmla="*/ 163 w 378"/>
                <a:gd name="T3" fmla="*/ 271 h 271"/>
                <a:gd name="T4" fmla="*/ 274 w 378"/>
                <a:gd name="T5" fmla="*/ 67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7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0"/>
            <p:cNvSpPr/>
            <p:nvPr userDrawn="1"/>
          </p:nvSpPr>
          <p:spPr bwMode="auto">
            <a:xfrm>
              <a:off x="7334250" y="2843212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5" y="0"/>
                    <a:pt x="0" y="251"/>
                    <a:pt x="163" y="271"/>
                  </a:cubicBezTo>
                  <a:cubicBezTo>
                    <a:pt x="244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1"/>
            <p:cNvSpPr/>
            <p:nvPr userDrawn="1"/>
          </p:nvSpPr>
          <p:spPr bwMode="auto">
            <a:xfrm>
              <a:off x="7281863" y="2416175"/>
              <a:ext cx="234950" cy="168275"/>
            </a:xfrm>
            <a:custGeom>
              <a:avLst/>
              <a:gdLst>
                <a:gd name="T0" fmla="*/ 274 w 378"/>
                <a:gd name="T1" fmla="*/ 67 h 270"/>
                <a:gd name="T2" fmla="*/ 163 w 378"/>
                <a:gd name="T3" fmla="*/ 270 h 270"/>
                <a:gd name="T4" fmla="*/ 274 w 378"/>
                <a:gd name="T5" fmla="*/ 6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0">
                  <a:moveTo>
                    <a:pt x="274" y="67"/>
                  </a:moveTo>
                  <a:cubicBezTo>
                    <a:pt x="164" y="0"/>
                    <a:pt x="0" y="251"/>
                    <a:pt x="163" y="270"/>
                  </a:cubicBezTo>
                  <a:cubicBezTo>
                    <a:pt x="243" y="261"/>
                    <a:pt x="378" y="137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 userDrawn="1"/>
          </p:nvSpPr>
          <p:spPr bwMode="auto">
            <a:xfrm>
              <a:off x="6723063" y="3294062"/>
              <a:ext cx="171450" cy="225425"/>
            </a:xfrm>
            <a:custGeom>
              <a:avLst/>
              <a:gdLst>
                <a:gd name="T0" fmla="*/ 261 w 275"/>
                <a:gd name="T1" fmla="*/ 157 h 362"/>
                <a:gd name="T2" fmla="*/ 138 w 275"/>
                <a:gd name="T3" fmla="*/ 352 h 362"/>
                <a:gd name="T4" fmla="*/ 261 w 275"/>
                <a:gd name="T5" fmla="*/ 15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362">
                  <a:moveTo>
                    <a:pt x="261" y="157"/>
                  </a:moveTo>
                  <a:cubicBezTo>
                    <a:pt x="175" y="0"/>
                    <a:pt x="0" y="299"/>
                    <a:pt x="138" y="352"/>
                  </a:cubicBezTo>
                  <a:cubicBezTo>
                    <a:pt x="233" y="362"/>
                    <a:pt x="275" y="235"/>
                    <a:pt x="261" y="15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 userDrawn="1"/>
          </p:nvSpPr>
          <p:spPr bwMode="auto">
            <a:xfrm>
              <a:off x="6640513" y="2457450"/>
              <a:ext cx="306388" cy="206375"/>
            </a:xfrm>
            <a:custGeom>
              <a:avLst/>
              <a:gdLst>
                <a:gd name="T0" fmla="*/ 366 w 489"/>
                <a:gd name="T1" fmla="*/ 99 h 332"/>
                <a:gd name="T2" fmla="*/ 187 w 489"/>
                <a:gd name="T3" fmla="*/ 332 h 332"/>
                <a:gd name="T4" fmla="*/ 366 w 489"/>
                <a:gd name="T5" fmla="*/ 99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9" h="332">
                  <a:moveTo>
                    <a:pt x="366" y="99"/>
                  </a:moveTo>
                  <a:cubicBezTo>
                    <a:pt x="248" y="0"/>
                    <a:pt x="0" y="293"/>
                    <a:pt x="187" y="332"/>
                  </a:cubicBezTo>
                  <a:cubicBezTo>
                    <a:pt x="282" y="330"/>
                    <a:pt x="489" y="201"/>
                    <a:pt x="366" y="9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 userDrawn="1"/>
          </p:nvSpPr>
          <p:spPr bwMode="auto">
            <a:xfrm>
              <a:off x="7080250" y="2747962"/>
              <a:ext cx="163513" cy="247650"/>
            </a:xfrm>
            <a:custGeom>
              <a:avLst/>
              <a:gdLst>
                <a:gd name="T0" fmla="*/ 199 w 262"/>
                <a:gd name="T1" fmla="*/ 119 h 397"/>
                <a:gd name="T2" fmla="*/ 7 w 262"/>
                <a:gd name="T3" fmla="*/ 238 h 397"/>
                <a:gd name="T4" fmla="*/ 213 w 262"/>
                <a:gd name="T5" fmla="*/ 147 h 397"/>
                <a:gd name="T6" fmla="*/ 199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199" y="119"/>
                  </a:moveTo>
                  <a:cubicBezTo>
                    <a:pt x="140" y="0"/>
                    <a:pt x="0" y="154"/>
                    <a:pt x="7" y="238"/>
                  </a:cubicBezTo>
                  <a:cubicBezTo>
                    <a:pt x="21" y="397"/>
                    <a:pt x="262" y="292"/>
                    <a:pt x="213" y="147"/>
                  </a:cubicBezTo>
                  <a:cubicBezTo>
                    <a:pt x="209" y="137"/>
                    <a:pt x="205" y="128"/>
                    <a:pt x="199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5"/>
            <p:cNvSpPr/>
            <p:nvPr userDrawn="1"/>
          </p:nvSpPr>
          <p:spPr bwMode="auto">
            <a:xfrm>
              <a:off x="6464300" y="3484562"/>
              <a:ext cx="163513" cy="247650"/>
            </a:xfrm>
            <a:custGeom>
              <a:avLst/>
              <a:gdLst>
                <a:gd name="T0" fmla="*/ 200 w 262"/>
                <a:gd name="T1" fmla="*/ 119 h 397"/>
                <a:gd name="T2" fmla="*/ 8 w 262"/>
                <a:gd name="T3" fmla="*/ 238 h 397"/>
                <a:gd name="T4" fmla="*/ 213 w 262"/>
                <a:gd name="T5" fmla="*/ 147 h 397"/>
                <a:gd name="T6" fmla="*/ 200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200" y="119"/>
                  </a:moveTo>
                  <a:cubicBezTo>
                    <a:pt x="140" y="0"/>
                    <a:pt x="0" y="154"/>
                    <a:pt x="8" y="238"/>
                  </a:cubicBezTo>
                  <a:cubicBezTo>
                    <a:pt x="21" y="397"/>
                    <a:pt x="262" y="293"/>
                    <a:pt x="213" y="147"/>
                  </a:cubicBezTo>
                  <a:cubicBezTo>
                    <a:pt x="209" y="137"/>
                    <a:pt x="205" y="128"/>
                    <a:pt x="200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 userDrawn="1"/>
          </p:nvSpPr>
          <p:spPr bwMode="auto">
            <a:xfrm>
              <a:off x="6989763" y="3259137"/>
              <a:ext cx="171450" cy="161925"/>
            </a:xfrm>
            <a:custGeom>
              <a:avLst/>
              <a:gdLst>
                <a:gd name="T0" fmla="*/ 202 w 275"/>
                <a:gd name="T1" fmla="*/ 61 h 261"/>
                <a:gd name="T2" fmla="*/ 39 w 275"/>
                <a:gd name="T3" fmla="*/ 174 h 261"/>
                <a:gd name="T4" fmla="*/ 202 w 275"/>
                <a:gd name="T5" fmla="*/ 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261">
                  <a:moveTo>
                    <a:pt x="202" y="61"/>
                  </a:moveTo>
                  <a:cubicBezTo>
                    <a:pt x="145" y="0"/>
                    <a:pt x="0" y="101"/>
                    <a:pt x="39" y="174"/>
                  </a:cubicBezTo>
                  <a:cubicBezTo>
                    <a:pt x="98" y="261"/>
                    <a:pt x="275" y="148"/>
                    <a:pt x="202" y="6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 userDrawn="1"/>
          </p:nvSpPr>
          <p:spPr bwMode="auto">
            <a:xfrm>
              <a:off x="7037388" y="2506662"/>
              <a:ext cx="166688" cy="227013"/>
            </a:xfrm>
            <a:custGeom>
              <a:avLst/>
              <a:gdLst>
                <a:gd name="T0" fmla="*/ 243 w 267"/>
                <a:gd name="T1" fmla="*/ 177 h 363"/>
                <a:gd name="T2" fmla="*/ 123 w 267"/>
                <a:gd name="T3" fmla="*/ 328 h 363"/>
                <a:gd name="T4" fmla="*/ 243 w 267"/>
                <a:gd name="T5" fmla="*/ 17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363">
                  <a:moveTo>
                    <a:pt x="243" y="177"/>
                  </a:moveTo>
                  <a:cubicBezTo>
                    <a:pt x="192" y="0"/>
                    <a:pt x="0" y="277"/>
                    <a:pt x="123" y="328"/>
                  </a:cubicBezTo>
                  <a:cubicBezTo>
                    <a:pt x="199" y="363"/>
                    <a:pt x="267" y="242"/>
                    <a:pt x="243" y="17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8"/>
            <p:cNvSpPr/>
            <p:nvPr userDrawn="1"/>
          </p:nvSpPr>
          <p:spPr bwMode="auto">
            <a:xfrm>
              <a:off x="7265988" y="2697162"/>
              <a:ext cx="136525" cy="190500"/>
            </a:xfrm>
            <a:custGeom>
              <a:avLst/>
              <a:gdLst>
                <a:gd name="T0" fmla="*/ 203 w 220"/>
                <a:gd name="T1" fmla="*/ 135 h 305"/>
                <a:gd name="T2" fmla="*/ 39 w 220"/>
                <a:gd name="T3" fmla="*/ 206 h 305"/>
                <a:gd name="T4" fmla="*/ 203 w 220"/>
                <a:gd name="T5" fmla="*/ 13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305">
                  <a:moveTo>
                    <a:pt x="203" y="135"/>
                  </a:moveTo>
                  <a:cubicBezTo>
                    <a:pt x="190" y="0"/>
                    <a:pt x="0" y="104"/>
                    <a:pt x="39" y="206"/>
                  </a:cubicBezTo>
                  <a:cubicBezTo>
                    <a:pt x="76" y="305"/>
                    <a:pt x="220" y="221"/>
                    <a:pt x="203" y="135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7669821" y="-347375"/>
            <a:ext cx="2337058" cy="1501920"/>
            <a:chOff x="6684963" y="-338138"/>
            <a:chExt cx="3349625" cy="2152650"/>
          </a:xfrm>
        </p:grpSpPr>
        <p:sp>
          <p:nvSpPr>
            <p:cNvPr id="5" name="Freeform 8"/>
            <p:cNvSpPr/>
            <p:nvPr userDrawn="1"/>
          </p:nvSpPr>
          <p:spPr bwMode="auto">
            <a:xfrm>
              <a:off x="7921625" y="-338138"/>
              <a:ext cx="1798638" cy="2152650"/>
            </a:xfrm>
            <a:custGeom>
              <a:avLst/>
              <a:gdLst>
                <a:gd name="T0" fmla="*/ 2294 w 2882"/>
                <a:gd name="T1" fmla="*/ 717 h 3447"/>
                <a:gd name="T2" fmla="*/ 2090 w 2882"/>
                <a:gd name="T3" fmla="*/ 520 h 3447"/>
                <a:gd name="T4" fmla="*/ 1277 w 2882"/>
                <a:gd name="T5" fmla="*/ 27 h 3447"/>
                <a:gd name="T6" fmla="*/ 633 w 2882"/>
                <a:gd name="T7" fmla="*/ 107 h 3447"/>
                <a:gd name="T8" fmla="*/ 232 w 2882"/>
                <a:gd name="T9" fmla="*/ 553 h 3447"/>
                <a:gd name="T10" fmla="*/ 20 w 2882"/>
                <a:gd name="T11" fmla="*/ 1496 h 3447"/>
                <a:gd name="T12" fmla="*/ 41 w 2882"/>
                <a:gd name="T13" fmla="*/ 1768 h 3447"/>
                <a:gd name="T14" fmla="*/ 51 w 2882"/>
                <a:gd name="T15" fmla="*/ 1874 h 3447"/>
                <a:gd name="T16" fmla="*/ 277 w 2882"/>
                <a:gd name="T17" fmla="*/ 2412 h 3447"/>
                <a:gd name="T18" fmla="*/ 1346 w 2882"/>
                <a:gd name="T19" fmla="*/ 3267 h 3447"/>
                <a:gd name="T20" fmla="*/ 2825 w 2882"/>
                <a:gd name="T21" fmla="*/ 2273 h 3447"/>
                <a:gd name="T22" fmla="*/ 2770 w 2882"/>
                <a:gd name="T23" fmla="*/ 1377 h 3447"/>
                <a:gd name="T24" fmla="*/ 2294 w 2882"/>
                <a:gd name="T25" fmla="*/ 717 h 3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2" h="3447">
                  <a:moveTo>
                    <a:pt x="2294" y="717"/>
                  </a:moveTo>
                  <a:cubicBezTo>
                    <a:pt x="2227" y="651"/>
                    <a:pt x="2158" y="586"/>
                    <a:pt x="2090" y="520"/>
                  </a:cubicBezTo>
                  <a:cubicBezTo>
                    <a:pt x="1849" y="287"/>
                    <a:pt x="1627" y="71"/>
                    <a:pt x="1277" y="27"/>
                  </a:cubicBezTo>
                  <a:cubicBezTo>
                    <a:pt x="1058" y="0"/>
                    <a:pt x="827" y="6"/>
                    <a:pt x="633" y="107"/>
                  </a:cubicBezTo>
                  <a:cubicBezTo>
                    <a:pt x="452" y="201"/>
                    <a:pt x="319" y="370"/>
                    <a:pt x="232" y="553"/>
                  </a:cubicBezTo>
                  <a:cubicBezTo>
                    <a:pt x="102" y="828"/>
                    <a:pt x="0" y="1189"/>
                    <a:pt x="20" y="1496"/>
                  </a:cubicBezTo>
                  <a:cubicBezTo>
                    <a:pt x="26" y="1588"/>
                    <a:pt x="43" y="1676"/>
                    <a:pt x="41" y="1768"/>
                  </a:cubicBezTo>
                  <a:cubicBezTo>
                    <a:pt x="41" y="1804"/>
                    <a:pt x="43" y="1839"/>
                    <a:pt x="51" y="1874"/>
                  </a:cubicBezTo>
                  <a:cubicBezTo>
                    <a:pt x="94" y="2061"/>
                    <a:pt x="182" y="2247"/>
                    <a:pt x="277" y="2412"/>
                  </a:cubicBezTo>
                  <a:cubicBezTo>
                    <a:pt x="510" y="2818"/>
                    <a:pt x="890" y="3156"/>
                    <a:pt x="1346" y="3267"/>
                  </a:cubicBezTo>
                  <a:cubicBezTo>
                    <a:pt x="2086" y="3447"/>
                    <a:pt x="2689" y="2980"/>
                    <a:pt x="2825" y="2273"/>
                  </a:cubicBezTo>
                  <a:cubicBezTo>
                    <a:pt x="2882" y="1976"/>
                    <a:pt x="2879" y="1661"/>
                    <a:pt x="2770" y="1377"/>
                  </a:cubicBezTo>
                  <a:cubicBezTo>
                    <a:pt x="2669" y="1115"/>
                    <a:pt x="2489" y="911"/>
                    <a:pt x="2294" y="717"/>
                  </a:cubicBezTo>
                  <a:close/>
                </a:path>
              </a:pathLst>
            </a:custGeom>
            <a:solidFill>
              <a:srgbClr val="F3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49"/>
            <p:cNvSpPr>
              <a:spLocks noEditPoints="1"/>
            </p:cNvSpPr>
            <p:nvPr userDrawn="1"/>
          </p:nvSpPr>
          <p:spPr bwMode="auto">
            <a:xfrm>
              <a:off x="6684963" y="-111125"/>
              <a:ext cx="3349625" cy="1598613"/>
            </a:xfrm>
            <a:custGeom>
              <a:avLst/>
              <a:gdLst>
                <a:gd name="T0" fmla="*/ 5313 w 5365"/>
                <a:gd name="T1" fmla="*/ 2377 h 2561"/>
                <a:gd name="T2" fmla="*/ 4266 w 5365"/>
                <a:gd name="T3" fmla="*/ 2341 h 2561"/>
                <a:gd name="T4" fmla="*/ 4062 w 5365"/>
                <a:gd name="T5" fmla="*/ 2125 h 2561"/>
                <a:gd name="T6" fmla="*/ 4413 w 5365"/>
                <a:gd name="T7" fmla="*/ 2069 h 2561"/>
                <a:gd name="T8" fmla="*/ 4532 w 5365"/>
                <a:gd name="T9" fmla="*/ 2006 h 2561"/>
                <a:gd name="T10" fmla="*/ 4525 w 5365"/>
                <a:gd name="T11" fmla="*/ 1951 h 2561"/>
                <a:gd name="T12" fmla="*/ 4359 w 5365"/>
                <a:gd name="T13" fmla="*/ 1779 h 2561"/>
                <a:gd name="T14" fmla="*/ 4177 w 5365"/>
                <a:gd name="T15" fmla="*/ 1611 h 2561"/>
                <a:gd name="T16" fmla="*/ 3967 w 5365"/>
                <a:gd name="T17" fmla="*/ 1667 h 2561"/>
                <a:gd name="T18" fmla="*/ 3926 w 5365"/>
                <a:gd name="T19" fmla="*/ 1907 h 2561"/>
                <a:gd name="T20" fmla="*/ 3962 w 5365"/>
                <a:gd name="T21" fmla="*/ 2054 h 2561"/>
                <a:gd name="T22" fmla="*/ 3401 w 5365"/>
                <a:gd name="T23" fmla="*/ 1866 h 2561"/>
                <a:gd name="T24" fmla="*/ 2808 w 5365"/>
                <a:gd name="T25" fmla="*/ 1662 h 2561"/>
                <a:gd name="T26" fmla="*/ 2139 w 5365"/>
                <a:gd name="T27" fmla="*/ 1680 h 2561"/>
                <a:gd name="T28" fmla="*/ 910 w 5365"/>
                <a:gd name="T29" fmla="*/ 1710 h 2561"/>
                <a:gd name="T30" fmla="*/ 486 w 5365"/>
                <a:gd name="T31" fmla="*/ 1404 h 2561"/>
                <a:gd name="T32" fmla="*/ 303 w 5365"/>
                <a:gd name="T33" fmla="*/ 940 h 2561"/>
                <a:gd name="T34" fmla="*/ 313 w 5365"/>
                <a:gd name="T35" fmla="*/ 693 h 2561"/>
                <a:gd name="T36" fmla="*/ 388 w 5365"/>
                <a:gd name="T37" fmla="*/ 383 h 2561"/>
                <a:gd name="T38" fmla="*/ 343 w 5365"/>
                <a:gd name="T39" fmla="*/ 115 h 2561"/>
                <a:gd name="T40" fmla="*/ 139 w 5365"/>
                <a:gd name="T41" fmla="*/ 0 h 2561"/>
                <a:gd name="T42" fmla="*/ 31 w 5365"/>
                <a:gd name="T43" fmla="*/ 35 h 2561"/>
                <a:gd name="T44" fmla="*/ 61 w 5365"/>
                <a:gd name="T45" fmla="*/ 86 h 2561"/>
                <a:gd name="T46" fmla="*/ 270 w 5365"/>
                <a:gd name="T47" fmla="*/ 118 h 2561"/>
                <a:gd name="T48" fmla="*/ 329 w 5365"/>
                <a:gd name="T49" fmla="*/ 380 h 2561"/>
                <a:gd name="T50" fmla="*/ 254 w 5365"/>
                <a:gd name="T51" fmla="*/ 688 h 2561"/>
                <a:gd name="T52" fmla="*/ 244 w 5365"/>
                <a:gd name="T53" fmla="*/ 939 h 2561"/>
                <a:gd name="T54" fmla="*/ 809 w 5365"/>
                <a:gd name="T55" fmla="*/ 1734 h 2561"/>
                <a:gd name="T56" fmla="*/ 2008 w 5365"/>
                <a:gd name="T57" fmla="*/ 1760 h 2561"/>
                <a:gd name="T58" fmla="*/ 2685 w 5365"/>
                <a:gd name="T59" fmla="*/ 1707 h 2561"/>
                <a:gd name="T60" fmla="*/ 3301 w 5365"/>
                <a:gd name="T61" fmla="*/ 1886 h 2561"/>
                <a:gd name="T62" fmla="*/ 3991 w 5365"/>
                <a:gd name="T63" fmla="*/ 2119 h 2561"/>
                <a:gd name="T64" fmla="*/ 4157 w 5365"/>
                <a:gd name="T65" fmla="*/ 2330 h 2561"/>
                <a:gd name="T66" fmla="*/ 4646 w 5365"/>
                <a:gd name="T67" fmla="*/ 2537 h 2561"/>
                <a:gd name="T68" fmla="*/ 5329 w 5365"/>
                <a:gd name="T69" fmla="*/ 2435 h 2561"/>
                <a:gd name="T70" fmla="*/ 5313 w 5365"/>
                <a:gd name="T71" fmla="*/ 2377 h 2561"/>
                <a:gd name="T72" fmla="*/ 4001 w 5365"/>
                <a:gd name="T73" fmla="*/ 1984 h 2561"/>
                <a:gd name="T74" fmla="*/ 4147 w 5365"/>
                <a:gd name="T75" fmla="*/ 1663 h 2561"/>
                <a:gd name="T76" fmla="*/ 4326 w 5365"/>
                <a:gd name="T77" fmla="*/ 1838 h 2561"/>
                <a:gd name="T78" fmla="*/ 4458 w 5365"/>
                <a:gd name="T79" fmla="*/ 1982 h 2561"/>
                <a:gd name="T80" fmla="*/ 4029 w 5365"/>
                <a:gd name="T81" fmla="*/ 2062 h 2561"/>
                <a:gd name="T82" fmla="*/ 4001 w 5365"/>
                <a:gd name="T83" fmla="*/ 1984 h 2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65" h="2561">
                  <a:moveTo>
                    <a:pt x="5313" y="2377"/>
                  </a:moveTo>
                  <a:cubicBezTo>
                    <a:pt x="4979" y="2493"/>
                    <a:pt x="4574" y="2556"/>
                    <a:pt x="4266" y="2341"/>
                  </a:cubicBezTo>
                  <a:cubicBezTo>
                    <a:pt x="4185" y="2285"/>
                    <a:pt x="4113" y="2211"/>
                    <a:pt x="4062" y="2125"/>
                  </a:cubicBezTo>
                  <a:cubicBezTo>
                    <a:pt x="4180" y="2132"/>
                    <a:pt x="4298" y="2117"/>
                    <a:pt x="4413" y="2069"/>
                  </a:cubicBezTo>
                  <a:cubicBezTo>
                    <a:pt x="4455" y="2052"/>
                    <a:pt x="4495" y="2031"/>
                    <a:pt x="4532" y="2006"/>
                  </a:cubicBezTo>
                  <a:cubicBezTo>
                    <a:pt x="4554" y="1990"/>
                    <a:pt x="4550" y="1960"/>
                    <a:pt x="4525" y="1951"/>
                  </a:cubicBezTo>
                  <a:cubicBezTo>
                    <a:pt x="4448" y="1922"/>
                    <a:pt x="4402" y="1844"/>
                    <a:pt x="4359" y="1779"/>
                  </a:cubicBezTo>
                  <a:cubicBezTo>
                    <a:pt x="4311" y="1708"/>
                    <a:pt x="4257" y="1644"/>
                    <a:pt x="4177" y="1611"/>
                  </a:cubicBezTo>
                  <a:cubicBezTo>
                    <a:pt x="4099" y="1579"/>
                    <a:pt x="4015" y="1596"/>
                    <a:pt x="3967" y="1667"/>
                  </a:cubicBezTo>
                  <a:cubicBezTo>
                    <a:pt x="3921" y="1735"/>
                    <a:pt x="3917" y="1830"/>
                    <a:pt x="3926" y="1907"/>
                  </a:cubicBezTo>
                  <a:cubicBezTo>
                    <a:pt x="3932" y="1958"/>
                    <a:pt x="3944" y="2007"/>
                    <a:pt x="3962" y="2054"/>
                  </a:cubicBezTo>
                  <a:cubicBezTo>
                    <a:pt x="3767" y="2023"/>
                    <a:pt x="3571" y="1941"/>
                    <a:pt x="3401" y="1866"/>
                  </a:cubicBezTo>
                  <a:cubicBezTo>
                    <a:pt x="3210" y="1781"/>
                    <a:pt x="3016" y="1694"/>
                    <a:pt x="2808" y="1662"/>
                  </a:cubicBezTo>
                  <a:cubicBezTo>
                    <a:pt x="2586" y="1627"/>
                    <a:pt x="2360" y="1647"/>
                    <a:pt x="2139" y="1680"/>
                  </a:cubicBezTo>
                  <a:cubicBezTo>
                    <a:pt x="1736" y="1739"/>
                    <a:pt x="1309" y="1846"/>
                    <a:pt x="910" y="1710"/>
                  </a:cubicBezTo>
                  <a:cubicBezTo>
                    <a:pt x="741" y="1652"/>
                    <a:pt x="593" y="1547"/>
                    <a:pt x="486" y="1404"/>
                  </a:cubicBezTo>
                  <a:cubicBezTo>
                    <a:pt x="386" y="1269"/>
                    <a:pt x="320" y="1107"/>
                    <a:pt x="303" y="940"/>
                  </a:cubicBezTo>
                  <a:cubicBezTo>
                    <a:pt x="295" y="857"/>
                    <a:pt x="298" y="774"/>
                    <a:pt x="313" y="693"/>
                  </a:cubicBezTo>
                  <a:cubicBezTo>
                    <a:pt x="333" y="588"/>
                    <a:pt x="373" y="489"/>
                    <a:pt x="388" y="383"/>
                  </a:cubicBezTo>
                  <a:cubicBezTo>
                    <a:pt x="400" y="293"/>
                    <a:pt x="393" y="194"/>
                    <a:pt x="343" y="115"/>
                  </a:cubicBezTo>
                  <a:cubicBezTo>
                    <a:pt x="299" y="47"/>
                    <a:pt x="222" y="0"/>
                    <a:pt x="139" y="0"/>
                  </a:cubicBezTo>
                  <a:cubicBezTo>
                    <a:pt x="100" y="0"/>
                    <a:pt x="62" y="12"/>
                    <a:pt x="31" y="35"/>
                  </a:cubicBezTo>
                  <a:cubicBezTo>
                    <a:pt x="0" y="57"/>
                    <a:pt x="30" y="109"/>
                    <a:pt x="61" y="86"/>
                  </a:cubicBezTo>
                  <a:cubicBezTo>
                    <a:pt x="126" y="38"/>
                    <a:pt x="217" y="61"/>
                    <a:pt x="270" y="118"/>
                  </a:cubicBezTo>
                  <a:cubicBezTo>
                    <a:pt x="334" y="186"/>
                    <a:pt x="341" y="292"/>
                    <a:pt x="329" y="380"/>
                  </a:cubicBezTo>
                  <a:cubicBezTo>
                    <a:pt x="314" y="485"/>
                    <a:pt x="273" y="584"/>
                    <a:pt x="254" y="688"/>
                  </a:cubicBezTo>
                  <a:cubicBezTo>
                    <a:pt x="239" y="771"/>
                    <a:pt x="235" y="856"/>
                    <a:pt x="244" y="939"/>
                  </a:cubicBezTo>
                  <a:cubicBezTo>
                    <a:pt x="278" y="1281"/>
                    <a:pt x="492" y="1596"/>
                    <a:pt x="809" y="1734"/>
                  </a:cubicBezTo>
                  <a:cubicBezTo>
                    <a:pt x="1189" y="1900"/>
                    <a:pt x="1614" y="1824"/>
                    <a:pt x="2008" y="1760"/>
                  </a:cubicBezTo>
                  <a:cubicBezTo>
                    <a:pt x="2232" y="1724"/>
                    <a:pt x="2458" y="1690"/>
                    <a:pt x="2685" y="1707"/>
                  </a:cubicBezTo>
                  <a:cubicBezTo>
                    <a:pt x="2903" y="1723"/>
                    <a:pt x="3104" y="1799"/>
                    <a:pt x="3301" y="1886"/>
                  </a:cubicBezTo>
                  <a:cubicBezTo>
                    <a:pt x="3515" y="1980"/>
                    <a:pt x="3752" y="2089"/>
                    <a:pt x="3991" y="2119"/>
                  </a:cubicBezTo>
                  <a:cubicBezTo>
                    <a:pt x="4032" y="2199"/>
                    <a:pt x="4090" y="2270"/>
                    <a:pt x="4157" y="2330"/>
                  </a:cubicBezTo>
                  <a:cubicBezTo>
                    <a:pt x="4294" y="2452"/>
                    <a:pt x="4465" y="2518"/>
                    <a:pt x="4646" y="2537"/>
                  </a:cubicBezTo>
                  <a:cubicBezTo>
                    <a:pt x="4877" y="2561"/>
                    <a:pt x="5111" y="2510"/>
                    <a:pt x="5329" y="2435"/>
                  </a:cubicBezTo>
                  <a:cubicBezTo>
                    <a:pt x="5365" y="2422"/>
                    <a:pt x="5349" y="2365"/>
                    <a:pt x="5313" y="2377"/>
                  </a:cubicBezTo>
                  <a:close/>
                  <a:moveTo>
                    <a:pt x="4001" y="1984"/>
                  </a:moveTo>
                  <a:cubicBezTo>
                    <a:pt x="3972" y="1878"/>
                    <a:pt x="3962" y="1599"/>
                    <a:pt x="4147" y="1663"/>
                  </a:cubicBezTo>
                  <a:cubicBezTo>
                    <a:pt x="4231" y="1692"/>
                    <a:pt x="4279" y="1767"/>
                    <a:pt x="4326" y="1838"/>
                  </a:cubicBezTo>
                  <a:cubicBezTo>
                    <a:pt x="4363" y="1893"/>
                    <a:pt x="4403" y="1946"/>
                    <a:pt x="4458" y="1982"/>
                  </a:cubicBezTo>
                  <a:cubicBezTo>
                    <a:pt x="4324" y="2058"/>
                    <a:pt x="4177" y="2077"/>
                    <a:pt x="4029" y="2062"/>
                  </a:cubicBezTo>
                  <a:cubicBezTo>
                    <a:pt x="4018" y="2037"/>
                    <a:pt x="4008" y="2011"/>
                    <a:pt x="4001" y="1984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" name="Freeform 5"/>
          <p:cNvSpPr/>
          <p:nvPr userDrawn="1"/>
        </p:nvSpPr>
        <p:spPr bwMode="auto">
          <a:xfrm flipH="1">
            <a:off x="-927257" y="-918003"/>
            <a:ext cx="1854513" cy="1836006"/>
          </a:xfrm>
          <a:custGeom>
            <a:avLst/>
            <a:gdLst>
              <a:gd name="T0" fmla="*/ 3522 w 3725"/>
              <a:gd name="T1" fmla="*/ 2568 h 3688"/>
              <a:gd name="T2" fmla="*/ 2572 w 3725"/>
              <a:gd name="T3" fmla="*/ 193 h 3688"/>
              <a:gd name="T4" fmla="*/ 2033 w 3725"/>
              <a:gd name="T5" fmla="*/ 86 h 3688"/>
              <a:gd name="T6" fmla="*/ 1607 w 3725"/>
              <a:gd name="T7" fmla="*/ 354 h 3688"/>
              <a:gd name="T8" fmla="*/ 1334 w 3725"/>
              <a:gd name="T9" fmla="*/ 251 h 3688"/>
              <a:gd name="T10" fmla="*/ 972 w 3725"/>
              <a:gd name="T11" fmla="*/ 926 h 3688"/>
              <a:gd name="T12" fmla="*/ 665 w 3725"/>
              <a:gd name="T13" fmla="*/ 1270 h 3688"/>
              <a:gd name="T14" fmla="*/ 105 w 3725"/>
              <a:gd name="T15" fmla="*/ 1654 h 3688"/>
              <a:gd name="T16" fmla="*/ 288 w 3725"/>
              <a:gd name="T17" fmla="*/ 2288 h 3688"/>
              <a:gd name="T18" fmla="*/ 775 w 3725"/>
              <a:gd name="T19" fmla="*/ 2795 h 3688"/>
              <a:gd name="T20" fmla="*/ 952 w 3725"/>
              <a:gd name="T21" fmla="*/ 3225 h 3688"/>
              <a:gd name="T22" fmla="*/ 1795 w 3725"/>
              <a:gd name="T23" fmla="*/ 3536 h 3688"/>
              <a:gd name="T24" fmla="*/ 2369 w 3725"/>
              <a:gd name="T25" fmla="*/ 3134 h 3688"/>
              <a:gd name="T26" fmla="*/ 3030 w 3725"/>
              <a:gd name="T27" fmla="*/ 3181 h 3688"/>
              <a:gd name="T28" fmla="*/ 3522 w 3725"/>
              <a:gd name="T29" fmla="*/ 2568 h 3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25" h="3688">
                <a:moveTo>
                  <a:pt x="3522" y="2568"/>
                </a:moveTo>
                <a:cubicBezTo>
                  <a:pt x="3725" y="1684"/>
                  <a:pt x="3329" y="693"/>
                  <a:pt x="2572" y="193"/>
                </a:cubicBezTo>
                <a:cubicBezTo>
                  <a:pt x="2412" y="87"/>
                  <a:pt x="2205" y="0"/>
                  <a:pt x="2033" y="86"/>
                </a:cubicBezTo>
                <a:cubicBezTo>
                  <a:pt x="1879" y="163"/>
                  <a:pt x="1778" y="365"/>
                  <a:pt x="1607" y="354"/>
                </a:cubicBezTo>
                <a:cubicBezTo>
                  <a:pt x="1509" y="348"/>
                  <a:pt x="1430" y="270"/>
                  <a:pt x="1334" y="251"/>
                </a:cubicBezTo>
                <a:cubicBezTo>
                  <a:pt x="1029" y="193"/>
                  <a:pt x="1051" y="764"/>
                  <a:pt x="972" y="926"/>
                </a:cubicBezTo>
                <a:cubicBezTo>
                  <a:pt x="904" y="1066"/>
                  <a:pt x="798" y="1188"/>
                  <a:pt x="665" y="1270"/>
                </a:cubicBezTo>
                <a:cubicBezTo>
                  <a:pt x="469" y="1392"/>
                  <a:pt x="207" y="1447"/>
                  <a:pt x="105" y="1654"/>
                </a:cubicBezTo>
                <a:cubicBezTo>
                  <a:pt x="0" y="1864"/>
                  <a:pt x="124" y="2120"/>
                  <a:pt x="288" y="2288"/>
                </a:cubicBezTo>
                <a:cubicBezTo>
                  <a:pt x="452" y="2457"/>
                  <a:pt x="660" y="2590"/>
                  <a:pt x="775" y="2795"/>
                </a:cubicBezTo>
                <a:cubicBezTo>
                  <a:pt x="851" y="2930"/>
                  <a:pt x="880" y="3087"/>
                  <a:pt x="952" y="3225"/>
                </a:cubicBezTo>
                <a:cubicBezTo>
                  <a:pt x="1106" y="3519"/>
                  <a:pt x="1500" y="3688"/>
                  <a:pt x="1795" y="3536"/>
                </a:cubicBezTo>
                <a:cubicBezTo>
                  <a:pt x="2005" y="3428"/>
                  <a:pt x="2140" y="3188"/>
                  <a:pt x="2369" y="3134"/>
                </a:cubicBezTo>
                <a:cubicBezTo>
                  <a:pt x="2586" y="3083"/>
                  <a:pt x="2811" y="3219"/>
                  <a:pt x="3030" y="3181"/>
                </a:cubicBezTo>
                <a:cubicBezTo>
                  <a:pt x="3304" y="3134"/>
                  <a:pt x="3459" y="2839"/>
                  <a:pt x="3522" y="2568"/>
                </a:cubicBezTo>
                <a:close/>
              </a:path>
            </a:pathLst>
          </a:custGeom>
          <a:solidFill>
            <a:srgbClr val="7C89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-307117" y="4506293"/>
            <a:ext cx="3607697" cy="1443079"/>
            <a:chOff x="2052638" y="3284537"/>
            <a:chExt cx="4651375" cy="1860550"/>
          </a:xfrm>
        </p:grpSpPr>
        <p:sp>
          <p:nvSpPr>
            <p:cNvPr id="33" name="Freeform 6"/>
            <p:cNvSpPr/>
            <p:nvPr userDrawn="1"/>
          </p:nvSpPr>
          <p:spPr bwMode="auto">
            <a:xfrm>
              <a:off x="3686175" y="3497262"/>
              <a:ext cx="2187575" cy="1647825"/>
            </a:xfrm>
            <a:custGeom>
              <a:avLst/>
              <a:gdLst>
                <a:gd name="T0" fmla="*/ 1085 w 3505"/>
                <a:gd name="T1" fmla="*/ 438 h 2639"/>
                <a:gd name="T2" fmla="*/ 875 w 3505"/>
                <a:gd name="T3" fmla="*/ 623 h 2639"/>
                <a:gd name="T4" fmla="*/ 575 w 3505"/>
                <a:gd name="T5" fmla="*/ 892 h 2639"/>
                <a:gd name="T6" fmla="*/ 182 w 3505"/>
                <a:gd name="T7" fmla="*/ 1356 h 2639"/>
                <a:gd name="T8" fmla="*/ 11 w 3505"/>
                <a:gd name="T9" fmla="*/ 1811 h 2639"/>
                <a:gd name="T10" fmla="*/ 449 w 3505"/>
                <a:gd name="T11" fmla="*/ 2483 h 2639"/>
                <a:gd name="T12" fmla="*/ 1273 w 3505"/>
                <a:gd name="T13" fmla="*/ 2638 h 2639"/>
                <a:gd name="T14" fmla="*/ 2526 w 3505"/>
                <a:gd name="T15" fmla="*/ 2390 h 2639"/>
                <a:gd name="T16" fmla="*/ 3376 w 3505"/>
                <a:gd name="T17" fmla="*/ 1470 h 2639"/>
                <a:gd name="T18" fmla="*/ 3066 w 3505"/>
                <a:gd name="T19" fmla="*/ 297 h 2639"/>
                <a:gd name="T20" fmla="*/ 2065 w 3505"/>
                <a:gd name="T21" fmla="*/ 6 h 2639"/>
                <a:gd name="T22" fmla="*/ 1652 w 3505"/>
                <a:gd name="T23" fmla="*/ 56 h 2639"/>
                <a:gd name="T24" fmla="*/ 1085 w 3505"/>
                <a:gd name="T25" fmla="*/ 438 h 2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5" h="2639">
                  <a:moveTo>
                    <a:pt x="1085" y="438"/>
                  </a:moveTo>
                  <a:cubicBezTo>
                    <a:pt x="1015" y="500"/>
                    <a:pt x="945" y="564"/>
                    <a:pt x="875" y="623"/>
                  </a:cubicBezTo>
                  <a:cubicBezTo>
                    <a:pt x="772" y="709"/>
                    <a:pt x="671" y="798"/>
                    <a:pt x="575" y="892"/>
                  </a:cubicBezTo>
                  <a:cubicBezTo>
                    <a:pt x="429" y="1033"/>
                    <a:pt x="294" y="1186"/>
                    <a:pt x="182" y="1356"/>
                  </a:cubicBezTo>
                  <a:cubicBezTo>
                    <a:pt x="93" y="1494"/>
                    <a:pt x="18" y="1647"/>
                    <a:pt x="11" y="1811"/>
                  </a:cubicBezTo>
                  <a:cubicBezTo>
                    <a:pt x="0" y="2093"/>
                    <a:pt x="200" y="2352"/>
                    <a:pt x="449" y="2483"/>
                  </a:cubicBezTo>
                  <a:cubicBezTo>
                    <a:pt x="699" y="2614"/>
                    <a:pt x="990" y="2639"/>
                    <a:pt x="1273" y="2638"/>
                  </a:cubicBezTo>
                  <a:cubicBezTo>
                    <a:pt x="1702" y="2636"/>
                    <a:pt x="2139" y="2576"/>
                    <a:pt x="2526" y="2390"/>
                  </a:cubicBezTo>
                  <a:cubicBezTo>
                    <a:pt x="2913" y="2204"/>
                    <a:pt x="3247" y="1879"/>
                    <a:pt x="3376" y="1470"/>
                  </a:cubicBezTo>
                  <a:cubicBezTo>
                    <a:pt x="3505" y="1060"/>
                    <a:pt x="3398" y="568"/>
                    <a:pt x="3066" y="297"/>
                  </a:cubicBezTo>
                  <a:cubicBezTo>
                    <a:pt x="2788" y="70"/>
                    <a:pt x="2411" y="22"/>
                    <a:pt x="2065" y="6"/>
                  </a:cubicBezTo>
                  <a:cubicBezTo>
                    <a:pt x="1925" y="0"/>
                    <a:pt x="1785" y="7"/>
                    <a:pt x="1652" y="56"/>
                  </a:cubicBezTo>
                  <a:cubicBezTo>
                    <a:pt x="1437" y="135"/>
                    <a:pt x="1258" y="285"/>
                    <a:pt x="1085" y="438"/>
                  </a:cubicBezTo>
                  <a:close/>
                </a:path>
              </a:pathLst>
            </a:custGeom>
            <a:solidFill>
              <a:srgbClr val="EFB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50"/>
            <p:cNvSpPr>
              <a:spLocks noEditPoints="1"/>
            </p:cNvSpPr>
            <p:nvPr userDrawn="1"/>
          </p:nvSpPr>
          <p:spPr bwMode="auto">
            <a:xfrm>
              <a:off x="2052638" y="3284537"/>
              <a:ext cx="4651375" cy="1016000"/>
            </a:xfrm>
            <a:custGeom>
              <a:avLst/>
              <a:gdLst>
                <a:gd name="T0" fmla="*/ 7449 w 7452"/>
                <a:gd name="T1" fmla="*/ 1513 h 1627"/>
                <a:gd name="T2" fmla="*/ 7218 w 7452"/>
                <a:gd name="T3" fmla="*/ 1115 h 1627"/>
                <a:gd name="T4" fmla="*/ 6697 w 7452"/>
                <a:gd name="T5" fmla="*/ 973 h 1627"/>
                <a:gd name="T6" fmla="*/ 5473 w 7452"/>
                <a:gd name="T7" fmla="*/ 1283 h 1627"/>
                <a:gd name="T8" fmla="*/ 4955 w 7452"/>
                <a:gd name="T9" fmla="*/ 1152 h 1627"/>
                <a:gd name="T10" fmla="*/ 4600 w 7452"/>
                <a:gd name="T11" fmla="*/ 730 h 1627"/>
                <a:gd name="T12" fmla="*/ 3638 w 7452"/>
                <a:gd name="T13" fmla="*/ 496 h 1627"/>
                <a:gd name="T14" fmla="*/ 2977 w 7452"/>
                <a:gd name="T15" fmla="*/ 490 h 1627"/>
                <a:gd name="T16" fmla="*/ 2945 w 7452"/>
                <a:gd name="T17" fmla="*/ 473 h 1627"/>
                <a:gd name="T18" fmla="*/ 2895 w 7452"/>
                <a:gd name="T19" fmla="*/ 11 h 1627"/>
                <a:gd name="T20" fmla="*/ 2859 w 7452"/>
                <a:gd name="T21" fmla="*/ 6 h 1627"/>
                <a:gd name="T22" fmla="*/ 2780 w 7452"/>
                <a:gd name="T23" fmla="*/ 396 h 1627"/>
                <a:gd name="T24" fmla="*/ 2869 w 7452"/>
                <a:gd name="T25" fmla="*/ 494 h 1627"/>
                <a:gd name="T26" fmla="*/ 2794 w 7452"/>
                <a:gd name="T27" fmla="*/ 594 h 1627"/>
                <a:gd name="T28" fmla="*/ 2134 w 7452"/>
                <a:gd name="T29" fmla="*/ 792 h 1627"/>
                <a:gd name="T30" fmla="*/ 1330 w 7452"/>
                <a:gd name="T31" fmla="*/ 799 h 1627"/>
                <a:gd name="T32" fmla="*/ 681 w 7452"/>
                <a:gd name="T33" fmla="*/ 1071 h 1627"/>
                <a:gd name="T34" fmla="*/ 29 w 7452"/>
                <a:gd name="T35" fmla="*/ 1561 h 1627"/>
                <a:gd name="T36" fmla="*/ 71 w 7452"/>
                <a:gd name="T37" fmla="*/ 1603 h 1627"/>
                <a:gd name="T38" fmla="*/ 1358 w 7452"/>
                <a:gd name="T39" fmla="*/ 855 h 1627"/>
                <a:gd name="T40" fmla="*/ 2213 w 7452"/>
                <a:gd name="T41" fmla="*/ 852 h 1627"/>
                <a:gd name="T42" fmla="*/ 2849 w 7452"/>
                <a:gd name="T43" fmla="*/ 621 h 1627"/>
                <a:gd name="T44" fmla="*/ 2918 w 7452"/>
                <a:gd name="T45" fmla="*/ 527 h 1627"/>
                <a:gd name="T46" fmla="*/ 3267 w 7452"/>
                <a:gd name="T47" fmla="*/ 596 h 1627"/>
                <a:gd name="T48" fmla="*/ 3837 w 7452"/>
                <a:gd name="T49" fmla="*/ 543 h 1627"/>
                <a:gd name="T50" fmla="*/ 4360 w 7452"/>
                <a:gd name="T51" fmla="*/ 634 h 1627"/>
                <a:gd name="T52" fmla="*/ 4574 w 7452"/>
                <a:gd name="T53" fmla="*/ 789 h 1627"/>
                <a:gd name="T54" fmla="*/ 4747 w 7452"/>
                <a:gd name="T55" fmla="*/ 1016 h 1627"/>
                <a:gd name="T56" fmla="*/ 4934 w 7452"/>
                <a:gd name="T57" fmla="*/ 1210 h 1627"/>
                <a:gd name="T58" fmla="*/ 5167 w 7452"/>
                <a:gd name="T59" fmla="*/ 1316 h 1627"/>
                <a:gd name="T60" fmla="*/ 6354 w 7452"/>
                <a:gd name="T61" fmla="*/ 1096 h 1627"/>
                <a:gd name="T62" fmla="*/ 7048 w 7452"/>
                <a:gd name="T63" fmla="*/ 1086 h 1627"/>
                <a:gd name="T64" fmla="*/ 7390 w 7452"/>
                <a:gd name="T65" fmla="*/ 1513 h 1627"/>
                <a:gd name="T66" fmla="*/ 7449 w 7452"/>
                <a:gd name="T67" fmla="*/ 1513 h 1627"/>
                <a:gd name="T68" fmla="*/ 2798 w 7452"/>
                <a:gd name="T69" fmla="*/ 283 h 1627"/>
                <a:gd name="T70" fmla="*/ 2868 w 7452"/>
                <a:gd name="T71" fmla="*/ 72 h 1627"/>
                <a:gd name="T72" fmla="*/ 2895 w 7452"/>
                <a:gd name="T73" fmla="*/ 438 h 1627"/>
                <a:gd name="T74" fmla="*/ 2798 w 7452"/>
                <a:gd name="T75" fmla="*/ 283 h 1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452" h="1627">
                  <a:moveTo>
                    <a:pt x="7449" y="1513"/>
                  </a:moveTo>
                  <a:cubicBezTo>
                    <a:pt x="7438" y="1351"/>
                    <a:pt x="7347" y="1211"/>
                    <a:pt x="7218" y="1115"/>
                  </a:cubicBezTo>
                  <a:cubicBezTo>
                    <a:pt x="7069" y="1003"/>
                    <a:pt x="6882" y="964"/>
                    <a:pt x="6697" y="973"/>
                  </a:cubicBezTo>
                  <a:cubicBezTo>
                    <a:pt x="6270" y="996"/>
                    <a:pt x="5898" y="1256"/>
                    <a:pt x="5473" y="1283"/>
                  </a:cubicBezTo>
                  <a:cubicBezTo>
                    <a:pt x="5293" y="1294"/>
                    <a:pt x="5102" y="1263"/>
                    <a:pt x="4955" y="1152"/>
                  </a:cubicBezTo>
                  <a:cubicBezTo>
                    <a:pt x="4806" y="1040"/>
                    <a:pt x="4729" y="861"/>
                    <a:pt x="4600" y="730"/>
                  </a:cubicBezTo>
                  <a:cubicBezTo>
                    <a:pt x="4350" y="478"/>
                    <a:pt x="3969" y="464"/>
                    <a:pt x="3638" y="496"/>
                  </a:cubicBezTo>
                  <a:cubicBezTo>
                    <a:pt x="3424" y="516"/>
                    <a:pt x="3181" y="587"/>
                    <a:pt x="2977" y="490"/>
                  </a:cubicBezTo>
                  <a:cubicBezTo>
                    <a:pt x="2966" y="485"/>
                    <a:pt x="2955" y="479"/>
                    <a:pt x="2945" y="473"/>
                  </a:cubicBezTo>
                  <a:cubicBezTo>
                    <a:pt x="3010" y="321"/>
                    <a:pt x="3007" y="141"/>
                    <a:pt x="2895" y="11"/>
                  </a:cubicBezTo>
                  <a:cubicBezTo>
                    <a:pt x="2886" y="1"/>
                    <a:pt x="2870" y="0"/>
                    <a:pt x="2859" y="6"/>
                  </a:cubicBezTo>
                  <a:cubicBezTo>
                    <a:pt x="2725" y="84"/>
                    <a:pt x="2701" y="271"/>
                    <a:pt x="2780" y="396"/>
                  </a:cubicBezTo>
                  <a:cubicBezTo>
                    <a:pt x="2804" y="435"/>
                    <a:pt x="2834" y="467"/>
                    <a:pt x="2869" y="494"/>
                  </a:cubicBezTo>
                  <a:cubicBezTo>
                    <a:pt x="2848" y="531"/>
                    <a:pt x="2822" y="565"/>
                    <a:pt x="2794" y="594"/>
                  </a:cubicBezTo>
                  <a:cubicBezTo>
                    <a:pt x="2624" y="763"/>
                    <a:pt x="2363" y="796"/>
                    <a:pt x="2134" y="792"/>
                  </a:cubicBezTo>
                  <a:cubicBezTo>
                    <a:pt x="1865" y="787"/>
                    <a:pt x="1598" y="745"/>
                    <a:pt x="1330" y="799"/>
                  </a:cubicBezTo>
                  <a:cubicBezTo>
                    <a:pt x="1099" y="846"/>
                    <a:pt x="881" y="948"/>
                    <a:pt x="681" y="1071"/>
                  </a:cubicBezTo>
                  <a:cubicBezTo>
                    <a:pt x="450" y="1214"/>
                    <a:pt x="238" y="1387"/>
                    <a:pt x="29" y="1561"/>
                  </a:cubicBezTo>
                  <a:cubicBezTo>
                    <a:pt x="0" y="1585"/>
                    <a:pt x="42" y="1627"/>
                    <a:pt x="71" y="1603"/>
                  </a:cubicBezTo>
                  <a:cubicBezTo>
                    <a:pt x="451" y="1288"/>
                    <a:pt x="860" y="951"/>
                    <a:pt x="1358" y="855"/>
                  </a:cubicBezTo>
                  <a:cubicBezTo>
                    <a:pt x="1642" y="799"/>
                    <a:pt x="1927" y="858"/>
                    <a:pt x="2213" y="852"/>
                  </a:cubicBezTo>
                  <a:cubicBezTo>
                    <a:pt x="2438" y="847"/>
                    <a:pt x="2691" y="795"/>
                    <a:pt x="2849" y="621"/>
                  </a:cubicBezTo>
                  <a:cubicBezTo>
                    <a:pt x="2876" y="593"/>
                    <a:pt x="2899" y="561"/>
                    <a:pt x="2918" y="527"/>
                  </a:cubicBezTo>
                  <a:cubicBezTo>
                    <a:pt x="3022" y="584"/>
                    <a:pt x="3150" y="602"/>
                    <a:pt x="3267" y="596"/>
                  </a:cubicBezTo>
                  <a:cubicBezTo>
                    <a:pt x="3458" y="587"/>
                    <a:pt x="3645" y="547"/>
                    <a:pt x="3837" y="543"/>
                  </a:cubicBezTo>
                  <a:cubicBezTo>
                    <a:pt x="4014" y="540"/>
                    <a:pt x="4198" y="557"/>
                    <a:pt x="4360" y="634"/>
                  </a:cubicBezTo>
                  <a:cubicBezTo>
                    <a:pt x="4441" y="672"/>
                    <a:pt x="4513" y="724"/>
                    <a:pt x="4574" y="789"/>
                  </a:cubicBezTo>
                  <a:cubicBezTo>
                    <a:pt x="4639" y="859"/>
                    <a:pt x="4690" y="939"/>
                    <a:pt x="4747" y="1016"/>
                  </a:cubicBezTo>
                  <a:cubicBezTo>
                    <a:pt x="4801" y="1088"/>
                    <a:pt x="4860" y="1157"/>
                    <a:pt x="4934" y="1210"/>
                  </a:cubicBezTo>
                  <a:cubicBezTo>
                    <a:pt x="5004" y="1260"/>
                    <a:pt x="5084" y="1295"/>
                    <a:pt x="5167" y="1316"/>
                  </a:cubicBezTo>
                  <a:cubicBezTo>
                    <a:pt x="5579" y="1423"/>
                    <a:pt x="5968" y="1208"/>
                    <a:pt x="6354" y="1096"/>
                  </a:cubicBezTo>
                  <a:cubicBezTo>
                    <a:pt x="6576" y="1032"/>
                    <a:pt x="6828" y="993"/>
                    <a:pt x="7048" y="1086"/>
                  </a:cubicBezTo>
                  <a:cubicBezTo>
                    <a:pt x="7223" y="1159"/>
                    <a:pt x="7377" y="1317"/>
                    <a:pt x="7390" y="1513"/>
                  </a:cubicBezTo>
                  <a:cubicBezTo>
                    <a:pt x="7392" y="1551"/>
                    <a:pt x="7452" y="1552"/>
                    <a:pt x="7449" y="1513"/>
                  </a:cubicBezTo>
                  <a:close/>
                  <a:moveTo>
                    <a:pt x="2798" y="283"/>
                  </a:moveTo>
                  <a:cubicBezTo>
                    <a:pt x="2784" y="206"/>
                    <a:pt x="2806" y="121"/>
                    <a:pt x="2868" y="72"/>
                  </a:cubicBezTo>
                  <a:cubicBezTo>
                    <a:pt x="2945" y="177"/>
                    <a:pt x="2944" y="318"/>
                    <a:pt x="2895" y="438"/>
                  </a:cubicBezTo>
                  <a:cubicBezTo>
                    <a:pt x="2847" y="398"/>
                    <a:pt x="2810" y="346"/>
                    <a:pt x="2798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287395" y="4276436"/>
            <a:ext cx="856605" cy="867064"/>
            <a:chOff x="6270625" y="2416175"/>
            <a:chExt cx="1300163" cy="1316037"/>
          </a:xfrm>
        </p:grpSpPr>
        <p:sp>
          <p:nvSpPr>
            <p:cNvPr id="7" name="Freeform 9"/>
            <p:cNvSpPr/>
            <p:nvPr userDrawn="1"/>
          </p:nvSpPr>
          <p:spPr bwMode="auto">
            <a:xfrm>
              <a:off x="6270625" y="3032125"/>
              <a:ext cx="206375" cy="315913"/>
            </a:xfrm>
            <a:custGeom>
              <a:avLst/>
              <a:gdLst>
                <a:gd name="T0" fmla="*/ 277 w 329"/>
                <a:gd name="T1" fmla="*/ 189 h 506"/>
                <a:gd name="T2" fmla="*/ 215 w 329"/>
                <a:gd name="T3" fmla="*/ 418 h 506"/>
                <a:gd name="T4" fmla="*/ 277 w 329"/>
                <a:gd name="T5" fmla="*/ 189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9" h="506">
                  <a:moveTo>
                    <a:pt x="277" y="189"/>
                  </a:moveTo>
                  <a:cubicBezTo>
                    <a:pt x="77" y="0"/>
                    <a:pt x="0" y="506"/>
                    <a:pt x="215" y="418"/>
                  </a:cubicBezTo>
                  <a:cubicBezTo>
                    <a:pt x="268" y="365"/>
                    <a:pt x="329" y="260"/>
                    <a:pt x="277" y="1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10"/>
            <p:cNvSpPr/>
            <p:nvPr userDrawn="1"/>
          </p:nvSpPr>
          <p:spPr bwMode="auto">
            <a:xfrm>
              <a:off x="6456363" y="2978150"/>
              <a:ext cx="327025" cy="227013"/>
            </a:xfrm>
            <a:custGeom>
              <a:avLst/>
              <a:gdLst>
                <a:gd name="T0" fmla="*/ 313 w 523"/>
                <a:gd name="T1" fmla="*/ 50 h 364"/>
                <a:gd name="T2" fmla="*/ 139 w 523"/>
                <a:gd name="T3" fmla="*/ 139 h 364"/>
                <a:gd name="T4" fmla="*/ 313 w 523"/>
                <a:gd name="T5" fmla="*/ 5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3" h="364">
                  <a:moveTo>
                    <a:pt x="313" y="50"/>
                  </a:moveTo>
                  <a:cubicBezTo>
                    <a:pt x="235" y="0"/>
                    <a:pt x="173" y="78"/>
                    <a:pt x="139" y="139"/>
                  </a:cubicBezTo>
                  <a:cubicBezTo>
                    <a:pt x="0" y="364"/>
                    <a:pt x="523" y="227"/>
                    <a:pt x="313" y="50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11"/>
            <p:cNvSpPr/>
            <p:nvPr userDrawn="1"/>
          </p:nvSpPr>
          <p:spPr bwMode="auto">
            <a:xfrm>
              <a:off x="6484938" y="2782887"/>
              <a:ext cx="104775" cy="176213"/>
            </a:xfrm>
            <a:custGeom>
              <a:avLst/>
              <a:gdLst>
                <a:gd name="T0" fmla="*/ 163 w 169"/>
                <a:gd name="T1" fmla="*/ 101 h 281"/>
                <a:gd name="T2" fmla="*/ 60 w 169"/>
                <a:gd name="T3" fmla="*/ 39 h 281"/>
                <a:gd name="T4" fmla="*/ 5 w 169"/>
                <a:gd name="T5" fmla="*/ 169 h 281"/>
                <a:gd name="T6" fmla="*/ 72 w 169"/>
                <a:gd name="T7" fmla="*/ 280 h 281"/>
                <a:gd name="T8" fmla="*/ 163 w 169"/>
                <a:gd name="T9" fmla="*/ 10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281">
                  <a:moveTo>
                    <a:pt x="163" y="101"/>
                  </a:moveTo>
                  <a:cubicBezTo>
                    <a:pt x="155" y="40"/>
                    <a:pt x="121" y="0"/>
                    <a:pt x="60" y="39"/>
                  </a:cubicBezTo>
                  <a:cubicBezTo>
                    <a:pt x="16" y="67"/>
                    <a:pt x="0" y="119"/>
                    <a:pt x="5" y="169"/>
                  </a:cubicBezTo>
                  <a:cubicBezTo>
                    <a:pt x="8" y="205"/>
                    <a:pt x="26" y="281"/>
                    <a:pt x="72" y="280"/>
                  </a:cubicBezTo>
                  <a:cubicBezTo>
                    <a:pt x="137" y="279"/>
                    <a:pt x="169" y="151"/>
                    <a:pt x="163" y="10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2"/>
            <p:cNvSpPr/>
            <p:nvPr userDrawn="1"/>
          </p:nvSpPr>
          <p:spPr bwMode="auto">
            <a:xfrm>
              <a:off x="6653213" y="2752725"/>
              <a:ext cx="182563" cy="193675"/>
            </a:xfrm>
            <a:custGeom>
              <a:avLst/>
              <a:gdLst>
                <a:gd name="T0" fmla="*/ 219 w 294"/>
                <a:gd name="T1" fmla="*/ 97 h 310"/>
                <a:gd name="T2" fmla="*/ 7 w 294"/>
                <a:gd name="T3" fmla="*/ 199 h 310"/>
                <a:gd name="T4" fmla="*/ 219 w 294"/>
                <a:gd name="T5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4" h="310">
                  <a:moveTo>
                    <a:pt x="219" y="97"/>
                  </a:moveTo>
                  <a:cubicBezTo>
                    <a:pt x="157" y="0"/>
                    <a:pt x="0" y="116"/>
                    <a:pt x="7" y="199"/>
                  </a:cubicBezTo>
                  <a:cubicBezTo>
                    <a:pt x="61" y="310"/>
                    <a:pt x="294" y="222"/>
                    <a:pt x="219" y="9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3"/>
            <p:cNvSpPr/>
            <p:nvPr userDrawn="1"/>
          </p:nvSpPr>
          <p:spPr bwMode="auto">
            <a:xfrm>
              <a:off x="7164388" y="2982912"/>
              <a:ext cx="206375" cy="223838"/>
            </a:xfrm>
            <a:custGeom>
              <a:avLst/>
              <a:gdLst>
                <a:gd name="T0" fmla="*/ 256 w 331"/>
                <a:gd name="T1" fmla="*/ 98 h 359"/>
                <a:gd name="T2" fmla="*/ 7 w 331"/>
                <a:gd name="T3" fmla="*/ 248 h 359"/>
                <a:gd name="T4" fmla="*/ 256 w 331"/>
                <a:gd name="T5" fmla="*/ 98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" h="359">
                  <a:moveTo>
                    <a:pt x="256" y="98"/>
                  </a:moveTo>
                  <a:cubicBezTo>
                    <a:pt x="195" y="0"/>
                    <a:pt x="0" y="164"/>
                    <a:pt x="7" y="248"/>
                  </a:cubicBezTo>
                  <a:cubicBezTo>
                    <a:pt x="60" y="359"/>
                    <a:pt x="331" y="223"/>
                    <a:pt x="256" y="9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4"/>
            <p:cNvSpPr/>
            <p:nvPr userDrawn="1"/>
          </p:nvSpPr>
          <p:spPr bwMode="auto">
            <a:xfrm>
              <a:off x="6808788" y="2886075"/>
              <a:ext cx="184150" cy="168275"/>
            </a:xfrm>
            <a:custGeom>
              <a:avLst/>
              <a:gdLst>
                <a:gd name="T0" fmla="*/ 171 w 295"/>
                <a:gd name="T1" fmla="*/ 22 h 270"/>
                <a:gd name="T2" fmla="*/ 48 w 295"/>
                <a:gd name="T3" fmla="*/ 128 h 270"/>
                <a:gd name="T4" fmla="*/ 16 w 295"/>
                <a:gd name="T5" fmla="*/ 147 h 270"/>
                <a:gd name="T6" fmla="*/ 22 w 295"/>
                <a:gd name="T7" fmla="*/ 211 h 270"/>
                <a:gd name="T8" fmla="*/ 184 w 295"/>
                <a:gd name="T9" fmla="*/ 238 h 270"/>
                <a:gd name="T10" fmla="*/ 271 w 295"/>
                <a:gd name="T11" fmla="*/ 77 h 270"/>
                <a:gd name="T12" fmla="*/ 171 w 295"/>
                <a:gd name="T13" fmla="*/ 2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5" h="270">
                  <a:moveTo>
                    <a:pt x="171" y="22"/>
                  </a:moveTo>
                  <a:cubicBezTo>
                    <a:pt x="125" y="49"/>
                    <a:pt x="77" y="110"/>
                    <a:pt x="48" y="128"/>
                  </a:cubicBezTo>
                  <a:cubicBezTo>
                    <a:pt x="38" y="135"/>
                    <a:pt x="25" y="138"/>
                    <a:pt x="16" y="147"/>
                  </a:cubicBezTo>
                  <a:cubicBezTo>
                    <a:pt x="0" y="164"/>
                    <a:pt x="6" y="194"/>
                    <a:pt x="22" y="211"/>
                  </a:cubicBezTo>
                  <a:cubicBezTo>
                    <a:pt x="56" y="248"/>
                    <a:pt x="142" y="270"/>
                    <a:pt x="184" y="238"/>
                  </a:cubicBezTo>
                  <a:cubicBezTo>
                    <a:pt x="236" y="199"/>
                    <a:pt x="295" y="155"/>
                    <a:pt x="271" y="77"/>
                  </a:cubicBezTo>
                  <a:cubicBezTo>
                    <a:pt x="247" y="2"/>
                    <a:pt x="210" y="0"/>
                    <a:pt x="171" y="2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5"/>
            <p:cNvSpPr/>
            <p:nvPr userDrawn="1"/>
          </p:nvSpPr>
          <p:spPr bwMode="auto">
            <a:xfrm>
              <a:off x="6913563" y="2662237"/>
              <a:ext cx="196850" cy="238125"/>
            </a:xfrm>
            <a:custGeom>
              <a:avLst/>
              <a:gdLst>
                <a:gd name="T0" fmla="*/ 226 w 315"/>
                <a:gd name="T1" fmla="*/ 89 h 383"/>
                <a:gd name="T2" fmla="*/ 33 w 315"/>
                <a:gd name="T3" fmla="*/ 253 h 383"/>
                <a:gd name="T4" fmla="*/ 226 w 315"/>
                <a:gd name="T5" fmla="*/ 8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5" h="383">
                  <a:moveTo>
                    <a:pt x="226" y="89"/>
                  </a:moveTo>
                  <a:cubicBezTo>
                    <a:pt x="148" y="0"/>
                    <a:pt x="0" y="148"/>
                    <a:pt x="33" y="253"/>
                  </a:cubicBezTo>
                  <a:cubicBezTo>
                    <a:pt x="75" y="383"/>
                    <a:pt x="315" y="168"/>
                    <a:pt x="226" y="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6"/>
            <p:cNvSpPr/>
            <p:nvPr userDrawn="1"/>
          </p:nvSpPr>
          <p:spPr bwMode="auto">
            <a:xfrm>
              <a:off x="6681788" y="3028950"/>
              <a:ext cx="155575" cy="204788"/>
            </a:xfrm>
            <a:custGeom>
              <a:avLst/>
              <a:gdLst>
                <a:gd name="T0" fmla="*/ 205 w 251"/>
                <a:gd name="T1" fmla="*/ 112 h 328"/>
                <a:gd name="T2" fmla="*/ 90 w 251"/>
                <a:gd name="T3" fmla="*/ 288 h 328"/>
                <a:gd name="T4" fmla="*/ 205 w 251"/>
                <a:gd name="T5" fmla="*/ 112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1" h="328">
                  <a:moveTo>
                    <a:pt x="205" y="112"/>
                  </a:moveTo>
                  <a:cubicBezTo>
                    <a:pt x="117" y="0"/>
                    <a:pt x="0" y="229"/>
                    <a:pt x="90" y="288"/>
                  </a:cubicBezTo>
                  <a:cubicBezTo>
                    <a:pt x="186" y="328"/>
                    <a:pt x="251" y="186"/>
                    <a:pt x="205" y="11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7"/>
            <p:cNvSpPr/>
            <p:nvPr userDrawn="1"/>
          </p:nvSpPr>
          <p:spPr bwMode="auto">
            <a:xfrm>
              <a:off x="6502400" y="3201987"/>
              <a:ext cx="173038" cy="285750"/>
            </a:xfrm>
            <a:custGeom>
              <a:avLst/>
              <a:gdLst>
                <a:gd name="T0" fmla="*/ 241 w 279"/>
                <a:gd name="T1" fmla="*/ 146 h 458"/>
                <a:gd name="T2" fmla="*/ 71 w 279"/>
                <a:gd name="T3" fmla="*/ 352 h 458"/>
                <a:gd name="T4" fmla="*/ 241 w 279"/>
                <a:gd name="T5" fmla="*/ 14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9" h="458">
                  <a:moveTo>
                    <a:pt x="241" y="146"/>
                  </a:moveTo>
                  <a:cubicBezTo>
                    <a:pt x="159" y="0"/>
                    <a:pt x="0" y="266"/>
                    <a:pt x="71" y="352"/>
                  </a:cubicBezTo>
                  <a:cubicBezTo>
                    <a:pt x="173" y="458"/>
                    <a:pt x="279" y="238"/>
                    <a:pt x="241" y="146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8"/>
            <p:cNvSpPr/>
            <p:nvPr userDrawn="1"/>
          </p:nvSpPr>
          <p:spPr bwMode="auto">
            <a:xfrm>
              <a:off x="6875463" y="3076575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9"/>
            <p:cNvSpPr/>
            <p:nvPr userDrawn="1"/>
          </p:nvSpPr>
          <p:spPr bwMode="auto">
            <a:xfrm>
              <a:off x="6894513" y="3479800"/>
              <a:ext cx="236538" cy="168275"/>
            </a:xfrm>
            <a:custGeom>
              <a:avLst/>
              <a:gdLst>
                <a:gd name="T0" fmla="*/ 274 w 378"/>
                <a:gd name="T1" fmla="*/ 67 h 271"/>
                <a:gd name="T2" fmla="*/ 163 w 378"/>
                <a:gd name="T3" fmla="*/ 271 h 271"/>
                <a:gd name="T4" fmla="*/ 274 w 378"/>
                <a:gd name="T5" fmla="*/ 67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7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0"/>
            <p:cNvSpPr/>
            <p:nvPr userDrawn="1"/>
          </p:nvSpPr>
          <p:spPr bwMode="auto">
            <a:xfrm>
              <a:off x="7334250" y="2843212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5" y="0"/>
                    <a:pt x="0" y="251"/>
                    <a:pt x="163" y="271"/>
                  </a:cubicBezTo>
                  <a:cubicBezTo>
                    <a:pt x="244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1"/>
            <p:cNvSpPr/>
            <p:nvPr userDrawn="1"/>
          </p:nvSpPr>
          <p:spPr bwMode="auto">
            <a:xfrm>
              <a:off x="7281863" y="2416175"/>
              <a:ext cx="234950" cy="168275"/>
            </a:xfrm>
            <a:custGeom>
              <a:avLst/>
              <a:gdLst>
                <a:gd name="T0" fmla="*/ 274 w 378"/>
                <a:gd name="T1" fmla="*/ 67 h 270"/>
                <a:gd name="T2" fmla="*/ 163 w 378"/>
                <a:gd name="T3" fmla="*/ 270 h 270"/>
                <a:gd name="T4" fmla="*/ 274 w 378"/>
                <a:gd name="T5" fmla="*/ 6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0">
                  <a:moveTo>
                    <a:pt x="274" y="67"/>
                  </a:moveTo>
                  <a:cubicBezTo>
                    <a:pt x="164" y="0"/>
                    <a:pt x="0" y="251"/>
                    <a:pt x="163" y="270"/>
                  </a:cubicBezTo>
                  <a:cubicBezTo>
                    <a:pt x="243" y="261"/>
                    <a:pt x="378" y="137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 userDrawn="1"/>
          </p:nvSpPr>
          <p:spPr bwMode="auto">
            <a:xfrm>
              <a:off x="6723063" y="3294062"/>
              <a:ext cx="171450" cy="225425"/>
            </a:xfrm>
            <a:custGeom>
              <a:avLst/>
              <a:gdLst>
                <a:gd name="T0" fmla="*/ 261 w 275"/>
                <a:gd name="T1" fmla="*/ 157 h 362"/>
                <a:gd name="T2" fmla="*/ 138 w 275"/>
                <a:gd name="T3" fmla="*/ 352 h 362"/>
                <a:gd name="T4" fmla="*/ 261 w 275"/>
                <a:gd name="T5" fmla="*/ 15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362">
                  <a:moveTo>
                    <a:pt x="261" y="157"/>
                  </a:moveTo>
                  <a:cubicBezTo>
                    <a:pt x="175" y="0"/>
                    <a:pt x="0" y="299"/>
                    <a:pt x="138" y="352"/>
                  </a:cubicBezTo>
                  <a:cubicBezTo>
                    <a:pt x="233" y="362"/>
                    <a:pt x="275" y="235"/>
                    <a:pt x="261" y="15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 userDrawn="1"/>
          </p:nvSpPr>
          <p:spPr bwMode="auto">
            <a:xfrm>
              <a:off x="6640513" y="2457450"/>
              <a:ext cx="306388" cy="206375"/>
            </a:xfrm>
            <a:custGeom>
              <a:avLst/>
              <a:gdLst>
                <a:gd name="T0" fmla="*/ 366 w 489"/>
                <a:gd name="T1" fmla="*/ 99 h 332"/>
                <a:gd name="T2" fmla="*/ 187 w 489"/>
                <a:gd name="T3" fmla="*/ 332 h 332"/>
                <a:gd name="T4" fmla="*/ 366 w 489"/>
                <a:gd name="T5" fmla="*/ 99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9" h="332">
                  <a:moveTo>
                    <a:pt x="366" y="99"/>
                  </a:moveTo>
                  <a:cubicBezTo>
                    <a:pt x="248" y="0"/>
                    <a:pt x="0" y="293"/>
                    <a:pt x="187" y="332"/>
                  </a:cubicBezTo>
                  <a:cubicBezTo>
                    <a:pt x="282" y="330"/>
                    <a:pt x="489" y="201"/>
                    <a:pt x="366" y="9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"/>
            <p:cNvSpPr/>
            <p:nvPr userDrawn="1"/>
          </p:nvSpPr>
          <p:spPr bwMode="auto">
            <a:xfrm>
              <a:off x="7080250" y="2747962"/>
              <a:ext cx="163513" cy="247650"/>
            </a:xfrm>
            <a:custGeom>
              <a:avLst/>
              <a:gdLst>
                <a:gd name="T0" fmla="*/ 199 w 262"/>
                <a:gd name="T1" fmla="*/ 119 h 397"/>
                <a:gd name="T2" fmla="*/ 7 w 262"/>
                <a:gd name="T3" fmla="*/ 238 h 397"/>
                <a:gd name="T4" fmla="*/ 213 w 262"/>
                <a:gd name="T5" fmla="*/ 147 h 397"/>
                <a:gd name="T6" fmla="*/ 199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199" y="119"/>
                  </a:moveTo>
                  <a:cubicBezTo>
                    <a:pt x="140" y="0"/>
                    <a:pt x="0" y="154"/>
                    <a:pt x="7" y="238"/>
                  </a:cubicBezTo>
                  <a:cubicBezTo>
                    <a:pt x="21" y="397"/>
                    <a:pt x="262" y="292"/>
                    <a:pt x="213" y="147"/>
                  </a:cubicBezTo>
                  <a:cubicBezTo>
                    <a:pt x="209" y="137"/>
                    <a:pt x="205" y="128"/>
                    <a:pt x="199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5"/>
            <p:cNvSpPr/>
            <p:nvPr userDrawn="1"/>
          </p:nvSpPr>
          <p:spPr bwMode="auto">
            <a:xfrm>
              <a:off x="6464300" y="3484562"/>
              <a:ext cx="163513" cy="247650"/>
            </a:xfrm>
            <a:custGeom>
              <a:avLst/>
              <a:gdLst>
                <a:gd name="T0" fmla="*/ 200 w 262"/>
                <a:gd name="T1" fmla="*/ 119 h 397"/>
                <a:gd name="T2" fmla="*/ 8 w 262"/>
                <a:gd name="T3" fmla="*/ 238 h 397"/>
                <a:gd name="T4" fmla="*/ 213 w 262"/>
                <a:gd name="T5" fmla="*/ 147 h 397"/>
                <a:gd name="T6" fmla="*/ 200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200" y="119"/>
                  </a:moveTo>
                  <a:cubicBezTo>
                    <a:pt x="140" y="0"/>
                    <a:pt x="0" y="154"/>
                    <a:pt x="8" y="238"/>
                  </a:cubicBezTo>
                  <a:cubicBezTo>
                    <a:pt x="21" y="397"/>
                    <a:pt x="262" y="293"/>
                    <a:pt x="213" y="147"/>
                  </a:cubicBezTo>
                  <a:cubicBezTo>
                    <a:pt x="209" y="137"/>
                    <a:pt x="205" y="128"/>
                    <a:pt x="200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6"/>
            <p:cNvSpPr/>
            <p:nvPr userDrawn="1"/>
          </p:nvSpPr>
          <p:spPr bwMode="auto">
            <a:xfrm>
              <a:off x="6989763" y="3259137"/>
              <a:ext cx="171450" cy="161925"/>
            </a:xfrm>
            <a:custGeom>
              <a:avLst/>
              <a:gdLst>
                <a:gd name="T0" fmla="*/ 202 w 275"/>
                <a:gd name="T1" fmla="*/ 61 h 261"/>
                <a:gd name="T2" fmla="*/ 39 w 275"/>
                <a:gd name="T3" fmla="*/ 174 h 261"/>
                <a:gd name="T4" fmla="*/ 202 w 275"/>
                <a:gd name="T5" fmla="*/ 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261">
                  <a:moveTo>
                    <a:pt x="202" y="61"/>
                  </a:moveTo>
                  <a:cubicBezTo>
                    <a:pt x="145" y="0"/>
                    <a:pt x="0" y="101"/>
                    <a:pt x="39" y="174"/>
                  </a:cubicBezTo>
                  <a:cubicBezTo>
                    <a:pt x="98" y="261"/>
                    <a:pt x="275" y="148"/>
                    <a:pt x="202" y="6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7"/>
            <p:cNvSpPr/>
            <p:nvPr userDrawn="1"/>
          </p:nvSpPr>
          <p:spPr bwMode="auto">
            <a:xfrm>
              <a:off x="7037388" y="2506662"/>
              <a:ext cx="166688" cy="227013"/>
            </a:xfrm>
            <a:custGeom>
              <a:avLst/>
              <a:gdLst>
                <a:gd name="T0" fmla="*/ 243 w 267"/>
                <a:gd name="T1" fmla="*/ 177 h 363"/>
                <a:gd name="T2" fmla="*/ 123 w 267"/>
                <a:gd name="T3" fmla="*/ 328 h 363"/>
                <a:gd name="T4" fmla="*/ 243 w 267"/>
                <a:gd name="T5" fmla="*/ 17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363">
                  <a:moveTo>
                    <a:pt x="243" y="177"/>
                  </a:moveTo>
                  <a:cubicBezTo>
                    <a:pt x="192" y="0"/>
                    <a:pt x="0" y="277"/>
                    <a:pt x="123" y="328"/>
                  </a:cubicBezTo>
                  <a:cubicBezTo>
                    <a:pt x="199" y="363"/>
                    <a:pt x="267" y="242"/>
                    <a:pt x="243" y="17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8"/>
            <p:cNvSpPr/>
            <p:nvPr userDrawn="1"/>
          </p:nvSpPr>
          <p:spPr bwMode="auto">
            <a:xfrm>
              <a:off x="7265988" y="2697162"/>
              <a:ext cx="136525" cy="190500"/>
            </a:xfrm>
            <a:custGeom>
              <a:avLst/>
              <a:gdLst>
                <a:gd name="T0" fmla="*/ 203 w 220"/>
                <a:gd name="T1" fmla="*/ 135 h 305"/>
                <a:gd name="T2" fmla="*/ 39 w 220"/>
                <a:gd name="T3" fmla="*/ 206 h 305"/>
                <a:gd name="T4" fmla="*/ 203 w 220"/>
                <a:gd name="T5" fmla="*/ 13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305">
                  <a:moveTo>
                    <a:pt x="203" y="135"/>
                  </a:moveTo>
                  <a:cubicBezTo>
                    <a:pt x="190" y="0"/>
                    <a:pt x="0" y="104"/>
                    <a:pt x="39" y="206"/>
                  </a:cubicBezTo>
                  <a:cubicBezTo>
                    <a:pt x="76" y="305"/>
                    <a:pt x="220" y="221"/>
                    <a:pt x="203" y="135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7669821" y="-347375"/>
            <a:ext cx="2337058" cy="1501920"/>
            <a:chOff x="6684963" y="-338138"/>
            <a:chExt cx="3349625" cy="2152650"/>
          </a:xfrm>
        </p:grpSpPr>
        <p:sp>
          <p:nvSpPr>
            <p:cNvPr id="5" name="Freeform 8"/>
            <p:cNvSpPr/>
            <p:nvPr userDrawn="1"/>
          </p:nvSpPr>
          <p:spPr bwMode="auto">
            <a:xfrm>
              <a:off x="7921625" y="-338138"/>
              <a:ext cx="1798638" cy="2152650"/>
            </a:xfrm>
            <a:custGeom>
              <a:avLst/>
              <a:gdLst>
                <a:gd name="T0" fmla="*/ 2294 w 2882"/>
                <a:gd name="T1" fmla="*/ 717 h 3447"/>
                <a:gd name="T2" fmla="*/ 2090 w 2882"/>
                <a:gd name="T3" fmla="*/ 520 h 3447"/>
                <a:gd name="T4" fmla="*/ 1277 w 2882"/>
                <a:gd name="T5" fmla="*/ 27 h 3447"/>
                <a:gd name="T6" fmla="*/ 633 w 2882"/>
                <a:gd name="T7" fmla="*/ 107 h 3447"/>
                <a:gd name="T8" fmla="*/ 232 w 2882"/>
                <a:gd name="T9" fmla="*/ 553 h 3447"/>
                <a:gd name="T10" fmla="*/ 20 w 2882"/>
                <a:gd name="T11" fmla="*/ 1496 h 3447"/>
                <a:gd name="T12" fmla="*/ 41 w 2882"/>
                <a:gd name="T13" fmla="*/ 1768 h 3447"/>
                <a:gd name="T14" fmla="*/ 51 w 2882"/>
                <a:gd name="T15" fmla="*/ 1874 h 3447"/>
                <a:gd name="T16" fmla="*/ 277 w 2882"/>
                <a:gd name="T17" fmla="*/ 2412 h 3447"/>
                <a:gd name="T18" fmla="*/ 1346 w 2882"/>
                <a:gd name="T19" fmla="*/ 3267 h 3447"/>
                <a:gd name="T20" fmla="*/ 2825 w 2882"/>
                <a:gd name="T21" fmla="*/ 2273 h 3447"/>
                <a:gd name="T22" fmla="*/ 2770 w 2882"/>
                <a:gd name="T23" fmla="*/ 1377 h 3447"/>
                <a:gd name="T24" fmla="*/ 2294 w 2882"/>
                <a:gd name="T25" fmla="*/ 717 h 3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2" h="3447">
                  <a:moveTo>
                    <a:pt x="2294" y="717"/>
                  </a:moveTo>
                  <a:cubicBezTo>
                    <a:pt x="2227" y="651"/>
                    <a:pt x="2158" y="586"/>
                    <a:pt x="2090" y="520"/>
                  </a:cubicBezTo>
                  <a:cubicBezTo>
                    <a:pt x="1849" y="287"/>
                    <a:pt x="1627" y="71"/>
                    <a:pt x="1277" y="27"/>
                  </a:cubicBezTo>
                  <a:cubicBezTo>
                    <a:pt x="1058" y="0"/>
                    <a:pt x="827" y="6"/>
                    <a:pt x="633" y="107"/>
                  </a:cubicBezTo>
                  <a:cubicBezTo>
                    <a:pt x="452" y="201"/>
                    <a:pt x="319" y="370"/>
                    <a:pt x="232" y="553"/>
                  </a:cubicBezTo>
                  <a:cubicBezTo>
                    <a:pt x="102" y="828"/>
                    <a:pt x="0" y="1189"/>
                    <a:pt x="20" y="1496"/>
                  </a:cubicBezTo>
                  <a:cubicBezTo>
                    <a:pt x="26" y="1588"/>
                    <a:pt x="43" y="1676"/>
                    <a:pt x="41" y="1768"/>
                  </a:cubicBezTo>
                  <a:cubicBezTo>
                    <a:pt x="41" y="1804"/>
                    <a:pt x="43" y="1839"/>
                    <a:pt x="51" y="1874"/>
                  </a:cubicBezTo>
                  <a:cubicBezTo>
                    <a:pt x="94" y="2061"/>
                    <a:pt x="182" y="2247"/>
                    <a:pt x="277" y="2412"/>
                  </a:cubicBezTo>
                  <a:cubicBezTo>
                    <a:pt x="510" y="2818"/>
                    <a:pt x="890" y="3156"/>
                    <a:pt x="1346" y="3267"/>
                  </a:cubicBezTo>
                  <a:cubicBezTo>
                    <a:pt x="2086" y="3447"/>
                    <a:pt x="2689" y="2980"/>
                    <a:pt x="2825" y="2273"/>
                  </a:cubicBezTo>
                  <a:cubicBezTo>
                    <a:pt x="2882" y="1976"/>
                    <a:pt x="2879" y="1661"/>
                    <a:pt x="2770" y="1377"/>
                  </a:cubicBezTo>
                  <a:cubicBezTo>
                    <a:pt x="2669" y="1115"/>
                    <a:pt x="2489" y="911"/>
                    <a:pt x="2294" y="717"/>
                  </a:cubicBezTo>
                  <a:close/>
                </a:path>
              </a:pathLst>
            </a:custGeom>
            <a:solidFill>
              <a:srgbClr val="F3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49"/>
            <p:cNvSpPr>
              <a:spLocks noEditPoints="1"/>
            </p:cNvSpPr>
            <p:nvPr userDrawn="1"/>
          </p:nvSpPr>
          <p:spPr bwMode="auto">
            <a:xfrm>
              <a:off x="6684963" y="-111125"/>
              <a:ext cx="3349625" cy="1598613"/>
            </a:xfrm>
            <a:custGeom>
              <a:avLst/>
              <a:gdLst>
                <a:gd name="T0" fmla="*/ 5313 w 5365"/>
                <a:gd name="T1" fmla="*/ 2377 h 2561"/>
                <a:gd name="T2" fmla="*/ 4266 w 5365"/>
                <a:gd name="T3" fmla="*/ 2341 h 2561"/>
                <a:gd name="T4" fmla="*/ 4062 w 5365"/>
                <a:gd name="T5" fmla="*/ 2125 h 2561"/>
                <a:gd name="T6" fmla="*/ 4413 w 5365"/>
                <a:gd name="T7" fmla="*/ 2069 h 2561"/>
                <a:gd name="T8" fmla="*/ 4532 w 5365"/>
                <a:gd name="T9" fmla="*/ 2006 h 2561"/>
                <a:gd name="T10" fmla="*/ 4525 w 5365"/>
                <a:gd name="T11" fmla="*/ 1951 h 2561"/>
                <a:gd name="T12" fmla="*/ 4359 w 5365"/>
                <a:gd name="T13" fmla="*/ 1779 h 2561"/>
                <a:gd name="T14" fmla="*/ 4177 w 5365"/>
                <a:gd name="T15" fmla="*/ 1611 h 2561"/>
                <a:gd name="T16" fmla="*/ 3967 w 5365"/>
                <a:gd name="T17" fmla="*/ 1667 h 2561"/>
                <a:gd name="T18" fmla="*/ 3926 w 5365"/>
                <a:gd name="T19" fmla="*/ 1907 h 2561"/>
                <a:gd name="T20" fmla="*/ 3962 w 5365"/>
                <a:gd name="T21" fmla="*/ 2054 h 2561"/>
                <a:gd name="T22" fmla="*/ 3401 w 5365"/>
                <a:gd name="T23" fmla="*/ 1866 h 2561"/>
                <a:gd name="T24" fmla="*/ 2808 w 5365"/>
                <a:gd name="T25" fmla="*/ 1662 h 2561"/>
                <a:gd name="T26" fmla="*/ 2139 w 5365"/>
                <a:gd name="T27" fmla="*/ 1680 h 2561"/>
                <a:gd name="T28" fmla="*/ 910 w 5365"/>
                <a:gd name="T29" fmla="*/ 1710 h 2561"/>
                <a:gd name="T30" fmla="*/ 486 w 5365"/>
                <a:gd name="T31" fmla="*/ 1404 h 2561"/>
                <a:gd name="T32" fmla="*/ 303 w 5365"/>
                <a:gd name="T33" fmla="*/ 940 h 2561"/>
                <a:gd name="T34" fmla="*/ 313 w 5365"/>
                <a:gd name="T35" fmla="*/ 693 h 2561"/>
                <a:gd name="T36" fmla="*/ 388 w 5365"/>
                <a:gd name="T37" fmla="*/ 383 h 2561"/>
                <a:gd name="T38" fmla="*/ 343 w 5365"/>
                <a:gd name="T39" fmla="*/ 115 h 2561"/>
                <a:gd name="T40" fmla="*/ 139 w 5365"/>
                <a:gd name="T41" fmla="*/ 0 h 2561"/>
                <a:gd name="T42" fmla="*/ 31 w 5365"/>
                <a:gd name="T43" fmla="*/ 35 h 2561"/>
                <a:gd name="T44" fmla="*/ 61 w 5365"/>
                <a:gd name="T45" fmla="*/ 86 h 2561"/>
                <a:gd name="T46" fmla="*/ 270 w 5365"/>
                <a:gd name="T47" fmla="*/ 118 h 2561"/>
                <a:gd name="T48" fmla="*/ 329 w 5365"/>
                <a:gd name="T49" fmla="*/ 380 h 2561"/>
                <a:gd name="T50" fmla="*/ 254 w 5365"/>
                <a:gd name="T51" fmla="*/ 688 h 2561"/>
                <a:gd name="T52" fmla="*/ 244 w 5365"/>
                <a:gd name="T53" fmla="*/ 939 h 2561"/>
                <a:gd name="T54" fmla="*/ 809 w 5365"/>
                <a:gd name="T55" fmla="*/ 1734 h 2561"/>
                <a:gd name="T56" fmla="*/ 2008 w 5365"/>
                <a:gd name="T57" fmla="*/ 1760 h 2561"/>
                <a:gd name="T58" fmla="*/ 2685 w 5365"/>
                <a:gd name="T59" fmla="*/ 1707 h 2561"/>
                <a:gd name="T60" fmla="*/ 3301 w 5365"/>
                <a:gd name="T61" fmla="*/ 1886 h 2561"/>
                <a:gd name="T62" fmla="*/ 3991 w 5365"/>
                <a:gd name="T63" fmla="*/ 2119 h 2561"/>
                <a:gd name="T64" fmla="*/ 4157 w 5365"/>
                <a:gd name="T65" fmla="*/ 2330 h 2561"/>
                <a:gd name="T66" fmla="*/ 4646 w 5365"/>
                <a:gd name="T67" fmla="*/ 2537 h 2561"/>
                <a:gd name="T68" fmla="*/ 5329 w 5365"/>
                <a:gd name="T69" fmla="*/ 2435 h 2561"/>
                <a:gd name="T70" fmla="*/ 5313 w 5365"/>
                <a:gd name="T71" fmla="*/ 2377 h 2561"/>
                <a:gd name="T72" fmla="*/ 4001 w 5365"/>
                <a:gd name="T73" fmla="*/ 1984 h 2561"/>
                <a:gd name="T74" fmla="*/ 4147 w 5365"/>
                <a:gd name="T75" fmla="*/ 1663 h 2561"/>
                <a:gd name="T76" fmla="*/ 4326 w 5365"/>
                <a:gd name="T77" fmla="*/ 1838 h 2561"/>
                <a:gd name="T78" fmla="*/ 4458 w 5365"/>
                <a:gd name="T79" fmla="*/ 1982 h 2561"/>
                <a:gd name="T80" fmla="*/ 4029 w 5365"/>
                <a:gd name="T81" fmla="*/ 2062 h 2561"/>
                <a:gd name="T82" fmla="*/ 4001 w 5365"/>
                <a:gd name="T83" fmla="*/ 1984 h 2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65" h="2561">
                  <a:moveTo>
                    <a:pt x="5313" y="2377"/>
                  </a:moveTo>
                  <a:cubicBezTo>
                    <a:pt x="4979" y="2493"/>
                    <a:pt x="4574" y="2556"/>
                    <a:pt x="4266" y="2341"/>
                  </a:cubicBezTo>
                  <a:cubicBezTo>
                    <a:pt x="4185" y="2285"/>
                    <a:pt x="4113" y="2211"/>
                    <a:pt x="4062" y="2125"/>
                  </a:cubicBezTo>
                  <a:cubicBezTo>
                    <a:pt x="4180" y="2132"/>
                    <a:pt x="4298" y="2117"/>
                    <a:pt x="4413" y="2069"/>
                  </a:cubicBezTo>
                  <a:cubicBezTo>
                    <a:pt x="4455" y="2052"/>
                    <a:pt x="4495" y="2031"/>
                    <a:pt x="4532" y="2006"/>
                  </a:cubicBezTo>
                  <a:cubicBezTo>
                    <a:pt x="4554" y="1990"/>
                    <a:pt x="4550" y="1960"/>
                    <a:pt x="4525" y="1951"/>
                  </a:cubicBezTo>
                  <a:cubicBezTo>
                    <a:pt x="4448" y="1922"/>
                    <a:pt x="4402" y="1844"/>
                    <a:pt x="4359" y="1779"/>
                  </a:cubicBezTo>
                  <a:cubicBezTo>
                    <a:pt x="4311" y="1708"/>
                    <a:pt x="4257" y="1644"/>
                    <a:pt x="4177" y="1611"/>
                  </a:cubicBezTo>
                  <a:cubicBezTo>
                    <a:pt x="4099" y="1579"/>
                    <a:pt x="4015" y="1596"/>
                    <a:pt x="3967" y="1667"/>
                  </a:cubicBezTo>
                  <a:cubicBezTo>
                    <a:pt x="3921" y="1735"/>
                    <a:pt x="3917" y="1830"/>
                    <a:pt x="3926" y="1907"/>
                  </a:cubicBezTo>
                  <a:cubicBezTo>
                    <a:pt x="3932" y="1958"/>
                    <a:pt x="3944" y="2007"/>
                    <a:pt x="3962" y="2054"/>
                  </a:cubicBezTo>
                  <a:cubicBezTo>
                    <a:pt x="3767" y="2023"/>
                    <a:pt x="3571" y="1941"/>
                    <a:pt x="3401" y="1866"/>
                  </a:cubicBezTo>
                  <a:cubicBezTo>
                    <a:pt x="3210" y="1781"/>
                    <a:pt x="3016" y="1694"/>
                    <a:pt x="2808" y="1662"/>
                  </a:cubicBezTo>
                  <a:cubicBezTo>
                    <a:pt x="2586" y="1627"/>
                    <a:pt x="2360" y="1647"/>
                    <a:pt x="2139" y="1680"/>
                  </a:cubicBezTo>
                  <a:cubicBezTo>
                    <a:pt x="1736" y="1739"/>
                    <a:pt x="1309" y="1846"/>
                    <a:pt x="910" y="1710"/>
                  </a:cubicBezTo>
                  <a:cubicBezTo>
                    <a:pt x="741" y="1652"/>
                    <a:pt x="593" y="1547"/>
                    <a:pt x="486" y="1404"/>
                  </a:cubicBezTo>
                  <a:cubicBezTo>
                    <a:pt x="386" y="1269"/>
                    <a:pt x="320" y="1107"/>
                    <a:pt x="303" y="940"/>
                  </a:cubicBezTo>
                  <a:cubicBezTo>
                    <a:pt x="295" y="857"/>
                    <a:pt x="298" y="774"/>
                    <a:pt x="313" y="693"/>
                  </a:cubicBezTo>
                  <a:cubicBezTo>
                    <a:pt x="333" y="588"/>
                    <a:pt x="373" y="489"/>
                    <a:pt x="388" y="383"/>
                  </a:cubicBezTo>
                  <a:cubicBezTo>
                    <a:pt x="400" y="293"/>
                    <a:pt x="393" y="194"/>
                    <a:pt x="343" y="115"/>
                  </a:cubicBezTo>
                  <a:cubicBezTo>
                    <a:pt x="299" y="47"/>
                    <a:pt x="222" y="0"/>
                    <a:pt x="139" y="0"/>
                  </a:cubicBezTo>
                  <a:cubicBezTo>
                    <a:pt x="100" y="0"/>
                    <a:pt x="62" y="12"/>
                    <a:pt x="31" y="35"/>
                  </a:cubicBezTo>
                  <a:cubicBezTo>
                    <a:pt x="0" y="57"/>
                    <a:pt x="30" y="109"/>
                    <a:pt x="61" y="86"/>
                  </a:cubicBezTo>
                  <a:cubicBezTo>
                    <a:pt x="126" y="38"/>
                    <a:pt x="217" y="61"/>
                    <a:pt x="270" y="118"/>
                  </a:cubicBezTo>
                  <a:cubicBezTo>
                    <a:pt x="334" y="186"/>
                    <a:pt x="341" y="292"/>
                    <a:pt x="329" y="380"/>
                  </a:cubicBezTo>
                  <a:cubicBezTo>
                    <a:pt x="314" y="485"/>
                    <a:pt x="273" y="584"/>
                    <a:pt x="254" y="688"/>
                  </a:cubicBezTo>
                  <a:cubicBezTo>
                    <a:pt x="239" y="771"/>
                    <a:pt x="235" y="856"/>
                    <a:pt x="244" y="939"/>
                  </a:cubicBezTo>
                  <a:cubicBezTo>
                    <a:pt x="278" y="1281"/>
                    <a:pt x="492" y="1596"/>
                    <a:pt x="809" y="1734"/>
                  </a:cubicBezTo>
                  <a:cubicBezTo>
                    <a:pt x="1189" y="1900"/>
                    <a:pt x="1614" y="1824"/>
                    <a:pt x="2008" y="1760"/>
                  </a:cubicBezTo>
                  <a:cubicBezTo>
                    <a:pt x="2232" y="1724"/>
                    <a:pt x="2458" y="1690"/>
                    <a:pt x="2685" y="1707"/>
                  </a:cubicBezTo>
                  <a:cubicBezTo>
                    <a:pt x="2903" y="1723"/>
                    <a:pt x="3104" y="1799"/>
                    <a:pt x="3301" y="1886"/>
                  </a:cubicBezTo>
                  <a:cubicBezTo>
                    <a:pt x="3515" y="1980"/>
                    <a:pt x="3752" y="2089"/>
                    <a:pt x="3991" y="2119"/>
                  </a:cubicBezTo>
                  <a:cubicBezTo>
                    <a:pt x="4032" y="2199"/>
                    <a:pt x="4090" y="2270"/>
                    <a:pt x="4157" y="2330"/>
                  </a:cubicBezTo>
                  <a:cubicBezTo>
                    <a:pt x="4294" y="2452"/>
                    <a:pt x="4465" y="2518"/>
                    <a:pt x="4646" y="2537"/>
                  </a:cubicBezTo>
                  <a:cubicBezTo>
                    <a:pt x="4877" y="2561"/>
                    <a:pt x="5111" y="2510"/>
                    <a:pt x="5329" y="2435"/>
                  </a:cubicBezTo>
                  <a:cubicBezTo>
                    <a:pt x="5365" y="2422"/>
                    <a:pt x="5349" y="2365"/>
                    <a:pt x="5313" y="2377"/>
                  </a:cubicBezTo>
                  <a:close/>
                  <a:moveTo>
                    <a:pt x="4001" y="1984"/>
                  </a:moveTo>
                  <a:cubicBezTo>
                    <a:pt x="3972" y="1878"/>
                    <a:pt x="3962" y="1599"/>
                    <a:pt x="4147" y="1663"/>
                  </a:cubicBezTo>
                  <a:cubicBezTo>
                    <a:pt x="4231" y="1692"/>
                    <a:pt x="4279" y="1767"/>
                    <a:pt x="4326" y="1838"/>
                  </a:cubicBezTo>
                  <a:cubicBezTo>
                    <a:pt x="4363" y="1893"/>
                    <a:pt x="4403" y="1946"/>
                    <a:pt x="4458" y="1982"/>
                  </a:cubicBezTo>
                  <a:cubicBezTo>
                    <a:pt x="4324" y="2058"/>
                    <a:pt x="4177" y="2077"/>
                    <a:pt x="4029" y="2062"/>
                  </a:cubicBezTo>
                  <a:cubicBezTo>
                    <a:pt x="4018" y="2037"/>
                    <a:pt x="4008" y="2011"/>
                    <a:pt x="4001" y="1984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" name="Freeform 5"/>
          <p:cNvSpPr/>
          <p:nvPr userDrawn="1"/>
        </p:nvSpPr>
        <p:spPr bwMode="auto">
          <a:xfrm flipH="1">
            <a:off x="-927257" y="-918003"/>
            <a:ext cx="1854513" cy="1836006"/>
          </a:xfrm>
          <a:custGeom>
            <a:avLst/>
            <a:gdLst>
              <a:gd name="T0" fmla="*/ 3522 w 3725"/>
              <a:gd name="T1" fmla="*/ 2568 h 3688"/>
              <a:gd name="T2" fmla="*/ 2572 w 3725"/>
              <a:gd name="T3" fmla="*/ 193 h 3688"/>
              <a:gd name="T4" fmla="*/ 2033 w 3725"/>
              <a:gd name="T5" fmla="*/ 86 h 3688"/>
              <a:gd name="T6" fmla="*/ 1607 w 3725"/>
              <a:gd name="T7" fmla="*/ 354 h 3688"/>
              <a:gd name="T8" fmla="*/ 1334 w 3725"/>
              <a:gd name="T9" fmla="*/ 251 h 3688"/>
              <a:gd name="T10" fmla="*/ 972 w 3725"/>
              <a:gd name="T11" fmla="*/ 926 h 3688"/>
              <a:gd name="T12" fmla="*/ 665 w 3725"/>
              <a:gd name="T13" fmla="*/ 1270 h 3688"/>
              <a:gd name="T14" fmla="*/ 105 w 3725"/>
              <a:gd name="T15" fmla="*/ 1654 h 3688"/>
              <a:gd name="T16" fmla="*/ 288 w 3725"/>
              <a:gd name="T17" fmla="*/ 2288 h 3688"/>
              <a:gd name="T18" fmla="*/ 775 w 3725"/>
              <a:gd name="T19" fmla="*/ 2795 h 3688"/>
              <a:gd name="T20" fmla="*/ 952 w 3725"/>
              <a:gd name="T21" fmla="*/ 3225 h 3688"/>
              <a:gd name="T22" fmla="*/ 1795 w 3725"/>
              <a:gd name="T23" fmla="*/ 3536 h 3688"/>
              <a:gd name="T24" fmla="*/ 2369 w 3725"/>
              <a:gd name="T25" fmla="*/ 3134 h 3688"/>
              <a:gd name="T26" fmla="*/ 3030 w 3725"/>
              <a:gd name="T27" fmla="*/ 3181 h 3688"/>
              <a:gd name="T28" fmla="*/ 3522 w 3725"/>
              <a:gd name="T29" fmla="*/ 2568 h 3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25" h="3688">
                <a:moveTo>
                  <a:pt x="3522" y="2568"/>
                </a:moveTo>
                <a:cubicBezTo>
                  <a:pt x="3725" y="1684"/>
                  <a:pt x="3329" y="693"/>
                  <a:pt x="2572" y="193"/>
                </a:cubicBezTo>
                <a:cubicBezTo>
                  <a:pt x="2412" y="87"/>
                  <a:pt x="2205" y="0"/>
                  <a:pt x="2033" y="86"/>
                </a:cubicBezTo>
                <a:cubicBezTo>
                  <a:pt x="1879" y="163"/>
                  <a:pt x="1778" y="365"/>
                  <a:pt x="1607" y="354"/>
                </a:cubicBezTo>
                <a:cubicBezTo>
                  <a:pt x="1509" y="348"/>
                  <a:pt x="1430" y="270"/>
                  <a:pt x="1334" y="251"/>
                </a:cubicBezTo>
                <a:cubicBezTo>
                  <a:pt x="1029" y="193"/>
                  <a:pt x="1051" y="764"/>
                  <a:pt x="972" y="926"/>
                </a:cubicBezTo>
                <a:cubicBezTo>
                  <a:pt x="904" y="1066"/>
                  <a:pt x="798" y="1188"/>
                  <a:pt x="665" y="1270"/>
                </a:cubicBezTo>
                <a:cubicBezTo>
                  <a:pt x="469" y="1392"/>
                  <a:pt x="207" y="1447"/>
                  <a:pt x="105" y="1654"/>
                </a:cubicBezTo>
                <a:cubicBezTo>
                  <a:pt x="0" y="1864"/>
                  <a:pt x="124" y="2120"/>
                  <a:pt x="288" y="2288"/>
                </a:cubicBezTo>
                <a:cubicBezTo>
                  <a:pt x="452" y="2457"/>
                  <a:pt x="660" y="2590"/>
                  <a:pt x="775" y="2795"/>
                </a:cubicBezTo>
                <a:cubicBezTo>
                  <a:pt x="851" y="2930"/>
                  <a:pt x="880" y="3087"/>
                  <a:pt x="952" y="3225"/>
                </a:cubicBezTo>
                <a:cubicBezTo>
                  <a:pt x="1106" y="3519"/>
                  <a:pt x="1500" y="3688"/>
                  <a:pt x="1795" y="3536"/>
                </a:cubicBezTo>
                <a:cubicBezTo>
                  <a:pt x="2005" y="3428"/>
                  <a:pt x="2140" y="3188"/>
                  <a:pt x="2369" y="3134"/>
                </a:cubicBezTo>
                <a:cubicBezTo>
                  <a:pt x="2586" y="3083"/>
                  <a:pt x="2811" y="3219"/>
                  <a:pt x="3030" y="3181"/>
                </a:cubicBezTo>
                <a:cubicBezTo>
                  <a:pt x="3304" y="3134"/>
                  <a:pt x="3459" y="2839"/>
                  <a:pt x="3522" y="2568"/>
                </a:cubicBezTo>
                <a:close/>
              </a:path>
            </a:pathLst>
          </a:custGeom>
          <a:solidFill>
            <a:srgbClr val="7C89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-307117" y="4506293"/>
            <a:ext cx="3607697" cy="1443079"/>
            <a:chOff x="2052638" y="3284537"/>
            <a:chExt cx="4651375" cy="1860550"/>
          </a:xfrm>
        </p:grpSpPr>
        <p:sp>
          <p:nvSpPr>
            <p:cNvPr id="33" name="Freeform 6"/>
            <p:cNvSpPr/>
            <p:nvPr userDrawn="1"/>
          </p:nvSpPr>
          <p:spPr bwMode="auto">
            <a:xfrm>
              <a:off x="3686175" y="3497262"/>
              <a:ext cx="2187575" cy="1647825"/>
            </a:xfrm>
            <a:custGeom>
              <a:avLst/>
              <a:gdLst>
                <a:gd name="T0" fmla="*/ 1085 w 3505"/>
                <a:gd name="T1" fmla="*/ 438 h 2639"/>
                <a:gd name="T2" fmla="*/ 875 w 3505"/>
                <a:gd name="T3" fmla="*/ 623 h 2639"/>
                <a:gd name="T4" fmla="*/ 575 w 3505"/>
                <a:gd name="T5" fmla="*/ 892 h 2639"/>
                <a:gd name="T6" fmla="*/ 182 w 3505"/>
                <a:gd name="T7" fmla="*/ 1356 h 2639"/>
                <a:gd name="T8" fmla="*/ 11 w 3505"/>
                <a:gd name="T9" fmla="*/ 1811 h 2639"/>
                <a:gd name="T10" fmla="*/ 449 w 3505"/>
                <a:gd name="T11" fmla="*/ 2483 h 2639"/>
                <a:gd name="T12" fmla="*/ 1273 w 3505"/>
                <a:gd name="T13" fmla="*/ 2638 h 2639"/>
                <a:gd name="T14" fmla="*/ 2526 w 3505"/>
                <a:gd name="T15" fmla="*/ 2390 h 2639"/>
                <a:gd name="T16" fmla="*/ 3376 w 3505"/>
                <a:gd name="T17" fmla="*/ 1470 h 2639"/>
                <a:gd name="T18" fmla="*/ 3066 w 3505"/>
                <a:gd name="T19" fmla="*/ 297 h 2639"/>
                <a:gd name="T20" fmla="*/ 2065 w 3505"/>
                <a:gd name="T21" fmla="*/ 6 h 2639"/>
                <a:gd name="T22" fmla="*/ 1652 w 3505"/>
                <a:gd name="T23" fmla="*/ 56 h 2639"/>
                <a:gd name="T24" fmla="*/ 1085 w 3505"/>
                <a:gd name="T25" fmla="*/ 438 h 2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5" h="2639">
                  <a:moveTo>
                    <a:pt x="1085" y="438"/>
                  </a:moveTo>
                  <a:cubicBezTo>
                    <a:pt x="1015" y="500"/>
                    <a:pt x="945" y="564"/>
                    <a:pt x="875" y="623"/>
                  </a:cubicBezTo>
                  <a:cubicBezTo>
                    <a:pt x="772" y="709"/>
                    <a:pt x="671" y="798"/>
                    <a:pt x="575" y="892"/>
                  </a:cubicBezTo>
                  <a:cubicBezTo>
                    <a:pt x="429" y="1033"/>
                    <a:pt x="294" y="1186"/>
                    <a:pt x="182" y="1356"/>
                  </a:cubicBezTo>
                  <a:cubicBezTo>
                    <a:pt x="93" y="1494"/>
                    <a:pt x="18" y="1647"/>
                    <a:pt x="11" y="1811"/>
                  </a:cubicBezTo>
                  <a:cubicBezTo>
                    <a:pt x="0" y="2093"/>
                    <a:pt x="200" y="2352"/>
                    <a:pt x="449" y="2483"/>
                  </a:cubicBezTo>
                  <a:cubicBezTo>
                    <a:pt x="699" y="2614"/>
                    <a:pt x="990" y="2639"/>
                    <a:pt x="1273" y="2638"/>
                  </a:cubicBezTo>
                  <a:cubicBezTo>
                    <a:pt x="1702" y="2636"/>
                    <a:pt x="2139" y="2576"/>
                    <a:pt x="2526" y="2390"/>
                  </a:cubicBezTo>
                  <a:cubicBezTo>
                    <a:pt x="2913" y="2204"/>
                    <a:pt x="3247" y="1879"/>
                    <a:pt x="3376" y="1470"/>
                  </a:cubicBezTo>
                  <a:cubicBezTo>
                    <a:pt x="3505" y="1060"/>
                    <a:pt x="3398" y="568"/>
                    <a:pt x="3066" y="297"/>
                  </a:cubicBezTo>
                  <a:cubicBezTo>
                    <a:pt x="2788" y="70"/>
                    <a:pt x="2411" y="22"/>
                    <a:pt x="2065" y="6"/>
                  </a:cubicBezTo>
                  <a:cubicBezTo>
                    <a:pt x="1925" y="0"/>
                    <a:pt x="1785" y="7"/>
                    <a:pt x="1652" y="56"/>
                  </a:cubicBezTo>
                  <a:cubicBezTo>
                    <a:pt x="1437" y="135"/>
                    <a:pt x="1258" y="285"/>
                    <a:pt x="1085" y="438"/>
                  </a:cubicBezTo>
                  <a:close/>
                </a:path>
              </a:pathLst>
            </a:custGeom>
            <a:solidFill>
              <a:srgbClr val="EFB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50"/>
            <p:cNvSpPr>
              <a:spLocks noEditPoints="1"/>
            </p:cNvSpPr>
            <p:nvPr userDrawn="1"/>
          </p:nvSpPr>
          <p:spPr bwMode="auto">
            <a:xfrm>
              <a:off x="2052638" y="3284537"/>
              <a:ext cx="4651375" cy="1016000"/>
            </a:xfrm>
            <a:custGeom>
              <a:avLst/>
              <a:gdLst>
                <a:gd name="T0" fmla="*/ 7449 w 7452"/>
                <a:gd name="T1" fmla="*/ 1513 h 1627"/>
                <a:gd name="T2" fmla="*/ 7218 w 7452"/>
                <a:gd name="T3" fmla="*/ 1115 h 1627"/>
                <a:gd name="T4" fmla="*/ 6697 w 7452"/>
                <a:gd name="T5" fmla="*/ 973 h 1627"/>
                <a:gd name="T6" fmla="*/ 5473 w 7452"/>
                <a:gd name="T7" fmla="*/ 1283 h 1627"/>
                <a:gd name="T8" fmla="*/ 4955 w 7452"/>
                <a:gd name="T9" fmla="*/ 1152 h 1627"/>
                <a:gd name="T10" fmla="*/ 4600 w 7452"/>
                <a:gd name="T11" fmla="*/ 730 h 1627"/>
                <a:gd name="T12" fmla="*/ 3638 w 7452"/>
                <a:gd name="T13" fmla="*/ 496 h 1627"/>
                <a:gd name="T14" fmla="*/ 2977 w 7452"/>
                <a:gd name="T15" fmla="*/ 490 h 1627"/>
                <a:gd name="T16" fmla="*/ 2945 w 7452"/>
                <a:gd name="T17" fmla="*/ 473 h 1627"/>
                <a:gd name="T18" fmla="*/ 2895 w 7452"/>
                <a:gd name="T19" fmla="*/ 11 h 1627"/>
                <a:gd name="T20" fmla="*/ 2859 w 7452"/>
                <a:gd name="T21" fmla="*/ 6 h 1627"/>
                <a:gd name="T22" fmla="*/ 2780 w 7452"/>
                <a:gd name="T23" fmla="*/ 396 h 1627"/>
                <a:gd name="T24" fmla="*/ 2869 w 7452"/>
                <a:gd name="T25" fmla="*/ 494 h 1627"/>
                <a:gd name="T26" fmla="*/ 2794 w 7452"/>
                <a:gd name="T27" fmla="*/ 594 h 1627"/>
                <a:gd name="T28" fmla="*/ 2134 w 7452"/>
                <a:gd name="T29" fmla="*/ 792 h 1627"/>
                <a:gd name="T30" fmla="*/ 1330 w 7452"/>
                <a:gd name="T31" fmla="*/ 799 h 1627"/>
                <a:gd name="T32" fmla="*/ 681 w 7452"/>
                <a:gd name="T33" fmla="*/ 1071 h 1627"/>
                <a:gd name="T34" fmla="*/ 29 w 7452"/>
                <a:gd name="T35" fmla="*/ 1561 h 1627"/>
                <a:gd name="T36" fmla="*/ 71 w 7452"/>
                <a:gd name="T37" fmla="*/ 1603 h 1627"/>
                <a:gd name="T38" fmla="*/ 1358 w 7452"/>
                <a:gd name="T39" fmla="*/ 855 h 1627"/>
                <a:gd name="T40" fmla="*/ 2213 w 7452"/>
                <a:gd name="T41" fmla="*/ 852 h 1627"/>
                <a:gd name="T42" fmla="*/ 2849 w 7452"/>
                <a:gd name="T43" fmla="*/ 621 h 1627"/>
                <a:gd name="T44" fmla="*/ 2918 w 7452"/>
                <a:gd name="T45" fmla="*/ 527 h 1627"/>
                <a:gd name="T46" fmla="*/ 3267 w 7452"/>
                <a:gd name="T47" fmla="*/ 596 h 1627"/>
                <a:gd name="T48" fmla="*/ 3837 w 7452"/>
                <a:gd name="T49" fmla="*/ 543 h 1627"/>
                <a:gd name="T50" fmla="*/ 4360 w 7452"/>
                <a:gd name="T51" fmla="*/ 634 h 1627"/>
                <a:gd name="T52" fmla="*/ 4574 w 7452"/>
                <a:gd name="T53" fmla="*/ 789 h 1627"/>
                <a:gd name="T54" fmla="*/ 4747 w 7452"/>
                <a:gd name="T55" fmla="*/ 1016 h 1627"/>
                <a:gd name="T56" fmla="*/ 4934 w 7452"/>
                <a:gd name="T57" fmla="*/ 1210 h 1627"/>
                <a:gd name="T58" fmla="*/ 5167 w 7452"/>
                <a:gd name="T59" fmla="*/ 1316 h 1627"/>
                <a:gd name="T60" fmla="*/ 6354 w 7452"/>
                <a:gd name="T61" fmla="*/ 1096 h 1627"/>
                <a:gd name="T62" fmla="*/ 7048 w 7452"/>
                <a:gd name="T63" fmla="*/ 1086 h 1627"/>
                <a:gd name="T64" fmla="*/ 7390 w 7452"/>
                <a:gd name="T65" fmla="*/ 1513 h 1627"/>
                <a:gd name="T66" fmla="*/ 7449 w 7452"/>
                <a:gd name="T67" fmla="*/ 1513 h 1627"/>
                <a:gd name="T68" fmla="*/ 2798 w 7452"/>
                <a:gd name="T69" fmla="*/ 283 h 1627"/>
                <a:gd name="T70" fmla="*/ 2868 w 7452"/>
                <a:gd name="T71" fmla="*/ 72 h 1627"/>
                <a:gd name="T72" fmla="*/ 2895 w 7452"/>
                <a:gd name="T73" fmla="*/ 438 h 1627"/>
                <a:gd name="T74" fmla="*/ 2798 w 7452"/>
                <a:gd name="T75" fmla="*/ 283 h 1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452" h="1627">
                  <a:moveTo>
                    <a:pt x="7449" y="1513"/>
                  </a:moveTo>
                  <a:cubicBezTo>
                    <a:pt x="7438" y="1351"/>
                    <a:pt x="7347" y="1211"/>
                    <a:pt x="7218" y="1115"/>
                  </a:cubicBezTo>
                  <a:cubicBezTo>
                    <a:pt x="7069" y="1003"/>
                    <a:pt x="6882" y="964"/>
                    <a:pt x="6697" y="973"/>
                  </a:cubicBezTo>
                  <a:cubicBezTo>
                    <a:pt x="6270" y="996"/>
                    <a:pt x="5898" y="1256"/>
                    <a:pt x="5473" y="1283"/>
                  </a:cubicBezTo>
                  <a:cubicBezTo>
                    <a:pt x="5293" y="1294"/>
                    <a:pt x="5102" y="1263"/>
                    <a:pt x="4955" y="1152"/>
                  </a:cubicBezTo>
                  <a:cubicBezTo>
                    <a:pt x="4806" y="1040"/>
                    <a:pt x="4729" y="861"/>
                    <a:pt x="4600" y="730"/>
                  </a:cubicBezTo>
                  <a:cubicBezTo>
                    <a:pt x="4350" y="478"/>
                    <a:pt x="3969" y="464"/>
                    <a:pt x="3638" y="496"/>
                  </a:cubicBezTo>
                  <a:cubicBezTo>
                    <a:pt x="3424" y="516"/>
                    <a:pt x="3181" y="587"/>
                    <a:pt x="2977" y="490"/>
                  </a:cubicBezTo>
                  <a:cubicBezTo>
                    <a:pt x="2966" y="485"/>
                    <a:pt x="2955" y="479"/>
                    <a:pt x="2945" y="473"/>
                  </a:cubicBezTo>
                  <a:cubicBezTo>
                    <a:pt x="3010" y="321"/>
                    <a:pt x="3007" y="141"/>
                    <a:pt x="2895" y="11"/>
                  </a:cubicBezTo>
                  <a:cubicBezTo>
                    <a:pt x="2886" y="1"/>
                    <a:pt x="2870" y="0"/>
                    <a:pt x="2859" y="6"/>
                  </a:cubicBezTo>
                  <a:cubicBezTo>
                    <a:pt x="2725" y="84"/>
                    <a:pt x="2701" y="271"/>
                    <a:pt x="2780" y="396"/>
                  </a:cubicBezTo>
                  <a:cubicBezTo>
                    <a:pt x="2804" y="435"/>
                    <a:pt x="2834" y="467"/>
                    <a:pt x="2869" y="494"/>
                  </a:cubicBezTo>
                  <a:cubicBezTo>
                    <a:pt x="2848" y="531"/>
                    <a:pt x="2822" y="565"/>
                    <a:pt x="2794" y="594"/>
                  </a:cubicBezTo>
                  <a:cubicBezTo>
                    <a:pt x="2624" y="763"/>
                    <a:pt x="2363" y="796"/>
                    <a:pt x="2134" y="792"/>
                  </a:cubicBezTo>
                  <a:cubicBezTo>
                    <a:pt x="1865" y="787"/>
                    <a:pt x="1598" y="745"/>
                    <a:pt x="1330" y="799"/>
                  </a:cubicBezTo>
                  <a:cubicBezTo>
                    <a:pt x="1099" y="846"/>
                    <a:pt x="881" y="948"/>
                    <a:pt x="681" y="1071"/>
                  </a:cubicBezTo>
                  <a:cubicBezTo>
                    <a:pt x="450" y="1214"/>
                    <a:pt x="238" y="1387"/>
                    <a:pt x="29" y="1561"/>
                  </a:cubicBezTo>
                  <a:cubicBezTo>
                    <a:pt x="0" y="1585"/>
                    <a:pt x="42" y="1627"/>
                    <a:pt x="71" y="1603"/>
                  </a:cubicBezTo>
                  <a:cubicBezTo>
                    <a:pt x="451" y="1288"/>
                    <a:pt x="860" y="951"/>
                    <a:pt x="1358" y="855"/>
                  </a:cubicBezTo>
                  <a:cubicBezTo>
                    <a:pt x="1642" y="799"/>
                    <a:pt x="1927" y="858"/>
                    <a:pt x="2213" y="852"/>
                  </a:cubicBezTo>
                  <a:cubicBezTo>
                    <a:pt x="2438" y="847"/>
                    <a:pt x="2691" y="795"/>
                    <a:pt x="2849" y="621"/>
                  </a:cubicBezTo>
                  <a:cubicBezTo>
                    <a:pt x="2876" y="593"/>
                    <a:pt x="2899" y="561"/>
                    <a:pt x="2918" y="527"/>
                  </a:cubicBezTo>
                  <a:cubicBezTo>
                    <a:pt x="3022" y="584"/>
                    <a:pt x="3150" y="602"/>
                    <a:pt x="3267" y="596"/>
                  </a:cubicBezTo>
                  <a:cubicBezTo>
                    <a:pt x="3458" y="587"/>
                    <a:pt x="3645" y="547"/>
                    <a:pt x="3837" y="543"/>
                  </a:cubicBezTo>
                  <a:cubicBezTo>
                    <a:pt x="4014" y="540"/>
                    <a:pt x="4198" y="557"/>
                    <a:pt x="4360" y="634"/>
                  </a:cubicBezTo>
                  <a:cubicBezTo>
                    <a:pt x="4441" y="672"/>
                    <a:pt x="4513" y="724"/>
                    <a:pt x="4574" y="789"/>
                  </a:cubicBezTo>
                  <a:cubicBezTo>
                    <a:pt x="4639" y="859"/>
                    <a:pt x="4690" y="939"/>
                    <a:pt x="4747" y="1016"/>
                  </a:cubicBezTo>
                  <a:cubicBezTo>
                    <a:pt x="4801" y="1088"/>
                    <a:pt x="4860" y="1157"/>
                    <a:pt x="4934" y="1210"/>
                  </a:cubicBezTo>
                  <a:cubicBezTo>
                    <a:pt x="5004" y="1260"/>
                    <a:pt x="5084" y="1295"/>
                    <a:pt x="5167" y="1316"/>
                  </a:cubicBezTo>
                  <a:cubicBezTo>
                    <a:pt x="5579" y="1423"/>
                    <a:pt x="5968" y="1208"/>
                    <a:pt x="6354" y="1096"/>
                  </a:cubicBezTo>
                  <a:cubicBezTo>
                    <a:pt x="6576" y="1032"/>
                    <a:pt x="6828" y="993"/>
                    <a:pt x="7048" y="1086"/>
                  </a:cubicBezTo>
                  <a:cubicBezTo>
                    <a:pt x="7223" y="1159"/>
                    <a:pt x="7377" y="1317"/>
                    <a:pt x="7390" y="1513"/>
                  </a:cubicBezTo>
                  <a:cubicBezTo>
                    <a:pt x="7392" y="1551"/>
                    <a:pt x="7452" y="1552"/>
                    <a:pt x="7449" y="1513"/>
                  </a:cubicBezTo>
                  <a:close/>
                  <a:moveTo>
                    <a:pt x="2798" y="283"/>
                  </a:moveTo>
                  <a:cubicBezTo>
                    <a:pt x="2784" y="206"/>
                    <a:pt x="2806" y="121"/>
                    <a:pt x="2868" y="72"/>
                  </a:cubicBezTo>
                  <a:cubicBezTo>
                    <a:pt x="2945" y="177"/>
                    <a:pt x="2944" y="318"/>
                    <a:pt x="2895" y="438"/>
                  </a:cubicBezTo>
                  <a:cubicBezTo>
                    <a:pt x="2847" y="398"/>
                    <a:pt x="2810" y="346"/>
                    <a:pt x="2798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4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" y="997019"/>
            <a:ext cx="4572000" cy="211194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4572000" y="997527"/>
            <a:ext cx="4572000" cy="2133600"/>
          </a:xfrm>
          <a:prstGeom prst="rect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/>
          <p:nvPr userDrawn="1"/>
        </p:nvSpPr>
        <p:spPr bwMode="auto">
          <a:xfrm rot="11700000" flipH="1">
            <a:off x="-2080092" y="-562499"/>
            <a:ext cx="5859334" cy="5800861"/>
          </a:xfrm>
          <a:custGeom>
            <a:avLst/>
            <a:gdLst>
              <a:gd name="T0" fmla="*/ 3522 w 3725"/>
              <a:gd name="T1" fmla="*/ 2568 h 3688"/>
              <a:gd name="T2" fmla="*/ 2572 w 3725"/>
              <a:gd name="T3" fmla="*/ 193 h 3688"/>
              <a:gd name="T4" fmla="*/ 2033 w 3725"/>
              <a:gd name="T5" fmla="*/ 86 h 3688"/>
              <a:gd name="T6" fmla="*/ 1607 w 3725"/>
              <a:gd name="T7" fmla="*/ 354 h 3688"/>
              <a:gd name="T8" fmla="*/ 1334 w 3725"/>
              <a:gd name="T9" fmla="*/ 251 h 3688"/>
              <a:gd name="T10" fmla="*/ 972 w 3725"/>
              <a:gd name="T11" fmla="*/ 926 h 3688"/>
              <a:gd name="T12" fmla="*/ 665 w 3725"/>
              <a:gd name="T13" fmla="*/ 1270 h 3688"/>
              <a:gd name="T14" fmla="*/ 105 w 3725"/>
              <a:gd name="T15" fmla="*/ 1654 h 3688"/>
              <a:gd name="T16" fmla="*/ 288 w 3725"/>
              <a:gd name="T17" fmla="*/ 2288 h 3688"/>
              <a:gd name="T18" fmla="*/ 775 w 3725"/>
              <a:gd name="T19" fmla="*/ 2795 h 3688"/>
              <a:gd name="T20" fmla="*/ 952 w 3725"/>
              <a:gd name="T21" fmla="*/ 3225 h 3688"/>
              <a:gd name="T22" fmla="*/ 1795 w 3725"/>
              <a:gd name="T23" fmla="*/ 3536 h 3688"/>
              <a:gd name="T24" fmla="*/ 2369 w 3725"/>
              <a:gd name="T25" fmla="*/ 3134 h 3688"/>
              <a:gd name="T26" fmla="*/ 3030 w 3725"/>
              <a:gd name="T27" fmla="*/ 3181 h 3688"/>
              <a:gd name="T28" fmla="*/ 3522 w 3725"/>
              <a:gd name="T29" fmla="*/ 2568 h 3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25" h="3688">
                <a:moveTo>
                  <a:pt x="3522" y="2568"/>
                </a:moveTo>
                <a:cubicBezTo>
                  <a:pt x="3725" y="1684"/>
                  <a:pt x="3329" y="693"/>
                  <a:pt x="2572" y="193"/>
                </a:cubicBezTo>
                <a:cubicBezTo>
                  <a:pt x="2412" y="87"/>
                  <a:pt x="2205" y="0"/>
                  <a:pt x="2033" y="86"/>
                </a:cubicBezTo>
                <a:cubicBezTo>
                  <a:pt x="1879" y="163"/>
                  <a:pt x="1778" y="365"/>
                  <a:pt x="1607" y="354"/>
                </a:cubicBezTo>
                <a:cubicBezTo>
                  <a:pt x="1509" y="348"/>
                  <a:pt x="1430" y="270"/>
                  <a:pt x="1334" y="251"/>
                </a:cubicBezTo>
                <a:cubicBezTo>
                  <a:pt x="1029" y="193"/>
                  <a:pt x="1051" y="764"/>
                  <a:pt x="972" y="926"/>
                </a:cubicBezTo>
                <a:cubicBezTo>
                  <a:pt x="904" y="1066"/>
                  <a:pt x="798" y="1188"/>
                  <a:pt x="665" y="1270"/>
                </a:cubicBezTo>
                <a:cubicBezTo>
                  <a:pt x="469" y="1392"/>
                  <a:pt x="207" y="1447"/>
                  <a:pt x="105" y="1654"/>
                </a:cubicBezTo>
                <a:cubicBezTo>
                  <a:pt x="0" y="1864"/>
                  <a:pt x="124" y="2120"/>
                  <a:pt x="288" y="2288"/>
                </a:cubicBezTo>
                <a:cubicBezTo>
                  <a:pt x="452" y="2457"/>
                  <a:pt x="660" y="2590"/>
                  <a:pt x="775" y="2795"/>
                </a:cubicBezTo>
                <a:cubicBezTo>
                  <a:pt x="851" y="2930"/>
                  <a:pt x="880" y="3087"/>
                  <a:pt x="952" y="3225"/>
                </a:cubicBezTo>
                <a:cubicBezTo>
                  <a:pt x="1106" y="3519"/>
                  <a:pt x="1500" y="3688"/>
                  <a:pt x="1795" y="3536"/>
                </a:cubicBezTo>
                <a:cubicBezTo>
                  <a:pt x="2005" y="3428"/>
                  <a:pt x="2140" y="3188"/>
                  <a:pt x="2369" y="3134"/>
                </a:cubicBezTo>
                <a:cubicBezTo>
                  <a:pt x="2586" y="3083"/>
                  <a:pt x="2811" y="3219"/>
                  <a:pt x="3030" y="3181"/>
                </a:cubicBezTo>
                <a:cubicBezTo>
                  <a:pt x="3304" y="3134"/>
                  <a:pt x="3459" y="2839"/>
                  <a:pt x="3522" y="2568"/>
                </a:cubicBezTo>
                <a:close/>
              </a:path>
            </a:pathLst>
          </a:custGeom>
          <a:solidFill>
            <a:srgbClr val="7C89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/>
        </p:nvSpPr>
        <p:spPr bwMode="auto">
          <a:xfrm>
            <a:off x="7921625" y="-338138"/>
            <a:ext cx="1798638" cy="2152650"/>
          </a:xfrm>
          <a:custGeom>
            <a:avLst/>
            <a:gdLst>
              <a:gd name="T0" fmla="*/ 2294 w 2882"/>
              <a:gd name="T1" fmla="*/ 717 h 3447"/>
              <a:gd name="T2" fmla="*/ 2090 w 2882"/>
              <a:gd name="T3" fmla="*/ 520 h 3447"/>
              <a:gd name="T4" fmla="*/ 1277 w 2882"/>
              <a:gd name="T5" fmla="*/ 27 h 3447"/>
              <a:gd name="T6" fmla="*/ 633 w 2882"/>
              <a:gd name="T7" fmla="*/ 107 h 3447"/>
              <a:gd name="T8" fmla="*/ 232 w 2882"/>
              <a:gd name="T9" fmla="*/ 553 h 3447"/>
              <a:gd name="T10" fmla="*/ 20 w 2882"/>
              <a:gd name="T11" fmla="*/ 1496 h 3447"/>
              <a:gd name="T12" fmla="*/ 41 w 2882"/>
              <a:gd name="T13" fmla="*/ 1768 h 3447"/>
              <a:gd name="T14" fmla="*/ 51 w 2882"/>
              <a:gd name="T15" fmla="*/ 1874 h 3447"/>
              <a:gd name="T16" fmla="*/ 277 w 2882"/>
              <a:gd name="T17" fmla="*/ 2412 h 3447"/>
              <a:gd name="T18" fmla="*/ 1346 w 2882"/>
              <a:gd name="T19" fmla="*/ 3267 h 3447"/>
              <a:gd name="T20" fmla="*/ 2825 w 2882"/>
              <a:gd name="T21" fmla="*/ 2273 h 3447"/>
              <a:gd name="T22" fmla="*/ 2770 w 2882"/>
              <a:gd name="T23" fmla="*/ 1377 h 3447"/>
              <a:gd name="T24" fmla="*/ 2294 w 2882"/>
              <a:gd name="T25" fmla="*/ 717 h 3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82" h="3447">
                <a:moveTo>
                  <a:pt x="2294" y="717"/>
                </a:moveTo>
                <a:cubicBezTo>
                  <a:pt x="2227" y="651"/>
                  <a:pt x="2158" y="586"/>
                  <a:pt x="2090" y="520"/>
                </a:cubicBezTo>
                <a:cubicBezTo>
                  <a:pt x="1849" y="287"/>
                  <a:pt x="1627" y="71"/>
                  <a:pt x="1277" y="27"/>
                </a:cubicBezTo>
                <a:cubicBezTo>
                  <a:pt x="1058" y="0"/>
                  <a:pt x="827" y="6"/>
                  <a:pt x="633" y="107"/>
                </a:cubicBezTo>
                <a:cubicBezTo>
                  <a:pt x="452" y="201"/>
                  <a:pt x="319" y="370"/>
                  <a:pt x="232" y="553"/>
                </a:cubicBezTo>
                <a:cubicBezTo>
                  <a:pt x="102" y="828"/>
                  <a:pt x="0" y="1189"/>
                  <a:pt x="20" y="1496"/>
                </a:cubicBezTo>
                <a:cubicBezTo>
                  <a:pt x="26" y="1588"/>
                  <a:pt x="43" y="1676"/>
                  <a:pt x="41" y="1768"/>
                </a:cubicBezTo>
                <a:cubicBezTo>
                  <a:pt x="41" y="1804"/>
                  <a:pt x="43" y="1839"/>
                  <a:pt x="51" y="1874"/>
                </a:cubicBezTo>
                <a:cubicBezTo>
                  <a:pt x="94" y="2061"/>
                  <a:pt x="182" y="2247"/>
                  <a:pt x="277" y="2412"/>
                </a:cubicBezTo>
                <a:cubicBezTo>
                  <a:pt x="510" y="2818"/>
                  <a:pt x="890" y="3156"/>
                  <a:pt x="1346" y="3267"/>
                </a:cubicBezTo>
                <a:cubicBezTo>
                  <a:pt x="2086" y="3447"/>
                  <a:pt x="2689" y="2980"/>
                  <a:pt x="2825" y="2273"/>
                </a:cubicBezTo>
                <a:cubicBezTo>
                  <a:pt x="2882" y="1976"/>
                  <a:pt x="2879" y="1661"/>
                  <a:pt x="2770" y="1377"/>
                </a:cubicBezTo>
                <a:cubicBezTo>
                  <a:pt x="2669" y="1115"/>
                  <a:pt x="2489" y="911"/>
                  <a:pt x="2294" y="717"/>
                </a:cubicBezTo>
                <a:close/>
              </a:path>
            </a:pathLst>
          </a:custGeom>
          <a:solidFill>
            <a:srgbClr val="F3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667625" y="3827463"/>
            <a:ext cx="1300163" cy="1316037"/>
            <a:chOff x="6270625" y="2416175"/>
            <a:chExt cx="1300163" cy="1316037"/>
          </a:xfrm>
        </p:grpSpPr>
        <p:sp>
          <p:nvSpPr>
            <p:cNvPr id="16" name="Freeform 9"/>
            <p:cNvSpPr/>
            <p:nvPr userDrawn="1"/>
          </p:nvSpPr>
          <p:spPr bwMode="auto">
            <a:xfrm>
              <a:off x="6270625" y="3032125"/>
              <a:ext cx="206375" cy="315913"/>
            </a:xfrm>
            <a:custGeom>
              <a:avLst/>
              <a:gdLst>
                <a:gd name="T0" fmla="*/ 277 w 329"/>
                <a:gd name="T1" fmla="*/ 189 h 506"/>
                <a:gd name="T2" fmla="*/ 215 w 329"/>
                <a:gd name="T3" fmla="*/ 418 h 506"/>
                <a:gd name="T4" fmla="*/ 277 w 329"/>
                <a:gd name="T5" fmla="*/ 189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9" h="506">
                  <a:moveTo>
                    <a:pt x="277" y="189"/>
                  </a:moveTo>
                  <a:cubicBezTo>
                    <a:pt x="77" y="0"/>
                    <a:pt x="0" y="506"/>
                    <a:pt x="215" y="418"/>
                  </a:cubicBezTo>
                  <a:cubicBezTo>
                    <a:pt x="268" y="365"/>
                    <a:pt x="329" y="260"/>
                    <a:pt x="277" y="1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6456363" y="2978150"/>
              <a:ext cx="327025" cy="227013"/>
            </a:xfrm>
            <a:custGeom>
              <a:avLst/>
              <a:gdLst>
                <a:gd name="T0" fmla="*/ 313 w 523"/>
                <a:gd name="T1" fmla="*/ 50 h 364"/>
                <a:gd name="T2" fmla="*/ 139 w 523"/>
                <a:gd name="T3" fmla="*/ 139 h 364"/>
                <a:gd name="T4" fmla="*/ 313 w 523"/>
                <a:gd name="T5" fmla="*/ 5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3" h="364">
                  <a:moveTo>
                    <a:pt x="313" y="50"/>
                  </a:moveTo>
                  <a:cubicBezTo>
                    <a:pt x="235" y="0"/>
                    <a:pt x="173" y="78"/>
                    <a:pt x="139" y="139"/>
                  </a:cubicBezTo>
                  <a:cubicBezTo>
                    <a:pt x="0" y="364"/>
                    <a:pt x="523" y="227"/>
                    <a:pt x="313" y="50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6484938" y="2782887"/>
              <a:ext cx="104775" cy="176213"/>
            </a:xfrm>
            <a:custGeom>
              <a:avLst/>
              <a:gdLst>
                <a:gd name="T0" fmla="*/ 163 w 169"/>
                <a:gd name="T1" fmla="*/ 101 h 281"/>
                <a:gd name="T2" fmla="*/ 60 w 169"/>
                <a:gd name="T3" fmla="*/ 39 h 281"/>
                <a:gd name="T4" fmla="*/ 5 w 169"/>
                <a:gd name="T5" fmla="*/ 169 h 281"/>
                <a:gd name="T6" fmla="*/ 72 w 169"/>
                <a:gd name="T7" fmla="*/ 280 h 281"/>
                <a:gd name="T8" fmla="*/ 163 w 169"/>
                <a:gd name="T9" fmla="*/ 10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281">
                  <a:moveTo>
                    <a:pt x="163" y="101"/>
                  </a:moveTo>
                  <a:cubicBezTo>
                    <a:pt x="155" y="40"/>
                    <a:pt x="121" y="0"/>
                    <a:pt x="60" y="39"/>
                  </a:cubicBezTo>
                  <a:cubicBezTo>
                    <a:pt x="16" y="67"/>
                    <a:pt x="0" y="119"/>
                    <a:pt x="5" y="169"/>
                  </a:cubicBezTo>
                  <a:cubicBezTo>
                    <a:pt x="8" y="205"/>
                    <a:pt x="26" y="281"/>
                    <a:pt x="72" y="280"/>
                  </a:cubicBezTo>
                  <a:cubicBezTo>
                    <a:pt x="137" y="279"/>
                    <a:pt x="169" y="151"/>
                    <a:pt x="163" y="10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2"/>
            <p:cNvSpPr/>
            <p:nvPr userDrawn="1"/>
          </p:nvSpPr>
          <p:spPr bwMode="auto">
            <a:xfrm>
              <a:off x="6653213" y="2752725"/>
              <a:ext cx="182563" cy="193675"/>
            </a:xfrm>
            <a:custGeom>
              <a:avLst/>
              <a:gdLst>
                <a:gd name="T0" fmla="*/ 219 w 294"/>
                <a:gd name="T1" fmla="*/ 97 h 310"/>
                <a:gd name="T2" fmla="*/ 7 w 294"/>
                <a:gd name="T3" fmla="*/ 199 h 310"/>
                <a:gd name="T4" fmla="*/ 219 w 294"/>
                <a:gd name="T5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4" h="310">
                  <a:moveTo>
                    <a:pt x="219" y="97"/>
                  </a:moveTo>
                  <a:cubicBezTo>
                    <a:pt x="157" y="0"/>
                    <a:pt x="0" y="116"/>
                    <a:pt x="7" y="199"/>
                  </a:cubicBezTo>
                  <a:cubicBezTo>
                    <a:pt x="61" y="310"/>
                    <a:pt x="294" y="222"/>
                    <a:pt x="219" y="9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3"/>
            <p:cNvSpPr/>
            <p:nvPr userDrawn="1"/>
          </p:nvSpPr>
          <p:spPr bwMode="auto">
            <a:xfrm>
              <a:off x="7164388" y="2982912"/>
              <a:ext cx="206375" cy="223838"/>
            </a:xfrm>
            <a:custGeom>
              <a:avLst/>
              <a:gdLst>
                <a:gd name="T0" fmla="*/ 256 w 331"/>
                <a:gd name="T1" fmla="*/ 98 h 359"/>
                <a:gd name="T2" fmla="*/ 7 w 331"/>
                <a:gd name="T3" fmla="*/ 248 h 359"/>
                <a:gd name="T4" fmla="*/ 256 w 331"/>
                <a:gd name="T5" fmla="*/ 98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" h="359">
                  <a:moveTo>
                    <a:pt x="256" y="98"/>
                  </a:moveTo>
                  <a:cubicBezTo>
                    <a:pt x="195" y="0"/>
                    <a:pt x="0" y="164"/>
                    <a:pt x="7" y="248"/>
                  </a:cubicBezTo>
                  <a:cubicBezTo>
                    <a:pt x="60" y="359"/>
                    <a:pt x="331" y="223"/>
                    <a:pt x="256" y="9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4"/>
            <p:cNvSpPr/>
            <p:nvPr userDrawn="1"/>
          </p:nvSpPr>
          <p:spPr bwMode="auto">
            <a:xfrm>
              <a:off x="6808788" y="2886075"/>
              <a:ext cx="184150" cy="168275"/>
            </a:xfrm>
            <a:custGeom>
              <a:avLst/>
              <a:gdLst>
                <a:gd name="T0" fmla="*/ 171 w 295"/>
                <a:gd name="T1" fmla="*/ 22 h 270"/>
                <a:gd name="T2" fmla="*/ 48 w 295"/>
                <a:gd name="T3" fmla="*/ 128 h 270"/>
                <a:gd name="T4" fmla="*/ 16 w 295"/>
                <a:gd name="T5" fmla="*/ 147 h 270"/>
                <a:gd name="T6" fmla="*/ 22 w 295"/>
                <a:gd name="T7" fmla="*/ 211 h 270"/>
                <a:gd name="T8" fmla="*/ 184 w 295"/>
                <a:gd name="T9" fmla="*/ 238 h 270"/>
                <a:gd name="T10" fmla="*/ 271 w 295"/>
                <a:gd name="T11" fmla="*/ 77 h 270"/>
                <a:gd name="T12" fmla="*/ 171 w 295"/>
                <a:gd name="T13" fmla="*/ 2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5" h="270">
                  <a:moveTo>
                    <a:pt x="171" y="22"/>
                  </a:moveTo>
                  <a:cubicBezTo>
                    <a:pt x="125" y="49"/>
                    <a:pt x="77" y="110"/>
                    <a:pt x="48" y="128"/>
                  </a:cubicBezTo>
                  <a:cubicBezTo>
                    <a:pt x="38" y="135"/>
                    <a:pt x="25" y="138"/>
                    <a:pt x="16" y="147"/>
                  </a:cubicBezTo>
                  <a:cubicBezTo>
                    <a:pt x="0" y="164"/>
                    <a:pt x="6" y="194"/>
                    <a:pt x="22" y="211"/>
                  </a:cubicBezTo>
                  <a:cubicBezTo>
                    <a:pt x="56" y="248"/>
                    <a:pt x="142" y="270"/>
                    <a:pt x="184" y="238"/>
                  </a:cubicBezTo>
                  <a:cubicBezTo>
                    <a:pt x="236" y="199"/>
                    <a:pt x="295" y="155"/>
                    <a:pt x="271" y="77"/>
                  </a:cubicBezTo>
                  <a:cubicBezTo>
                    <a:pt x="247" y="2"/>
                    <a:pt x="210" y="0"/>
                    <a:pt x="171" y="2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913563" y="2662237"/>
              <a:ext cx="196850" cy="238125"/>
            </a:xfrm>
            <a:custGeom>
              <a:avLst/>
              <a:gdLst>
                <a:gd name="T0" fmla="*/ 226 w 315"/>
                <a:gd name="T1" fmla="*/ 89 h 383"/>
                <a:gd name="T2" fmla="*/ 33 w 315"/>
                <a:gd name="T3" fmla="*/ 253 h 383"/>
                <a:gd name="T4" fmla="*/ 226 w 315"/>
                <a:gd name="T5" fmla="*/ 8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5" h="383">
                  <a:moveTo>
                    <a:pt x="226" y="89"/>
                  </a:moveTo>
                  <a:cubicBezTo>
                    <a:pt x="148" y="0"/>
                    <a:pt x="0" y="148"/>
                    <a:pt x="33" y="253"/>
                  </a:cubicBezTo>
                  <a:cubicBezTo>
                    <a:pt x="75" y="383"/>
                    <a:pt x="315" y="168"/>
                    <a:pt x="226" y="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681788" y="3028950"/>
              <a:ext cx="155575" cy="204788"/>
            </a:xfrm>
            <a:custGeom>
              <a:avLst/>
              <a:gdLst>
                <a:gd name="T0" fmla="*/ 205 w 251"/>
                <a:gd name="T1" fmla="*/ 112 h 328"/>
                <a:gd name="T2" fmla="*/ 90 w 251"/>
                <a:gd name="T3" fmla="*/ 288 h 328"/>
                <a:gd name="T4" fmla="*/ 205 w 251"/>
                <a:gd name="T5" fmla="*/ 112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1" h="328">
                  <a:moveTo>
                    <a:pt x="205" y="112"/>
                  </a:moveTo>
                  <a:cubicBezTo>
                    <a:pt x="117" y="0"/>
                    <a:pt x="0" y="229"/>
                    <a:pt x="90" y="288"/>
                  </a:cubicBezTo>
                  <a:cubicBezTo>
                    <a:pt x="186" y="328"/>
                    <a:pt x="251" y="186"/>
                    <a:pt x="205" y="11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6502400" y="3201987"/>
              <a:ext cx="173038" cy="285750"/>
            </a:xfrm>
            <a:custGeom>
              <a:avLst/>
              <a:gdLst>
                <a:gd name="T0" fmla="*/ 241 w 279"/>
                <a:gd name="T1" fmla="*/ 146 h 458"/>
                <a:gd name="T2" fmla="*/ 71 w 279"/>
                <a:gd name="T3" fmla="*/ 352 h 458"/>
                <a:gd name="T4" fmla="*/ 241 w 279"/>
                <a:gd name="T5" fmla="*/ 14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9" h="458">
                  <a:moveTo>
                    <a:pt x="241" y="146"/>
                  </a:moveTo>
                  <a:cubicBezTo>
                    <a:pt x="159" y="0"/>
                    <a:pt x="0" y="266"/>
                    <a:pt x="71" y="352"/>
                  </a:cubicBezTo>
                  <a:cubicBezTo>
                    <a:pt x="173" y="458"/>
                    <a:pt x="279" y="238"/>
                    <a:pt x="241" y="146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6875463" y="3076575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19"/>
            <p:cNvSpPr/>
            <p:nvPr userDrawn="1"/>
          </p:nvSpPr>
          <p:spPr bwMode="auto">
            <a:xfrm>
              <a:off x="6894513" y="3479800"/>
              <a:ext cx="236538" cy="168275"/>
            </a:xfrm>
            <a:custGeom>
              <a:avLst/>
              <a:gdLst>
                <a:gd name="T0" fmla="*/ 274 w 378"/>
                <a:gd name="T1" fmla="*/ 67 h 271"/>
                <a:gd name="T2" fmla="*/ 163 w 378"/>
                <a:gd name="T3" fmla="*/ 271 h 271"/>
                <a:gd name="T4" fmla="*/ 274 w 378"/>
                <a:gd name="T5" fmla="*/ 67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7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0"/>
            <p:cNvSpPr/>
            <p:nvPr userDrawn="1"/>
          </p:nvSpPr>
          <p:spPr bwMode="auto">
            <a:xfrm>
              <a:off x="7334250" y="2843212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5" y="0"/>
                    <a:pt x="0" y="251"/>
                    <a:pt x="163" y="271"/>
                  </a:cubicBezTo>
                  <a:cubicBezTo>
                    <a:pt x="244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1"/>
            <p:cNvSpPr/>
            <p:nvPr userDrawn="1"/>
          </p:nvSpPr>
          <p:spPr bwMode="auto">
            <a:xfrm>
              <a:off x="7281863" y="2416175"/>
              <a:ext cx="234950" cy="168275"/>
            </a:xfrm>
            <a:custGeom>
              <a:avLst/>
              <a:gdLst>
                <a:gd name="T0" fmla="*/ 274 w 378"/>
                <a:gd name="T1" fmla="*/ 67 h 270"/>
                <a:gd name="T2" fmla="*/ 163 w 378"/>
                <a:gd name="T3" fmla="*/ 270 h 270"/>
                <a:gd name="T4" fmla="*/ 274 w 378"/>
                <a:gd name="T5" fmla="*/ 6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0">
                  <a:moveTo>
                    <a:pt x="274" y="67"/>
                  </a:moveTo>
                  <a:cubicBezTo>
                    <a:pt x="164" y="0"/>
                    <a:pt x="0" y="251"/>
                    <a:pt x="163" y="270"/>
                  </a:cubicBezTo>
                  <a:cubicBezTo>
                    <a:pt x="243" y="261"/>
                    <a:pt x="378" y="137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2"/>
            <p:cNvSpPr/>
            <p:nvPr userDrawn="1"/>
          </p:nvSpPr>
          <p:spPr bwMode="auto">
            <a:xfrm>
              <a:off x="6723063" y="3294062"/>
              <a:ext cx="171450" cy="225425"/>
            </a:xfrm>
            <a:custGeom>
              <a:avLst/>
              <a:gdLst>
                <a:gd name="T0" fmla="*/ 261 w 275"/>
                <a:gd name="T1" fmla="*/ 157 h 362"/>
                <a:gd name="T2" fmla="*/ 138 w 275"/>
                <a:gd name="T3" fmla="*/ 352 h 362"/>
                <a:gd name="T4" fmla="*/ 261 w 275"/>
                <a:gd name="T5" fmla="*/ 15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362">
                  <a:moveTo>
                    <a:pt x="261" y="157"/>
                  </a:moveTo>
                  <a:cubicBezTo>
                    <a:pt x="175" y="0"/>
                    <a:pt x="0" y="299"/>
                    <a:pt x="138" y="352"/>
                  </a:cubicBezTo>
                  <a:cubicBezTo>
                    <a:pt x="233" y="362"/>
                    <a:pt x="275" y="235"/>
                    <a:pt x="261" y="15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3"/>
            <p:cNvSpPr/>
            <p:nvPr userDrawn="1"/>
          </p:nvSpPr>
          <p:spPr bwMode="auto">
            <a:xfrm>
              <a:off x="6640513" y="2457450"/>
              <a:ext cx="306388" cy="206375"/>
            </a:xfrm>
            <a:custGeom>
              <a:avLst/>
              <a:gdLst>
                <a:gd name="T0" fmla="*/ 366 w 489"/>
                <a:gd name="T1" fmla="*/ 99 h 332"/>
                <a:gd name="T2" fmla="*/ 187 w 489"/>
                <a:gd name="T3" fmla="*/ 332 h 332"/>
                <a:gd name="T4" fmla="*/ 366 w 489"/>
                <a:gd name="T5" fmla="*/ 99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9" h="332">
                  <a:moveTo>
                    <a:pt x="366" y="99"/>
                  </a:moveTo>
                  <a:cubicBezTo>
                    <a:pt x="248" y="0"/>
                    <a:pt x="0" y="293"/>
                    <a:pt x="187" y="332"/>
                  </a:cubicBezTo>
                  <a:cubicBezTo>
                    <a:pt x="282" y="330"/>
                    <a:pt x="489" y="201"/>
                    <a:pt x="366" y="9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4"/>
            <p:cNvSpPr/>
            <p:nvPr userDrawn="1"/>
          </p:nvSpPr>
          <p:spPr bwMode="auto">
            <a:xfrm>
              <a:off x="7080250" y="2747962"/>
              <a:ext cx="163513" cy="247650"/>
            </a:xfrm>
            <a:custGeom>
              <a:avLst/>
              <a:gdLst>
                <a:gd name="T0" fmla="*/ 199 w 262"/>
                <a:gd name="T1" fmla="*/ 119 h 397"/>
                <a:gd name="T2" fmla="*/ 7 w 262"/>
                <a:gd name="T3" fmla="*/ 238 h 397"/>
                <a:gd name="T4" fmla="*/ 213 w 262"/>
                <a:gd name="T5" fmla="*/ 147 h 397"/>
                <a:gd name="T6" fmla="*/ 199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199" y="119"/>
                  </a:moveTo>
                  <a:cubicBezTo>
                    <a:pt x="140" y="0"/>
                    <a:pt x="0" y="154"/>
                    <a:pt x="7" y="238"/>
                  </a:cubicBezTo>
                  <a:cubicBezTo>
                    <a:pt x="21" y="397"/>
                    <a:pt x="262" y="292"/>
                    <a:pt x="213" y="147"/>
                  </a:cubicBezTo>
                  <a:cubicBezTo>
                    <a:pt x="209" y="137"/>
                    <a:pt x="205" y="128"/>
                    <a:pt x="199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5"/>
            <p:cNvSpPr/>
            <p:nvPr userDrawn="1"/>
          </p:nvSpPr>
          <p:spPr bwMode="auto">
            <a:xfrm>
              <a:off x="6464300" y="3484562"/>
              <a:ext cx="163513" cy="247650"/>
            </a:xfrm>
            <a:custGeom>
              <a:avLst/>
              <a:gdLst>
                <a:gd name="T0" fmla="*/ 200 w 262"/>
                <a:gd name="T1" fmla="*/ 119 h 397"/>
                <a:gd name="T2" fmla="*/ 8 w 262"/>
                <a:gd name="T3" fmla="*/ 238 h 397"/>
                <a:gd name="T4" fmla="*/ 213 w 262"/>
                <a:gd name="T5" fmla="*/ 147 h 397"/>
                <a:gd name="T6" fmla="*/ 200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200" y="119"/>
                  </a:moveTo>
                  <a:cubicBezTo>
                    <a:pt x="140" y="0"/>
                    <a:pt x="0" y="154"/>
                    <a:pt x="8" y="238"/>
                  </a:cubicBezTo>
                  <a:cubicBezTo>
                    <a:pt x="21" y="397"/>
                    <a:pt x="262" y="293"/>
                    <a:pt x="213" y="147"/>
                  </a:cubicBezTo>
                  <a:cubicBezTo>
                    <a:pt x="209" y="137"/>
                    <a:pt x="205" y="128"/>
                    <a:pt x="200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6"/>
            <p:cNvSpPr/>
            <p:nvPr userDrawn="1"/>
          </p:nvSpPr>
          <p:spPr bwMode="auto">
            <a:xfrm>
              <a:off x="6989763" y="3259137"/>
              <a:ext cx="171450" cy="161925"/>
            </a:xfrm>
            <a:custGeom>
              <a:avLst/>
              <a:gdLst>
                <a:gd name="T0" fmla="*/ 202 w 275"/>
                <a:gd name="T1" fmla="*/ 61 h 261"/>
                <a:gd name="T2" fmla="*/ 39 w 275"/>
                <a:gd name="T3" fmla="*/ 174 h 261"/>
                <a:gd name="T4" fmla="*/ 202 w 275"/>
                <a:gd name="T5" fmla="*/ 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261">
                  <a:moveTo>
                    <a:pt x="202" y="61"/>
                  </a:moveTo>
                  <a:cubicBezTo>
                    <a:pt x="145" y="0"/>
                    <a:pt x="0" y="101"/>
                    <a:pt x="39" y="174"/>
                  </a:cubicBezTo>
                  <a:cubicBezTo>
                    <a:pt x="98" y="261"/>
                    <a:pt x="275" y="148"/>
                    <a:pt x="202" y="6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7"/>
            <p:cNvSpPr/>
            <p:nvPr userDrawn="1"/>
          </p:nvSpPr>
          <p:spPr bwMode="auto">
            <a:xfrm>
              <a:off x="7037388" y="2506662"/>
              <a:ext cx="166688" cy="227013"/>
            </a:xfrm>
            <a:custGeom>
              <a:avLst/>
              <a:gdLst>
                <a:gd name="T0" fmla="*/ 243 w 267"/>
                <a:gd name="T1" fmla="*/ 177 h 363"/>
                <a:gd name="T2" fmla="*/ 123 w 267"/>
                <a:gd name="T3" fmla="*/ 328 h 363"/>
                <a:gd name="T4" fmla="*/ 243 w 267"/>
                <a:gd name="T5" fmla="*/ 17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363">
                  <a:moveTo>
                    <a:pt x="243" y="177"/>
                  </a:moveTo>
                  <a:cubicBezTo>
                    <a:pt x="192" y="0"/>
                    <a:pt x="0" y="277"/>
                    <a:pt x="123" y="328"/>
                  </a:cubicBezTo>
                  <a:cubicBezTo>
                    <a:pt x="199" y="363"/>
                    <a:pt x="267" y="242"/>
                    <a:pt x="243" y="17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8"/>
            <p:cNvSpPr/>
            <p:nvPr userDrawn="1"/>
          </p:nvSpPr>
          <p:spPr bwMode="auto">
            <a:xfrm>
              <a:off x="7265988" y="2697162"/>
              <a:ext cx="136525" cy="190500"/>
            </a:xfrm>
            <a:custGeom>
              <a:avLst/>
              <a:gdLst>
                <a:gd name="T0" fmla="*/ 203 w 220"/>
                <a:gd name="T1" fmla="*/ 135 h 305"/>
                <a:gd name="T2" fmla="*/ 39 w 220"/>
                <a:gd name="T3" fmla="*/ 206 h 305"/>
                <a:gd name="T4" fmla="*/ 203 w 220"/>
                <a:gd name="T5" fmla="*/ 13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305">
                  <a:moveTo>
                    <a:pt x="203" y="135"/>
                  </a:moveTo>
                  <a:cubicBezTo>
                    <a:pt x="190" y="0"/>
                    <a:pt x="0" y="104"/>
                    <a:pt x="39" y="206"/>
                  </a:cubicBezTo>
                  <a:cubicBezTo>
                    <a:pt x="76" y="305"/>
                    <a:pt x="220" y="221"/>
                    <a:pt x="203" y="135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9" name="Freeform 49"/>
          <p:cNvSpPr>
            <a:spLocks noEditPoints="1"/>
          </p:cNvSpPr>
          <p:nvPr userDrawn="1"/>
        </p:nvSpPr>
        <p:spPr bwMode="auto">
          <a:xfrm>
            <a:off x="6684963" y="-111125"/>
            <a:ext cx="3349625" cy="1598613"/>
          </a:xfrm>
          <a:custGeom>
            <a:avLst/>
            <a:gdLst>
              <a:gd name="T0" fmla="*/ 5313 w 5365"/>
              <a:gd name="T1" fmla="*/ 2377 h 2561"/>
              <a:gd name="T2" fmla="*/ 4266 w 5365"/>
              <a:gd name="T3" fmla="*/ 2341 h 2561"/>
              <a:gd name="T4" fmla="*/ 4062 w 5365"/>
              <a:gd name="T5" fmla="*/ 2125 h 2561"/>
              <a:gd name="T6" fmla="*/ 4413 w 5365"/>
              <a:gd name="T7" fmla="*/ 2069 h 2561"/>
              <a:gd name="T8" fmla="*/ 4532 w 5365"/>
              <a:gd name="T9" fmla="*/ 2006 h 2561"/>
              <a:gd name="T10" fmla="*/ 4525 w 5365"/>
              <a:gd name="T11" fmla="*/ 1951 h 2561"/>
              <a:gd name="T12" fmla="*/ 4359 w 5365"/>
              <a:gd name="T13" fmla="*/ 1779 h 2561"/>
              <a:gd name="T14" fmla="*/ 4177 w 5365"/>
              <a:gd name="T15" fmla="*/ 1611 h 2561"/>
              <a:gd name="T16" fmla="*/ 3967 w 5365"/>
              <a:gd name="T17" fmla="*/ 1667 h 2561"/>
              <a:gd name="T18" fmla="*/ 3926 w 5365"/>
              <a:gd name="T19" fmla="*/ 1907 h 2561"/>
              <a:gd name="T20" fmla="*/ 3962 w 5365"/>
              <a:gd name="T21" fmla="*/ 2054 h 2561"/>
              <a:gd name="T22" fmla="*/ 3401 w 5365"/>
              <a:gd name="T23" fmla="*/ 1866 h 2561"/>
              <a:gd name="T24" fmla="*/ 2808 w 5365"/>
              <a:gd name="T25" fmla="*/ 1662 h 2561"/>
              <a:gd name="T26" fmla="*/ 2139 w 5365"/>
              <a:gd name="T27" fmla="*/ 1680 h 2561"/>
              <a:gd name="T28" fmla="*/ 910 w 5365"/>
              <a:gd name="T29" fmla="*/ 1710 h 2561"/>
              <a:gd name="T30" fmla="*/ 486 w 5365"/>
              <a:gd name="T31" fmla="*/ 1404 h 2561"/>
              <a:gd name="T32" fmla="*/ 303 w 5365"/>
              <a:gd name="T33" fmla="*/ 940 h 2561"/>
              <a:gd name="T34" fmla="*/ 313 w 5365"/>
              <a:gd name="T35" fmla="*/ 693 h 2561"/>
              <a:gd name="T36" fmla="*/ 388 w 5365"/>
              <a:gd name="T37" fmla="*/ 383 h 2561"/>
              <a:gd name="T38" fmla="*/ 343 w 5365"/>
              <a:gd name="T39" fmla="*/ 115 h 2561"/>
              <a:gd name="T40" fmla="*/ 139 w 5365"/>
              <a:gd name="T41" fmla="*/ 0 h 2561"/>
              <a:gd name="T42" fmla="*/ 31 w 5365"/>
              <a:gd name="T43" fmla="*/ 35 h 2561"/>
              <a:gd name="T44" fmla="*/ 61 w 5365"/>
              <a:gd name="T45" fmla="*/ 86 h 2561"/>
              <a:gd name="T46" fmla="*/ 270 w 5365"/>
              <a:gd name="T47" fmla="*/ 118 h 2561"/>
              <a:gd name="T48" fmla="*/ 329 w 5365"/>
              <a:gd name="T49" fmla="*/ 380 h 2561"/>
              <a:gd name="T50" fmla="*/ 254 w 5365"/>
              <a:gd name="T51" fmla="*/ 688 h 2561"/>
              <a:gd name="T52" fmla="*/ 244 w 5365"/>
              <a:gd name="T53" fmla="*/ 939 h 2561"/>
              <a:gd name="T54" fmla="*/ 809 w 5365"/>
              <a:gd name="T55" fmla="*/ 1734 h 2561"/>
              <a:gd name="T56" fmla="*/ 2008 w 5365"/>
              <a:gd name="T57" fmla="*/ 1760 h 2561"/>
              <a:gd name="T58" fmla="*/ 2685 w 5365"/>
              <a:gd name="T59" fmla="*/ 1707 h 2561"/>
              <a:gd name="T60" fmla="*/ 3301 w 5365"/>
              <a:gd name="T61" fmla="*/ 1886 h 2561"/>
              <a:gd name="T62" fmla="*/ 3991 w 5365"/>
              <a:gd name="T63" fmla="*/ 2119 h 2561"/>
              <a:gd name="T64" fmla="*/ 4157 w 5365"/>
              <a:gd name="T65" fmla="*/ 2330 h 2561"/>
              <a:gd name="T66" fmla="*/ 4646 w 5365"/>
              <a:gd name="T67" fmla="*/ 2537 h 2561"/>
              <a:gd name="T68" fmla="*/ 5329 w 5365"/>
              <a:gd name="T69" fmla="*/ 2435 h 2561"/>
              <a:gd name="T70" fmla="*/ 5313 w 5365"/>
              <a:gd name="T71" fmla="*/ 2377 h 2561"/>
              <a:gd name="T72" fmla="*/ 4001 w 5365"/>
              <a:gd name="T73" fmla="*/ 1984 h 2561"/>
              <a:gd name="T74" fmla="*/ 4147 w 5365"/>
              <a:gd name="T75" fmla="*/ 1663 h 2561"/>
              <a:gd name="T76" fmla="*/ 4326 w 5365"/>
              <a:gd name="T77" fmla="*/ 1838 h 2561"/>
              <a:gd name="T78" fmla="*/ 4458 w 5365"/>
              <a:gd name="T79" fmla="*/ 1982 h 2561"/>
              <a:gd name="T80" fmla="*/ 4029 w 5365"/>
              <a:gd name="T81" fmla="*/ 2062 h 2561"/>
              <a:gd name="T82" fmla="*/ 4001 w 5365"/>
              <a:gd name="T83" fmla="*/ 1984 h 2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365" h="2561">
                <a:moveTo>
                  <a:pt x="5313" y="2377"/>
                </a:moveTo>
                <a:cubicBezTo>
                  <a:pt x="4979" y="2493"/>
                  <a:pt x="4574" y="2556"/>
                  <a:pt x="4266" y="2341"/>
                </a:cubicBezTo>
                <a:cubicBezTo>
                  <a:pt x="4185" y="2285"/>
                  <a:pt x="4113" y="2211"/>
                  <a:pt x="4062" y="2125"/>
                </a:cubicBezTo>
                <a:cubicBezTo>
                  <a:pt x="4180" y="2132"/>
                  <a:pt x="4298" y="2117"/>
                  <a:pt x="4413" y="2069"/>
                </a:cubicBezTo>
                <a:cubicBezTo>
                  <a:pt x="4455" y="2052"/>
                  <a:pt x="4495" y="2031"/>
                  <a:pt x="4532" y="2006"/>
                </a:cubicBezTo>
                <a:cubicBezTo>
                  <a:pt x="4554" y="1990"/>
                  <a:pt x="4550" y="1960"/>
                  <a:pt x="4525" y="1951"/>
                </a:cubicBezTo>
                <a:cubicBezTo>
                  <a:pt x="4448" y="1922"/>
                  <a:pt x="4402" y="1844"/>
                  <a:pt x="4359" y="1779"/>
                </a:cubicBezTo>
                <a:cubicBezTo>
                  <a:pt x="4311" y="1708"/>
                  <a:pt x="4257" y="1644"/>
                  <a:pt x="4177" y="1611"/>
                </a:cubicBezTo>
                <a:cubicBezTo>
                  <a:pt x="4099" y="1579"/>
                  <a:pt x="4015" y="1596"/>
                  <a:pt x="3967" y="1667"/>
                </a:cubicBezTo>
                <a:cubicBezTo>
                  <a:pt x="3921" y="1735"/>
                  <a:pt x="3917" y="1830"/>
                  <a:pt x="3926" y="1907"/>
                </a:cubicBezTo>
                <a:cubicBezTo>
                  <a:pt x="3932" y="1958"/>
                  <a:pt x="3944" y="2007"/>
                  <a:pt x="3962" y="2054"/>
                </a:cubicBezTo>
                <a:cubicBezTo>
                  <a:pt x="3767" y="2023"/>
                  <a:pt x="3571" y="1941"/>
                  <a:pt x="3401" y="1866"/>
                </a:cubicBezTo>
                <a:cubicBezTo>
                  <a:pt x="3210" y="1781"/>
                  <a:pt x="3016" y="1694"/>
                  <a:pt x="2808" y="1662"/>
                </a:cubicBezTo>
                <a:cubicBezTo>
                  <a:pt x="2586" y="1627"/>
                  <a:pt x="2360" y="1647"/>
                  <a:pt x="2139" y="1680"/>
                </a:cubicBezTo>
                <a:cubicBezTo>
                  <a:pt x="1736" y="1739"/>
                  <a:pt x="1309" y="1846"/>
                  <a:pt x="910" y="1710"/>
                </a:cubicBezTo>
                <a:cubicBezTo>
                  <a:pt x="741" y="1652"/>
                  <a:pt x="593" y="1547"/>
                  <a:pt x="486" y="1404"/>
                </a:cubicBezTo>
                <a:cubicBezTo>
                  <a:pt x="386" y="1269"/>
                  <a:pt x="320" y="1107"/>
                  <a:pt x="303" y="940"/>
                </a:cubicBezTo>
                <a:cubicBezTo>
                  <a:pt x="295" y="857"/>
                  <a:pt x="298" y="774"/>
                  <a:pt x="313" y="693"/>
                </a:cubicBezTo>
                <a:cubicBezTo>
                  <a:pt x="333" y="588"/>
                  <a:pt x="373" y="489"/>
                  <a:pt x="388" y="383"/>
                </a:cubicBezTo>
                <a:cubicBezTo>
                  <a:pt x="400" y="293"/>
                  <a:pt x="393" y="194"/>
                  <a:pt x="343" y="115"/>
                </a:cubicBezTo>
                <a:cubicBezTo>
                  <a:pt x="299" y="47"/>
                  <a:pt x="222" y="0"/>
                  <a:pt x="139" y="0"/>
                </a:cubicBezTo>
                <a:cubicBezTo>
                  <a:pt x="100" y="0"/>
                  <a:pt x="62" y="12"/>
                  <a:pt x="31" y="35"/>
                </a:cubicBezTo>
                <a:cubicBezTo>
                  <a:pt x="0" y="57"/>
                  <a:pt x="30" y="109"/>
                  <a:pt x="61" y="86"/>
                </a:cubicBezTo>
                <a:cubicBezTo>
                  <a:pt x="126" y="38"/>
                  <a:pt x="217" y="61"/>
                  <a:pt x="270" y="118"/>
                </a:cubicBezTo>
                <a:cubicBezTo>
                  <a:pt x="334" y="186"/>
                  <a:pt x="341" y="292"/>
                  <a:pt x="329" y="380"/>
                </a:cubicBezTo>
                <a:cubicBezTo>
                  <a:pt x="314" y="485"/>
                  <a:pt x="273" y="584"/>
                  <a:pt x="254" y="688"/>
                </a:cubicBezTo>
                <a:cubicBezTo>
                  <a:pt x="239" y="771"/>
                  <a:pt x="235" y="856"/>
                  <a:pt x="244" y="939"/>
                </a:cubicBezTo>
                <a:cubicBezTo>
                  <a:pt x="278" y="1281"/>
                  <a:pt x="492" y="1596"/>
                  <a:pt x="809" y="1734"/>
                </a:cubicBezTo>
                <a:cubicBezTo>
                  <a:pt x="1189" y="1900"/>
                  <a:pt x="1614" y="1824"/>
                  <a:pt x="2008" y="1760"/>
                </a:cubicBezTo>
                <a:cubicBezTo>
                  <a:pt x="2232" y="1724"/>
                  <a:pt x="2458" y="1690"/>
                  <a:pt x="2685" y="1707"/>
                </a:cubicBezTo>
                <a:cubicBezTo>
                  <a:pt x="2903" y="1723"/>
                  <a:pt x="3104" y="1799"/>
                  <a:pt x="3301" y="1886"/>
                </a:cubicBezTo>
                <a:cubicBezTo>
                  <a:pt x="3515" y="1980"/>
                  <a:pt x="3752" y="2089"/>
                  <a:pt x="3991" y="2119"/>
                </a:cubicBezTo>
                <a:cubicBezTo>
                  <a:pt x="4032" y="2199"/>
                  <a:pt x="4090" y="2270"/>
                  <a:pt x="4157" y="2330"/>
                </a:cubicBezTo>
                <a:cubicBezTo>
                  <a:pt x="4294" y="2452"/>
                  <a:pt x="4465" y="2518"/>
                  <a:pt x="4646" y="2537"/>
                </a:cubicBezTo>
                <a:cubicBezTo>
                  <a:pt x="4877" y="2561"/>
                  <a:pt x="5111" y="2510"/>
                  <a:pt x="5329" y="2435"/>
                </a:cubicBezTo>
                <a:cubicBezTo>
                  <a:pt x="5365" y="2422"/>
                  <a:pt x="5349" y="2365"/>
                  <a:pt x="5313" y="2377"/>
                </a:cubicBezTo>
                <a:close/>
                <a:moveTo>
                  <a:pt x="4001" y="1984"/>
                </a:moveTo>
                <a:cubicBezTo>
                  <a:pt x="3972" y="1878"/>
                  <a:pt x="3962" y="1599"/>
                  <a:pt x="4147" y="1663"/>
                </a:cubicBezTo>
                <a:cubicBezTo>
                  <a:pt x="4231" y="1692"/>
                  <a:pt x="4279" y="1767"/>
                  <a:pt x="4326" y="1838"/>
                </a:cubicBezTo>
                <a:cubicBezTo>
                  <a:pt x="4363" y="1893"/>
                  <a:pt x="4403" y="1946"/>
                  <a:pt x="4458" y="1982"/>
                </a:cubicBezTo>
                <a:cubicBezTo>
                  <a:pt x="4324" y="2058"/>
                  <a:pt x="4177" y="2077"/>
                  <a:pt x="4029" y="2062"/>
                </a:cubicBezTo>
                <a:cubicBezTo>
                  <a:pt x="4018" y="2037"/>
                  <a:pt x="4008" y="2011"/>
                  <a:pt x="4001" y="198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1557746" y="4171950"/>
            <a:ext cx="5755867" cy="1860550"/>
            <a:chOff x="948146" y="3284537"/>
            <a:chExt cx="5755867" cy="1860550"/>
          </a:xfrm>
        </p:grpSpPr>
        <p:sp>
          <p:nvSpPr>
            <p:cNvPr id="41" name="Freeform 6"/>
            <p:cNvSpPr/>
            <p:nvPr userDrawn="1"/>
          </p:nvSpPr>
          <p:spPr bwMode="auto">
            <a:xfrm>
              <a:off x="3686175" y="3497262"/>
              <a:ext cx="2187575" cy="1647825"/>
            </a:xfrm>
            <a:custGeom>
              <a:avLst/>
              <a:gdLst>
                <a:gd name="T0" fmla="*/ 1085 w 3505"/>
                <a:gd name="T1" fmla="*/ 438 h 2639"/>
                <a:gd name="T2" fmla="*/ 875 w 3505"/>
                <a:gd name="T3" fmla="*/ 623 h 2639"/>
                <a:gd name="T4" fmla="*/ 575 w 3505"/>
                <a:gd name="T5" fmla="*/ 892 h 2639"/>
                <a:gd name="T6" fmla="*/ 182 w 3505"/>
                <a:gd name="T7" fmla="*/ 1356 h 2639"/>
                <a:gd name="T8" fmla="*/ 11 w 3505"/>
                <a:gd name="T9" fmla="*/ 1811 h 2639"/>
                <a:gd name="T10" fmla="*/ 449 w 3505"/>
                <a:gd name="T11" fmla="*/ 2483 h 2639"/>
                <a:gd name="T12" fmla="*/ 1273 w 3505"/>
                <a:gd name="T13" fmla="*/ 2638 h 2639"/>
                <a:gd name="T14" fmla="*/ 2526 w 3505"/>
                <a:gd name="T15" fmla="*/ 2390 h 2639"/>
                <a:gd name="T16" fmla="*/ 3376 w 3505"/>
                <a:gd name="T17" fmla="*/ 1470 h 2639"/>
                <a:gd name="T18" fmla="*/ 3066 w 3505"/>
                <a:gd name="T19" fmla="*/ 297 h 2639"/>
                <a:gd name="T20" fmla="*/ 2065 w 3505"/>
                <a:gd name="T21" fmla="*/ 6 h 2639"/>
                <a:gd name="T22" fmla="*/ 1652 w 3505"/>
                <a:gd name="T23" fmla="*/ 56 h 2639"/>
                <a:gd name="T24" fmla="*/ 1085 w 3505"/>
                <a:gd name="T25" fmla="*/ 438 h 2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5" h="2639">
                  <a:moveTo>
                    <a:pt x="1085" y="438"/>
                  </a:moveTo>
                  <a:cubicBezTo>
                    <a:pt x="1015" y="500"/>
                    <a:pt x="945" y="564"/>
                    <a:pt x="875" y="623"/>
                  </a:cubicBezTo>
                  <a:cubicBezTo>
                    <a:pt x="772" y="709"/>
                    <a:pt x="671" y="798"/>
                    <a:pt x="575" y="892"/>
                  </a:cubicBezTo>
                  <a:cubicBezTo>
                    <a:pt x="429" y="1033"/>
                    <a:pt x="294" y="1186"/>
                    <a:pt x="182" y="1356"/>
                  </a:cubicBezTo>
                  <a:cubicBezTo>
                    <a:pt x="93" y="1494"/>
                    <a:pt x="18" y="1647"/>
                    <a:pt x="11" y="1811"/>
                  </a:cubicBezTo>
                  <a:cubicBezTo>
                    <a:pt x="0" y="2093"/>
                    <a:pt x="200" y="2352"/>
                    <a:pt x="449" y="2483"/>
                  </a:cubicBezTo>
                  <a:cubicBezTo>
                    <a:pt x="699" y="2614"/>
                    <a:pt x="990" y="2639"/>
                    <a:pt x="1273" y="2638"/>
                  </a:cubicBezTo>
                  <a:cubicBezTo>
                    <a:pt x="1702" y="2636"/>
                    <a:pt x="2139" y="2576"/>
                    <a:pt x="2526" y="2390"/>
                  </a:cubicBezTo>
                  <a:cubicBezTo>
                    <a:pt x="2913" y="2204"/>
                    <a:pt x="3247" y="1879"/>
                    <a:pt x="3376" y="1470"/>
                  </a:cubicBezTo>
                  <a:cubicBezTo>
                    <a:pt x="3505" y="1060"/>
                    <a:pt x="3398" y="568"/>
                    <a:pt x="3066" y="297"/>
                  </a:cubicBezTo>
                  <a:cubicBezTo>
                    <a:pt x="2788" y="70"/>
                    <a:pt x="2411" y="22"/>
                    <a:pt x="2065" y="6"/>
                  </a:cubicBezTo>
                  <a:cubicBezTo>
                    <a:pt x="1925" y="0"/>
                    <a:pt x="1785" y="7"/>
                    <a:pt x="1652" y="56"/>
                  </a:cubicBezTo>
                  <a:cubicBezTo>
                    <a:pt x="1437" y="135"/>
                    <a:pt x="1258" y="285"/>
                    <a:pt x="1085" y="438"/>
                  </a:cubicBezTo>
                  <a:close/>
                </a:path>
              </a:pathLst>
            </a:custGeom>
            <a:solidFill>
              <a:srgbClr val="EFB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7"/>
            <p:cNvSpPr/>
            <p:nvPr userDrawn="1"/>
          </p:nvSpPr>
          <p:spPr bwMode="auto">
            <a:xfrm>
              <a:off x="948146" y="3432038"/>
              <a:ext cx="534988" cy="646113"/>
            </a:xfrm>
            <a:custGeom>
              <a:avLst/>
              <a:gdLst>
                <a:gd name="T0" fmla="*/ 684 w 857"/>
                <a:gd name="T1" fmla="*/ 214 h 1034"/>
                <a:gd name="T2" fmla="*/ 623 w 857"/>
                <a:gd name="T3" fmla="*/ 155 h 1034"/>
                <a:gd name="T4" fmla="*/ 381 w 857"/>
                <a:gd name="T5" fmla="*/ 8 h 1034"/>
                <a:gd name="T6" fmla="*/ 189 w 857"/>
                <a:gd name="T7" fmla="*/ 33 h 1034"/>
                <a:gd name="T8" fmla="*/ 70 w 857"/>
                <a:gd name="T9" fmla="*/ 167 h 1034"/>
                <a:gd name="T10" fmla="*/ 5 w 857"/>
                <a:gd name="T11" fmla="*/ 451 h 1034"/>
                <a:gd name="T12" fmla="*/ 11 w 857"/>
                <a:gd name="T13" fmla="*/ 532 h 1034"/>
                <a:gd name="T14" fmla="*/ 14 w 857"/>
                <a:gd name="T15" fmla="*/ 564 h 1034"/>
                <a:gd name="T16" fmla="*/ 81 w 857"/>
                <a:gd name="T17" fmla="*/ 725 h 1034"/>
                <a:gd name="T18" fmla="*/ 398 w 857"/>
                <a:gd name="T19" fmla="*/ 981 h 1034"/>
                <a:gd name="T20" fmla="*/ 840 w 857"/>
                <a:gd name="T21" fmla="*/ 681 h 1034"/>
                <a:gd name="T22" fmla="*/ 825 w 857"/>
                <a:gd name="T23" fmla="*/ 412 h 1034"/>
                <a:gd name="T24" fmla="*/ 684 w 857"/>
                <a:gd name="T25" fmla="*/ 21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7" h="1034">
                  <a:moveTo>
                    <a:pt x="684" y="214"/>
                  </a:moveTo>
                  <a:cubicBezTo>
                    <a:pt x="664" y="194"/>
                    <a:pt x="643" y="175"/>
                    <a:pt x="623" y="155"/>
                  </a:cubicBezTo>
                  <a:cubicBezTo>
                    <a:pt x="552" y="85"/>
                    <a:pt x="486" y="21"/>
                    <a:pt x="381" y="8"/>
                  </a:cubicBezTo>
                  <a:cubicBezTo>
                    <a:pt x="316" y="0"/>
                    <a:pt x="247" y="2"/>
                    <a:pt x="189" y="33"/>
                  </a:cubicBezTo>
                  <a:cubicBezTo>
                    <a:pt x="135" y="61"/>
                    <a:pt x="96" y="112"/>
                    <a:pt x="70" y="167"/>
                  </a:cubicBezTo>
                  <a:cubicBezTo>
                    <a:pt x="31" y="250"/>
                    <a:pt x="0" y="358"/>
                    <a:pt x="5" y="451"/>
                  </a:cubicBezTo>
                  <a:cubicBezTo>
                    <a:pt x="7" y="478"/>
                    <a:pt x="12" y="505"/>
                    <a:pt x="11" y="532"/>
                  </a:cubicBezTo>
                  <a:cubicBezTo>
                    <a:pt x="11" y="543"/>
                    <a:pt x="12" y="554"/>
                    <a:pt x="14" y="564"/>
                  </a:cubicBezTo>
                  <a:cubicBezTo>
                    <a:pt x="27" y="620"/>
                    <a:pt x="53" y="676"/>
                    <a:pt x="81" y="725"/>
                  </a:cubicBezTo>
                  <a:cubicBezTo>
                    <a:pt x="150" y="847"/>
                    <a:pt x="263" y="948"/>
                    <a:pt x="398" y="981"/>
                  </a:cubicBezTo>
                  <a:cubicBezTo>
                    <a:pt x="619" y="1034"/>
                    <a:pt x="799" y="893"/>
                    <a:pt x="840" y="681"/>
                  </a:cubicBezTo>
                  <a:cubicBezTo>
                    <a:pt x="857" y="592"/>
                    <a:pt x="857" y="497"/>
                    <a:pt x="825" y="412"/>
                  </a:cubicBezTo>
                  <a:cubicBezTo>
                    <a:pt x="795" y="333"/>
                    <a:pt x="742" y="272"/>
                    <a:pt x="684" y="214"/>
                  </a:cubicBezTo>
                  <a:close/>
                </a:path>
              </a:pathLst>
            </a:custGeom>
            <a:solidFill>
              <a:srgbClr val="F3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50"/>
            <p:cNvSpPr>
              <a:spLocks noEditPoints="1"/>
            </p:cNvSpPr>
            <p:nvPr userDrawn="1"/>
          </p:nvSpPr>
          <p:spPr bwMode="auto">
            <a:xfrm>
              <a:off x="2052638" y="3284537"/>
              <a:ext cx="4651375" cy="1016000"/>
            </a:xfrm>
            <a:custGeom>
              <a:avLst/>
              <a:gdLst>
                <a:gd name="T0" fmla="*/ 7449 w 7452"/>
                <a:gd name="T1" fmla="*/ 1513 h 1627"/>
                <a:gd name="T2" fmla="*/ 7218 w 7452"/>
                <a:gd name="T3" fmla="*/ 1115 h 1627"/>
                <a:gd name="T4" fmla="*/ 6697 w 7452"/>
                <a:gd name="T5" fmla="*/ 973 h 1627"/>
                <a:gd name="T6" fmla="*/ 5473 w 7452"/>
                <a:gd name="T7" fmla="*/ 1283 h 1627"/>
                <a:gd name="T8" fmla="*/ 4955 w 7452"/>
                <a:gd name="T9" fmla="*/ 1152 h 1627"/>
                <a:gd name="T10" fmla="*/ 4600 w 7452"/>
                <a:gd name="T11" fmla="*/ 730 h 1627"/>
                <a:gd name="T12" fmla="*/ 3638 w 7452"/>
                <a:gd name="T13" fmla="*/ 496 h 1627"/>
                <a:gd name="T14" fmla="*/ 2977 w 7452"/>
                <a:gd name="T15" fmla="*/ 490 h 1627"/>
                <a:gd name="T16" fmla="*/ 2945 w 7452"/>
                <a:gd name="T17" fmla="*/ 473 h 1627"/>
                <a:gd name="T18" fmla="*/ 2895 w 7452"/>
                <a:gd name="T19" fmla="*/ 11 h 1627"/>
                <a:gd name="T20" fmla="*/ 2859 w 7452"/>
                <a:gd name="T21" fmla="*/ 6 h 1627"/>
                <a:gd name="T22" fmla="*/ 2780 w 7452"/>
                <a:gd name="T23" fmla="*/ 396 h 1627"/>
                <a:gd name="T24" fmla="*/ 2869 w 7452"/>
                <a:gd name="T25" fmla="*/ 494 h 1627"/>
                <a:gd name="T26" fmla="*/ 2794 w 7452"/>
                <a:gd name="T27" fmla="*/ 594 h 1627"/>
                <a:gd name="T28" fmla="*/ 2134 w 7452"/>
                <a:gd name="T29" fmla="*/ 792 h 1627"/>
                <a:gd name="T30" fmla="*/ 1330 w 7452"/>
                <a:gd name="T31" fmla="*/ 799 h 1627"/>
                <a:gd name="T32" fmla="*/ 681 w 7452"/>
                <a:gd name="T33" fmla="*/ 1071 h 1627"/>
                <a:gd name="T34" fmla="*/ 29 w 7452"/>
                <a:gd name="T35" fmla="*/ 1561 h 1627"/>
                <a:gd name="T36" fmla="*/ 71 w 7452"/>
                <a:gd name="T37" fmla="*/ 1603 h 1627"/>
                <a:gd name="T38" fmla="*/ 1358 w 7452"/>
                <a:gd name="T39" fmla="*/ 855 h 1627"/>
                <a:gd name="T40" fmla="*/ 2213 w 7452"/>
                <a:gd name="T41" fmla="*/ 852 h 1627"/>
                <a:gd name="T42" fmla="*/ 2849 w 7452"/>
                <a:gd name="T43" fmla="*/ 621 h 1627"/>
                <a:gd name="T44" fmla="*/ 2918 w 7452"/>
                <a:gd name="T45" fmla="*/ 527 h 1627"/>
                <a:gd name="T46" fmla="*/ 3267 w 7452"/>
                <a:gd name="T47" fmla="*/ 596 h 1627"/>
                <a:gd name="T48" fmla="*/ 3837 w 7452"/>
                <a:gd name="T49" fmla="*/ 543 h 1627"/>
                <a:gd name="T50" fmla="*/ 4360 w 7452"/>
                <a:gd name="T51" fmla="*/ 634 h 1627"/>
                <a:gd name="T52" fmla="*/ 4574 w 7452"/>
                <a:gd name="T53" fmla="*/ 789 h 1627"/>
                <a:gd name="T54" fmla="*/ 4747 w 7452"/>
                <a:gd name="T55" fmla="*/ 1016 h 1627"/>
                <a:gd name="T56" fmla="*/ 4934 w 7452"/>
                <a:gd name="T57" fmla="*/ 1210 h 1627"/>
                <a:gd name="T58" fmla="*/ 5167 w 7452"/>
                <a:gd name="T59" fmla="*/ 1316 h 1627"/>
                <a:gd name="T60" fmla="*/ 6354 w 7452"/>
                <a:gd name="T61" fmla="*/ 1096 h 1627"/>
                <a:gd name="T62" fmla="*/ 7048 w 7452"/>
                <a:gd name="T63" fmla="*/ 1086 h 1627"/>
                <a:gd name="T64" fmla="*/ 7390 w 7452"/>
                <a:gd name="T65" fmla="*/ 1513 h 1627"/>
                <a:gd name="T66" fmla="*/ 7449 w 7452"/>
                <a:gd name="T67" fmla="*/ 1513 h 1627"/>
                <a:gd name="T68" fmla="*/ 2798 w 7452"/>
                <a:gd name="T69" fmla="*/ 283 h 1627"/>
                <a:gd name="T70" fmla="*/ 2868 w 7452"/>
                <a:gd name="T71" fmla="*/ 72 h 1627"/>
                <a:gd name="T72" fmla="*/ 2895 w 7452"/>
                <a:gd name="T73" fmla="*/ 438 h 1627"/>
                <a:gd name="T74" fmla="*/ 2798 w 7452"/>
                <a:gd name="T75" fmla="*/ 283 h 1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452" h="1627">
                  <a:moveTo>
                    <a:pt x="7449" y="1513"/>
                  </a:moveTo>
                  <a:cubicBezTo>
                    <a:pt x="7438" y="1351"/>
                    <a:pt x="7347" y="1211"/>
                    <a:pt x="7218" y="1115"/>
                  </a:cubicBezTo>
                  <a:cubicBezTo>
                    <a:pt x="7069" y="1003"/>
                    <a:pt x="6882" y="964"/>
                    <a:pt x="6697" y="973"/>
                  </a:cubicBezTo>
                  <a:cubicBezTo>
                    <a:pt x="6270" y="996"/>
                    <a:pt x="5898" y="1256"/>
                    <a:pt x="5473" y="1283"/>
                  </a:cubicBezTo>
                  <a:cubicBezTo>
                    <a:pt x="5293" y="1294"/>
                    <a:pt x="5102" y="1263"/>
                    <a:pt x="4955" y="1152"/>
                  </a:cubicBezTo>
                  <a:cubicBezTo>
                    <a:pt x="4806" y="1040"/>
                    <a:pt x="4729" y="861"/>
                    <a:pt x="4600" y="730"/>
                  </a:cubicBezTo>
                  <a:cubicBezTo>
                    <a:pt x="4350" y="478"/>
                    <a:pt x="3969" y="464"/>
                    <a:pt x="3638" y="496"/>
                  </a:cubicBezTo>
                  <a:cubicBezTo>
                    <a:pt x="3424" y="516"/>
                    <a:pt x="3181" y="587"/>
                    <a:pt x="2977" y="490"/>
                  </a:cubicBezTo>
                  <a:cubicBezTo>
                    <a:pt x="2966" y="485"/>
                    <a:pt x="2955" y="479"/>
                    <a:pt x="2945" y="473"/>
                  </a:cubicBezTo>
                  <a:cubicBezTo>
                    <a:pt x="3010" y="321"/>
                    <a:pt x="3007" y="141"/>
                    <a:pt x="2895" y="11"/>
                  </a:cubicBezTo>
                  <a:cubicBezTo>
                    <a:pt x="2886" y="1"/>
                    <a:pt x="2870" y="0"/>
                    <a:pt x="2859" y="6"/>
                  </a:cubicBezTo>
                  <a:cubicBezTo>
                    <a:pt x="2725" y="84"/>
                    <a:pt x="2701" y="271"/>
                    <a:pt x="2780" y="396"/>
                  </a:cubicBezTo>
                  <a:cubicBezTo>
                    <a:pt x="2804" y="435"/>
                    <a:pt x="2834" y="467"/>
                    <a:pt x="2869" y="494"/>
                  </a:cubicBezTo>
                  <a:cubicBezTo>
                    <a:pt x="2848" y="531"/>
                    <a:pt x="2822" y="565"/>
                    <a:pt x="2794" y="594"/>
                  </a:cubicBezTo>
                  <a:cubicBezTo>
                    <a:pt x="2624" y="763"/>
                    <a:pt x="2363" y="796"/>
                    <a:pt x="2134" y="792"/>
                  </a:cubicBezTo>
                  <a:cubicBezTo>
                    <a:pt x="1865" y="787"/>
                    <a:pt x="1598" y="745"/>
                    <a:pt x="1330" y="799"/>
                  </a:cubicBezTo>
                  <a:cubicBezTo>
                    <a:pt x="1099" y="846"/>
                    <a:pt x="881" y="948"/>
                    <a:pt x="681" y="1071"/>
                  </a:cubicBezTo>
                  <a:cubicBezTo>
                    <a:pt x="450" y="1214"/>
                    <a:pt x="238" y="1387"/>
                    <a:pt x="29" y="1561"/>
                  </a:cubicBezTo>
                  <a:cubicBezTo>
                    <a:pt x="0" y="1585"/>
                    <a:pt x="42" y="1627"/>
                    <a:pt x="71" y="1603"/>
                  </a:cubicBezTo>
                  <a:cubicBezTo>
                    <a:pt x="451" y="1288"/>
                    <a:pt x="860" y="951"/>
                    <a:pt x="1358" y="855"/>
                  </a:cubicBezTo>
                  <a:cubicBezTo>
                    <a:pt x="1642" y="799"/>
                    <a:pt x="1927" y="858"/>
                    <a:pt x="2213" y="852"/>
                  </a:cubicBezTo>
                  <a:cubicBezTo>
                    <a:pt x="2438" y="847"/>
                    <a:pt x="2691" y="795"/>
                    <a:pt x="2849" y="621"/>
                  </a:cubicBezTo>
                  <a:cubicBezTo>
                    <a:pt x="2876" y="593"/>
                    <a:pt x="2899" y="561"/>
                    <a:pt x="2918" y="527"/>
                  </a:cubicBezTo>
                  <a:cubicBezTo>
                    <a:pt x="3022" y="584"/>
                    <a:pt x="3150" y="602"/>
                    <a:pt x="3267" y="596"/>
                  </a:cubicBezTo>
                  <a:cubicBezTo>
                    <a:pt x="3458" y="587"/>
                    <a:pt x="3645" y="547"/>
                    <a:pt x="3837" y="543"/>
                  </a:cubicBezTo>
                  <a:cubicBezTo>
                    <a:pt x="4014" y="540"/>
                    <a:pt x="4198" y="557"/>
                    <a:pt x="4360" y="634"/>
                  </a:cubicBezTo>
                  <a:cubicBezTo>
                    <a:pt x="4441" y="672"/>
                    <a:pt x="4513" y="724"/>
                    <a:pt x="4574" y="789"/>
                  </a:cubicBezTo>
                  <a:cubicBezTo>
                    <a:pt x="4639" y="859"/>
                    <a:pt x="4690" y="939"/>
                    <a:pt x="4747" y="1016"/>
                  </a:cubicBezTo>
                  <a:cubicBezTo>
                    <a:pt x="4801" y="1088"/>
                    <a:pt x="4860" y="1157"/>
                    <a:pt x="4934" y="1210"/>
                  </a:cubicBezTo>
                  <a:cubicBezTo>
                    <a:pt x="5004" y="1260"/>
                    <a:pt x="5084" y="1295"/>
                    <a:pt x="5167" y="1316"/>
                  </a:cubicBezTo>
                  <a:cubicBezTo>
                    <a:pt x="5579" y="1423"/>
                    <a:pt x="5968" y="1208"/>
                    <a:pt x="6354" y="1096"/>
                  </a:cubicBezTo>
                  <a:cubicBezTo>
                    <a:pt x="6576" y="1032"/>
                    <a:pt x="6828" y="993"/>
                    <a:pt x="7048" y="1086"/>
                  </a:cubicBezTo>
                  <a:cubicBezTo>
                    <a:pt x="7223" y="1159"/>
                    <a:pt x="7377" y="1317"/>
                    <a:pt x="7390" y="1513"/>
                  </a:cubicBezTo>
                  <a:cubicBezTo>
                    <a:pt x="7392" y="1551"/>
                    <a:pt x="7452" y="1552"/>
                    <a:pt x="7449" y="1513"/>
                  </a:cubicBezTo>
                  <a:close/>
                  <a:moveTo>
                    <a:pt x="2798" y="283"/>
                  </a:moveTo>
                  <a:cubicBezTo>
                    <a:pt x="2784" y="206"/>
                    <a:pt x="2806" y="121"/>
                    <a:pt x="2868" y="72"/>
                  </a:cubicBezTo>
                  <a:cubicBezTo>
                    <a:pt x="2945" y="177"/>
                    <a:pt x="2944" y="318"/>
                    <a:pt x="2895" y="438"/>
                  </a:cubicBezTo>
                  <a:cubicBezTo>
                    <a:pt x="2847" y="398"/>
                    <a:pt x="2810" y="346"/>
                    <a:pt x="2798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4" name="Freeform 54"/>
          <p:cNvSpPr/>
          <p:nvPr userDrawn="1"/>
        </p:nvSpPr>
        <p:spPr bwMode="auto">
          <a:xfrm>
            <a:off x="-909714" y="3169939"/>
            <a:ext cx="2103908" cy="2517122"/>
          </a:xfrm>
          <a:custGeom>
            <a:avLst/>
            <a:gdLst>
              <a:gd name="T0" fmla="*/ 1533 w 1925"/>
              <a:gd name="T1" fmla="*/ 479 h 2303"/>
              <a:gd name="T2" fmla="*/ 1396 w 1925"/>
              <a:gd name="T3" fmla="*/ 348 h 2303"/>
              <a:gd name="T4" fmla="*/ 853 w 1925"/>
              <a:gd name="T5" fmla="*/ 18 h 2303"/>
              <a:gd name="T6" fmla="*/ 423 w 1925"/>
              <a:gd name="T7" fmla="*/ 72 h 2303"/>
              <a:gd name="T8" fmla="*/ 155 w 1925"/>
              <a:gd name="T9" fmla="*/ 370 h 2303"/>
              <a:gd name="T10" fmla="*/ 13 w 1925"/>
              <a:gd name="T11" fmla="*/ 1000 h 2303"/>
              <a:gd name="T12" fmla="*/ 28 w 1925"/>
              <a:gd name="T13" fmla="*/ 1181 h 2303"/>
              <a:gd name="T14" fmla="*/ 34 w 1925"/>
              <a:gd name="T15" fmla="*/ 1252 h 2303"/>
              <a:gd name="T16" fmla="*/ 185 w 1925"/>
              <a:gd name="T17" fmla="*/ 1612 h 2303"/>
              <a:gd name="T18" fmla="*/ 899 w 1925"/>
              <a:gd name="T19" fmla="*/ 2183 h 2303"/>
              <a:gd name="T20" fmla="*/ 1887 w 1925"/>
              <a:gd name="T21" fmla="*/ 1519 h 2303"/>
              <a:gd name="T22" fmla="*/ 1851 w 1925"/>
              <a:gd name="T23" fmla="*/ 920 h 2303"/>
              <a:gd name="T24" fmla="*/ 1533 w 1925"/>
              <a:gd name="T25" fmla="*/ 479 h 2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5" h="2303">
                <a:moveTo>
                  <a:pt x="1533" y="479"/>
                </a:moveTo>
                <a:cubicBezTo>
                  <a:pt x="1488" y="435"/>
                  <a:pt x="1442" y="392"/>
                  <a:pt x="1396" y="348"/>
                </a:cubicBezTo>
                <a:cubicBezTo>
                  <a:pt x="1235" y="192"/>
                  <a:pt x="1087" y="47"/>
                  <a:pt x="853" y="18"/>
                </a:cubicBezTo>
                <a:cubicBezTo>
                  <a:pt x="707" y="0"/>
                  <a:pt x="552" y="4"/>
                  <a:pt x="423" y="72"/>
                </a:cubicBezTo>
                <a:cubicBezTo>
                  <a:pt x="302" y="135"/>
                  <a:pt x="213" y="247"/>
                  <a:pt x="155" y="370"/>
                </a:cubicBezTo>
                <a:cubicBezTo>
                  <a:pt x="68" y="554"/>
                  <a:pt x="0" y="795"/>
                  <a:pt x="13" y="1000"/>
                </a:cubicBezTo>
                <a:cubicBezTo>
                  <a:pt x="17" y="1061"/>
                  <a:pt x="29" y="1120"/>
                  <a:pt x="28" y="1181"/>
                </a:cubicBezTo>
                <a:cubicBezTo>
                  <a:pt x="27" y="1205"/>
                  <a:pt x="29" y="1229"/>
                  <a:pt x="34" y="1252"/>
                </a:cubicBezTo>
                <a:cubicBezTo>
                  <a:pt x="63" y="1377"/>
                  <a:pt x="122" y="1501"/>
                  <a:pt x="185" y="1612"/>
                </a:cubicBezTo>
                <a:cubicBezTo>
                  <a:pt x="341" y="1882"/>
                  <a:pt x="594" y="2108"/>
                  <a:pt x="899" y="2183"/>
                </a:cubicBezTo>
                <a:cubicBezTo>
                  <a:pt x="1394" y="2303"/>
                  <a:pt x="1796" y="1991"/>
                  <a:pt x="1887" y="1519"/>
                </a:cubicBezTo>
                <a:cubicBezTo>
                  <a:pt x="1925" y="1320"/>
                  <a:pt x="1924" y="1110"/>
                  <a:pt x="1851" y="920"/>
                </a:cubicBezTo>
                <a:cubicBezTo>
                  <a:pt x="1783" y="745"/>
                  <a:pt x="1663" y="608"/>
                  <a:pt x="1533" y="479"/>
                </a:cubicBezTo>
                <a:close/>
              </a:path>
            </a:pathLst>
          </a:custGeom>
          <a:solidFill>
            <a:srgbClr val="EFB84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/>
          <p:nvPr userDrawn="1"/>
        </p:nvSpPr>
        <p:spPr bwMode="auto">
          <a:xfrm flipH="1">
            <a:off x="-1266813" y="-2611259"/>
            <a:ext cx="5506065" cy="5451117"/>
          </a:xfrm>
          <a:custGeom>
            <a:avLst/>
            <a:gdLst>
              <a:gd name="T0" fmla="*/ 3522 w 3725"/>
              <a:gd name="T1" fmla="*/ 2568 h 3688"/>
              <a:gd name="T2" fmla="*/ 2572 w 3725"/>
              <a:gd name="T3" fmla="*/ 193 h 3688"/>
              <a:gd name="T4" fmla="*/ 2033 w 3725"/>
              <a:gd name="T5" fmla="*/ 86 h 3688"/>
              <a:gd name="T6" fmla="*/ 1607 w 3725"/>
              <a:gd name="T7" fmla="*/ 354 h 3688"/>
              <a:gd name="T8" fmla="*/ 1334 w 3725"/>
              <a:gd name="T9" fmla="*/ 251 h 3688"/>
              <a:gd name="T10" fmla="*/ 972 w 3725"/>
              <a:gd name="T11" fmla="*/ 926 h 3688"/>
              <a:gd name="T12" fmla="*/ 665 w 3725"/>
              <a:gd name="T13" fmla="*/ 1270 h 3688"/>
              <a:gd name="T14" fmla="*/ 105 w 3725"/>
              <a:gd name="T15" fmla="*/ 1654 h 3688"/>
              <a:gd name="T16" fmla="*/ 288 w 3725"/>
              <a:gd name="T17" fmla="*/ 2288 h 3688"/>
              <a:gd name="T18" fmla="*/ 775 w 3725"/>
              <a:gd name="T19" fmla="*/ 2795 h 3688"/>
              <a:gd name="T20" fmla="*/ 952 w 3725"/>
              <a:gd name="T21" fmla="*/ 3225 h 3688"/>
              <a:gd name="T22" fmla="*/ 1795 w 3725"/>
              <a:gd name="T23" fmla="*/ 3536 h 3688"/>
              <a:gd name="T24" fmla="*/ 2369 w 3725"/>
              <a:gd name="T25" fmla="*/ 3134 h 3688"/>
              <a:gd name="T26" fmla="*/ 3030 w 3725"/>
              <a:gd name="T27" fmla="*/ 3181 h 3688"/>
              <a:gd name="T28" fmla="*/ 3522 w 3725"/>
              <a:gd name="T29" fmla="*/ 2568 h 3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25" h="3688">
                <a:moveTo>
                  <a:pt x="3522" y="2568"/>
                </a:moveTo>
                <a:cubicBezTo>
                  <a:pt x="3725" y="1684"/>
                  <a:pt x="3329" y="693"/>
                  <a:pt x="2572" y="193"/>
                </a:cubicBezTo>
                <a:cubicBezTo>
                  <a:pt x="2412" y="87"/>
                  <a:pt x="2205" y="0"/>
                  <a:pt x="2033" y="86"/>
                </a:cubicBezTo>
                <a:cubicBezTo>
                  <a:pt x="1879" y="163"/>
                  <a:pt x="1778" y="365"/>
                  <a:pt x="1607" y="354"/>
                </a:cubicBezTo>
                <a:cubicBezTo>
                  <a:pt x="1509" y="348"/>
                  <a:pt x="1430" y="270"/>
                  <a:pt x="1334" y="251"/>
                </a:cubicBezTo>
                <a:cubicBezTo>
                  <a:pt x="1029" y="193"/>
                  <a:pt x="1051" y="764"/>
                  <a:pt x="972" y="926"/>
                </a:cubicBezTo>
                <a:cubicBezTo>
                  <a:pt x="904" y="1066"/>
                  <a:pt x="798" y="1188"/>
                  <a:pt x="665" y="1270"/>
                </a:cubicBezTo>
                <a:cubicBezTo>
                  <a:pt x="469" y="1392"/>
                  <a:pt x="207" y="1447"/>
                  <a:pt x="105" y="1654"/>
                </a:cubicBezTo>
                <a:cubicBezTo>
                  <a:pt x="0" y="1864"/>
                  <a:pt x="124" y="2120"/>
                  <a:pt x="288" y="2288"/>
                </a:cubicBezTo>
                <a:cubicBezTo>
                  <a:pt x="452" y="2457"/>
                  <a:pt x="660" y="2590"/>
                  <a:pt x="775" y="2795"/>
                </a:cubicBezTo>
                <a:cubicBezTo>
                  <a:pt x="851" y="2930"/>
                  <a:pt x="880" y="3087"/>
                  <a:pt x="952" y="3225"/>
                </a:cubicBezTo>
                <a:cubicBezTo>
                  <a:pt x="1106" y="3519"/>
                  <a:pt x="1500" y="3688"/>
                  <a:pt x="1795" y="3536"/>
                </a:cubicBezTo>
                <a:cubicBezTo>
                  <a:pt x="2005" y="3428"/>
                  <a:pt x="2140" y="3188"/>
                  <a:pt x="2369" y="3134"/>
                </a:cubicBezTo>
                <a:cubicBezTo>
                  <a:pt x="2586" y="3083"/>
                  <a:pt x="2811" y="3219"/>
                  <a:pt x="3030" y="3181"/>
                </a:cubicBezTo>
                <a:cubicBezTo>
                  <a:pt x="3304" y="3134"/>
                  <a:pt x="3459" y="2839"/>
                  <a:pt x="3522" y="2568"/>
                </a:cubicBezTo>
                <a:close/>
              </a:path>
            </a:pathLst>
          </a:custGeom>
          <a:solidFill>
            <a:srgbClr val="7C89A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/>
        </p:nvSpPr>
        <p:spPr bwMode="auto">
          <a:xfrm>
            <a:off x="7921625" y="-338138"/>
            <a:ext cx="1798638" cy="2152650"/>
          </a:xfrm>
          <a:custGeom>
            <a:avLst/>
            <a:gdLst>
              <a:gd name="T0" fmla="*/ 2294 w 2882"/>
              <a:gd name="T1" fmla="*/ 717 h 3447"/>
              <a:gd name="T2" fmla="*/ 2090 w 2882"/>
              <a:gd name="T3" fmla="*/ 520 h 3447"/>
              <a:gd name="T4" fmla="*/ 1277 w 2882"/>
              <a:gd name="T5" fmla="*/ 27 h 3447"/>
              <a:gd name="T6" fmla="*/ 633 w 2882"/>
              <a:gd name="T7" fmla="*/ 107 h 3447"/>
              <a:gd name="T8" fmla="*/ 232 w 2882"/>
              <a:gd name="T9" fmla="*/ 553 h 3447"/>
              <a:gd name="T10" fmla="*/ 20 w 2882"/>
              <a:gd name="T11" fmla="*/ 1496 h 3447"/>
              <a:gd name="T12" fmla="*/ 41 w 2882"/>
              <a:gd name="T13" fmla="*/ 1768 h 3447"/>
              <a:gd name="T14" fmla="*/ 51 w 2882"/>
              <a:gd name="T15" fmla="*/ 1874 h 3447"/>
              <a:gd name="T16" fmla="*/ 277 w 2882"/>
              <a:gd name="T17" fmla="*/ 2412 h 3447"/>
              <a:gd name="T18" fmla="*/ 1346 w 2882"/>
              <a:gd name="T19" fmla="*/ 3267 h 3447"/>
              <a:gd name="T20" fmla="*/ 2825 w 2882"/>
              <a:gd name="T21" fmla="*/ 2273 h 3447"/>
              <a:gd name="T22" fmla="*/ 2770 w 2882"/>
              <a:gd name="T23" fmla="*/ 1377 h 3447"/>
              <a:gd name="T24" fmla="*/ 2294 w 2882"/>
              <a:gd name="T25" fmla="*/ 717 h 3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882" h="3447">
                <a:moveTo>
                  <a:pt x="2294" y="717"/>
                </a:moveTo>
                <a:cubicBezTo>
                  <a:pt x="2227" y="651"/>
                  <a:pt x="2158" y="586"/>
                  <a:pt x="2090" y="520"/>
                </a:cubicBezTo>
                <a:cubicBezTo>
                  <a:pt x="1849" y="287"/>
                  <a:pt x="1627" y="71"/>
                  <a:pt x="1277" y="27"/>
                </a:cubicBezTo>
                <a:cubicBezTo>
                  <a:pt x="1058" y="0"/>
                  <a:pt x="827" y="6"/>
                  <a:pt x="633" y="107"/>
                </a:cubicBezTo>
                <a:cubicBezTo>
                  <a:pt x="452" y="201"/>
                  <a:pt x="319" y="370"/>
                  <a:pt x="232" y="553"/>
                </a:cubicBezTo>
                <a:cubicBezTo>
                  <a:pt x="102" y="828"/>
                  <a:pt x="0" y="1189"/>
                  <a:pt x="20" y="1496"/>
                </a:cubicBezTo>
                <a:cubicBezTo>
                  <a:pt x="26" y="1588"/>
                  <a:pt x="43" y="1676"/>
                  <a:pt x="41" y="1768"/>
                </a:cubicBezTo>
                <a:cubicBezTo>
                  <a:pt x="41" y="1804"/>
                  <a:pt x="43" y="1839"/>
                  <a:pt x="51" y="1874"/>
                </a:cubicBezTo>
                <a:cubicBezTo>
                  <a:pt x="94" y="2061"/>
                  <a:pt x="182" y="2247"/>
                  <a:pt x="277" y="2412"/>
                </a:cubicBezTo>
                <a:cubicBezTo>
                  <a:pt x="510" y="2818"/>
                  <a:pt x="890" y="3156"/>
                  <a:pt x="1346" y="3267"/>
                </a:cubicBezTo>
                <a:cubicBezTo>
                  <a:pt x="2086" y="3447"/>
                  <a:pt x="2689" y="2980"/>
                  <a:pt x="2825" y="2273"/>
                </a:cubicBezTo>
                <a:cubicBezTo>
                  <a:pt x="2882" y="1976"/>
                  <a:pt x="2879" y="1661"/>
                  <a:pt x="2770" y="1377"/>
                </a:cubicBezTo>
                <a:cubicBezTo>
                  <a:pt x="2669" y="1115"/>
                  <a:pt x="2489" y="911"/>
                  <a:pt x="2294" y="717"/>
                </a:cubicBezTo>
                <a:close/>
              </a:path>
            </a:pathLst>
          </a:custGeom>
          <a:solidFill>
            <a:srgbClr val="F3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667625" y="3827463"/>
            <a:ext cx="1300163" cy="1316037"/>
            <a:chOff x="6270625" y="2416175"/>
            <a:chExt cx="1300163" cy="1316037"/>
          </a:xfrm>
        </p:grpSpPr>
        <p:sp>
          <p:nvSpPr>
            <p:cNvPr id="16" name="Freeform 9"/>
            <p:cNvSpPr/>
            <p:nvPr userDrawn="1"/>
          </p:nvSpPr>
          <p:spPr bwMode="auto">
            <a:xfrm>
              <a:off x="6270625" y="3032125"/>
              <a:ext cx="206375" cy="315913"/>
            </a:xfrm>
            <a:custGeom>
              <a:avLst/>
              <a:gdLst>
                <a:gd name="T0" fmla="*/ 277 w 329"/>
                <a:gd name="T1" fmla="*/ 189 h 506"/>
                <a:gd name="T2" fmla="*/ 215 w 329"/>
                <a:gd name="T3" fmla="*/ 418 h 506"/>
                <a:gd name="T4" fmla="*/ 277 w 329"/>
                <a:gd name="T5" fmla="*/ 189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9" h="506">
                  <a:moveTo>
                    <a:pt x="277" y="189"/>
                  </a:moveTo>
                  <a:cubicBezTo>
                    <a:pt x="77" y="0"/>
                    <a:pt x="0" y="506"/>
                    <a:pt x="215" y="418"/>
                  </a:cubicBezTo>
                  <a:cubicBezTo>
                    <a:pt x="268" y="365"/>
                    <a:pt x="329" y="260"/>
                    <a:pt x="277" y="1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6456363" y="2978150"/>
              <a:ext cx="327025" cy="227013"/>
            </a:xfrm>
            <a:custGeom>
              <a:avLst/>
              <a:gdLst>
                <a:gd name="T0" fmla="*/ 313 w 523"/>
                <a:gd name="T1" fmla="*/ 50 h 364"/>
                <a:gd name="T2" fmla="*/ 139 w 523"/>
                <a:gd name="T3" fmla="*/ 139 h 364"/>
                <a:gd name="T4" fmla="*/ 313 w 523"/>
                <a:gd name="T5" fmla="*/ 5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3" h="364">
                  <a:moveTo>
                    <a:pt x="313" y="50"/>
                  </a:moveTo>
                  <a:cubicBezTo>
                    <a:pt x="235" y="0"/>
                    <a:pt x="173" y="78"/>
                    <a:pt x="139" y="139"/>
                  </a:cubicBezTo>
                  <a:cubicBezTo>
                    <a:pt x="0" y="364"/>
                    <a:pt x="523" y="227"/>
                    <a:pt x="313" y="50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6484938" y="2782887"/>
              <a:ext cx="104775" cy="176213"/>
            </a:xfrm>
            <a:custGeom>
              <a:avLst/>
              <a:gdLst>
                <a:gd name="T0" fmla="*/ 163 w 169"/>
                <a:gd name="T1" fmla="*/ 101 h 281"/>
                <a:gd name="T2" fmla="*/ 60 w 169"/>
                <a:gd name="T3" fmla="*/ 39 h 281"/>
                <a:gd name="T4" fmla="*/ 5 w 169"/>
                <a:gd name="T5" fmla="*/ 169 h 281"/>
                <a:gd name="T6" fmla="*/ 72 w 169"/>
                <a:gd name="T7" fmla="*/ 280 h 281"/>
                <a:gd name="T8" fmla="*/ 163 w 169"/>
                <a:gd name="T9" fmla="*/ 10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281">
                  <a:moveTo>
                    <a:pt x="163" y="101"/>
                  </a:moveTo>
                  <a:cubicBezTo>
                    <a:pt x="155" y="40"/>
                    <a:pt x="121" y="0"/>
                    <a:pt x="60" y="39"/>
                  </a:cubicBezTo>
                  <a:cubicBezTo>
                    <a:pt x="16" y="67"/>
                    <a:pt x="0" y="119"/>
                    <a:pt x="5" y="169"/>
                  </a:cubicBezTo>
                  <a:cubicBezTo>
                    <a:pt x="8" y="205"/>
                    <a:pt x="26" y="281"/>
                    <a:pt x="72" y="280"/>
                  </a:cubicBezTo>
                  <a:cubicBezTo>
                    <a:pt x="137" y="279"/>
                    <a:pt x="169" y="151"/>
                    <a:pt x="163" y="10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2"/>
            <p:cNvSpPr/>
            <p:nvPr userDrawn="1"/>
          </p:nvSpPr>
          <p:spPr bwMode="auto">
            <a:xfrm>
              <a:off x="6653213" y="2752725"/>
              <a:ext cx="182563" cy="193675"/>
            </a:xfrm>
            <a:custGeom>
              <a:avLst/>
              <a:gdLst>
                <a:gd name="T0" fmla="*/ 219 w 294"/>
                <a:gd name="T1" fmla="*/ 97 h 310"/>
                <a:gd name="T2" fmla="*/ 7 w 294"/>
                <a:gd name="T3" fmla="*/ 199 h 310"/>
                <a:gd name="T4" fmla="*/ 219 w 294"/>
                <a:gd name="T5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4" h="310">
                  <a:moveTo>
                    <a:pt x="219" y="97"/>
                  </a:moveTo>
                  <a:cubicBezTo>
                    <a:pt x="157" y="0"/>
                    <a:pt x="0" y="116"/>
                    <a:pt x="7" y="199"/>
                  </a:cubicBezTo>
                  <a:cubicBezTo>
                    <a:pt x="61" y="310"/>
                    <a:pt x="294" y="222"/>
                    <a:pt x="219" y="9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3"/>
            <p:cNvSpPr/>
            <p:nvPr userDrawn="1"/>
          </p:nvSpPr>
          <p:spPr bwMode="auto">
            <a:xfrm>
              <a:off x="7164388" y="2982912"/>
              <a:ext cx="206375" cy="223838"/>
            </a:xfrm>
            <a:custGeom>
              <a:avLst/>
              <a:gdLst>
                <a:gd name="T0" fmla="*/ 256 w 331"/>
                <a:gd name="T1" fmla="*/ 98 h 359"/>
                <a:gd name="T2" fmla="*/ 7 w 331"/>
                <a:gd name="T3" fmla="*/ 248 h 359"/>
                <a:gd name="T4" fmla="*/ 256 w 331"/>
                <a:gd name="T5" fmla="*/ 98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" h="359">
                  <a:moveTo>
                    <a:pt x="256" y="98"/>
                  </a:moveTo>
                  <a:cubicBezTo>
                    <a:pt x="195" y="0"/>
                    <a:pt x="0" y="164"/>
                    <a:pt x="7" y="248"/>
                  </a:cubicBezTo>
                  <a:cubicBezTo>
                    <a:pt x="60" y="359"/>
                    <a:pt x="331" y="223"/>
                    <a:pt x="256" y="9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4"/>
            <p:cNvSpPr/>
            <p:nvPr userDrawn="1"/>
          </p:nvSpPr>
          <p:spPr bwMode="auto">
            <a:xfrm>
              <a:off x="6808788" y="2886075"/>
              <a:ext cx="184150" cy="168275"/>
            </a:xfrm>
            <a:custGeom>
              <a:avLst/>
              <a:gdLst>
                <a:gd name="T0" fmla="*/ 171 w 295"/>
                <a:gd name="T1" fmla="*/ 22 h 270"/>
                <a:gd name="T2" fmla="*/ 48 w 295"/>
                <a:gd name="T3" fmla="*/ 128 h 270"/>
                <a:gd name="T4" fmla="*/ 16 w 295"/>
                <a:gd name="T5" fmla="*/ 147 h 270"/>
                <a:gd name="T6" fmla="*/ 22 w 295"/>
                <a:gd name="T7" fmla="*/ 211 h 270"/>
                <a:gd name="T8" fmla="*/ 184 w 295"/>
                <a:gd name="T9" fmla="*/ 238 h 270"/>
                <a:gd name="T10" fmla="*/ 271 w 295"/>
                <a:gd name="T11" fmla="*/ 77 h 270"/>
                <a:gd name="T12" fmla="*/ 171 w 295"/>
                <a:gd name="T13" fmla="*/ 2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5" h="270">
                  <a:moveTo>
                    <a:pt x="171" y="22"/>
                  </a:moveTo>
                  <a:cubicBezTo>
                    <a:pt x="125" y="49"/>
                    <a:pt x="77" y="110"/>
                    <a:pt x="48" y="128"/>
                  </a:cubicBezTo>
                  <a:cubicBezTo>
                    <a:pt x="38" y="135"/>
                    <a:pt x="25" y="138"/>
                    <a:pt x="16" y="147"/>
                  </a:cubicBezTo>
                  <a:cubicBezTo>
                    <a:pt x="0" y="164"/>
                    <a:pt x="6" y="194"/>
                    <a:pt x="22" y="211"/>
                  </a:cubicBezTo>
                  <a:cubicBezTo>
                    <a:pt x="56" y="248"/>
                    <a:pt x="142" y="270"/>
                    <a:pt x="184" y="238"/>
                  </a:cubicBezTo>
                  <a:cubicBezTo>
                    <a:pt x="236" y="199"/>
                    <a:pt x="295" y="155"/>
                    <a:pt x="271" y="77"/>
                  </a:cubicBezTo>
                  <a:cubicBezTo>
                    <a:pt x="247" y="2"/>
                    <a:pt x="210" y="0"/>
                    <a:pt x="171" y="2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913563" y="2662237"/>
              <a:ext cx="196850" cy="238125"/>
            </a:xfrm>
            <a:custGeom>
              <a:avLst/>
              <a:gdLst>
                <a:gd name="T0" fmla="*/ 226 w 315"/>
                <a:gd name="T1" fmla="*/ 89 h 383"/>
                <a:gd name="T2" fmla="*/ 33 w 315"/>
                <a:gd name="T3" fmla="*/ 253 h 383"/>
                <a:gd name="T4" fmla="*/ 226 w 315"/>
                <a:gd name="T5" fmla="*/ 8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5" h="383">
                  <a:moveTo>
                    <a:pt x="226" y="89"/>
                  </a:moveTo>
                  <a:cubicBezTo>
                    <a:pt x="148" y="0"/>
                    <a:pt x="0" y="148"/>
                    <a:pt x="33" y="253"/>
                  </a:cubicBezTo>
                  <a:cubicBezTo>
                    <a:pt x="75" y="383"/>
                    <a:pt x="315" y="168"/>
                    <a:pt x="226" y="8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681788" y="3028950"/>
              <a:ext cx="155575" cy="204788"/>
            </a:xfrm>
            <a:custGeom>
              <a:avLst/>
              <a:gdLst>
                <a:gd name="T0" fmla="*/ 205 w 251"/>
                <a:gd name="T1" fmla="*/ 112 h 328"/>
                <a:gd name="T2" fmla="*/ 90 w 251"/>
                <a:gd name="T3" fmla="*/ 288 h 328"/>
                <a:gd name="T4" fmla="*/ 205 w 251"/>
                <a:gd name="T5" fmla="*/ 112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1" h="328">
                  <a:moveTo>
                    <a:pt x="205" y="112"/>
                  </a:moveTo>
                  <a:cubicBezTo>
                    <a:pt x="117" y="0"/>
                    <a:pt x="0" y="229"/>
                    <a:pt x="90" y="288"/>
                  </a:cubicBezTo>
                  <a:cubicBezTo>
                    <a:pt x="186" y="328"/>
                    <a:pt x="251" y="186"/>
                    <a:pt x="205" y="112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6502400" y="3201987"/>
              <a:ext cx="173038" cy="285750"/>
            </a:xfrm>
            <a:custGeom>
              <a:avLst/>
              <a:gdLst>
                <a:gd name="T0" fmla="*/ 241 w 279"/>
                <a:gd name="T1" fmla="*/ 146 h 458"/>
                <a:gd name="T2" fmla="*/ 71 w 279"/>
                <a:gd name="T3" fmla="*/ 352 h 458"/>
                <a:gd name="T4" fmla="*/ 241 w 279"/>
                <a:gd name="T5" fmla="*/ 14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9" h="458">
                  <a:moveTo>
                    <a:pt x="241" y="146"/>
                  </a:moveTo>
                  <a:cubicBezTo>
                    <a:pt x="159" y="0"/>
                    <a:pt x="0" y="266"/>
                    <a:pt x="71" y="352"/>
                  </a:cubicBezTo>
                  <a:cubicBezTo>
                    <a:pt x="173" y="458"/>
                    <a:pt x="279" y="238"/>
                    <a:pt x="241" y="146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6875463" y="3076575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19"/>
            <p:cNvSpPr/>
            <p:nvPr userDrawn="1"/>
          </p:nvSpPr>
          <p:spPr bwMode="auto">
            <a:xfrm>
              <a:off x="6894513" y="3479800"/>
              <a:ext cx="236538" cy="168275"/>
            </a:xfrm>
            <a:custGeom>
              <a:avLst/>
              <a:gdLst>
                <a:gd name="T0" fmla="*/ 274 w 378"/>
                <a:gd name="T1" fmla="*/ 67 h 271"/>
                <a:gd name="T2" fmla="*/ 163 w 378"/>
                <a:gd name="T3" fmla="*/ 271 h 271"/>
                <a:gd name="T4" fmla="*/ 274 w 378"/>
                <a:gd name="T5" fmla="*/ 67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7"/>
                  </a:moveTo>
                  <a:cubicBezTo>
                    <a:pt x="164" y="0"/>
                    <a:pt x="0" y="251"/>
                    <a:pt x="163" y="271"/>
                  </a:cubicBezTo>
                  <a:cubicBezTo>
                    <a:pt x="243" y="261"/>
                    <a:pt x="378" y="138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0"/>
            <p:cNvSpPr/>
            <p:nvPr userDrawn="1"/>
          </p:nvSpPr>
          <p:spPr bwMode="auto">
            <a:xfrm>
              <a:off x="7334250" y="2843212"/>
              <a:ext cx="236538" cy="169863"/>
            </a:xfrm>
            <a:custGeom>
              <a:avLst/>
              <a:gdLst>
                <a:gd name="T0" fmla="*/ 274 w 378"/>
                <a:gd name="T1" fmla="*/ 68 h 271"/>
                <a:gd name="T2" fmla="*/ 163 w 378"/>
                <a:gd name="T3" fmla="*/ 271 h 271"/>
                <a:gd name="T4" fmla="*/ 274 w 378"/>
                <a:gd name="T5" fmla="*/ 6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1">
                  <a:moveTo>
                    <a:pt x="274" y="68"/>
                  </a:moveTo>
                  <a:cubicBezTo>
                    <a:pt x="165" y="0"/>
                    <a:pt x="0" y="251"/>
                    <a:pt x="163" y="271"/>
                  </a:cubicBezTo>
                  <a:cubicBezTo>
                    <a:pt x="244" y="261"/>
                    <a:pt x="378" y="138"/>
                    <a:pt x="274" y="68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1"/>
            <p:cNvSpPr/>
            <p:nvPr userDrawn="1"/>
          </p:nvSpPr>
          <p:spPr bwMode="auto">
            <a:xfrm>
              <a:off x="7281863" y="2416175"/>
              <a:ext cx="234950" cy="168275"/>
            </a:xfrm>
            <a:custGeom>
              <a:avLst/>
              <a:gdLst>
                <a:gd name="T0" fmla="*/ 274 w 378"/>
                <a:gd name="T1" fmla="*/ 67 h 270"/>
                <a:gd name="T2" fmla="*/ 163 w 378"/>
                <a:gd name="T3" fmla="*/ 270 h 270"/>
                <a:gd name="T4" fmla="*/ 274 w 378"/>
                <a:gd name="T5" fmla="*/ 6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8" h="270">
                  <a:moveTo>
                    <a:pt x="274" y="67"/>
                  </a:moveTo>
                  <a:cubicBezTo>
                    <a:pt x="164" y="0"/>
                    <a:pt x="0" y="251"/>
                    <a:pt x="163" y="270"/>
                  </a:cubicBezTo>
                  <a:cubicBezTo>
                    <a:pt x="243" y="261"/>
                    <a:pt x="378" y="137"/>
                    <a:pt x="274" y="6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2"/>
            <p:cNvSpPr/>
            <p:nvPr userDrawn="1"/>
          </p:nvSpPr>
          <p:spPr bwMode="auto">
            <a:xfrm>
              <a:off x="6723063" y="3294062"/>
              <a:ext cx="171450" cy="225425"/>
            </a:xfrm>
            <a:custGeom>
              <a:avLst/>
              <a:gdLst>
                <a:gd name="T0" fmla="*/ 261 w 275"/>
                <a:gd name="T1" fmla="*/ 157 h 362"/>
                <a:gd name="T2" fmla="*/ 138 w 275"/>
                <a:gd name="T3" fmla="*/ 352 h 362"/>
                <a:gd name="T4" fmla="*/ 261 w 275"/>
                <a:gd name="T5" fmla="*/ 157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362">
                  <a:moveTo>
                    <a:pt x="261" y="157"/>
                  </a:moveTo>
                  <a:cubicBezTo>
                    <a:pt x="175" y="0"/>
                    <a:pt x="0" y="299"/>
                    <a:pt x="138" y="352"/>
                  </a:cubicBezTo>
                  <a:cubicBezTo>
                    <a:pt x="233" y="362"/>
                    <a:pt x="275" y="235"/>
                    <a:pt x="261" y="15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3"/>
            <p:cNvSpPr/>
            <p:nvPr userDrawn="1"/>
          </p:nvSpPr>
          <p:spPr bwMode="auto">
            <a:xfrm>
              <a:off x="6640513" y="2457450"/>
              <a:ext cx="306388" cy="206375"/>
            </a:xfrm>
            <a:custGeom>
              <a:avLst/>
              <a:gdLst>
                <a:gd name="T0" fmla="*/ 366 w 489"/>
                <a:gd name="T1" fmla="*/ 99 h 332"/>
                <a:gd name="T2" fmla="*/ 187 w 489"/>
                <a:gd name="T3" fmla="*/ 332 h 332"/>
                <a:gd name="T4" fmla="*/ 366 w 489"/>
                <a:gd name="T5" fmla="*/ 99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9" h="332">
                  <a:moveTo>
                    <a:pt x="366" y="99"/>
                  </a:moveTo>
                  <a:cubicBezTo>
                    <a:pt x="248" y="0"/>
                    <a:pt x="0" y="293"/>
                    <a:pt x="187" y="332"/>
                  </a:cubicBezTo>
                  <a:cubicBezTo>
                    <a:pt x="282" y="330"/>
                    <a:pt x="489" y="201"/>
                    <a:pt x="366" y="9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4"/>
            <p:cNvSpPr/>
            <p:nvPr userDrawn="1"/>
          </p:nvSpPr>
          <p:spPr bwMode="auto">
            <a:xfrm>
              <a:off x="7080250" y="2747962"/>
              <a:ext cx="163513" cy="247650"/>
            </a:xfrm>
            <a:custGeom>
              <a:avLst/>
              <a:gdLst>
                <a:gd name="T0" fmla="*/ 199 w 262"/>
                <a:gd name="T1" fmla="*/ 119 h 397"/>
                <a:gd name="T2" fmla="*/ 7 w 262"/>
                <a:gd name="T3" fmla="*/ 238 h 397"/>
                <a:gd name="T4" fmla="*/ 213 w 262"/>
                <a:gd name="T5" fmla="*/ 147 h 397"/>
                <a:gd name="T6" fmla="*/ 199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199" y="119"/>
                  </a:moveTo>
                  <a:cubicBezTo>
                    <a:pt x="140" y="0"/>
                    <a:pt x="0" y="154"/>
                    <a:pt x="7" y="238"/>
                  </a:cubicBezTo>
                  <a:cubicBezTo>
                    <a:pt x="21" y="397"/>
                    <a:pt x="262" y="292"/>
                    <a:pt x="213" y="147"/>
                  </a:cubicBezTo>
                  <a:cubicBezTo>
                    <a:pt x="209" y="137"/>
                    <a:pt x="205" y="128"/>
                    <a:pt x="199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5"/>
            <p:cNvSpPr/>
            <p:nvPr userDrawn="1"/>
          </p:nvSpPr>
          <p:spPr bwMode="auto">
            <a:xfrm>
              <a:off x="6464300" y="3484562"/>
              <a:ext cx="163513" cy="247650"/>
            </a:xfrm>
            <a:custGeom>
              <a:avLst/>
              <a:gdLst>
                <a:gd name="T0" fmla="*/ 200 w 262"/>
                <a:gd name="T1" fmla="*/ 119 h 397"/>
                <a:gd name="T2" fmla="*/ 8 w 262"/>
                <a:gd name="T3" fmla="*/ 238 h 397"/>
                <a:gd name="T4" fmla="*/ 213 w 262"/>
                <a:gd name="T5" fmla="*/ 147 h 397"/>
                <a:gd name="T6" fmla="*/ 200 w 262"/>
                <a:gd name="T7" fmla="*/ 11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397">
                  <a:moveTo>
                    <a:pt x="200" y="119"/>
                  </a:moveTo>
                  <a:cubicBezTo>
                    <a:pt x="140" y="0"/>
                    <a:pt x="0" y="154"/>
                    <a:pt x="8" y="238"/>
                  </a:cubicBezTo>
                  <a:cubicBezTo>
                    <a:pt x="21" y="397"/>
                    <a:pt x="262" y="293"/>
                    <a:pt x="213" y="147"/>
                  </a:cubicBezTo>
                  <a:cubicBezTo>
                    <a:pt x="209" y="137"/>
                    <a:pt x="205" y="128"/>
                    <a:pt x="200" y="119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6"/>
            <p:cNvSpPr/>
            <p:nvPr userDrawn="1"/>
          </p:nvSpPr>
          <p:spPr bwMode="auto">
            <a:xfrm>
              <a:off x="6989763" y="3259137"/>
              <a:ext cx="171450" cy="161925"/>
            </a:xfrm>
            <a:custGeom>
              <a:avLst/>
              <a:gdLst>
                <a:gd name="T0" fmla="*/ 202 w 275"/>
                <a:gd name="T1" fmla="*/ 61 h 261"/>
                <a:gd name="T2" fmla="*/ 39 w 275"/>
                <a:gd name="T3" fmla="*/ 174 h 261"/>
                <a:gd name="T4" fmla="*/ 202 w 275"/>
                <a:gd name="T5" fmla="*/ 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261">
                  <a:moveTo>
                    <a:pt x="202" y="61"/>
                  </a:moveTo>
                  <a:cubicBezTo>
                    <a:pt x="145" y="0"/>
                    <a:pt x="0" y="101"/>
                    <a:pt x="39" y="174"/>
                  </a:cubicBezTo>
                  <a:cubicBezTo>
                    <a:pt x="98" y="261"/>
                    <a:pt x="275" y="148"/>
                    <a:pt x="202" y="61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7"/>
            <p:cNvSpPr/>
            <p:nvPr userDrawn="1"/>
          </p:nvSpPr>
          <p:spPr bwMode="auto">
            <a:xfrm>
              <a:off x="7037388" y="2506662"/>
              <a:ext cx="166688" cy="227013"/>
            </a:xfrm>
            <a:custGeom>
              <a:avLst/>
              <a:gdLst>
                <a:gd name="T0" fmla="*/ 243 w 267"/>
                <a:gd name="T1" fmla="*/ 177 h 363"/>
                <a:gd name="T2" fmla="*/ 123 w 267"/>
                <a:gd name="T3" fmla="*/ 328 h 363"/>
                <a:gd name="T4" fmla="*/ 243 w 267"/>
                <a:gd name="T5" fmla="*/ 17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363">
                  <a:moveTo>
                    <a:pt x="243" y="177"/>
                  </a:moveTo>
                  <a:cubicBezTo>
                    <a:pt x="192" y="0"/>
                    <a:pt x="0" y="277"/>
                    <a:pt x="123" y="328"/>
                  </a:cubicBezTo>
                  <a:cubicBezTo>
                    <a:pt x="199" y="363"/>
                    <a:pt x="267" y="242"/>
                    <a:pt x="243" y="177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8"/>
            <p:cNvSpPr/>
            <p:nvPr userDrawn="1"/>
          </p:nvSpPr>
          <p:spPr bwMode="auto">
            <a:xfrm>
              <a:off x="7265988" y="2697162"/>
              <a:ext cx="136525" cy="190500"/>
            </a:xfrm>
            <a:custGeom>
              <a:avLst/>
              <a:gdLst>
                <a:gd name="T0" fmla="*/ 203 w 220"/>
                <a:gd name="T1" fmla="*/ 135 h 305"/>
                <a:gd name="T2" fmla="*/ 39 w 220"/>
                <a:gd name="T3" fmla="*/ 206 h 305"/>
                <a:gd name="T4" fmla="*/ 203 w 220"/>
                <a:gd name="T5" fmla="*/ 13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305">
                  <a:moveTo>
                    <a:pt x="203" y="135"/>
                  </a:moveTo>
                  <a:cubicBezTo>
                    <a:pt x="190" y="0"/>
                    <a:pt x="0" y="104"/>
                    <a:pt x="39" y="206"/>
                  </a:cubicBezTo>
                  <a:cubicBezTo>
                    <a:pt x="76" y="305"/>
                    <a:pt x="220" y="221"/>
                    <a:pt x="203" y="135"/>
                  </a:cubicBezTo>
                  <a:close/>
                </a:path>
              </a:pathLst>
            </a:custGeom>
            <a:solidFill>
              <a:srgbClr val="7C8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9" name="Freeform 49"/>
          <p:cNvSpPr>
            <a:spLocks noEditPoints="1"/>
          </p:cNvSpPr>
          <p:nvPr userDrawn="1"/>
        </p:nvSpPr>
        <p:spPr bwMode="auto">
          <a:xfrm>
            <a:off x="6684963" y="-111125"/>
            <a:ext cx="3349625" cy="1598613"/>
          </a:xfrm>
          <a:custGeom>
            <a:avLst/>
            <a:gdLst>
              <a:gd name="T0" fmla="*/ 5313 w 5365"/>
              <a:gd name="T1" fmla="*/ 2377 h 2561"/>
              <a:gd name="T2" fmla="*/ 4266 w 5365"/>
              <a:gd name="T3" fmla="*/ 2341 h 2561"/>
              <a:gd name="T4" fmla="*/ 4062 w 5365"/>
              <a:gd name="T5" fmla="*/ 2125 h 2561"/>
              <a:gd name="T6" fmla="*/ 4413 w 5365"/>
              <a:gd name="T7" fmla="*/ 2069 h 2561"/>
              <a:gd name="T8" fmla="*/ 4532 w 5365"/>
              <a:gd name="T9" fmla="*/ 2006 h 2561"/>
              <a:gd name="T10" fmla="*/ 4525 w 5365"/>
              <a:gd name="T11" fmla="*/ 1951 h 2561"/>
              <a:gd name="T12" fmla="*/ 4359 w 5365"/>
              <a:gd name="T13" fmla="*/ 1779 h 2561"/>
              <a:gd name="T14" fmla="*/ 4177 w 5365"/>
              <a:gd name="T15" fmla="*/ 1611 h 2561"/>
              <a:gd name="T16" fmla="*/ 3967 w 5365"/>
              <a:gd name="T17" fmla="*/ 1667 h 2561"/>
              <a:gd name="T18" fmla="*/ 3926 w 5365"/>
              <a:gd name="T19" fmla="*/ 1907 h 2561"/>
              <a:gd name="T20" fmla="*/ 3962 w 5365"/>
              <a:gd name="T21" fmla="*/ 2054 h 2561"/>
              <a:gd name="T22" fmla="*/ 3401 w 5365"/>
              <a:gd name="T23" fmla="*/ 1866 h 2561"/>
              <a:gd name="T24" fmla="*/ 2808 w 5365"/>
              <a:gd name="T25" fmla="*/ 1662 h 2561"/>
              <a:gd name="T26" fmla="*/ 2139 w 5365"/>
              <a:gd name="T27" fmla="*/ 1680 h 2561"/>
              <a:gd name="T28" fmla="*/ 910 w 5365"/>
              <a:gd name="T29" fmla="*/ 1710 h 2561"/>
              <a:gd name="T30" fmla="*/ 486 w 5365"/>
              <a:gd name="T31" fmla="*/ 1404 h 2561"/>
              <a:gd name="T32" fmla="*/ 303 w 5365"/>
              <a:gd name="T33" fmla="*/ 940 h 2561"/>
              <a:gd name="T34" fmla="*/ 313 w 5365"/>
              <a:gd name="T35" fmla="*/ 693 h 2561"/>
              <a:gd name="T36" fmla="*/ 388 w 5365"/>
              <a:gd name="T37" fmla="*/ 383 h 2561"/>
              <a:gd name="T38" fmla="*/ 343 w 5365"/>
              <a:gd name="T39" fmla="*/ 115 h 2561"/>
              <a:gd name="T40" fmla="*/ 139 w 5365"/>
              <a:gd name="T41" fmla="*/ 0 h 2561"/>
              <a:gd name="T42" fmla="*/ 31 w 5365"/>
              <a:gd name="T43" fmla="*/ 35 h 2561"/>
              <a:gd name="T44" fmla="*/ 61 w 5365"/>
              <a:gd name="T45" fmla="*/ 86 h 2561"/>
              <a:gd name="T46" fmla="*/ 270 w 5365"/>
              <a:gd name="T47" fmla="*/ 118 h 2561"/>
              <a:gd name="T48" fmla="*/ 329 w 5365"/>
              <a:gd name="T49" fmla="*/ 380 h 2561"/>
              <a:gd name="T50" fmla="*/ 254 w 5365"/>
              <a:gd name="T51" fmla="*/ 688 h 2561"/>
              <a:gd name="T52" fmla="*/ 244 w 5365"/>
              <a:gd name="T53" fmla="*/ 939 h 2561"/>
              <a:gd name="T54" fmla="*/ 809 w 5365"/>
              <a:gd name="T55" fmla="*/ 1734 h 2561"/>
              <a:gd name="T56" fmla="*/ 2008 w 5365"/>
              <a:gd name="T57" fmla="*/ 1760 h 2561"/>
              <a:gd name="T58" fmla="*/ 2685 w 5365"/>
              <a:gd name="T59" fmla="*/ 1707 h 2561"/>
              <a:gd name="T60" fmla="*/ 3301 w 5365"/>
              <a:gd name="T61" fmla="*/ 1886 h 2561"/>
              <a:gd name="T62" fmla="*/ 3991 w 5365"/>
              <a:gd name="T63" fmla="*/ 2119 h 2561"/>
              <a:gd name="T64" fmla="*/ 4157 w 5365"/>
              <a:gd name="T65" fmla="*/ 2330 h 2561"/>
              <a:gd name="T66" fmla="*/ 4646 w 5365"/>
              <a:gd name="T67" fmla="*/ 2537 h 2561"/>
              <a:gd name="T68" fmla="*/ 5329 w 5365"/>
              <a:gd name="T69" fmla="*/ 2435 h 2561"/>
              <a:gd name="T70" fmla="*/ 5313 w 5365"/>
              <a:gd name="T71" fmla="*/ 2377 h 2561"/>
              <a:gd name="T72" fmla="*/ 4001 w 5365"/>
              <a:gd name="T73" fmla="*/ 1984 h 2561"/>
              <a:gd name="T74" fmla="*/ 4147 w 5365"/>
              <a:gd name="T75" fmla="*/ 1663 h 2561"/>
              <a:gd name="T76" fmla="*/ 4326 w 5365"/>
              <a:gd name="T77" fmla="*/ 1838 h 2561"/>
              <a:gd name="T78" fmla="*/ 4458 w 5365"/>
              <a:gd name="T79" fmla="*/ 1982 h 2561"/>
              <a:gd name="T80" fmla="*/ 4029 w 5365"/>
              <a:gd name="T81" fmla="*/ 2062 h 2561"/>
              <a:gd name="T82" fmla="*/ 4001 w 5365"/>
              <a:gd name="T83" fmla="*/ 1984 h 2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365" h="2561">
                <a:moveTo>
                  <a:pt x="5313" y="2377"/>
                </a:moveTo>
                <a:cubicBezTo>
                  <a:pt x="4979" y="2493"/>
                  <a:pt x="4574" y="2556"/>
                  <a:pt x="4266" y="2341"/>
                </a:cubicBezTo>
                <a:cubicBezTo>
                  <a:pt x="4185" y="2285"/>
                  <a:pt x="4113" y="2211"/>
                  <a:pt x="4062" y="2125"/>
                </a:cubicBezTo>
                <a:cubicBezTo>
                  <a:pt x="4180" y="2132"/>
                  <a:pt x="4298" y="2117"/>
                  <a:pt x="4413" y="2069"/>
                </a:cubicBezTo>
                <a:cubicBezTo>
                  <a:pt x="4455" y="2052"/>
                  <a:pt x="4495" y="2031"/>
                  <a:pt x="4532" y="2006"/>
                </a:cubicBezTo>
                <a:cubicBezTo>
                  <a:pt x="4554" y="1990"/>
                  <a:pt x="4550" y="1960"/>
                  <a:pt x="4525" y="1951"/>
                </a:cubicBezTo>
                <a:cubicBezTo>
                  <a:pt x="4448" y="1922"/>
                  <a:pt x="4402" y="1844"/>
                  <a:pt x="4359" y="1779"/>
                </a:cubicBezTo>
                <a:cubicBezTo>
                  <a:pt x="4311" y="1708"/>
                  <a:pt x="4257" y="1644"/>
                  <a:pt x="4177" y="1611"/>
                </a:cubicBezTo>
                <a:cubicBezTo>
                  <a:pt x="4099" y="1579"/>
                  <a:pt x="4015" y="1596"/>
                  <a:pt x="3967" y="1667"/>
                </a:cubicBezTo>
                <a:cubicBezTo>
                  <a:pt x="3921" y="1735"/>
                  <a:pt x="3917" y="1830"/>
                  <a:pt x="3926" y="1907"/>
                </a:cubicBezTo>
                <a:cubicBezTo>
                  <a:pt x="3932" y="1958"/>
                  <a:pt x="3944" y="2007"/>
                  <a:pt x="3962" y="2054"/>
                </a:cubicBezTo>
                <a:cubicBezTo>
                  <a:pt x="3767" y="2023"/>
                  <a:pt x="3571" y="1941"/>
                  <a:pt x="3401" y="1866"/>
                </a:cubicBezTo>
                <a:cubicBezTo>
                  <a:pt x="3210" y="1781"/>
                  <a:pt x="3016" y="1694"/>
                  <a:pt x="2808" y="1662"/>
                </a:cubicBezTo>
                <a:cubicBezTo>
                  <a:pt x="2586" y="1627"/>
                  <a:pt x="2360" y="1647"/>
                  <a:pt x="2139" y="1680"/>
                </a:cubicBezTo>
                <a:cubicBezTo>
                  <a:pt x="1736" y="1739"/>
                  <a:pt x="1309" y="1846"/>
                  <a:pt x="910" y="1710"/>
                </a:cubicBezTo>
                <a:cubicBezTo>
                  <a:pt x="741" y="1652"/>
                  <a:pt x="593" y="1547"/>
                  <a:pt x="486" y="1404"/>
                </a:cubicBezTo>
                <a:cubicBezTo>
                  <a:pt x="386" y="1269"/>
                  <a:pt x="320" y="1107"/>
                  <a:pt x="303" y="940"/>
                </a:cubicBezTo>
                <a:cubicBezTo>
                  <a:pt x="295" y="857"/>
                  <a:pt x="298" y="774"/>
                  <a:pt x="313" y="693"/>
                </a:cubicBezTo>
                <a:cubicBezTo>
                  <a:pt x="333" y="588"/>
                  <a:pt x="373" y="489"/>
                  <a:pt x="388" y="383"/>
                </a:cubicBezTo>
                <a:cubicBezTo>
                  <a:pt x="400" y="293"/>
                  <a:pt x="393" y="194"/>
                  <a:pt x="343" y="115"/>
                </a:cubicBezTo>
                <a:cubicBezTo>
                  <a:pt x="299" y="47"/>
                  <a:pt x="222" y="0"/>
                  <a:pt x="139" y="0"/>
                </a:cubicBezTo>
                <a:cubicBezTo>
                  <a:pt x="100" y="0"/>
                  <a:pt x="62" y="12"/>
                  <a:pt x="31" y="35"/>
                </a:cubicBezTo>
                <a:cubicBezTo>
                  <a:pt x="0" y="57"/>
                  <a:pt x="30" y="109"/>
                  <a:pt x="61" y="86"/>
                </a:cubicBezTo>
                <a:cubicBezTo>
                  <a:pt x="126" y="38"/>
                  <a:pt x="217" y="61"/>
                  <a:pt x="270" y="118"/>
                </a:cubicBezTo>
                <a:cubicBezTo>
                  <a:pt x="334" y="186"/>
                  <a:pt x="341" y="292"/>
                  <a:pt x="329" y="380"/>
                </a:cubicBezTo>
                <a:cubicBezTo>
                  <a:pt x="314" y="485"/>
                  <a:pt x="273" y="584"/>
                  <a:pt x="254" y="688"/>
                </a:cubicBezTo>
                <a:cubicBezTo>
                  <a:pt x="239" y="771"/>
                  <a:pt x="235" y="856"/>
                  <a:pt x="244" y="939"/>
                </a:cubicBezTo>
                <a:cubicBezTo>
                  <a:pt x="278" y="1281"/>
                  <a:pt x="492" y="1596"/>
                  <a:pt x="809" y="1734"/>
                </a:cubicBezTo>
                <a:cubicBezTo>
                  <a:pt x="1189" y="1900"/>
                  <a:pt x="1614" y="1824"/>
                  <a:pt x="2008" y="1760"/>
                </a:cubicBezTo>
                <a:cubicBezTo>
                  <a:pt x="2232" y="1724"/>
                  <a:pt x="2458" y="1690"/>
                  <a:pt x="2685" y="1707"/>
                </a:cubicBezTo>
                <a:cubicBezTo>
                  <a:pt x="2903" y="1723"/>
                  <a:pt x="3104" y="1799"/>
                  <a:pt x="3301" y="1886"/>
                </a:cubicBezTo>
                <a:cubicBezTo>
                  <a:pt x="3515" y="1980"/>
                  <a:pt x="3752" y="2089"/>
                  <a:pt x="3991" y="2119"/>
                </a:cubicBezTo>
                <a:cubicBezTo>
                  <a:pt x="4032" y="2199"/>
                  <a:pt x="4090" y="2270"/>
                  <a:pt x="4157" y="2330"/>
                </a:cubicBezTo>
                <a:cubicBezTo>
                  <a:pt x="4294" y="2452"/>
                  <a:pt x="4465" y="2518"/>
                  <a:pt x="4646" y="2537"/>
                </a:cubicBezTo>
                <a:cubicBezTo>
                  <a:pt x="4877" y="2561"/>
                  <a:pt x="5111" y="2510"/>
                  <a:pt x="5329" y="2435"/>
                </a:cubicBezTo>
                <a:cubicBezTo>
                  <a:pt x="5365" y="2422"/>
                  <a:pt x="5349" y="2365"/>
                  <a:pt x="5313" y="2377"/>
                </a:cubicBezTo>
                <a:close/>
                <a:moveTo>
                  <a:pt x="4001" y="1984"/>
                </a:moveTo>
                <a:cubicBezTo>
                  <a:pt x="3972" y="1878"/>
                  <a:pt x="3962" y="1599"/>
                  <a:pt x="4147" y="1663"/>
                </a:cubicBezTo>
                <a:cubicBezTo>
                  <a:pt x="4231" y="1692"/>
                  <a:pt x="4279" y="1767"/>
                  <a:pt x="4326" y="1838"/>
                </a:cubicBezTo>
                <a:cubicBezTo>
                  <a:pt x="4363" y="1893"/>
                  <a:pt x="4403" y="1946"/>
                  <a:pt x="4458" y="1982"/>
                </a:cubicBezTo>
                <a:cubicBezTo>
                  <a:pt x="4324" y="2058"/>
                  <a:pt x="4177" y="2077"/>
                  <a:pt x="4029" y="2062"/>
                </a:cubicBezTo>
                <a:cubicBezTo>
                  <a:pt x="4018" y="2037"/>
                  <a:pt x="4008" y="2011"/>
                  <a:pt x="4001" y="198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1557746" y="4171950"/>
            <a:ext cx="5755867" cy="1860550"/>
            <a:chOff x="948146" y="3284537"/>
            <a:chExt cx="5755867" cy="1860550"/>
          </a:xfrm>
        </p:grpSpPr>
        <p:sp>
          <p:nvSpPr>
            <p:cNvPr id="41" name="Freeform 6"/>
            <p:cNvSpPr/>
            <p:nvPr userDrawn="1"/>
          </p:nvSpPr>
          <p:spPr bwMode="auto">
            <a:xfrm>
              <a:off x="3686175" y="3497262"/>
              <a:ext cx="2187575" cy="1647825"/>
            </a:xfrm>
            <a:custGeom>
              <a:avLst/>
              <a:gdLst>
                <a:gd name="T0" fmla="*/ 1085 w 3505"/>
                <a:gd name="T1" fmla="*/ 438 h 2639"/>
                <a:gd name="T2" fmla="*/ 875 w 3505"/>
                <a:gd name="T3" fmla="*/ 623 h 2639"/>
                <a:gd name="T4" fmla="*/ 575 w 3505"/>
                <a:gd name="T5" fmla="*/ 892 h 2639"/>
                <a:gd name="T6" fmla="*/ 182 w 3505"/>
                <a:gd name="T7" fmla="*/ 1356 h 2639"/>
                <a:gd name="T8" fmla="*/ 11 w 3505"/>
                <a:gd name="T9" fmla="*/ 1811 h 2639"/>
                <a:gd name="T10" fmla="*/ 449 w 3505"/>
                <a:gd name="T11" fmla="*/ 2483 h 2639"/>
                <a:gd name="T12" fmla="*/ 1273 w 3505"/>
                <a:gd name="T13" fmla="*/ 2638 h 2639"/>
                <a:gd name="T14" fmla="*/ 2526 w 3505"/>
                <a:gd name="T15" fmla="*/ 2390 h 2639"/>
                <a:gd name="T16" fmla="*/ 3376 w 3505"/>
                <a:gd name="T17" fmla="*/ 1470 h 2639"/>
                <a:gd name="T18" fmla="*/ 3066 w 3505"/>
                <a:gd name="T19" fmla="*/ 297 h 2639"/>
                <a:gd name="T20" fmla="*/ 2065 w 3505"/>
                <a:gd name="T21" fmla="*/ 6 h 2639"/>
                <a:gd name="T22" fmla="*/ 1652 w 3505"/>
                <a:gd name="T23" fmla="*/ 56 h 2639"/>
                <a:gd name="T24" fmla="*/ 1085 w 3505"/>
                <a:gd name="T25" fmla="*/ 438 h 2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5" h="2639">
                  <a:moveTo>
                    <a:pt x="1085" y="438"/>
                  </a:moveTo>
                  <a:cubicBezTo>
                    <a:pt x="1015" y="500"/>
                    <a:pt x="945" y="564"/>
                    <a:pt x="875" y="623"/>
                  </a:cubicBezTo>
                  <a:cubicBezTo>
                    <a:pt x="772" y="709"/>
                    <a:pt x="671" y="798"/>
                    <a:pt x="575" y="892"/>
                  </a:cubicBezTo>
                  <a:cubicBezTo>
                    <a:pt x="429" y="1033"/>
                    <a:pt x="294" y="1186"/>
                    <a:pt x="182" y="1356"/>
                  </a:cubicBezTo>
                  <a:cubicBezTo>
                    <a:pt x="93" y="1494"/>
                    <a:pt x="18" y="1647"/>
                    <a:pt x="11" y="1811"/>
                  </a:cubicBezTo>
                  <a:cubicBezTo>
                    <a:pt x="0" y="2093"/>
                    <a:pt x="200" y="2352"/>
                    <a:pt x="449" y="2483"/>
                  </a:cubicBezTo>
                  <a:cubicBezTo>
                    <a:pt x="699" y="2614"/>
                    <a:pt x="990" y="2639"/>
                    <a:pt x="1273" y="2638"/>
                  </a:cubicBezTo>
                  <a:cubicBezTo>
                    <a:pt x="1702" y="2636"/>
                    <a:pt x="2139" y="2576"/>
                    <a:pt x="2526" y="2390"/>
                  </a:cubicBezTo>
                  <a:cubicBezTo>
                    <a:pt x="2913" y="2204"/>
                    <a:pt x="3247" y="1879"/>
                    <a:pt x="3376" y="1470"/>
                  </a:cubicBezTo>
                  <a:cubicBezTo>
                    <a:pt x="3505" y="1060"/>
                    <a:pt x="3398" y="568"/>
                    <a:pt x="3066" y="297"/>
                  </a:cubicBezTo>
                  <a:cubicBezTo>
                    <a:pt x="2788" y="70"/>
                    <a:pt x="2411" y="22"/>
                    <a:pt x="2065" y="6"/>
                  </a:cubicBezTo>
                  <a:cubicBezTo>
                    <a:pt x="1925" y="0"/>
                    <a:pt x="1785" y="7"/>
                    <a:pt x="1652" y="56"/>
                  </a:cubicBezTo>
                  <a:cubicBezTo>
                    <a:pt x="1437" y="135"/>
                    <a:pt x="1258" y="285"/>
                    <a:pt x="1085" y="438"/>
                  </a:cubicBezTo>
                  <a:close/>
                </a:path>
              </a:pathLst>
            </a:custGeom>
            <a:solidFill>
              <a:srgbClr val="EFB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7"/>
            <p:cNvSpPr/>
            <p:nvPr userDrawn="1"/>
          </p:nvSpPr>
          <p:spPr bwMode="auto">
            <a:xfrm>
              <a:off x="948146" y="3432038"/>
              <a:ext cx="534988" cy="646113"/>
            </a:xfrm>
            <a:custGeom>
              <a:avLst/>
              <a:gdLst>
                <a:gd name="T0" fmla="*/ 684 w 857"/>
                <a:gd name="T1" fmla="*/ 214 h 1034"/>
                <a:gd name="T2" fmla="*/ 623 w 857"/>
                <a:gd name="T3" fmla="*/ 155 h 1034"/>
                <a:gd name="T4" fmla="*/ 381 w 857"/>
                <a:gd name="T5" fmla="*/ 8 h 1034"/>
                <a:gd name="T6" fmla="*/ 189 w 857"/>
                <a:gd name="T7" fmla="*/ 33 h 1034"/>
                <a:gd name="T8" fmla="*/ 70 w 857"/>
                <a:gd name="T9" fmla="*/ 167 h 1034"/>
                <a:gd name="T10" fmla="*/ 5 w 857"/>
                <a:gd name="T11" fmla="*/ 451 h 1034"/>
                <a:gd name="T12" fmla="*/ 11 w 857"/>
                <a:gd name="T13" fmla="*/ 532 h 1034"/>
                <a:gd name="T14" fmla="*/ 14 w 857"/>
                <a:gd name="T15" fmla="*/ 564 h 1034"/>
                <a:gd name="T16" fmla="*/ 81 w 857"/>
                <a:gd name="T17" fmla="*/ 725 h 1034"/>
                <a:gd name="T18" fmla="*/ 398 w 857"/>
                <a:gd name="T19" fmla="*/ 981 h 1034"/>
                <a:gd name="T20" fmla="*/ 840 w 857"/>
                <a:gd name="T21" fmla="*/ 681 h 1034"/>
                <a:gd name="T22" fmla="*/ 825 w 857"/>
                <a:gd name="T23" fmla="*/ 412 h 1034"/>
                <a:gd name="T24" fmla="*/ 684 w 857"/>
                <a:gd name="T25" fmla="*/ 21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7" h="1034">
                  <a:moveTo>
                    <a:pt x="684" y="214"/>
                  </a:moveTo>
                  <a:cubicBezTo>
                    <a:pt x="664" y="194"/>
                    <a:pt x="643" y="175"/>
                    <a:pt x="623" y="155"/>
                  </a:cubicBezTo>
                  <a:cubicBezTo>
                    <a:pt x="552" y="85"/>
                    <a:pt x="486" y="21"/>
                    <a:pt x="381" y="8"/>
                  </a:cubicBezTo>
                  <a:cubicBezTo>
                    <a:pt x="316" y="0"/>
                    <a:pt x="247" y="2"/>
                    <a:pt x="189" y="33"/>
                  </a:cubicBezTo>
                  <a:cubicBezTo>
                    <a:pt x="135" y="61"/>
                    <a:pt x="96" y="112"/>
                    <a:pt x="70" y="167"/>
                  </a:cubicBezTo>
                  <a:cubicBezTo>
                    <a:pt x="31" y="250"/>
                    <a:pt x="0" y="358"/>
                    <a:pt x="5" y="451"/>
                  </a:cubicBezTo>
                  <a:cubicBezTo>
                    <a:pt x="7" y="478"/>
                    <a:pt x="12" y="505"/>
                    <a:pt x="11" y="532"/>
                  </a:cubicBezTo>
                  <a:cubicBezTo>
                    <a:pt x="11" y="543"/>
                    <a:pt x="12" y="554"/>
                    <a:pt x="14" y="564"/>
                  </a:cubicBezTo>
                  <a:cubicBezTo>
                    <a:pt x="27" y="620"/>
                    <a:pt x="53" y="676"/>
                    <a:pt x="81" y="725"/>
                  </a:cubicBezTo>
                  <a:cubicBezTo>
                    <a:pt x="150" y="847"/>
                    <a:pt x="263" y="948"/>
                    <a:pt x="398" y="981"/>
                  </a:cubicBezTo>
                  <a:cubicBezTo>
                    <a:pt x="619" y="1034"/>
                    <a:pt x="799" y="893"/>
                    <a:pt x="840" y="681"/>
                  </a:cubicBezTo>
                  <a:cubicBezTo>
                    <a:pt x="857" y="592"/>
                    <a:pt x="857" y="497"/>
                    <a:pt x="825" y="412"/>
                  </a:cubicBezTo>
                  <a:cubicBezTo>
                    <a:pt x="795" y="333"/>
                    <a:pt x="742" y="272"/>
                    <a:pt x="684" y="214"/>
                  </a:cubicBezTo>
                  <a:close/>
                </a:path>
              </a:pathLst>
            </a:custGeom>
            <a:solidFill>
              <a:srgbClr val="F3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50"/>
            <p:cNvSpPr>
              <a:spLocks noEditPoints="1"/>
            </p:cNvSpPr>
            <p:nvPr userDrawn="1"/>
          </p:nvSpPr>
          <p:spPr bwMode="auto">
            <a:xfrm>
              <a:off x="2052638" y="3284537"/>
              <a:ext cx="4651375" cy="1016000"/>
            </a:xfrm>
            <a:custGeom>
              <a:avLst/>
              <a:gdLst>
                <a:gd name="T0" fmla="*/ 7449 w 7452"/>
                <a:gd name="T1" fmla="*/ 1513 h 1627"/>
                <a:gd name="T2" fmla="*/ 7218 w 7452"/>
                <a:gd name="T3" fmla="*/ 1115 h 1627"/>
                <a:gd name="T4" fmla="*/ 6697 w 7452"/>
                <a:gd name="T5" fmla="*/ 973 h 1627"/>
                <a:gd name="T6" fmla="*/ 5473 w 7452"/>
                <a:gd name="T7" fmla="*/ 1283 h 1627"/>
                <a:gd name="T8" fmla="*/ 4955 w 7452"/>
                <a:gd name="T9" fmla="*/ 1152 h 1627"/>
                <a:gd name="T10" fmla="*/ 4600 w 7452"/>
                <a:gd name="T11" fmla="*/ 730 h 1627"/>
                <a:gd name="T12" fmla="*/ 3638 w 7452"/>
                <a:gd name="T13" fmla="*/ 496 h 1627"/>
                <a:gd name="T14" fmla="*/ 2977 w 7452"/>
                <a:gd name="T15" fmla="*/ 490 h 1627"/>
                <a:gd name="T16" fmla="*/ 2945 w 7452"/>
                <a:gd name="T17" fmla="*/ 473 h 1627"/>
                <a:gd name="T18" fmla="*/ 2895 w 7452"/>
                <a:gd name="T19" fmla="*/ 11 h 1627"/>
                <a:gd name="T20" fmla="*/ 2859 w 7452"/>
                <a:gd name="T21" fmla="*/ 6 h 1627"/>
                <a:gd name="T22" fmla="*/ 2780 w 7452"/>
                <a:gd name="T23" fmla="*/ 396 h 1627"/>
                <a:gd name="T24" fmla="*/ 2869 w 7452"/>
                <a:gd name="T25" fmla="*/ 494 h 1627"/>
                <a:gd name="T26" fmla="*/ 2794 w 7452"/>
                <a:gd name="T27" fmla="*/ 594 h 1627"/>
                <a:gd name="T28" fmla="*/ 2134 w 7452"/>
                <a:gd name="T29" fmla="*/ 792 h 1627"/>
                <a:gd name="T30" fmla="*/ 1330 w 7452"/>
                <a:gd name="T31" fmla="*/ 799 h 1627"/>
                <a:gd name="T32" fmla="*/ 681 w 7452"/>
                <a:gd name="T33" fmla="*/ 1071 h 1627"/>
                <a:gd name="T34" fmla="*/ 29 w 7452"/>
                <a:gd name="T35" fmla="*/ 1561 h 1627"/>
                <a:gd name="T36" fmla="*/ 71 w 7452"/>
                <a:gd name="T37" fmla="*/ 1603 h 1627"/>
                <a:gd name="T38" fmla="*/ 1358 w 7452"/>
                <a:gd name="T39" fmla="*/ 855 h 1627"/>
                <a:gd name="T40" fmla="*/ 2213 w 7452"/>
                <a:gd name="T41" fmla="*/ 852 h 1627"/>
                <a:gd name="T42" fmla="*/ 2849 w 7452"/>
                <a:gd name="T43" fmla="*/ 621 h 1627"/>
                <a:gd name="T44" fmla="*/ 2918 w 7452"/>
                <a:gd name="T45" fmla="*/ 527 h 1627"/>
                <a:gd name="T46" fmla="*/ 3267 w 7452"/>
                <a:gd name="T47" fmla="*/ 596 h 1627"/>
                <a:gd name="T48" fmla="*/ 3837 w 7452"/>
                <a:gd name="T49" fmla="*/ 543 h 1627"/>
                <a:gd name="T50" fmla="*/ 4360 w 7452"/>
                <a:gd name="T51" fmla="*/ 634 h 1627"/>
                <a:gd name="T52" fmla="*/ 4574 w 7452"/>
                <a:gd name="T53" fmla="*/ 789 h 1627"/>
                <a:gd name="T54" fmla="*/ 4747 w 7452"/>
                <a:gd name="T55" fmla="*/ 1016 h 1627"/>
                <a:gd name="T56" fmla="*/ 4934 w 7452"/>
                <a:gd name="T57" fmla="*/ 1210 h 1627"/>
                <a:gd name="T58" fmla="*/ 5167 w 7452"/>
                <a:gd name="T59" fmla="*/ 1316 h 1627"/>
                <a:gd name="T60" fmla="*/ 6354 w 7452"/>
                <a:gd name="T61" fmla="*/ 1096 h 1627"/>
                <a:gd name="T62" fmla="*/ 7048 w 7452"/>
                <a:gd name="T63" fmla="*/ 1086 h 1627"/>
                <a:gd name="T64" fmla="*/ 7390 w 7452"/>
                <a:gd name="T65" fmla="*/ 1513 h 1627"/>
                <a:gd name="T66" fmla="*/ 7449 w 7452"/>
                <a:gd name="T67" fmla="*/ 1513 h 1627"/>
                <a:gd name="T68" fmla="*/ 2798 w 7452"/>
                <a:gd name="T69" fmla="*/ 283 h 1627"/>
                <a:gd name="T70" fmla="*/ 2868 w 7452"/>
                <a:gd name="T71" fmla="*/ 72 h 1627"/>
                <a:gd name="T72" fmla="*/ 2895 w 7452"/>
                <a:gd name="T73" fmla="*/ 438 h 1627"/>
                <a:gd name="T74" fmla="*/ 2798 w 7452"/>
                <a:gd name="T75" fmla="*/ 283 h 1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452" h="1627">
                  <a:moveTo>
                    <a:pt x="7449" y="1513"/>
                  </a:moveTo>
                  <a:cubicBezTo>
                    <a:pt x="7438" y="1351"/>
                    <a:pt x="7347" y="1211"/>
                    <a:pt x="7218" y="1115"/>
                  </a:cubicBezTo>
                  <a:cubicBezTo>
                    <a:pt x="7069" y="1003"/>
                    <a:pt x="6882" y="964"/>
                    <a:pt x="6697" y="973"/>
                  </a:cubicBezTo>
                  <a:cubicBezTo>
                    <a:pt x="6270" y="996"/>
                    <a:pt x="5898" y="1256"/>
                    <a:pt x="5473" y="1283"/>
                  </a:cubicBezTo>
                  <a:cubicBezTo>
                    <a:pt x="5293" y="1294"/>
                    <a:pt x="5102" y="1263"/>
                    <a:pt x="4955" y="1152"/>
                  </a:cubicBezTo>
                  <a:cubicBezTo>
                    <a:pt x="4806" y="1040"/>
                    <a:pt x="4729" y="861"/>
                    <a:pt x="4600" y="730"/>
                  </a:cubicBezTo>
                  <a:cubicBezTo>
                    <a:pt x="4350" y="478"/>
                    <a:pt x="3969" y="464"/>
                    <a:pt x="3638" y="496"/>
                  </a:cubicBezTo>
                  <a:cubicBezTo>
                    <a:pt x="3424" y="516"/>
                    <a:pt x="3181" y="587"/>
                    <a:pt x="2977" y="490"/>
                  </a:cubicBezTo>
                  <a:cubicBezTo>
                    <a:pt x="2966" y="485"/>
                    <a:pt x="2955" y="479"/>
                    <a:pt x="2945" y="473"/>
                  </a:cubicBezTo>
                  <a:cubicBezTo>
                    <a:pt x="3010" y="321"/>
                    <a:pt x="3007" y="141"/>
                    <a:pt x="2895" y="11"/>
                  </a:cubicBezTo>
                  <a:cubicBezTo>
                    <a:pt x="2886" y="1"/>
                    <a:pt x="2870" y="0"/>
                    <a:pt x="2859" y="6"/>
                  </a:cubicBezTo>
                  <a:cubicBezTo>
                    <a:pt x="2725" y="84"/>
                    <a:pt x="2701" y="271"/>
                    <a:pt x="2780" y="396"/>
                  </a:cubicBezTo>
                  <a:cubicBezTo>
                    <a:pt x="2804" y="435"/>
                    <a:pt x="2834" y="467"/>
                    <a:pt x="2869" y="494"/>
                  </a:cubicBezTo>
                  <a:cubicBezTo>
                    <a:pt x="2848" y="531"/>
                    <a:pt x="2822" y="565"/>
                    <a:pt x="2794" y="594"/>
                  </a:cubicBezTo>
                  <a:cubicBezTo>
                    <a:pt x="2624" y="763"/>
                    <a:pt x="2363" y="796"/>
                    <a:pt x="2134" y="792"/>
                  </a:cubicBezTo>
                  <a:cubicBezTo>
                    <a:pt x="1865" y="787"/>
                    <a:pt x="1598" y="745"/>
                    <a:pt x="1330" y="799"/>
                  </a:cubicBezTo>
                  <a:cubicBezTo>
                    <a:pt x="1099" y="846"/>
                    <a:pt x="881" y="948"/>
                    <a:pt x="681" y="1071"/>
                  </a:cubicBezTo>
                  <a:cubicBezTo>
                    <a:pt x="450" y="1214"/>
                    <a:pt x="238" y="1387"/>
                    <a:pt x="29" y="1561"/>
                  </a:cubicBezTo>
                  <a:cubicBezTo>
                    <a:pt x="0" y="1585"/>
                    <a:pt x="42" y="1627"/>
                    <a:pt x="71" y="1603"/>
                  </a:cubicBezTo>
                  <a:cubicBezTo>
                    <a:pt x="451" y="1288"/>
                    <a:pt x="860" y="951"/>
                    <a:pt x="1358" y="855"/>
                  </a:cubicBezTo>
                  <a:cubicBezTo>
                    <a:pt x="1642" y="799"/>
                    <a:pt x="1927" y="858"/>
                    <a:pt x="2213" y="852"/>
                  </a:cubicBezTo>
                  <a:cubicBezTo>
                    <a:pt x="2438" y="847"/>
                    <a:pt x="2691" y="795"/>
                    <a:pt x="2849" y="621"/>
                  </a:cubicBezTo>
                  <a:cubicBezTo>
                    <a:pt x="2876" y="593"/>
                    <a:pt x="2899" y="561"/>
                    <a:pt x="2918" y="527"/>
                  </a:cubicBezTo>
                  <a:cubicBezTo>
                    <a:pt x="3022" y="584"/>
                    <a:pt x="3150" y="602"/>
                    <a:pt x="3267" y="596"/>
                  </a:cubicBezTo>
                  <a:cubicBezTo>
                    <a:pt x="3458" y="587"/>
                    <a:pt x="3645" y="547"/>
                    <a:pt x="3837" y="543"/>
                  </a:cubicBezTo>
                  <a:cubicBezTo>
                    <a:pt x="4014" y="540"/>
                    <a:pt x="4198" y="557"/>
                    <a:pt x="4360" y="634"/>
                  </a:cubicBezTo>
                  <a:cubicBezTo>
                    <a:pt x="4441" y="672"/>
                    <a:pt x="4513" y="724"/>
                    <a:pt x="4574" y="789"/>
                  </a:cubicBezTo>
                  <a:cubicBezTo>
                    <a:pt x="4639" y="859"/>
                    <a:pt x="4690" y="939"/>
                    <a:pt x="4747" y="1016"/>
                  </a:cubicBezTo>
                  <a:cubicBezTo>
                    <a:pt x="4801" y="1088"/>
                    <a:pt x="4860" y="1157"/>
                    <a:pt x="4934" y="1210"/>
                  </a:cubicBezTo>
                  <a:cubicBezTo>
                    <a:pt x="5004" y="1260"/>
                    <a:pt x="5084" y="1295"/>
                    <a:pt x="5167" y="1316"/>
                  </a:cubicBezTo>
                  <a:cubicBezTo>
                    <a:pt x="5579" y="1423"/>
                    <a:pt x="5968" y="1208"/>
                    <a:pt x="6354" y="1096"/>
                  </a:cubicBezTo>
                  <a:cubicBezTo>
                    <a:pt x="6576" y="1032"/>
                    <a:pt x="6828" y="993"/>
                    <a:pt x="7048" y="1086"/>
                  </a:cubicBezTo>
                  <a:cubicBezTo>
                    <a:pt x="7223" y="1159"/>
                    <a:pt x="7377" y="1317"/>
                    <a:pt x="7390" y="1513"/>
                  </a:cubicBezTo>
                  <a:cubicBezTo>
                    <a:pt x="7392" y="1551"/>
                    <a:pt x="7452" y="1552"/>
                    <a:pt x="7449" y="1513"/>
                  </a:cubicBezTo>
                  <a:close/>
                  <a:moveTo>
                    <a:pt x="2798" y="283"/>
                  </a:moveTo>
                  <a:cubicBezTo>
                    <a:pt x="2784" y="206"/>
                    <a:pt x="2806" y="121"/>
                    <a:pt x="2868" y="72"/>
                  </a:cubicBezTo>
                  <a:cubicBezTo>
                    <a:pt x="2945" y="177"/>
                    <a:pt x="2944" y="318"/>
                    <a:pt x="2895" y="438"/>
                  </a:cubicBezTo>
                  <a:cubicBezTo>
                    <a:pt x="2847" y="398"/>
                    <a:pt x="2810" y="346"/>
                    <a:pt x="2798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4" name="Freeform 54"/>
          <p:cNvSpPr/>
          <p:nvPr userDrawn="1"/>
        </p:nvSpPr>
        <p:spPr bwMode="auto">
          <a:xfrm>
            <a:off x="-1051954" y="2753379"/>
            <a:ext cx="2103908" cy="2517122"/>
          </a:xfrm>
          <a:custGeom>
            <a:avLst/>
            <a:gdLst>
              <a:gd name="T0" fmla="*/ 1533 w 1925"/>
              <a:gd name="T1" fmla="*/ 479 h 2303"/>
              <a:gd name="T2" fmla="*/ 1396 w 1925"/>
              <a:gd name="T3" fmla="*/ 348 h 2303"/>
              <a:gd name="T4" fmla="*/ 853 w 1925"/>
              <a:gd name="T5" fmla="*/ 18 h 2303"/>
              <a:gd name="T6" fmla="*/ 423 w 1925"/>
              <a:gd name="T7" fmla="*/ 72 h 2303"/>
              <a:gd name="T8" fmla="*/ 155 w 1925"/>
              <a:gd name="T9" fmla="*/ 370 h 2303"/>
              <a:gd name="T10" fmla="*/ 13 w 1925"/>
              <a:gd name="T11" fmla="*/ 1000 h 2303"/>
              <a:gd name="T12" fmla="*/ 28 w 1925"/>
              <a:gd name="T13" fmla="*/ 1181 h 2303"/>
              <a:gd name="T14" fmla="*/ 34 w 1925"/>
              <a:gd name="T15" fmla="*/ 1252 h 2303"/>
              <a:gd name="T16" fmla="*/ 185 w 1925"/>
              <a:gd name="T17" fmla="*/ 1612 h 2303"/>
              <a:gd name="T18" fmla="*/ 899 w 1925"/>
              <a:gd name="T19" fmla="*/ 2183 h 2303"/>
              <a:gd name="T20" fmla="*/ 1887 w 1925"/>
              <a:gd name="T21" fmla="*/ 1519 h 2303"/>
              <a:gd name="T22" fmla="*/ 1851 w 1925"/>
              <a:gd name="T23" fmla="*/ 920 h 2303"/>
              <a:gd name="T24" fmla="*/ 1533 w 1925"/>
              <a:gd name="T25" fmla="*/ 479 h 2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5" h="2303">
                <a:moveTo>
                  <a:pt x="1533" y="479"/>
                </a:moveTo>
                <a:cubicBezTo>
                  <a:pt x="1488" y="435"/>
                  <a:pt x="1442" y="392"/>
                  <a:pt x="1396" y="348"/>
                </a:cubicBezTo>
                <a:cubicBezTo>
                  <a:pt x="1235" y="192"/>
                  <a:pt x="1087" y="47"/>
                  <a:pt x="853" y="18"/>
                </a:cubicBezTo>
                <a:cubicBezTo>
                  <a:pt x="707" y="0"/>
                  <a:pt x="552" y="4"/>
                  <a:pt x="423" y="72"/>
                </a:cubicBezTo>
                <a:cubicBezTo>
                  <a:pt x="302" y="135"/>
                  <a:pt x="213" y="247"/>
                  <a:pt x="155" y="370"/>
                </a:cubicBezTo>
                <a:cubicBezTo>
                  <a:pt x="68" y="554"/>
                  <a:pt x="0" y="795"/>
                  <a:pt x="13" y="1000"/>
                </a:cubicBezTo>
                <a:cubicBezTo>
                  <a:pt x="17" y="1061"/>
                  <a:pt x="29" y="1120"/>
                  <a:pt x="28" y="1181"/>
                </a:cubicBezTo>
                <a:cubicBezTo>
                  <a:pt x="27" y="1205"/>
                  <a:pt x="29" y="1229"/>
                  <a:pt x="34" y="1252"/>
                </a:cubicBezTo>
                <a:cubicBezTo>
                  <a:pt x="63" y="1377"/>
                  <a:pt x="122" y="1501"/>
                  <a:pt x="185" y="1612"/>
                </a:cubicBezTo>
                <a:cubicBezTo>
                  <a:pt x="341" y="1882"/>
                  <a:pt x="594" y="2108"/>
                  <a:pt x="899" y="2183"/>
                </a:cubicBezTo>
                <a:cubicBezTo>
                  <a:pt x="1394" y="2303"/>
                  <a:pt x="1796" y="1991"/>
                  <a:pt x="1887" y="1519"/>
                </a:cubicBezTo>
                <a:cubicBezTo>
                  <a:pt x="1925" y="1320"/>
                  <a:pt x="1924" y="1110"/>
                  <a:pt x="1851" y="920"/>
                </a:cubicBezTo>
                <a:cubicBezTo>
                  <a:pt x="1783" y="745"/>
                  <a:pt x="1663" y="608"/>
                  <a:pt x="1533" y="479"/>
                </a:cubicBezTo>
                <a:close/>
              </a:path>
            </a:pathLst>
          </a:custGeom>
          <a:solidFill>
            <a:srgbClr val="F3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F87CF-3569-4A6D-ABE9-80B564D3AFB4}" type="datetimeFigureOut">
              <a:rPr lang="zh-CN" altLang="en-US" smtClean="0"/>
              <a:t>2021/6/3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1EDE2-ED55-47B1-BF0C-0EF98048EB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2280219" y="2595948"/>
            <a:ext cx="4583562" cy="551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1050" kern="0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单击此处可编辑内容，建议使用微软雅黑字体。您的内容打在这里，或者通过复制您的文本后，在此框中选择粘贴，并选择只保留文字。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658382" y="1872465"/>
            <a:ext cx="58272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</a:rPr>
              <a:t>流行色清新开题答辩模板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804852" y="1522214"/>
            <a:ext cx="5534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600" b="1" i="1">
                <a:solidFill>
                  <a:srgbClr val="7C89AD"/>
                </a:solidFill>
                <a:latin typeface="+mj-lt"/>
              </a:rPr>
              <a:t>Fresh Opening Reply Template</a:t>
            </a:r>
            <a:endParaRPr lang="zh-CN" altLang="en-US" sz="1600" b="1" i="1">
              <a:solidFill>
                <a:srgbClr val="7C89AD"/>
              </a:solidFill>
              <a:latin typeface="+mj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731624" y="3431178"/>
            <a:ext cx="1680753" cy="348342"/>
          </a:xfrm>
          <a:prstGeom prst="roundRect">
            <a:avLst>
              <a:gd name="adj" fmla="val 50000"/>
            </a:avLst>
          </a:prstGeom>
          <a:solidFill>
            <a:srgbClr val="EFB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答辩学生：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XX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 bwMode="auto">
          <a:xfrm>
            <a:off x="1275748" y="64115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2800" b="1" kern="10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论文</a:t>
            </a:r>
            <a:r>
              <a:rPr lang="zh-CN" altLang="en-US" sz="2800" kern="10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摘要</a:t>
            </a:r>
          </a:p>
        </p:txBody>
      </p:sp>
      <p:sp>
        <p:nvSpPr>
          <p:cNvPr id="26" name="矩形 25"/>
          <p:cNvSpPr/>
          <p:nvPr/>
        </p:nvSpPr>
        <p:spPr bwMode="auto">
          <a:xfrm>
            <a:off x="1109293" y="1097270"/>
            <a:ext cx="17727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600" b="1" i="1">
                <a:solidFill>
                  <a:schemeClr val="bg1"/>
                </a:solidFill>
                <a:latin typeface="+mj-lt"/>
              </a:rPr>
              <a:t>Paper Abstrac</a:t>
            </a:r>
            <a:endParaRPr lang="zh-CN" altLang="en-US" sz="1600" b="1" i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169785" y="1584023"/>
            <a:ext cx="5433442" cy="262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您的内容打在这里，或者通过复制您的文本后，在此框中选择粘贴，并选择只保留文字，建议使用微软雅黑字体。您的内容打在这里，或者通过复制您的文本后，在此框中选择粘贴，并选择只保留文字，</a:t>
            </a:r>
            <a:endParaRPr lang="en-US" altLang="zh-CN" sz="120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建议使用微软雅黑字体。您的内容打在这里，或者通过复制您的文本后，在此框中选择粘贴，并选择只保留文字，建议使用微软雅黑字体。您的内容打在这里，或者通过复制您的文本后，在此框中选择粘贴，并选择只保留文字，建议使用微软雅黑字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53300" y="776312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+mj-ea"/>
                <a:ea typeface="+mj-ea"/>
                <a:sym typeface="+mn-lt"/>
              </a:rPr>
              <a:t>目录</a:t>
            </a:r>
          </a:p>
        </p:txBody>
      </p:sp>
      <p:sp>
        <p:nvSpPr>
          <p:cNvPr id="6" name="矩形 5"/>
          <p:cNvSpPr/>
          <p:nvPr/>
        </p:nvSpPr>
        <p:spPr>
          <a:xfrm>
            <a:off x="1224842" y="1387012"/>
            <a:ext cx="15087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>
                <a:solidFill>
                  <a:schemeClr val="bg1"/>
                </a:solidFill>
                <a:latin typeface="+mj-lt"/>
                <a:ea typeface="+mj-ea"/>
                <a:sym typeface="+mn-lt"/>
              </a:rPr>
              <a:t>Contents</a:t>
            </a:r>
            <a:endParaRPr lang="zh-CN" altLang="en-US" sz="2400" b="1">
              <a:solidFill>
                <a:schemeClr val="bg1"/>
              </a:solidFill>
              <a:latin typeface="+mj-lt"/>
              <a:ea typeface="+mj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988196" y="930632"/>
            <a:ext cx="405799" cy="405799"/>
          </a:xfrm>
          <a:prstGeom prst="ellipse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988196" y="1959160"/>
            <a:ext cx="405799" cy="405799"/>
          </a:xfrm>
          <a:prstGeom prst="ellipse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988196" y="2987688"/>
            <a:ext cx="405799" cy="405799"/>
          </a:xfrm>
          <a:prstGeom prst="ellipse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988196" y="4016215"/>
            <a:ext cx="405799" cy="405799"/>
          </a:xfrm>
          <a:prstGeom prst="ellipse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 bwMode="auto">
          <a:xfrm>
            <a:off x="4542685" y="880550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选题的背景与意义</a:t>
            </a:r>
          </a:p>
        </p:txBody>
      </p:sp>
      <p:sp>
        <p:nvSpPr>
          <p:cNvPr id="16" name="矩形 15"/>
          <p:cNvSpPr/>
          <p:nvPr/>
        </p:nvSpPr>
        <p:spPr>
          <a:xfrm>
            <a:off x="4572000" y="1263059"/>
            <a:ext cx="282454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00">
                <a:solidFill>
                  <a:srgbClr val="4C4B5D"/>
                </a:solidFill>
                <a:latin typeface="+mj-lt"/>
              </a:rPr>
              <a:t>Background and significance of topic selection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4542685" y="1914008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研究的目的与思路</a:t>
            </a:r>
          </a:p>
        </p:txBody>
      </p:sp>
      <p:sp>
        <p:nvSpPr>
          <p:cNvPr id="18" name="矩形 17"/>
          <p:cNvSpPr/>
          <p:nvPr/>
        </p:nvSpPr>
        <p:spPr>
          <a:xfrm>
            <a:off x="4572000" y="2296517"/>
            <a:ext cx="282454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00">
                <a:solidFill>
                  <a:srgbClr val="4C4B5D"/>
                </a:solidFill>
                <a:latin typeface="+mj-lt"/>
              </a:rPr>
              <a:t>The purpose and thinking of the research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4542685" y="2947466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研究的方法与过程</a:t>
            </a:r>
          </a:p>
        </p:txBody>
      </p:sp>
      <p:sp>
        <p:nvSpPr>
          <p:cNvPr id="20" name="矩形 19"/>
          <p:cNvSpPr/>
          <p:nvPr/>
        </p:nvSpPr>
        <p:spPr>
          <a:xfrm>
            <a:off x="4572000" y="3329975"/>
            <a:ext cx="282454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00">
                <a:solidFill>
                  <a:srgbClr val="4C4B5D"/>
                </a:solidFill>
                <a:latin typeface="+mj-lt"/>
              </a:rPr>
              <a:t>Research method and process</a:t>
            </a:r>
          </a:p>
        </p:txBody>
      </p:sp>
      <p:sp>
        <p:nvSpPr>
          <p:cNvPr id="21" name="矩形 20"/>
          <p:cNvSpPr/>
          <p:nvPr/>
        </p:nvSpPr>
        <p:spPr bwMode="auto">
          <a:xfrm>
            <a:off x="4542685" y="398092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研究的目标与计划安排</a:t>
            </a:r>
          </a:p>
        </p:txBody>
      </p:sp>
      <p:sp>
        <p:nvSpPr>
          <p:cNvPr id="22" name="矩形 21"/>
          <p:cNvSpPr/>
          <p:nvPr/>
        </p:nvSpPr>
        <p:spPr>
          <a:xfrm>
            <a:off x="4572000" y="4363432"/>
            <a:ext cx="282454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00">
                <a:solidFill>
                  <a:srgbClr val="4C4B5D"/>
                </a:solidFill>
                <a:latin typeface="+mj-lt"/>
              </a:rPr>
              <a:t>Research objectives and planning</a:t>
            </a:r>
          </a:p>
        </p:txBody>
      </p:sp>
      <p:sp>
        <p:nvSpPr>
          <p:cNvPr id="25" name="矩形 24"/>
          <p:cNvSpPr/>
          <p:nvPr/>
        </p:nvSpPr>
        <p:spPr>
          <a:xfrm>
            <a:off x="3970522" y="952317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+mj-lt"/>
                <a:ea typeface="+mj-ea"/>
                <a:sym typeface="+mn-lt"/>
              </a:rPr>
              <a:t>01</a:t>
            </a:r>
            <a:endParaRPr lang="zh-CN" altLang="en-US" b="1" i="1">
              <a:solidFill>
                <a:schemeClr val="bg1"/>
              </a:solidFill>
              <a:latin typeface="+mj-lt"/>
              <a:ea typeface="+mj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70522" y="1964108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+mj-lt"/>
                <a:ea typeface="+mj-ea"/>
                <a:sym typeface="+mn-lt"/>
              </a:rPr>
              <a:t>02</a:t>
            </a:r>
            <a:endParaRPr lang="zh-CN" altLang="en-US" b="1" i="1">
              <a:solidFill>
                <a:schemeClr val="bg1"/>
              </a:solidFill>
              <a:latin typeface="+mj-lt"/>
              <a:ea typeface="+mj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970522" y="3008364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+mj-lt"/>
                <a:ea typeface="+mj-ea"/>
                <a:sym typeface="+mn-lt"/>
              </a:rPr>
              <a:t>03</a:t>
            </a:r>
            <a:endParaRPr lang="zh-CN" altLang="en-US" b="1" i="1">
              <a:solidFill>
                <a:schemeClr val="bg1"/>
              </a:solidFill>
              <a:latin typeface="+mj-lt"/>
              <a:ea typeface="+mj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970522" y="4039156"/>
            <a:ext cx="441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+mj-lt"/>
                <a:ea typeface="+mj-ea"/>
                <a:sym typeface="+mn-lt"/>
              </a:rPr>
              <a:t>04</a:t>
            </a:r>
            <a:endParaRPr lang="zh-CN" altLang="en-US" b="1" i="1">
              <a:solidFill>
                <a:schemeClr val="bg1"/>
              </a:solidFill>
              <a:latin typeface="+mj-lt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280219" y="2911197"/>
            <a:ext cx="4583562" cy="551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1050" kern="0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单击此处可编辑内容，建议使用微软雅黑字体。您的内容打在这里，或者通过复制您的文本后，在此框中选择粘贴，并选择只保留文字。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27823" y="2187714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</a:rPr>
              <a:t>选题的背景与意义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4006443" y="3775721"/>
            <a:ext cx="1131114" cy="246221"/>
          </a:xfrm>
          <a:prstGeom prst="roundRect">
            <a:avLst>
              <a:gd name="adj" fmla="val 50000"/>
            </a:avLst>
          </a:prstGeom>
          <a:solidFill>
            <a:srgbClr val="EFB8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/>
                <a:cs typeface="+mn-cs"/>
              </a:rPr>
              <a:t>第一单元</a:t>
            </a:r>
          </a:p>
        </p:txBody>
      </p:sp>
      <p:sp>
        <p:nvSpPr>
          <p:cNvPr id="9" name="椭圆 8"/>
          <p:cNvSpPr/>
          <p:nvPr/>
        </p:nvSpPr>
        <p:spPr>
          <a:xfrm>
            <a:off x="3984584" y="897036"/>
            <a:ext cx="1174831" cy="1174831"/>
          </a:xfrm>
          <a:prstGeom prst="ellipse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135021" y="1033340"/>
            <a:ext cx="8739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i="1">
                <a:solidFill>
                  <a:schemeClr val="bg1"/>
                </a:solidFill>
                <a:latin typeface="+mj-lt"/>
                <a:ea typeface="+mj-ea"/>
                <a:sym typeface="+mn-lt"/>
              </a:rPr>
              <a:t>01</a:t>
            </a:r>
            <a:endParaRPr lang="zh-CN" altLang="en-US" sz="4800" b="1" i="1">
              <a:solidFill>
                <a:schemeClr val="bg1"/>
              </a:solidFill>
              <a:latin typeface="+mj-lt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791074" y="16525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选题的背景与意义</a:t>
            </a:r>
          </a:p>
        </p:txBody>
      </p:sp>
      <p:sp>
        <p:nvSpPr>
          <p:cNvPr id="11" name="矩形 10"/>
          <p:cNvSpPr/>
          <p:nvPr/>
        </p:nvSpPr>
        <p:spPr>
          <a:xfrm>
            <a:off x="791367" y="500063"/>
            <a:ext cx="33646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1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Background and significance of topic selection</a:t>
            </a:r>
          </a:p>
        </p:txBody>
      </p:sp>
      <p:sp>
        <p:nvSpPr>
          <p:cNvPr id="16" name="文本框 1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4801218" y="148609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选题的背景</a:t>
            </a:r>
          </a:p>
        </p:txBody>
      </p:sp>
      <p:sp>
        <p:nvSpPr>
          <p:cNvPr id="17" name="矩形 16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4810454" y="1988602"/>
            <a:ext cx="3973328" cy="793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微软雅黑" panose="020B0503020204020204" charset="-122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您的内容打在这里，或者通过复制您的文本后，在此框中选择粘贴，并选择只保留文字您的内容打在这里，或者通过复制您的文本后，在此框中选择粘贴，并选择只保留文字</a:t>
            </a:r>
          </a:p>
        </p:txBody>
      </p:sp>
      <p:sp>
        <p:nvSpPr>
          <p:cNvPr id="18" name="文本框 17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904051" y="350145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6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选题的背景</a:t>
            </a:r>
          </a:p>
        </p:txBody>
      </p:sp>
      <p:sp>
        <p:nvSpPr>
          <p:cNvPr id="19" name="矩形 1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904051" y="3798648"/>
            <a:ext cx="3437040" cy="549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22" name="椭圆 21"/>
          <p:cNvSpPr/>
          <p:nvPr/>
        </p:nvSpPr>
        <p:spPr>
          <a:xfrm>
            <a:off x="333511" y="3554855"/>
            <a:ext cx="486561" cy="486561"/>
          </a:xfrm>
          <a:prstGeom prst="ellipse">
            <a:avLst/>
          </a:prstGeom>
          <a:solidFill>
            <a:srgbClr val="EFB8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572000" y="3554855"/>
            <a:ext cx="486561" cy="486561"/>
          </a:xfrm>
          <a:prstGeom prst="ellipse">
            <a:avLst/>
          </a:prstGeom>
          <a:solidFill>
            <a:srgbClr val="EFB8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/>
              <a:cs typeface="+mn-cs"/>
            </a:endParaRPr>
          </a:p>
        </p:txBody>
      </p:sp>
      <p:grpSp>
        <p:nvGrpSpPr>
          <p:cNvPr id="24" name="Group 15" descr="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"/>
          <p:cNvGrpSpPr>
            <a:grpSpLocks noChangeAspect="1"/>
          </p:cNvGrpSpPr>
          <p:nvPr/>
        </p:nvGrpSpPr>
        <p:grpSpPr bwMode="auto">
          <a:xfrm>
            <a:off x="431197" y="3675051"/>
            <a:ext cx="291188" cy="246169"/>
            <a:chOff x="2425" y="1235"/>
            <a:chExt cx="912" cy="771"/>
          </a:xfrm>
          <a:solidFill>
            <a:sysClr val="window" lastClr="FFFFFF"/>
          </a:solidFill>
        </p:grpSpPr>
        <p:sp>
          <p:nvSpPr>
            <p:cNvPr id="25" name="Freeform 16"/>
            <p:cNvSpPr/>
            <p:nvPr/>
          </p:nvSpPr>
          <p:spPr bwMode="auto">
            <a:xfrm>
              <a:off x="2625" y="1422"/>
              <a:ext cx="513" cy="214"/>
            </a:xfrm>
            <a:custGeom>
              <a:avLst/>
              <a:gdLst>
                <a:gd name="T0" fmla="*/ 348 w 513"/>
                <a:gd name="T1" fmla="*/ 0 h 214"/>
                <a:gd name="T2" fmla="*/ 210 w 513"/>
                <a:gd name="T3" fmla="*/ 139 h 214"/>
                <a:gd name="T4" fmla="*/ 119 w 513"/>
                <a:gd name="T5" fmla="*/ 48 h 214"/>
                <a:gd name="T6" fmla="*/ 0 w 513"/>
                <a:gd name="T7" fmla="*/ 166 h 214"/>
                <a:gd name="T8" fmla="*/ 38 w 513"/>
                <a:gd name="T9" fmla="*/ 202 h 214"/>
                <a:gd name="T10" fmla="*/ 119 w 513"/>
                <a:gd name="T11" fmla="*/ 123 h 214"/>
                <a:gd name="T12" fmla="*/ 210 w 513"/>
                <a:gd name="T13" fmla="*/ 214 h 214"/>
                <a:gd name="T14" fmla="*/ 348 w 513"/>
                <a:gd name="T15" fmla="*/ 76 h 214"/>
                <a:gd name="T16" fmla="*/ 475 w 513"/>
                <a:gd name="T17" fmla="*/ 202 h 214"/>
                <a:gd name="T18" fmla="*/ 513 w 513"/>
                <a:gd name="T19" fmla="*/ 165 h 214"/>
                <a:gd name="T20" fmla="*/ 348 w 513"/>
                <a:gd name="T21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3" h="214">
                  <a:moveTo>
                    <a:pt x="348" y="0"/>
                  </a:moveTo>
                  <a:lnTo>
                    <a:pt x="210" y="139"/>
                  </a:lnTo>
                  <a:lnTo>
                    <a:pt x="119" y="48"/>
                  </a:lnTo>
                  <a:lnTo>
                    <a:pt x="0" y="166"/>
                  </a:lnTo>
                  <a:lnTo>
                    <a:pt x="38" y="202"/>
                  </a:lnTo>
                  <a:lnTo>
                    <a:pt x="119" y="123"/>
                  </a:lnTo>
                  <a:lnTo>
                    <a:pt x="210" y="214"/>
                  </a:lnTo>
                  <a:lnTo>
                    <a:pt x="348" y="76"/>
                  </a:lnTo>
                  <a:lnTo>
                    <a:pt x="475" y="202"/>
                  </a:lnTo>
                  <a:lnTo>
                    <a:pt x="513" y="165"/>
                  </a:lnTo>
                  <a:lnTo>
                    <a:pt x="34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2425" y="1235"/>
              <a:ext cx="912" cy="771"/>
            </a:xfrm>
            <a:custGeom>
              <a:avLst/>
              <a:gdLst>
                <a:gd name="T0" fmla="*/ 912 w 912"/>
                <a:gd name="T1" fmla="*/ 54 h 771"/>
                <a:gd name="T2" fmla="*/ 912 w 912"/>
                <a:gd name="T3" fmla="*/ 0 h 771"/>
                <a:gd name="T4" fmla="*/ 2 w 912"/>
                <a:gd name="T5" fmla="*/ 0 h 771"/>
                <a:gd name="T6" fmla="*/ 2 w 912"/>
                <a:gd name="T7" fmla="*/ 54 h 771"/>
                <a:gd name="T8" fmla="*/ 30 w 912"/>
                <a:gd name="T9" fmla="*/ 54 h 771"/>
                <a:gd name="T10" fmla="*/ 30 w 912"/>
                <a:gd name="T11" fmla="*/ 541 h 771"/>
                <a:gd name="T12" fmla="*/ 0 w 912"/>
                <a:gd name="T13" fmla="*/ 541 h 771"/>
                <a:gd name="T14" fmla="*/ 0 w 912"/>
                <a:gd name="T15" fmla="*/ 594 h 771"/>
                <a:gd name="T16" fmla="*/ 30 w 912"/>
                <a:gd name="T17" fmla="*/ 594 h 771"/>
                <a:gd name="T18" fmla="*/ 30 w 912"/>
                <a:gd name="T19" fmla="*/ 595 h 771"/>
                <a:gd name="T20" fmla="*/ 429 w 912"/>
                <a:gd name="T21" fmla="*/ 595 h 771"/>
                <a:gd name="T22" fmla="*/ 429 w 912"/>
                <a:gd name="T23" fmla="*/ 718 h 771"/>
                <a:gd name="T24" fmla="*/ 367 w 912"/>
                <a:gd name="T25" fmla="*/ 718 h 771"/>
                <a:gd name="T26" fmla="*/ 367 w 912"/>
                <a:gd name="T27" fmla="*/ 771 h 771"/>
                <a:gd name="T28" fmla="*/ 545 w 912"/>
                <a:gd name="T29" fmla="*/ 771 h 771"/>
                <a:gd name="T30" fmla="*/ 545 w 912"/>
                <a:gd name="T31" fmla="*/ 718 h 771"/>
                <a:gd name="T32" fmla="*/ 482 w 912"/>
                <a:gd name="T33" fmla="*/ 718 h 771"/>
                <a:gd name="T34" fmla="*/ 482 w 912"/>
                <a:gd name="T35" fmla="*/ 595 h 771"/>
                <a:gd name="T36" fmla="*/ 885 w 912"/>
                <a:gd name="T37" fmla="*/ 595 h 771"/>
                <a:gd name="T38" fmla="*/ 885 w 912"/>
                <a:gd name="T39" fmla="*/ 594 h 771"/>
                <a:gd name="T40" fmla="*/ 911 w 912"/>
                <a:gd name="T41" fmla="*/ 594 h 771"/>
                <a:gd name="T42" fmla="*/ 911 w 912"/>
                <a:gd name="T43" fmla="*/ 541 h 771"/>
                <a:gd name="T44" fmla="*/ 885 w 912"/>
                <a:gd name="T45" fmla="*/ 541 h 771"/>
                <a:gd name="T46" fmla="*/ 885 w 912"/>
                <a:gd name="T47" fmla="*/ 54 h 771"/>
                <a:gd name="T48" fmla="*/ 912 w 912"/>
                <a:gd name="T49" fmla="*/ 54 h 771"/>
                <a:gd name="T50" fmla="*/ 83 w 912"/>
                <a:gd name="T51" fmla="*/ 541 h 771"/>
                <a:gd name="T52" fmla="*/ 83 w 912"/>
                <a:gd name="T53" fmla="*/ 55 h 771"/>
                <a:gd name="T54" fmla="*/ 832 w 912"/>
                <a:gd name="T55" fmla="*/ 55 h 771"/>
                <a:gd name="T56" fmla="*/ 832 w 912"/>
                <a:gd name="T57" fmla="*/ 541 h 771"/>
                <a:gd name="T58" fmla="*/ 83 w 912"/>
                <a:gd name="T59" fmla="*/ 541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12" h="771">
                  <a:moveTo>
                    <a:pt x="912" y="54"/>
                  </a:moveTo>
                  <a:lnTo>
                    <a:pt x="912" y="0"/>
                  </a:lnTo>
                  <a:lnTo>
                    <a:pt x="2" y="0"/>
                  </a:lnTo>
                  <a:lnTo>
                    <a:pt x="2" y="54"/>
                  </a:lnTo>
                  <a:lnTo>
                    <a:pt x="30" y="54"/>
                  </a:lnTo>
                  <a:lnTo>
                    <a:pt x="30" y="541"/>
                  </a:lnTo>
                  <a:lnTo>
                    <a:pt x="0" y="541"/>
                  </a:lnTo>
                  <a:lnTo>
                    <a:pt x="0" y="594"/>
                  </a:lnTo>
                  <a:lnTo>
                    <a:pt x="30" y="594"/>
                  </a:lnTo>
                  <a:lnTo>
                    <a:pt x="30" y="595"/>
                  </a:lnTo>
                  <a:lnTo>
                    <a:pt x="429" y="595"/>
                  </a:lnTo>
                  <a:lnTo>
                    <a:pt x="429" y="718"/>
                  </a:lnTo>
                  <a:lnTo>
                    <a:pt x="367" y="718"/>
                  </a:lnTo>
                  <a:lnTo>
                    <a:pt x="367" y="771"/>
                  </a:lnTo>
                  <a:lnTo>
                    <a:pt x="545" y="771"/>
                  </a:lnTo>
                  <a:lnTo>
                    <a:pt x="545" y="718"/>
                  </a:lnTo>
                  <a:lnTo>
                    <a:pt x="482" y="718"/>
                  </a:lnTo>
                  <a:lnTo>
                    <a:pt x="482" y="595"/>
                  </a:lnTo>
                  <a:lnTo>
                    <a:pt x="885" y="595"/>
                  </a:lnTo>
                  <a:lnTo>
                    <a:pt x="885" y="594"/>
                  </a:lnTo>
                  <a:lnTo>
                    <a:pt x="911" y="594"/>
                  </a:lnTo>
                  <a:lnTo>
                    <a:pt x="911" y="541"/>
                  </a:lnTo>
                  <a:lnTo>
                    <a:pt x="885" y="541"/>
                  </a:lnTo>
                  <a:lnTo>
                    <a:pt x="885" y="54"/>
                  </a:lnTo>
                  <a:lnTo>
                    <a:pt x="912" y="54"/>
                  </a:lnTo>
                  <a:close/>
                  <a:moveTo>
                    <a:pt x="83" y="541"/>
                  </a:moveTo>
                  <a:lnTo>
                    <a:pt x="83" y="55"/>
                  </a:lnTo>
                  <a:lnTo>
                    <a:pt x="832" y="55"/>
                  </a:lnTo>
                  <a:lnTo>
                    <a:pt x="832" y="541"/>
                  </a:lnTo>
                  <a:lnTo>
                    <a:pt x="83" y="5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7" name="Group 20" descr="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"/>
          <p:cNvGrpSpPr>
            <a:grpSpLocks noChangeAspect="1"/>
          </p:cNvGrpSpPr>
          <p:nvPr/>
        </p:nvGrpSpPr>
        <p:grpSpPr bwMode="auto">
          <a:xfrm>
            <a:off x="4656943" y="3679556"/>
            <a:ext cx="316674" cy="237159"/>
            <a:chOff x="2423" y="1278"/>
            <a:chExt cx="912" cy="683"/>
          </a:xfrm>
          <a:solidFill>
            <a:sysClr val="window" lastClr="FFFFFF"/>
          </a:solidFill>
        </p:grpSpPr>
        <p:sp>
          <p:nvSpPr>
            <p:cNvPr id="28" name="Freeform 21"/>
            <p:cNvSpPr/>
            <p:nvPr/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 22"/>
            <p:cNvSpPr>
              <a:spLocks noEditPoints="1"/>
            </p:cNvSpPr>
            <p:nvPr/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0" name="文本框 2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5121151" y="350145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6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选题的背景</a:t>
            </a:r>
          </a:p>
        </p:txBody>
      </p:sp>
      <p:sp>
        <p:nvSpPr>
          <p:cNvPr id="31" name="矩形 3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5121151" y="3798648"/>
            <a:ext cx="3597976" cy="549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2" b="15402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>
            <a:off x="277091" y="1205345"/>
            <a:ext cx="2041236" cy="3380509"/>
          </a:xfrm>
          <a:prstGeom prst="roundRect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/>
          <p:cNvSpPr/>
          <p:nvPr/>
        </p:nvSpPr>
        <p:spPr>
          <a:xfrm>
            <a:off x="2469188" y="1205345"/>
            <a:ext cx="2041236" cy="3380509"/>
          </a:xfrm>
          <a:prstGeom prst="roundRect">
            <a:avLst/>
          </a:prstGeom>
          <a:solidFill>
            <a:srgbClr val="EFB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4661285" y="1205345"/>
            <a:ext cx="2041236" cy="3380509"/>
          </a:xfrm>
          <a:prstGeom prst="roundRect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/>
          <p:cNvSpPr/>
          <p:nvPr/>
        </p:nvSpPr>
        <p:spPr>
          <a:xfrm>
            <a:off x="6853383" y="1205345"/>
            <a:ext cx="2041236" cy="3380509"/>
          </a:xfrm>
          <a:prstGeom prst="roundRect">
            <a:avLst/>
          </a:prstGeom>
          <a:solidFill>
            <a:srgbClr val="EFB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791074" y="16525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选题的背景与意义</a:t>
            </a:r>
          </a:p>
        </p:txBody>
      </p:sp>
      <p:sp>
        <p:nvSpPr>
          <p:cNvPr id="11" name="矩形 10"/>
          <p:cNvSpPr/>
          <p:nvPr/>
        </p:nvSpPr>
        <p:spPr>
          <a:xfrm>
            <a:off x="791367" y="500063"/>
            <a:ext cx="33646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1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Background and significance of topic selection</a:t>
            </a:r>
          </a:p>
        </p:txBody>
      </p:sp>
      <p:sp>
        <p:nvSpPr>
          <p:cNvPr id="20" name="椭圆 19"/>
          <p:cNvSpPr/>
          <p:nvPr/>
        </p:nvSpPr>
        <p:spPr>
          <a:xfrm>
            <a:off x="758735" y="1429101"/>
            <a:ext cx="1120066" cy="1120066"/>
          </a:xfrm>
          <a:prstGeom prst="ellipse">
            <a:avLst/>
          </a:prstGeom>
          <a:solidFill>
            <a:srgbClr val="F9F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713474" y="278922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选题的意义</a:t>
            </a:r>
          </a:p>
        </p:txBody>
      </p:sp>
      <p:sp>
        <p:nvSpPr>
          <p:cNvPr id="32" name="矩形 3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293831" y="3170697"/>
            <a:ext cx="2049875" cy="1034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>
                <a:solidFill>
                  <a:schemeClr val="bg1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33" name="椭圆 32"/>
          <p:cNvSpPr/>
          <p:nvPr/>
        </p:nvSpPr>
        <p:spPr>
          <a:xfrm>
            <a:off x="2939393" y="1429101"/>
            <a:ext cx="1120066" cy="1120066"/>
          </a:xfrm>
          <a:prstGeom prst="ellipse">
            <a:avLst/>
          </a:prstGeom>
          <a:solidFill>
            <a:srgbClr val="F9F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2894132" y="278922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选题的意义</a:t>
            </a:r>
          </a:p>
        </p:txBody>
      </p:sp>
      <p:sp>
        <p:nvSpPr>
          <p:cNvPr id="35" name="矩形 3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2474489" y="3170697"/>
            <a:ext cx="2049875" cy="1034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>
                <a:solidFill>
                  <a:schemeClr val="bg1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36" name="椭圆 35"/>
          <p:cNvSpPr/>
          <p:nvPr/>
        </p:nvSpPr>
        <p:spPr>
          <a:xfrm>
            <a:off x="5120051" y="1429101"/>
            <a:ext cx="1120066" cy="1120066"/>
          </a:xfrm>
          <a:prstGeom prst="ellipse">
            <a:avLst/>
          </a:prstGeom>
          <a:solidFill>
            <a:srgbClr val="F9F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5074790" y="278922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选题的意义</a:t>
            </a:r>
          </a:p>
        </p:txBody>
      </p:sp>
      <p:sp>
        <p:nvSpPr>
          <p:cNvPr id="38" name="矩形 37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4655147" y="3170697"/>
            <a:ext cx="2049875" cy="1034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>
                <a:solidFill>
                  <a:schemeClr val="bg1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39" name="椭圆 38"/>
          <p:cNvSpPr/>
          <p:nvPr/>
        </p:nvSpPr>
        <p:spPr>
          <a:xfrm>
            <a:off x="7300710" y="1429101"/>
            <a:ext cx="1120066" cy="1120066"/>
          </a:xfrm>
          <a:prstGeom prst="ellipse">
            <a:avLst/>
          </a:prstGeom>
          <a:solidFill>
            <a:srgbClr val="F9F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7255449" y="278922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选题的意义</a:t>
            </a:r>
          </a:p>
        </p:txBody>
      </p:sp>
      <p:sp>
        <p:nvSpPr>
          <p:cNvPr id="41" name="矩形 4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6835806" y="3170697"/>
            <a:ext cx="2049875" cy="1034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>
                <a:solidFill>
                  <a:schemeClr val="bg1"/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42" name="Freeform 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SpPr>
            <a:spLocks noEditPoints="1"/>
          </p:cNvSpPr>
          <p:nvPr/>
        </p:nvSpPr>
        <p:spPr bwMode="auto">
          <a:xfrm>
            <a:off x="1063564" y="1772254"/>
            <a:ext cx="508565" cy="433761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rgbClr val="7C89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3" name="Group 8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 bwMode="auto">
          <a:xfrm>
            <a:off x="7637047" y="1728346"/>
            <a:ext cx="447393" cy="521576"/>
            <a:chOff x="2492" y="1167"/>
            <a:chExt cx="778" cy="907"/>
          </a:xfrm>
          <a:solidFill>
            <a:srgbClr val="EFB845"/>
          </a:solidFill>
        </p:grpSpPr>
        <p:sp>
          <p:nvSpPr>
            <p:cNvPr id="44" name="Freeform 9"/>
            <p:cNvSpPr>
              <a:spLocks noEditPoints="1"/>
            </p:cNvSpPr>
            <p:nvPr/>
          </p:nvSpPr>
          <p:spPr bwMode="auto">
            <a:xfrm>
              <a:off x="2492" y="1167"/>
              <a:ext cx="778" cy="907"/>
            </a:xfrm>
            <a:custGeom>
              <a:avLst/>
              <a:gdLst>
                <a:gd name="T0" fmla="*/ 579 w 636"/>
                <a:gd name="T1" fmla="*/ 0 h 746"/>
                <a:gd name="T2" fmla="*/ 57 w 636"/>
                <a:gd name="T3" fmla="*/ 0 h 746"/>
                <a:gd name="T4" fmla="*/ 0 w 636"/>
                <a:gd name="T5" fmla="*/ 57 h 746"/>
                <a:gd name="T6" fmla="*/ 0 w 636"/>
                <a:gd name="T7" fmla="*/ 689 h 746"/>
                <a:gd name="T8" fmla="*/ 57 w 636"/>
                <a:gd name="T9" fmla="*/ 746 h 746"/>
                <a:gd name="T10" fmla="*/ 579 w 636"/>
                <a:gd name="T11" fmla="*/ 746 h 746"/>
                <a:gd name="T12" fmla="*/ 636 w 636"/>
                <a:gd name="T13" fmla="*/ 689 h 746"/>
                <a:gd name="T14" fmla="*/ 636 w 636"/>
                <a:gd name="T15" fmla="*/ 57 h 746"/>
                <a:gd name="T16" fmla="*/ 579 w 636"/>
                <a:gd name="T17" fmla="*/ 0 h 746"/>
                <a:gd name="T18" fmla="*/ 43 w 636"/>
                <a:gd name="T19" fmla="*/ 689 h 746"/>
                <a:gd name="T20" fmla="*/ 43 w 636"/>
                <a:gd name="T21" fmla="*/ 57 h 746"/>
                <a:gd name="T22" fmla="*/ 57 w 636"/>
                <a:gd name="T23" fmla="*/ 43 h 746"/>
                <a:gd name="T24" fmla="*/ 94 w 636"/>
                <a:gd name="T25" fmla="*/ 43 h 746"/>
                <a:gd name="T26" fmla="*/ 94 w 636"/>
                <a:gd name="T27" fmla="*/ 703 h 746"/>
                <a:gd name="T28" fmla="*/ 57 w 636"/>
                <a:gd name="T29" fmla="*/ 703 h 746"/>
                <a:gd name="T30" fmla="*/ 43 w 636"/>
                <a:gd name="T31" fmla="*/ 689 h 746"/>
                <a:gd name="T32" fmla="*/ 593 w 636"/>
                <a:gd name="T33" fmla="*/ 689 h 746"/>
                <a:gd name="T34" fmla="*/ 579 w 636"/>
                <a:gd name="T35" fmla="*/ 703 h 746"/>
                <a:gd name="T36" fmla="*/ 138 w 636"/>
                <a:gd name="T37" fmla="*/ 703 h 746"/>
                <a:gd name="T38" fmla="*/ 138 w 636"/>
                <a:gd name="T39" fmla="*/ 43 h 746"/>
                <a:gd name="T40" fmla="*/ 579 w 636"/>
                <a:gd name="T41" fmla="*/ 43 h 746"/>
                <a:gd name="T42" fmla="*/ 593 w 636"/>
                <a:gd name="T43" fmla="*/ 57 h 746"/>
                <a:gd name="T44" fmla="*/ 593 w 636"/>
                <a:gd name="T45" fmla="*/ 689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6" h="746">
                  <a:moveTo>
                    <a:pt x="579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5"/>
                    <a:pt x="0" y="5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0" y="721"/>
                    <a:pt x="25" y="746"/>
                    <a:pt x="57" y="746"/>
                  </a:cubicBezTo>
                  <a:cubicBezTo>
                    <a:pt x="579" y="746"/>
                    <a:pt x="579" y="746"/>
                    <a:pt x="579" y="746"/>
                  </a:cubicBezTo>
                  <a:cubicBezTo>
                    <a:pt x="611" y="746"/>
                    <a:pt x="636" y="721"/>
                    <a:pt x="636" y="689"/>
                  </a:cubicBezTo>
                  <a:cubicBezTo>
                    <a:pt x="636" y="57"/>
                    <a:pt x="636" y="57"/>
                    <a:pt x="636" y="57"/>
                  </a:cubicBezTo>
                  <a:cubicBezTo>
                    <a:pt x="636" y="25"/>
                    <a:pt x="611" y="0"/>
                    <a:pt x="579" y="0"/>
                  </a:cubicBezTo>
                  <a:close/>
                  <a:moveTo>
                    <a:pt x="43" y="689"/>
                  </a:moveTo>
                  <a:cubicBezTo>
                    <a:pt x="43" y="57"/>
                    <a:pt x="43" y="57"/>
                    <a:pt x="43" y="57"/>
                  </a:cubicBezTo>
                  <a:cubicBezTo>
                    <a:pt x="43" y="49"/>
                    <a:pt x="49" y="43"/>
                    <a:pt x="57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703"/>
                    <a:pt x="94" y="703"/>
                    <a:pt x="94" y="703"/>
                  </a:cubicBezTo>
                  <a:cubicBezTo>
                    <a:pt x="57" y="703"/>
                    <a:pt x="57" y="703"/>
                    <a:pt x="57" y="703"/>
                  </a:cubicBezTo>
                  <a:cubicBezTo>
                    <a:pt x="49" y="703"/>
                    <a:pt x="43" y="697"/>
                    <a:pt x="43" y="689"/>
                  </a:cubicBezTo>
                  <a:close/>
                  <a:moveTo>
                    <a:pt x="593" y="689"/>
                  </a:moveTo>
                  <a:cubicBezTo>
                    <a:pt x="593" y="697"/>
                    <a:pt x="587" y="703"/>
                    <a:pt x="579" y="703"/>
                  </a:cubicBezTo>
                  <a:cubicBezTo>
                    <a:pt x="138" y="703"/>
                    <a:pt x="138" y="703"/>
                    <a:pt x="138" y="70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579" y="43"/>
                    <a:pt x="579" y="43"/>
                    <a:pt x="579" y="43"/>
                  </a:cubicBezTo>
                  <a:cubicBezTo>
                    <a:pt x="587" y="43"/>
                    <a:pt x="593" y="49"/>
                    <a:pt x="593" y="57"/>
                  </a:cubicBezTo>
                  <a:lnTo>
                    <a:pt x="593" y="689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" name="Rectangle 10"/>
            <p:cNvSpPr>
              <a:spLocks noChangeArrowheads="1"/>
            </p:cNvSpPr>
            <p:nvPr/>
          </p:nvSpPr>
          <p:spPr bwMode="auto">
            <a:xfrm>
              <a:off x="2694" y="1474"/>
              <a:ext cx="184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Rectangle 11"/>
            <p:cNvSpPr>
              <a:spLocks noChangeArrowheads="1"/>
            </p:cNvSpPr>
            <p:nvPr/>
          </p:nvSpPr>
          <p:spPr bwMode="auto">
            <a:xfrm>
              <a:off x="2694" y="1352"/>
              <a:ext cx="245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7" name="Freeform 12"/>
            <p:cNvSpPr>
              <a:spLocks noEditPoints="1"/>
            </p:cNvSpPr>
            <p:nvPr/>
          </p:nvSpPr>
          <p:spPr bwMode="auto">
            <a:xfrm>
              <a:off x="2968" y="1381"/>
              <a:ext cx="187" cy="606"/>
            </a:xfrm>
            <a:custGeom>
              <a:avLst/>
              <a:gdLst>
                <a:gd name="T0" fmla="*/ 0 w 153"/>
                <a:gd name="T1" fmla="*/ 76 h 498"/>
                <a:gd name="T2" fmla="*/ 0 w 153"/>
                <a:gd name="T3" fmla="*/ 441 h 498"/>
                <a:gd name="T4" fmla="*/ 57 w 153"/>
                <a:gd name="T5" fmla="*/ 498 h 498"/>
                <a:gd name="T6" fmla="*/ 96 w 153"/>
                <a:gd name="T7" fmla="*/ 498 h 498"/>
                <a:gd name="T8" fmla="*/ 153 w 153"/>
                <a:gd name="T9" fmla="*/ 441 h 498"/>
                <a:gd name="T10" fmla="*/ 153 w 153"/>
                <a:gd name="T11" fmla="*/ 76 h 498"/>
                <a:gd name="T12" fmla="*/ 77 w 153"/>
                <a:gd name="T13" fmla="*/ 0 h 498"/>
                <a:gd name="T14" fmla="*/ 0 w 153"/>
                <a:gd name="T15" fmla="*/ 76 h 498"/>
                <a:gd name="T16" fmla="*/ 109 w 153"/>
                <a:gd name="T17" fmla="*/ 441 h 498"/>
                <a:gd name="T18" fmla="*/ 96 w 153"/>
                <a:gd name="T19" fmla="*/ 454 h 498"/>
                <a:gd name="T20" fmla="*/ 57 w 153"/>
                <a:gd name="T21" fmla="*/ 454 h 498"/>
                <a:gd name="T22" fmla="*/ 44 w 153"/>
                <a:gd name="T23" fmla="*/ 441 h 498"/>
                <a:gd name="T24" fmla="*/ 44 w 153"/>
                <a:gd name="T25" fmla="*/ 94 h 498"/>
                <a:gd name="T26" fmla="*/ 77 w 153"/>
                <a:gd name="T27" fmla="*/ 62 h 498"/>
                <a:gd name="T28" fmla="*/ 109 w 153"/>
                <a:gd name="T29" fmla="*/ 94 h 498"/>
                <a:gd name="T30" fmla="*/ 109 w 153"/>
                <a:gd name="T31" fmla="*/ 44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3" h="498">
                  <a:moveTo>
                    <a:pt x="0" y="76"/>
                  </a:moveTo>
                  <a:cubicBezTo>
                    <a:pt x="0" y="441"/>
                    <a:pt x="0" y="441"/>
                    <a:pt x="0" y="441"/>
                  </a:cubicBezTo>
                  <a:cubicBezTo>
                    <a:pt x="0" y="472"/>
                    <a:pt x="26" y="498"/>
                    <a:pt x="57" y="498"/>
                  </a:cubicBezTo>
                  <a:cubicBezTo>
                    <a:pt x="96" y="498"/>
                    <a:pt x="96" y="498"/>
                    <a:pt x="96" y="498"/>
                  </a:cubicBezTo>
                  <a:cubicBezTo>
                    <a:pt x="128" y="498"/>
                    <a:pt x="153" y="472"/>
                    <a:pt x="153" y="441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76"/>
                  </a:lnTo>
                  <a:close/>
                  <a:moveTo>
                    <a:pt x="109" y="441"/>
                  </a:moveTo>
                  <a:cubicBezTo>
                    <a:pt x="109" y="448"/>
                    <a:pt x="104" y="454"/>
                    <a:pt x="96" y="454"/>
                  </a:cubicBezTo>
                  <a:cubicBezTo>
                    <a:pt x="57" y="454"/>
                    <a:pt x="57" y="454"/>
                    <a:pt x="57" y="454"/>
                  </a:cubicBezTo>
                  <a:cubicBezTo>
                    <a:pt x="50" y="454"/>
                    <a:pt x="44" y="448"/>
                    <a:pt x="44" y="441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109" y="94"/>
                    <a:pt x="109" y="94"/>
                    <a:pt x="109" y="94"/>
                  </a:cubicBezTo>
                  <a:lnTo>
                    <a:pt x="109" y="44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48" name="Group 1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 bwMode="auto">
          <a:xfrm>
            <a:off x="5372470" y="1729078"/>
            <a:ext cx="615229" cy="520112"/>
            <a:chOff x="2425" y="1235"/>
            <a:chExt cx="912" cy="771"/>
          </a:xfrm>
          <a:solidFill>
            <a:srgbClr val="7C89AD"/>
          </a:solidFill>
        </p:grpSpPr>
        <p:sp>
          <p:nvSpPr>
            <p:cNvPr id="49" name="Freeform 16"/>
            <p:cNvSpPr/>
            <p:nvPr/>
          </p:nvSpPr>
          <p:spPr bwMode="auto">
            <a:xfrm>
              <a:off x="2625" y="1422"/>
              <a:ext cx="513" cy="214"/>
            </a:xfrm>
            <a:custGeom>
              <a:avLst/>
              <a:gdLst>
                <a:gd name="T0" fmla="*/ 348 w 513"/>
                <a:gd name="T1" fmla="*/ 0 h 214"/>
                <a:gd name="T2" fmla="*/ 210 w 513"/>
                <a:gd name="T3" fmla="*/ 139 h 214"/>
                <a:gd name="T4" fmla="*/ 119 w 513"/>
                <a:gd name="T5" fmla="*/ 48 h 214"/>
                <a:gd name="T6" fmla="*/ 0 w 513"/>
                <a:gd name="T7" fmla="*/ 166 h 214"/>
                <a:gd name="T8" fmla="*/ 38 w 513"/>
                <a:gd name="T9" fmla="*/ 202 h 214"/>
                <a:gd name="T10" fmla="*/ 119 w 513"/>
                <a:gd name="T11" fmla="*/ 123 h 214"/>
                <a:gd name="T12" fmla="*/ 210 w 513"/>
                <a:gd name="T13" fmla="*/ 214 h 214"/>
                <a:gd name="T14" fmla="*/ 348 w 513"/>
                <a:gd name="T15" fmla="*/ 76 h 214"/>
                <a:gd name="T16" fmla="*/ 475 w 513"/>
                <a:gd name="T17" fmla="*/ 202 h 214"/>
                <a:gd name="T18" fmla="*/ 513 w 513"/>
                <a:gd name="T19" fmla="*/ 165 h 214"/>
                <a:gd name="T20" fmla="*/ 348 w 513"/>
                <a:gd name="T21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3" h="214">
                  <a:moveTo>
                    <a:pt x="348" y="0"/>
                  </a:moveTo>
                  <a:lnTo>
                    <a:pt x="210" y="139"/>
                  </a:lnTo>
                  <a:lnTo>
                    <a:pt x="119" y="48"/>
                  </a:lnTo>
                  <a:lnTo>
                    <a:pt x="0" y="166"/>
                  </a:lnTo>
                  <a:lnTo>
                    <a:pt x="38" y="202"/>
                  </a:lnTo>
                  <a:lnTo>
                    <a:pt x="119" y="123"/>
                  </a:lnTo>
                  <a:lnTo>
                    <a:pt x="210" y="214"/>
                  </a:lnTo>
                  <a:lnTo>
                    <a:pt x="348" y="76"/>
                  </a:lnTo>
                  <a:lnTo>
                    <a:pt x="475" y="202"/>
                  </a:lnTo>
                  <a:lnTo>
                    <a:pt x="513" y="165"/>
                  </a:lnTo>
                  <a:lnTo>
                    <a:pt x="348" y="0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0" name="Freeform 17"/>
            <p:cNvSpPr>
              <a:spLocks noEditPoints="1"/>
            </p:cNvSpPr>
            <p:nvPr/>
          </p:nvSpPr>
          <p:spPr bwMode="auto">
            <a:xfrm>
              <a:off x="2425" y="1235"/>
              <a:ext cx="912" cy="771"/>
            </a:xfrm>
            <a:custGeom>
              <a:avLst/>
              <a:gdLst>
                <a:gd name="T0" fmla="*/ 912 w 912"/>
                <a:gd name="T1" fmla="*/ 54 h 771"/>
                <a:gd name="T2" fmla="*/ 912 w 912"/>
                <a:gd name="T3" fmla="*/ 0 h 771"/>
                <a:gd name="T4" fmla="*/ 2 w 912"/>
                <a:gd name="T5" fmla="*/ 0 h 771"/>
                <a:gd name="T6" fmla="*/ 2 w 912"/>
                <a:gd name="T7" fmla="*/ 54 h 771"/>
                <a:gd name="T8" fmla="*/ 30 w 912"/>
                <a:gd name="T9" fmla="*/ 54 h 771"/>
                <a:gd name="T10" fmla="*/ 30 w 912"/>
                <a:gd name="T11" fmla="*/ 541 h 771"/>
                <a:gd name="T12" fmla="*/ 0 w 912"/>
                <a:gd name="T13" fmla="*/ 541 h 771"/>
                <a:gd name="T14" fmla="*/ 0 w 912"/>
                <a:gd name="T15" fmla="*/ 594 h 771"/>
                <a:gd name="T16" fmla="*/ 30 w 912"/>
                <a:gd name="T17" fmla="*/ 594 h 771"/>
                <a:gd name="T18" fmla="*/ 30 w 912"/>
                <a:gd name="T19" fmla="*/ 595 h 771"/>
                <a:gd name="T20" fmla="*/ 429 w 912"/>
                <a:gd name="T21" fmla="*/ 595 h 771"/>
                <a:gd name="T22" fmla="*/ 429 w 912"/>
                <a:gd name="T23" fmla="*/ 718 h 771"/>
                <a:gd name="T24" fmla="*/ 367 w 912"/>
                <a:gd name="T25" fmla="*/ 718 h 771"/>
                <a:gd name="T26" fmla="*/ 367 w 912"/>
                <a:gd name="T27" fmla="*/ 771 h 771"/>
                <a:gd name="T28" fmla="*/ 545 w 912"/>
                <a:gd name="T29" fmla="*/ 771 h 771"/>
                <a:gd name="T30" fmla="*/ 545 w 912"/>
                <a:gd name="T31" fmla="*/ 718 h 771"/>
                <a:gd name="T32" fmla="*/ 482 w 912"/>
                <a:gd name="T33" fmla="*/ 718 h 771"/>
                <a:gd name="T34" fmla="*/ 482 w 912"/>
                <a:gd name="T35" fmla="*/ 595 h 771"/>
                <a:gd name="T36" fmla="*/ 885 w 912"/>
                <a:gd name="T37" fmla="*/ 595 h 771"/>
                <a:gd name="T38" fmla="*/ 885 w 912"/>
                <a:gd name="T39" fmla="*/ 594 h 771"/>
                <a:gd name="T40" fmla="*/ 911 w 912"/>
                <a:gd name="T41" fmla="*/ 594 h 771"/>
                <a:gd name="T42" fmla="*/ 911 w 912"/>
                <a:gd name="T43" fmla="*/ 541 h 771"/>
                <a:gd name="T44" fmla="*/ 885 w 912"/>
                <a:gd name="T45" fmla="*/ 541 h 771"/>
                <a:gd name="T46" fmla="*/ 885 w 912"/>
                <a:gd name="T47" fmla="*/ 54 h 771"/>
                <a:gd name="T48" fmla="*/ 912 w 912"/>
                <a:gd name="T49" fmla="*/ 54 h 771"/>
                <a:gd name="T50" fmla="*/ 83 w 912"/>
                <a:gd name="T51" fmla="*/ 541 h 771"/>
                <a:gd name="T52" fmla="*/ 83 w 912"/>
                <a:gd name="T53" fmla="*/ 55 h 771"/>
                <a:gd name="T54" fmla="*/ 832 w 912"/>
                <a:gd name="T55" fmla="*/ 55 h 771"/>
                <a:gd name="T56" fmla="*/ 832 w 912"/>
                <a:gd name="T57" fmla="*/ 541 h 771"/>
                <a:gd name="T58" fmla="*/ 83 w 912"/>
                <a:gd name="T59" fmla="*/ 541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12" h="771">
                  <a:moveTo>
                    <a:pt x="912" y="54"/>
                  </a:moveTo>
                  <a:lnTo>
                    <a:pt x="912" y="0"/>
                  </a:lnTo>
                  <a:lnTo>
                    <a:pt x="2" y="0"/>
                  </a:lnTo>
                  <a:lnTo>
                    <a:pt x="2" y="54"/>
                  </a:lnTo>
                  <a:lnTo>
                    <a:pt x="30" y="54"/>
                  </a:lnTo>
                  <a:lnTo>
                    <a:pt x="30" y="541"/>
                  </a:lnTo>
                  <a:lnTo>
                    <a:pt x="0" y="541"/>
                  </a:lnTo>
                  <a:lnTo>
                    <a:pt x="0" y="594"/>
                  </a:lnTo>
                  <a:lnTo>
                    <a:pt x="30" y="594"/>
                  </a:lnTo>
                  <a:lnTo>
                    <a:pt x="30" y="595"/>
                  </a:lnTo>
                  <a:lnTo>
                    <a:pt x="429" y="595"/>
                  </a:lnTo>
                  <a:lnTo>
                    <a:pt x="429" y="718"/>
                  </a:lnTo>
                  <a:lnTo>
                    <a:pt x="367" y="718"/>
                  </a:lnTo>
                  <a:lnTo>
                    <a:pt x="367" y="771"/>
                  </a:lnTo>
                  <a:lnTo>
                    <a:pt x="545" y="771"/>
                  </a:lnTo>
                  <a:lnTo>
                    <a:pt x="545" y="718"/>
                  </a:lnTo>
                  <a:lnTo>
                    <a:pt x="482" y="718"/>
                  </a:lnTo>
                  <a:lnTo>
                    <a:pt x="482" y="595"/>
                  </a:lnTo>
                  <a:lnTo>
                    <a:pt x="885" y="595"/>
                  </a:lnTo>
                  <a:lnTo>
                    <a:pt x="885" y="594"/>
                  </a:lnTo>
                  <a:lnTo>
                    <a:pt x="911" y="594"/>
                  </a:lnTo>
                  <a:lnTo>
                    <a:pt x="911" y="541"/>
                  </a:lnTo>
                  <a:lnTo>
                    <a:pt x="885" y="541"/>
                  </a:lnTo>
                  <a:lnTo>
                    <a:pt x="885" y="54"/>
                  </a:lnTo>
                  <a:lnTo>
                    <a:pt x="912" y="54"/>
                  </a:lnTo>
                  <a:close/>
                  <a:moveTo>
                    <a:pt x="83" y="541"/>
                  </a:moveTo>
                  <a:lnTo>
                    <a:pt x="83" y="55"/>
                  </a:lnTo>
                  <a:lnTo>
                    <a:pt x="832" y="55"/>
                  </a:lnTo>
                  <a:lnTo>
                    <a:pt x="832" y="541"/>
                  </a:lnTo>
                  <a:lnTo>
                    <a:pt x="83" y="54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51" name="Group 20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 bwMode="auto">
          <a:xfrm>
            <a:off x="3179514" y="1738596"/>
            <a:ext cx="669079" cy="501077"/>
            <a:chOff x="2423" y="1278"/>
            <a:chExt cx="912" cy="683"/>
          </a:xfrm>
          <a:solidFill>
            <a:srgbClr val="EFB845"/>
          </a:solidFill>
        </p:grpSpPr>
        <p:sp>
          <p:nvSpPr>
            <p:cNvPr id="52" name="Freeform 21"/>
            <p:cNvSpPr/>
            <p:nvPr/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3" name="Freeform 22"/>
            <p:cNvSpPr>
              <a:spLocks noEditPoints="1"/>
            </p:cNvSpPr>
            <p:nvPr/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280219" y="2911197"/>
            <a:ext cx="4583562" cy="551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1050" kern="0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单击此处可编辑内容，建议使用微软雅黑字体。您的内容打在这里，或者通过复制您的文本后，在此框中选择粘贴，并选择只保留文字。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27823" y="2187714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</a:rPr>
              <a:t>研究的目的与思路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4006443" y="3775721"/>
            <a:ext cx="1131114" cy="246221"/>
          </a:xfrm>
          <a:prstGeom prst="roundRect">
            <a:avLst>
              <a:gd name="adj" fmla="val 50000"/>
            </a:avLst>
          </a:prstGeom>
          <a:solidFill>
            <a:srgbClr val="EFB8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/>
                <a:cs typeface="+mn-cs"/>
              </a:rPr>
              <a:t>第</a:t>
            </a:r>
            <a:r>
              <a:rPr lang="zh-CN" altLang="en-US" sz="1050" kern="0">
                <a:solidFill>
                  <a:prstClr val="white"/>
                </a:solidFill>
                <a:latin typeface="Calibri Light" panose="020F0302020204030204"/>
                <a:ea typeface="微软雅黑 Light"/>
              </a:rPr>
              <a:t>二</a:t>
            </a: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/>
                <a:cs typeface="+mn-cs"/>
              </a:rPr>
              <a:t>单元</a:t>
            </a:r>
          </a:p>
        </p:txBody>
      </p:sp>
      <p:sp>
        <p:nvSpPr>
          <p:cNvPr id="9" name="椭圆 8"/>
          <p:cNvSpPr/>
          <p:nvPr/>
        </p:nvSpPr>
        <p:spPr>
          <a:xfrm>
            <a:off x="3984584" y="897036"/>
            <a:ext cx="1174831" cy="1174831"/>
          </a:xfrm>
          <a:prstGeom prst="ellipse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135021" y="1033340"/>
            <a:ext cx="8739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i="1">
                <a:solidFill>
                  <a:schemeClr val="bg1"/>
                </a:solidFill>
                <a:latin typeface="+mj-lt"/>
                <a:ea typeface="+mj-ea"/>
                <a:sym typeface="+mn-lt"/>
              </a:rPr>
              <a:t>02</a:t>
            </a:r>
            <a:endParaRPr lang="zh-CN" altLang="en-US" sz="4800" b="1" i="1">
              <a:solidFill>
                <a:schemeClr val="bg1"/>
              </a:solidFill>
              <a:latin typeface="+mj-lt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791074" y="16525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研究的目的与思路</a:t>
            </a:r>
          </a:p>
        </p:txBody>
      </p:sp>
      <p:sp>
        <p:nvSpPr>
          <p:cNvPr id="11" name="矩形 10"/>
          <p:cNvSpPr/>
          <p:nvPr/>
        </p:nvSpPr>
        <p:spPr>
          <a:xfrm>
            <a:off x="791367" y="500063"/>
            <a:ext cx="33646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1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The purpose and thinking of the research</a:t>
            </a:r>
          </a:p>
        </p:txBody>
      </p:sp>
      <p:sp>
        <p:nvSpPr>
          <p:cNvPr id="81" name="箭头: 五边形 80"/>
          <p:cNvSpPr/>
          <p:nvPr/>
        </p:nvSpPr>
        <p:spPr>
          <a:xfrm>
            <a:off x="557858" y="1144502"/>
            <a:ext cx="3773010" cy="1626093"/>
          </a:xfrm>
          <a:prstGeom prst="homePlate">
            <a:avLst>
              <a:gd name="adj" fmla="val 31984"/>
            </a:avLst>
          </a:prstGeom>
          <a:noFill/>
          <a:ln w="19050">
            <a:solidFill>
              <a:srgbClr val="7C89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箭头: 五边形 81"/>
          <p:cNvSpPr/>
          <p:nvPr/>
        </p:nvSpPr>
        <p:spPr>
          <a:xfrm>
            <a:off x="557858" y="2973302"/>
            <a:ext cx="3773010" cy="1626093"/>
          </a:xfrm>
          <a:prstGeom prst="homePlate">
            <a:avLst>
              <a:gd name="adj" fmla="val 31984"/>
            </a:avLst>
          </a:prstGeom>
          <a:noFill/>
          <a:ln w="19050">
            <a:solidFill>
              <a:srgbClr val="7C89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箭头: 五边形 82"/>
          <p:cNvSpPr/>
          <p:nvPr/>
        </p:nvSpPr>
        <p:spPr>
          <a:xfrm flipH="1">
            <a:off x="4668219" y="1144502"/>
            <a:ext cx="3773010" cy="1626093"/>
          </a:xfrm>
          <a:prstGeom prst="homePlate">
            <a:avLst>
              <a:gd name="adj" fmla="val 31984"/>
            </a:avLst>
          </a:prstGeom>
          <a:noFill/>
          <a:ln w="19050">
            <a:solidFill>
              <a:srgbClr val="7C89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箭头: 五边形 83"/>
          <p:cNvSpPr/>
          <p:nvPr/>
        </p:nvSpPr>
        <p:spPr>
          <a:xfrm flipH="1">
            <a:off x="4668219" y="2973302"/>
            <a:ext cx="3773010" cy="1626093"/>
          </a:xfrm>
          <a:prstGeom prst="homePlate">
            <a:avLst>
              <a:gd name="adj" fmla="val 31984"/>
            </a:avLst>
          </a:prstGeom>
          <a:noFill/>
          <a:ln w="19050">
            <a:solidFill>
              <a:srgbClr val="7C89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>
            <a:off x="3496611" y="1838684"/>
            <a:ext cx="2076885" cy="2076885"/>
          </a:xfrm>
          <a:prstGeom prst="ellipse">
            <a:avLst/>
          </a:prstGeom>
          <a:solidFill>
            <a:srgbClr val="F9F6F1"/>
          </a:solidFill>
          <a:ln w="57150">
            <a:solidFill>
              <a:srgbClr val="EFB8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5848867" y="1730212"/>
            <a:ext cx="2503586" cy="793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您的内容打在这里，或者通过复制您的文本后，在此框中选择粘贴，并选择只保留文字，建议使用微软雅黑字体。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848867" y="1397320"/>
            <a:ext cx="2393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600" b="1" i="0" u="none" strike="noStrike" kern="1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Times New Roman" panose="02020603050405020304" pitchFamily="18" charset="0"/>
              </a:rPr>
              <a:t>研究</a:t>
            </a:r>
            <a:r>
              <a:rPr lang="zh-CN" altLang="en-US" sz="16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目的</a:t>
            </a:r>
            <a:endParaRPr kumimoji="0" lang="zh-CN" altLang="en-US" sz="1600" b="1" i="0" u="none" strike="noStrike" kern="100" cap="none" spc="0" normalizeH="0" baseline="0" noProof="0">
              <a:ln>
                <a:noFill/>
              </a:ln>
              <a:solidFill>
                <a:srgbClr val="7C89AD"/>
              </a:solidFill>
              <a:effectLst/>
              <a:uLnTx/>
              <a:uFillTx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848867" y="3576768"/>
            <a:ext cx="2503586" cy="793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您的内容打在这里，或者通过复制您的文本后，在此框中选择粘贴，并选择只保留文字，建议使用微软雅黑字体。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848867" y="3243876"/>
            <a:ext cx="2393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600" b="1" i="0" u="none" strike="noStrike" kern="1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Times New Roman" panose="02020603050405020304" pitchFamily="18" charset="0"/>
              </a:rPr>
              <a:t>研究目的</a:t>
            </a:r>
          </a:p>
        </p:txBody>
      </p:sp>
      <p:sp>
        <p:nvSpPr>
          <p:cNvPr id="90" name="矩形 89"/>
          <p:cNvSpPr/>
          <p:nvPr/>
        </p:nvSpPr>
        <p:spPr>
          <a:xfrm>
            <a:off x="761962" y="1783478"/>
            <a:ext cx="2503586" cy="793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您的内容打在这里，或者通过复制您的文本后，在此框中选择粘贴，并选择只保留文字，建议使用微软雅黑字体。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871973" y="1450586"/>
            <a:ext cx="2393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zh-CN" altLang="en-US" sz="1600" b="1" i="0" u="none" strike="noStrike" kern="1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Times New Roman" panose="02020603050405020304" pitchFamily="18" charset="0"/>
              </a:rPr>
              <a:t>研究目的</a:t>
            </a:r>
          </a:p>
        </p:txBody>
      </p:sp>
      <p:sp>
        <p:nvSpPr>
          <p:cNvPr id="92" name="矩形 91"/>
          <p:cNvSpPr/>
          <p:nvPr/>
        </p:nvSpPr>
        <p:spPr>
          <a:xfrm>
            <a:off x="761962" y="3630034"/>
            <a:ext cx="2503586" cy="793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您的内容打在这里，或者通过复制您的文本后，在此框中选择粘贴，并选择只保留文字，建议使用微软雅黑字体。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871973" y="3297142"/>
            <a:ext cx="2393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zh-CN" altLang="en-US" sz="1600" b="1" i="0" u="none" strike="noStrike" kern="1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Times New Roman" panose="02020603050405020304" pitchFamily="18" charset="0"/>
              </a:rPr>
              <a:t>研究</a:t>
            </a:r>
            <a:r>
              <a:rPr lang="zh-CN" altLang="en-US" sz="16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目的</a:t>
            </a:r>
            <a:endParaRPr kumimoji="0" lang="zh-CN" altLang="en-US" sz="1600" b="1" i="0" u="none" strike="noStrike" kern="100" cap="none" spc="0" normalizeH="0" baseline="0" noProof="0">
              <a:ln>
                <a:noFill/>
              </a:ln>
              <a:solidFill>
                <a:srgbClr val="7C89AD"/>
              </a:solidFill>
              <a:effectLst/>
              <a:uLnTx/>
              <a:uFillTx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r="16675"/>
          <a:stretch>
            <a:fillRect/>
          </a:stretch>
        </p:blipFill>
        <p:spPr>
          <a:xfrm>
            <a:off x="3610407" y="1952480"/>
            <a:ext cx="1849293" cy="1849293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791074" y="16525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研究的目的与思路</a:t>
            </a:r>
          </a:p>
        </p:txBody>
      </p:sp>
      <p:sp>
        <p:nvSpPr>
          <p:cNvPr id="11" name="矩形 10"/>
          <p:cNvSpPr/>
          <p:nvPr/>
        </p:nvSpPr>
        <p:spPr>
          <a:xfrm>
            <a:off x="791367" y="500063"/>
            <a:ext cx="33646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1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The purpose and thinking of the research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96441" y="1358854"/>
            <a:ext cx="820928" cy="820928"/>
            <a:chOff x="1038184" y="1192599"/>
            <a:chExt cx="1174831" cy="1174831"/>
          </a:xfrm>
        </p:grpSpPr>
        <p:sp>
          <p:nvSpPr>
            <p:cNvPr id="18" name="椭圆 17"/>
            <p:cNvSpPr/>
            <p:nvPr/>
          </p:nvSpPr>
          <p:spPr>
            <a:xfrm>
              <a:off x="1038184" y="1192599"/>
              <a:ext cx="1174831" cy="1174831"/>
            </a:xfrm>
            <a:prstGeom prst="ellipse">
              <a:avLst/>
            </a:prstGeom>
            <a:solidFill>
              <a:srgbClr val="7C89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9" name="矩形 18"/>
            <p:cNvSpPr/>
            <p:nvPr/>
          </p:nvSpPr>
          <p:spPr>
            <a:xfrm>
              <a:off x="1124119" y="1328903"/>
              <a:ext cx="1002963" cy="9249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600" b="1" i="1">
                  <a:solidFill>
                    <a:schemeClr val="bg1"/>
                  </a:solidFill>
                  <a:latin typeface="+mj-lt"/>
                  <a:ea typeface="+mj-ea"/>
                  <a:sym typeface="+mn-lt"/>
                </a:rPr>
                <a:t>01</a:t>
              </a:r>
              <a:endParaRPr lang="zh-CN" altLang="en-US" sz="3600" b="1" i="1">
                <a:solidFill>
                  <a:schemeClr val="bg1"/>
                </a:solidFill>
                <a:latin typeface="+mj-lt"/>
                <a:ea typeface="+mj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852805" y="1358854"/>
            <a:ext cx="820928" cy="820928"/>
            <a:chOff x="1038184" y="1192599"/>
            <a:chExt cx="1174831" cy="1174831"/>
          </a:xfrm>
        </p:grpSpPr>
        <p:sp>
          <p:nvSpPr>
            <p:cNvPr id="28" name="椭圆 27"/>
            <p:cNvSpPr/>
            <p:nvPr/>
          </p:nvSpPr>
          <p:spPr>
            <a:xfrm>
              <a:off x="1038184" y="1192599"/>
              <a:ext cx="1174831" cy="1174831"/>
            </a:xfrm>
            <a:prstGeom prst="ellipse">
              <a:avLst/>
            </a:prstGeom>
            <a:solidFill>
              <a:srgbClr val="EFB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9" name="矩形 28"/>
            <p:cNvSpPr/>
            <p:nvPr/>
          </p:nvSpPr>
          <p:spPr>
            <a:xfrm>
              <a:off x="1124119" y="1328903"/>
              <a:ext cx="1002963" cy="9249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600" b="1" i="1">
                  <a:solidFill>
                    <a:schemeClr val="bg1"/>
                  </a:solidFill>
                  <a:latin typeface="+mj-lt"/>
                  <a:ea typeface="+mj-ea"/>
                  <a:sym typeface="+mn-lt"/>
                </a:rPr>
                <a:t>02</a:t>
              </a:r>
              <a:endParaRPr lang="zh-CN" altLang="en-US" sz="3600" b="1" i="1">
                <a:solidFill>
                  <a:schemeClr val="bg1"/>
                </a:solidFill>
                <a:latin typeface="+mj-lt"/>
                <a:ea typeface="+mj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96441" y="3071324"/>
            <a:ext cx="820928" cy="820928"/>
            <a:chOff x="1038184" y="1192599"/>
            <a:chExt cx="1174831" cy="1174831"/>
          </a:xfrm>
        </p:grpSpPr>
        <p:sp>
          <p:nvSpPr>
            <p:cNvPr id="34" name="椭圆 33"/>
            <p:cNvSpPr/>
            <p:nvPr/>
          </p:nvSpPr>
          <p:spPr>
            <a:xfrm>
              <a:off x="1038184" y="1192599"/>
              <a:ext cx="1174831" cy="1174831"/>
            </a:xfrm>
            <a:prstGeom prst="ellipse">
              <a:avLst/>
            </a:prstGeom>
            <a:solidFill>
              <a:srgbClr val="7C89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5" name="矩形 34"/>
            <p:cNvSpPr/>
            <p:nvPr/>
          </p:nvSpPr>
          <p:spPr>
            <a:xfrm>
              <a:off x="1124119" y="1328903"/>
              <a:ext cx="1002963" cy="9249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600" b="1" i="1">
                  <a:solidFill>
                    <a:schemeClr val="bg1"/>
                  </a:solidFill>
                  <a:latin typeface="+mj-lt"/>
                  <a:ea typeface="+mj-ea"/>
                  <a:sym typeface="+mn-lt"/>
                </a:rPr>
                <a:t>03</a:t>
              </a:r>
              <a:endParaRPr lang="zh-CN" altLang="en-US" sz="3600" b="1" i="1">
                <a:solidFill>
                  <a:schemeClr val="bg1"/>
                </a:solidFill>
                <a:latin typeface="+mj-lt"/>
                <a:ea typeface="+mj-ea"/>
                <a:sym typeface="+mn-lt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852805" y="3071324"/>
            <a:ext cx="820928" cy="820928"/>
            <a:chOff x="1038184" y="1192599"/>
            <a:chExt cx="1174831" cy="1174831"/>
          </a:xfrm>
        </p:grpSpPr>
        <p:sp>
          <p:nvSpPr>
            <p:cNvPr id="40" name="椭圆 39"/>
            <p:cNvSpPr/>
            <p:nvPr/>
          </p:nvSpPr>
          <p:spPr>
            <a:xfrm>
              <a:off x="1038184" y="1192599"/>
              <a:ext cx="1174831" cy="1174831"/>
            </a:xfrm>
            <a:prstGeom prst="ellipse">
              <a:avLst/>
            </a:prstGeom>
            <a:solidFill>
              <a:srgbClr val="EFB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41" name="矩形 40"/>
            <p:cNvSpPr/>
            <p:nvPr/>
          </p:nvSpPr>
          <p:spPr>
            <a:xfrm>
              <a:off x="1124119" y="1328903"/>
              <a:ext cx="1002963" cy="9249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600" b="1" i="1">
                  <a:solidFill>
                    <a:schemeClr val="bg1"/>
                  </a:solidFill>
                  <a:latin typeface="+mj-lt"/>
                  <a:ea typeface="+mj-ea"/>
                  <a:sym typeface="+mn-lt"/>
                </a:rPr>
                <a:t>04</a:t>
              </a:r>
              <a:endParaRPr lang="zh-CN" altLang="en-US" sz="3600" b="1" i="1">
                <a:solidFill>
                  <a:schemeClr val="bg1"/>
                </a:solidFill>
                <a:latin typeface="+mj-lt"/>
                <a:ea typeface="+mj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625576" y="1361916"/>
            <a:ext cx="2504167" cy="1115125"/>
            <a:chOff x="1661435" y="1218481"/>
            <a:chExt cx="2504167" cy="1115125"/>
          </a:xfrm>
        </p:grpSpPr>
        <p:sp>
          <p:nvSpPr>
            <p:cNvPr id="20" name="文本框 1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1668505" y="1218481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1600" b="1">
                  <a:solidFill>
                    <a:srgbClr val="7C89AD"/>
                  </a:solidFill>
                  <a:latin typeface="微软雅黑" panose="020B0503020204020204" charset="-122"/>
                  <a:ea typeface="微软雅黑" panose="020B0503020204020204" charset="-122"/>
                  <a:sym typeface="+mn-lt"/>
                </a:rPr>
                <a:t>研究思路</a:t>
              </a:r>
            </a:p>
          </p:txBody>
        </p:sp>
        <p:sp>
          <p:nvSpPr>
            <p:cNvPr id="21" name="矩形 2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1661435" y="1541594"/>
              <a:ext cx="2504167" cy="792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rPr>
                <a:t>您的内容打在这里，或者通过复制您的文本后，在此框中选择粘贴，并选择只保留文字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767915" y="1577548"/>
              <a:ext cx="1802167" cy="0"/>
              <a:chOff x="1767915" y="1516274"/>
              <a:chExt cx="1802167" cy="0"/>
            </a:xfrm>
          </p:grpSpPr>
          <p:cxnSp>
            <p:nvCxnSpPr>
              <p:cNvPr id="6" name="直接连接符 5"/>
              <p:cNvCxnSpPr/>
              <p:nvPr/>
            </p:nvCxnSpPr>
            <p:spPr>
              <a:xfrm>
                <a:off x="1767915" y="1516274"/>
                <a:ext cx="1802167" cy="0"/>
              </a:xfrm>
              <a:prstGeom prst="line">
                <a:avLst/>
              </a:prstGeom>
              <a:ln>
                <a:solidFill>
                  <a:srgbClr val="7C89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1767915" y="1516274"/>
                <a:ext cx="298912" cy="0"/>
              </a:xfrm>
              <a:prstGeom prst="line">
                <a:avLst/>
              </a:prstGeom>
              <a:ln w="28575">
                <a:solidFill>
                  <a:srgbClr val="7C89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" name="组合 47"/>
          <p:cNvGrpSpPr/>
          <p:nvPr/>
        </p:nvGrpSpPr>
        <p:grpSpPr>
          <a:xfrm>
            <a:off x="5749341" y="1361916"/>
            <a:ext cx="2504167" cy="1115125"/>
            <a:chOff x="1661435" y="1218481"/>
            <a:chExt cx="2504167" cy="1115125"/>
          </a:xfrm>
        </p:grpSpPr>
        <p:sp>
          <p:nvSpPr>
            <p:cNvPr id="49" name="文本框 4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1668505" y="1218481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1600" b="1">
                  <a:solidFill>
                    <a:srgbClr val="7C89AD"/>
                  </a:solidFill>
                  <a:latin typeface="微软雅黑" panose="020B0503020204020204" charset="-122"/>
                  <a:ea typeface="微软雅黑" panose="020B0503020204020204" charset="-122"/>
                  <a:sym typeface="+mn-lt"/>
                </a:rPr>
                <a:t>研究思路</a:t>
              </a:r>
            </a:p>
          </p:txBody>
        </p:sp>
        <p:sp>
          <p:nvSpPr>
            <p:cNvPr id="50" name="矩形 4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1661435" y="1541594"/>
              <a:ext cx="2504167" cy="792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rPr>
                <a:t>您的内容打在这里，或者通过复制您的文本后，在此框中选择粘贴，并选择只保留文字</a:t>
              </a: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1767915" y="1577548"/>
              <a:ext cx="1802167" cy="0"/>
              <a:chOff x="1767915" y="1516274"/>
              <a:chExt cx="1802167" cy="0"/>
            </a:xfrm>
          </p:grpSpPr>
          <p:cxnSp>
            <p:nvCxnSpPr>
              <p:cNvPr id="52" name="直接连接符 51"/>
              <p:cNvCxnSpPr/>
              <p:nvPr/>
            </p:nvCxnSpPr>
            <p:spPr>
              <a:xfrm>
                <a:off x="1767915" y="1516274"/>
                <a:ext cx="1802167" cy="0"/>
              </a:xfrm>
              <a:prstGeom prst="line">
                <a:avLst/>
              </a:prstGeom>
              <a:ln>
                <a:solidFill>
                  <a:srgbClr val="7C89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1767915" y="1516274"/>
                <a:ext cx="298912" cy="0"/>
              </a:xfrm>
              <a:prstGeom prst="line">
                <a:avLst/>
              </a:prstGeom>
              <a:ln w="28575">
                <a:solidFill>
                  <a:srgbClr val="7C89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组合 53"/>
          <p:cNvGrpSpPr/>
          <p:nvPr/>
        </p:nvGrpSpPr>
        <p:grpSpPr>
          <a:xfrm>
            <a:off x="5749341" y="3136928"/>
            <a:ext cx="2504167" cy="1115125"/>
            <a:chOff x="1661435" y="1218481"/>
            <a:chExt cx="2504167" cy="1115125"/>
          </a:xfrm>
        </p:grpSpPr>
        <p:sp>
          <p:nvSpPr>
            <p:cNvPr id="55" name="文本框 5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1668505" y="1218481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1600" b="1">
                  <a:solidFill>
                    <a:srgbClr val="7C89AD"/>
                  </a:solidFill>
                  <a:latin typeface="微软雅黑" panose="020B0503020204020204" charset="-122"/>
                  <a:ea typeface="微软雅黑" panose="020B0503020204020204" charset="-122"/>
                  <a:sym typeface="+mn-lt"/>
                </a:rPr>
                <a:t>研究思路</a:t>
              </a:r>
            </a:p>
          </p:txBody>
        </p:sp>
        <p:sp>
          <p:nvSpPr>
            <p:cNvPr id="56" name="矩形 5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1661435" y="1541594"/>
              <a:ext cx="2504167" cy="792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rPr>
                <a:t>您的内容打在这里，或者通过复制您的文本后，在此框中选择粘贴，并选择只保留文字</a:t>
              </a: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1767915" y="1577548"/>
              <a:ext cx="1802167" cy="0"/>
              <a:chOff x="1767915" y="1516274"/>
              <a:chExt cx="1802167" cy="0"/>
            </a:xfrm>
          </p:grpSpPr>
          <p:cxnSp>
            <p:nvCxnSpPr>
              <p:cNvPr id="58" name="直接连接符 57"/>
              <p:cNvCxnSpPr/>
              <p:nvPr/>
            </p:nvCxnSpPr>
            <p:spPr>
              <a:xfrm>
                <a:off x="1767915" y="1516274"/>
                <a:ext cx="1802167" cy="0"/>
              </a:xfrm>
              <a:prstGeom prst="line">
                <a:avLst/>
              </a:prstGeom>
              <a:ln>
                <a:solidFill>
                  <a:srgbClr val="7C89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>
                <a:off x="1767915" y="1516274"/>
                <a:ext cx="298912" cy="0"/>
              </a:xfrm>
              <a:prstGeom prst="line">
                <a:avLst/>
              </a:prstGeom>
              <a:ln w="28575">
                <a:solidFill>
                  <a:srgbClr val="7C89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组合 59"/>
          <p:cNvGrpSpPr/>
          <p:nvPr/>
        </p:nvGrpSpPr>
        <p:grpSpPr>
          <a:xfrm>
            <a:off x="1625576" y="3136928"/>
            <a:ext cx="2504167" cy="1115125"/>
            <a:chOff x="1661435" y="1218481"/>
            <a:chExt cx="2504167" cy="1115125"/>
          </a:xfrm>
        </p:grpSpPr>
        <p:sp>
          <p:nvSpPr>
            <p:cNvPr id="61" name="文本框 6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1668505" y="1218481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1600" b="1">
                  <a:solidFill>
                    <a:srgbClr val="7C89AD"/>
                  </a:solidFill>
                  <a:latin typeface="微软雅黑" panose="020B0503020204020204" charset="-122"/>
                  <a:ea typeface="微软雅黑" panose="020B0503020204020204" charset="-122"/>
                  <a:sym typeface="+mn-lt"/>
                </a:rPr>
                <a:t>研究思路</a:t>
              </a:r>
            </a:p>
          </p:txBody>
        </p:sp>
        <p:sp>
          <p:nvSpPr>
            <p:cNvPr id="62" name="矩形 6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1661435" y="1541594"/>
              <a:ext cx="2504167" cy="7920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Arial" panose="020B0604020202020204" pitchFamily="34" charset="0"/>
                  <a:sym typeface="Calibri" panose="020F0502020204030204" pitchFamily="34" charset="0"/>
                </a:rPr>
                <a:t>您的内容打在这里，或者通过复制您的文本后，在此框中选择粘贴，并选择只保留文字</a:t>
              </a: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1767915" y="1577548"/>
              <a:ext cx="1802167" cy="0"/>
              <a:chOff x="1767915" y="1516274"/>
              <a:chExt cx="1802167" cy="0"/>
            </a:xfrm>
          </p:grpSpPr>
          <p:cxnSp>
            <p:nvCxnSpPr>
              <p:cNvPr id="64" name="直接连接符 63"/>
              <p:cNvCxnSpPr/>
              <p:nvPr/>
            </p:nvCxnSpPr>
            <p:spPr>
              <a:xfrm>
                <a:off x="1767915" y="1516274"/>
                <a:ext cx="1802167" cy="0"/>
              </a:xfrm>
              <a:prstGeom prst="line">
                <a:avLst/>
              </a:prstGeom>
              <a:ln>
                <a:solidFill>
                  <a:srgbClr val="7C89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1767915" y="1516274"/>
                <a:ext cx="298912" cy="0"/>
              </a:xfrm>
              <a:prstGeom prst="line">
                <a:avLst/>
              </a:prstGeom>
              <a:ln w="28575">
                <a:solidFill>
                  <a:srgbClr val="7C89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280219" y="2911197"/>
            <a:ext cx="4583562" cy="551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1050" kern="0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单击此处可编辑内容，建议使用微软雅黑字体。您的内容打在这里，或者通过复制您的文本后，在此框中选择粘贴，并选择只保留文字。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27823" y="2187714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</a:rPr>
              <a:t>研究的方法与过程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4006443" y="3775721"/>
            <a:ext cx="1131114" cy="246221"/>
          </a:xfrm>
          <a:prstGeom prst="roundRect">
            <a:avLst>
              <a:gd name="adj" fmla="val 50000"/>
            </a:avLst>
          </a:prstGeom>
          <a:solidFill>
            <a:srgbClr val="EFB8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/>
                <a:cs typeface="+mn-cs"/>
              </a:rPr>
              <a:t>第三单元</a:t>
            </a:r>
          </a:p>
        </p:txBody>
      </p:sp>
      <p:sp>
        <p:nvSpPr>
          <p:cNvPr id="9" name="椭圆 8"/>
          <p:cNvSpPr/>
          <p:nvPr/>
        </p:nvSpPr>
        <p:spPr>
          <a:xfrm>
            <a:off x="3984584" y="897036"/>
            <a:ext cx="1174831" cy="1174831"/>
          </a:xfrm>
          <a:prstGeom prst="ellipse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135021" y="1033340"/>
            <a:ext cx="8739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i="1">
                <a:solidFill>
                  <a:schemeClr val="bg1"/>
                </a:solidFill>
                <a:latin typeface="+mj-lt"/>
                <a:ea typeface="+mj-ea"/>
                <a:sym typeface="+mn-lt"/>
              </a:rPr>
              <a:t>03</a:t>
            </a:r>
            <a:endParaRPr lang="zh-CN" altLang="en-US" sz="4800" b="1" i="1">
              <a:solidFill>
                <a:schemeClr val="bg1"/>
              </a:solidFill>
              <a:latin typeface="+mj-lt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791074" y="16525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研究的方法与过程</a:t>
            </a:r>
          </a:p>
        </p:txBody>
      </p:sp>
      <p:sp>
        <p:nvSpPr>
          <p:cNvPr id="11" name="矩形 10"/>
          <p:cNvSpPr/>
          <p:nvPr/>
        </p:nvSpPr>
        <p:spPr>
          <a:xfrm>
            <a:off x="791367" y="500063"/>
            <a:ext cx="33646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1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Research method and process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840814" y="1397898"/>
            <a:ext cx="3462371" cy="2306094"/>
            <a:chOff x="2670574" y="1305533"/>
            <a:chExt cx="3792137" cy="2525733"/>
          </a:xfrm>
        </p:grpSpPr>
        <p:sp>
          <p:nvSpPr>
            <p:cNvPr id="42" name="矩形: 圆角 41"/>
            <p:cNvSpPr/>
            <p:nvPr/>
          </p:nvSpPr>
          <p:spPr>
            <a:xfrm>
              <a:off x="2881313" y="2005013"/>
              <a:ext cx="3381375" cy="1133475"/>
            </a:xfrm>
            <a:prstGeom prst="roundRect">
              <a:avLst>
                <a:gd name="adj" fmla="val 50000"/>
              </a:avLst>
            </a:prstGeom>
            <a:solidFill>
              <a:srgbClr val="EFB84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研究的方法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2670574" y="1838325"/>
              <a:ext cx="1536026" cy="1466850"/>
            </a:xfrm>
            <a:custGeom>
              <a:avLst/>
              <a:gdLst>
                <a:gd name="connsiteX0" fmla="*/ 977900 w 2025650"/>
                <a:gd name="connsiteY0" fmla="*/ 0 h 1955800"/>
                <a:gd name="connsiteX1" fmla="*/ 2025650 w 2025650"/>
                <a:gd name="connsiteY1" fmla="*/ 0 h 1955800"/>
                <a:gd name="connsiteX2" fmla="*/ 2025650 w 2025650"/>
                <a:gd name="connsiteY2" fmla="*/ 1955800 h 1955800"/>
                <a:gd name="connsiteX3" fmla="*/ 977900 w 2025650"/>
                <a:gd name="connsiteY3" fmla="*/ 1955800 h 1955800"/>
                <a:gd name="connsiteX4" fmla="*/ 0 w 2025650"/>
                <a:gd name="connsiteY4" fmla="*/ 977900 h 1955800"/>
                <a:gd name="connsiteX5" fmla="*/ 977900 w 2025650"/>
                <a:gd name="connsiteY5" fmla="*/ 0 h 1955800"/>
                <a:gd name="connsiteX0-1" fmla="*/ 2025650 w 2117090"/>
                <a:gd name="connsiteY0-2" fmla="*/ 0 h 1955800"/>
                <a:gd name="connsiteX1-3" fmla="*/ 2025650 w 2117090"/>
                <a:gd name="connsiteY1-4" fmla="*/ 1955800 h 1955800"/>
                <a:gd name="connsiteX2-5" fmla="*/ 977900 w 2117090"/>
                <a:gd name="connsiteY2-6" fmla="*/ 1955800 h 1955800"/>
                <a:gd name="connsiteX3-7" fmla="*/ 0 w 2117090"/>
                <a:gd name="connsiteY3-8" fmla="*/ 977900 h 1955800"/>
                <a:gd name="connsiteX4-9" fmla="*/ 977900 w 2117090"/>
                <a:gd name="connsiteY4-10" fmla="*/ 0 h 1955800"/>
                <a:gd name="connsiteX5-11" fmla="*/ 2117090 w 2117090"/>
                <a:gd name="connsiteY5-12" fmla="*/ 91440 h 1955800"/>
                <a:gd name="connsiteX0-13" fmla="*/ 2025650 w 2025650"/>
                <a:gd name="connsiteY0-14" fmla="*/ 0 h 1955800"/>
                <a:gd name="connsiteX1-15" fmla="*/ 2025650 w 2025650"/>
                <a:gd name="connsiteY1-16" fmla="*/ 1955800 h 1955800"/>
                <a:gd name="connsiteX2-17" fmla="*/ 977900 w 2025650"/>
                <a:gd name="connsiteY2-18" fmla="*/ 1955800 h 1955800"/>
                <a:gd name="connsiteX3-19" fmla="*/ 0 w 2025650"/>
                <a:gd name="connsiteY3-20" fmla="*/ 977900 h 1955800"/>
                <a:gd name="connsiteX4-21" fmla="*/ 977900 w 2025650"/>
                <a:gd name="connsiteY4-22" fmla="*/ 0 h 1955800"/>
                <a:gd name="connsiteX5-23" fmla="*/ 2021840 w 2025650"/>
                <a:gd name="connsiteY5-24" fmla="*/ 2540 h 1955800"/>
                <a:gd name="connsiteX0-25" fmla="*/ 2025650 w 2025650"/>
                <a:gd name="connsiteY0-26" fmla="*/ 0 h 1955800"/>
                <a:gd name="connsiteX1-27" fmla="*/ 2025650 w 2025650"/>
                <a:gd name="connsiteY1-28" fmla="*/ 1955800 h 1955800"/>
                <a:gd name="connsiteX2-29" fmla="*/ 977900 w 2025650"/>
                <a:gd name="connsiteY2-30" fmla="*/ 1955800 h 1955800"/>
                <a:gd name="connsiteX3-31" fmla="*/ 0 w 2025650"/>
                <a:gd name="connsiteY3-32" fmla="*/ 977900 h 1955800"/>
                <a:gd name="connsiteX4-33" fmla="*/ 977900 w 2025650"/>
                <a:gd name="connsiteY4-34" fmla="*/ 0 h 1955800"/>
                <a:gd name="connsiteX5-35" fmla="*/ 2021840 w 2025650"/>
                <a:gd name="connsiteY5-36" fmla="*/ 159 h 1955800"/>
                <a:gd name="connsiteX0-37" fmla="*/ 2025650 w 2052797"/>
                <a:gd name="connsiteY0-38" fmla="*/ 0 h 1955800"/>
                <a:gd name="connsiteX1-39" fmla="*/ 2025650 w 2052797"/>
                <a:gd name="connsiteY1-40" fmla="*/ 1955800 h 1955800"/>
                <a:gd name="connsiteX2-41" fmla="*/ 977900 w 2052797"/>
                <a:gd name="connsiteY2-42" fmla="*/ 1955800 h 1955800"/>
                <a:gd name="connsiteX3-43" fmla="*/ 0 w 2052797"/>
                <a:gd name="connsiteY3-44" fmla="*/ 977900 h 1955800"/>
                <a:gd name="connsiteX4-45" fmla="*/ 977900 w 2052797"/>
                <a:gd name="connsiteY4-46" fmla="*/ 0 h 1955800"/>
                <a:gd name="connsiteX5-47" fmla="*/ 2052797 w 2052797"/>
                <a:gd name="connsiteY5-48" fmla="*/ 2540 h 1955800"/>
                <a:gd name="connsiteX0-49" fmla="*/ 2025650 w 2052797"/>
                <a:gd name="connsiteY0-50" fmla="*/ 0 h 1955800"/>
                <a:gd name="connsiteX1-51" fmla="*/ 2025650 w 2052797"/>
                <a:gd name="connsiteY1-52" fmla="*/ 1955800 h 1955800"/>
                <a:gd name="connsiteX2-53" fmla="*/ 977900 w 2052797"/>
                <a:gd name="connsiteY2-54" fmla="*/ 1955800 h 1955800"/>
                <a:gd name="connsiteX3-55" fmla="*/ 0 w 2052797"/>
                <a:gd name="connsiteY3-56" fmla="*/ 977900 h 1955800"/>
                <a:gd name="connsiteX4-57" fmla="*/ 977900 w 2052797"/>
                <a:gd name="connsiteY4-58" fmla="*/ 0 h 1955800"/>
                <a:gd name="connsiteX5-59" fmla="*/ 2052797 w 2052797"/>
                <a:gd name="connsiteY5-60" fmla="*/ 2540 h 1955800"/>
                <a:gd name="connsiteX0-61" fmla="*/ 2025650 w 2048034"/>
                <a:gd name="connsiteY0-62" fmla="*/ 0 h 1955800"/>
                <a:gd name="connsiteX1-63" fmla="*/ 2025650 w 2048034"/>
                <a:gd name="connsiteY1-64" fmla="*/ 1955800 h 1955800"/>
                <a:gd name="connsiteX2-65" fmla="*/ 977900 w 2048034"/>
                <a:gd name="connsiteY2-66" fmla="*/ 1955800 h 1955800"/>
                <a:gd name="connsiteX3-67" fmla="*/ 0 w 2048034"/>
                <a:gd name="connsiteY3-68" fmla="*/ 977900 h 1955800"/>
                <a:gd name="connsiteX4-69" fmla="*/ 977900 w 2048034"/>
                <a:gd name="connsiteY4-70" fmla="*/ 0 h 1955800"/>
                <a:gd name="connsiteX5-71" fmla="*/ 2048034 w 2048034"/>
                <a:gd name="connsiteY5-72" fmla="*/ 159 h 1955800"/>
                <a:gd name="connsiteX0-73" fmla="*/ 2025650 w 2048034"/>
                <a:gd name="connsiteY0-74" fmla="*/ 1955800 h 1955800"/>
                <a:gd name="connsiteX1-75" fmla="*/ 977900 w 2048034"/>
                <a:gd name="connsiteY1-76" fmla="*/ 1955800 h 1955800"/>
                <a:gd name="connsiteX2-77" fmla="*/ 0 w 2048034"/>
                <a:gd name="connsiteY2-78" fmla="*/ 977900 h 1955800"/>
                <a:gd name="connsiteX3-79" fmla="*/ 977900 w 2048034"/>
                <a:gd name="connsiteY3-80" fmla="*/ 0 h 1955800"/>
                <a:gd name="connsiteX4-81" fmla="*/ 2048034 w 2048034"/>
                <a:gd name="connsiteY4-82" fmla="*/ 159 h 1955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048034" h="1955800">
                  <a:moveTo>
                    <a:pt x="2025650" y="1955800"/>
                  </a:moveTo>
                  <a:lnTo>
                    <a:pt x="977900" y="1955800"/>
                  </a:lnTo>
                  <a:cubicBezTo>
                    <a:pt x="437821" y="1955800"/>
                    <a:pt x="0" y="1517979"/>
                    <a:pt x="0" y="977900"/>
                  </a:cubicBezTo>
                  <a:cubicBezTo>
                    <a:pt x="0" y="437821"/>
                    <a:pt x="437821" y="0"/>
                    <a:pt x="977900" y="0"/>
                  </a:cubicBezTo>
                  <a:lnTo>
                    <a:pt x="2048034" y="159"/>
                  </a:lnTo>
                </a:path>
              </a:pathLst>
            </a:custGeom>
            <a:noFill/>
            <a:ln w="60325" cap="flat" cmpd="sng" algn="ctr">
              <a:solidFill>
                <a:srgbClr val="7C89AD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任意多边形: 形状 43"/>
            <p:cNvSpPr/>
            <p:nvPr/>
          </p:nvSpPr>
          <p:spPr>
            <a:xfrm flipH="1">
              <a:off x="4926685" y="1838325"/>
              <a:ext cx="1536026" cy="1466850"/>
            </a:xfrm>
            <a:custGeom>
              <a:avLst/>
              <a:gdLst>
                <a:gd name="connsiteX0" fmla="*/ 977900 w 2025650"/>
                <a:gd name="connsiteY0" fmla="*/ 0 h 1955800"/>
                <a:gd name="connsiteX1" fmla="*/ 2025650 w 2025650"/>
                <a:gd name="connsiteY1" fmla="*/ 0 h 1955800"/>
                <a:gd name="connsiteX2" fmla="*/ 2025650 w 2025650"/>
                <a:gd name="connsiteY2" fmla="*/ 1955800 h 1955800"/>
                <a:gd name="connsiteX3" fmla="*/ 977900 w 2025650"/>
                <a:gd name="connsiteY3" fmla="*/ 1955800 h 1955800"/>
                <a:gd name="connsiteX4" fmla="*/ 0 w 2025650"/>
                <a:gd name="connsiteY4" fmla="*/ 977900 h 1955800"/>
                <a:gd name="connsiteX5" fmla="*/ 977900 w 2025650"/>
                <a:gd name="connsiteY5" fmla="*/ 0 h 1955800"/>
                <a:gd name="connsiteX0-1" fmla="*/ 2025650 w 2117090"/>
                <a:gd name="connsiteY0-2" fmla="*/ 0 h 1955800"/>
                <a:gd name="connsiteX1-3" fmla="*/ 2025650 w 2117090"/>
                <a:gd name="connsiteY1-4" fmla="*/ 1955800 h 1955800"/>
                <a:gd name="connsiteX2-5" fmla="*/ 977900 w 2117090"/>
                <a:gd name="connsiteY2-6" fmla="*/ 1955800 h 1955800"/>
                <a:gd name="connsiteX3-7" fmla="*/ 0 w 2117090"/>
                <a:gd name="connsiteY3-8" fmla="*/ 977900 h 1955800"/>
                <a:gd name="connsiteX4-9" fmla="*/ 977900 w 2117090"/>
                <a:gd name="connsiteY4-10" fmla="*/ 0 h 1955800"/>
                <a:gd name="connsiteX5-11" fmla="*/ 2117090 w 2117090"/>
                <a:gd name="connsiteY5-12" fmla="*/ 91440 h 1955800"/>
                <a:gd name="connsiteX0-13" fmla="*/ 2025650 w 2025650"/>
                <a:gd name="connsiteY0-14" fmla="*/ 0 h 1955800"/>
                <a:gd name="connsiteX1-15" fmla="*/ 2025650 w 2025650"/>
                <a:gd name="connsiteY1-16" fmla="*/ 1955800 h 1955800"/>
                <a:gd name="connsiteX2-17" fmla="*/ 977900 w 2025650"/>
                <a:gd name="connsiteY2-18" fmla="*/ 1955800 h 1955800"/>
                <a:gd name="connsiteX3-19" fmla="*/ 0 w 2025650"/>
                <a:gd name="connsiteY3-20" fmla="*/ 977900 h 1955800"/>
                <a:gd name="connsiteX4-21" fmla="*/ 977900 w 2025650"/>
                <a:gd name="connsiteY4-22" fmla="*/ 0 h 1955800"/>
                <a:gd name="connsiteX5-23" fmla="*/ 2021840 w 2025650"/>
                <a:gd name="connsiteY5-24" fmla="*/ 2540 h 1955800"/>
                <a:gd name="connsiteX0-25" fmla="*/ 2025650 w 2025650"/>
                <a:gd name="connsiteY0-26" fmla="*/ 0 h 1955800"/>
                <a:gd name="connsiteX1-27" fmla="*/ 2025650 w 2025650"/>
                <a:gd name="connsiteY1-28" fmla="*/ 1955800 h 1955800"/>
                <a:gd name="connsiteX2-29" fmla="*/ 977900 w 2025650"/>
                <a:gd name="connsiteY2-30" fmla="*/ 1955800 h 1955800"/>
                <a:gd name="connsiteX3-31" fmla="*/ 0 w 2025650"/>
                <a:gd name="connsiteY3-32" fmla="*/ 977900 h 1955800"/>
                <a:gd name="connsiteX4-33" fmla="*/ 977900 w 2025650"/>
                <a:gd name="connsiteY4-34" fmla="*/ 0 h 1955800"/>
                <a:gd name="connsiteX5-35" fmla="*/ 2021840 w 2025650"/>
                <a:gd name="connsiteY5-36" fmla="*/ 159 h 1955800"/>
                <a:gd name="connsiteX0-37" fmla="*/ 2025650 w 2052797"/>
                <a:gd name="connsiteY0-38" fmla="*/ 0 h 1955800"/>
                <a:gd name="connsiteX1-39" fmla="*/ 2025650 w 2052797"/>
                <a:gd name="connsiteY1-40" fmla="*/ 1955800 h 1955800"/>
                <a:gd name="connsiteX2-41" fmla="*/ 977900 w 2052797"/>
                <a:gd name="connsiteY2-42" fmla="*/ 1955800 h 1955800"/>
                <a:gd name="connsiteX3-43" fmla="*/ 0 w 2052797"/>
                <a:gd name="connsiteY3-44" fmla="*/ 977900 h 1955800"/>
                <a:gd name="connsiteX4-45" fmla="*/ 977900 w 2052797"/>
                <a:gd name="connsiteY4-46" fmla="*/ 0 h 1955800"/>
                <a:gd name="connsiteX5-47" fmla="*/ 2052797 w 2052797"/>
                <a:gd name="connsiteY5-48" fmla="*/ 2540 h 1955800"/>
                <a:gd name="connsiteX0-49" fmla="*/ 2025650 w 2052797"/>
                <a:gd name="connsiteY0-50" fmla="*/ 0 h 1955800"/>
                <a:gd name="connsiteX1-51" fmla="*/ 2025650 w 2052797"/>
                <a:gd name="connsiteY1-52" fmla="*/ 1955800 h 1955800"/>
                <a:gd name="connsiteX2-53" fmla="*/ 977900 w 2052797"/>
                <a:gd name="connsiteY2-54" fmla="*/ 1955800 h 1955800"/>
                <a:gd name="connsiteX3-55" fmla="*/ 0 w 2052797"/>
                <a:gd name="connsiteY3-56" fmla="*/ 977900 h 1955800"/>
                <a:gd name="connsiteX4-57" fmla="*/ 977900 w 2052797"/>
                <a:gd name="connsiteY4-58" fmla="*/ 0 h 1955800"/>
                <a:gd name="connsiteX5-59" fmla="*/ 2052797 w 2052797"/>
                <a:gd name="connsiteY5-60" fmla="*/ 2540 h 1955800"/>
                <a:gd name="connsiteX0-61" fmla="*/ 2025650 w 2048034"/>
                <a:gd name="connsiteY0-62" fmla="*/ 0 h 1955800"/>
                <a:gd name="connsiteX1-63" fmla="*/ 2025650 w 2048034"/>
                <a:gd name="connsiteY1-64" fmla="*/ 1955800 h 1955800"/>
                <a:gd name="connsiteX2-65" fmla="*/ 977900 w 2048034"/>
                <a:gd name="connsiteY2-66" fmla="*/ 1955800 h 1955800"/>
                <a:gd name="connsiteX3-67" fmla="*/ 0 w 2048034"/>
                <a:gd name="connsiteY3-68" fmla="*/ 977900 h 1955800"/>
                <a:gd name="connsiteX4-69" fmla="*/ 977900 w 2048034"/>
                <a:gd name="connsiteY4-70" fmla="*/ 0 h 1955800"/>
                <a:gd name="connsiteX5-71" fmla="*/ 2048034 w 2048034"/>
                <a:gd name="connsiteY5-72" fmla="*/ 159 h 1955800"/>
                <a:gd name="connsiteX0-73" fmla="*/ 2025650 w 2048034"/>
                <a:gd name="connsiteY0-74" fmla="*/ 1955800 h 1955800"/>
                <a:gd name="connsiteX1-75" fmla="*/ 977900 w 2048034"/>
                <a:gd name="connsiteY1-76" fmla="*/ 1955800 h 1955800"/>
                <a:gd name="connsiteX2-77" fmla="*/ 0 w 2048034"/>
                <a:gd name="connsiteY2-78" fmla="*/ 977900 h 1955800"/>
                <a:gd name="connsiteX3-79" fmla="*/ 977900 w 2048034"/>
                <a:gd name="connsiteY3-80" fmla="*/ 0 h 1955800"/>
                <a:gd name="connsiteX4-81" fmla="*/ 2048034 w 2048034"/>
                <a:gd name="connsiteY4-82" fmla="*/ 159 h 1955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048034" h="1955800">
                  <a:moveTo>
                    <a:pt x="2025650" y="1955800"/>
                  </a:moveTo>
                  <a:lnTo>
                    <a:pt x="977900" y="1955800"/>
                  </a:lnTo>
                  <a:cubicBezTo>
                    <a:pt x="437821" y="1955800"/>
                    <a:pt x="0" y="1517979"/>
                    <a:pt x="0" y="977900"/>
                  </a:cubicBezTo>
                  <a:cubicBezTo>
                    <a:pt x="0" y="437821"/>
                    <a:pt x="437821" y="0"/>
                    <a:pt x="977900" y="0"/>
                  </a:cubicBezTo>
                  <a:lnTo>
                    <a:pt x="2048034" y="159"/>
                  </a:lnTo>
                </a:path>
              </a:pathLst>
            </a:custGeom>
            <a:noFill/>
            <a:ln w="60325" cap="flat" cmpd="sng" algn="ctr">
              <a:solidFill>
                <a:srgbClr val="7C89AD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45" name="连接符: 肘形 44"/>
            <p:cNvCxnSpPr>
              <a:stCxn id="43" idx="4"/>
            </p:cNvCxnSpPr>
            <p:nvPr/>
          </p:nvCxnSpPr>
          <p:spPr>
            <a:xfrm flipH="1" flipV="1">
              <a:off x="2750344" y="1305533"/>
              <a:ext cx="1456256" cy="532911"/>
            </a:xfrm>
            <a:prstGeom prst="bentConnector3">
              <a:avLst>
                <a:gd name="adj1" fmla="val -11773"/>
              </a:avLst>
            </a:prstGeom>
            <a:noFill/>
            <a:ln w="19050" cap="flat" cmpd="sng" algn="ctr">
              <a:solidFill>
                <a:srgbClr val="7C89AD"/>
              </a:solidFill>
              <a:prstDash val="solid"/>
              <a:miter lim="800000"/>
            </a:ln>
            <a:effectLst/>
          </p:spPr>
        </p:cxnSp>
        <p:cxnSp>
          <p:nvCxnSpPr>
            <p:cNvPr id="46" name="连接符: 肘形 45"/>
            <p:cNvCxnSpPr/>
            <p:nvPr/>
          </p:nvCxnSpPr>
          <p:spPr>
            <a:xfrm flipH="1">
              <a:off x="2750344" y="3298355"/>
              <a:ext cx="1456256" cy="532911"/>
            </a:xfrm>
            <a:prstGeom prst="bentConnector3">
              <a:avLst>
                <a:gd name="adj1" fmla="val -11773"/>
              </a:avLst>
            </a:prstGeom>
            <a:noFill/>
            <a:ln w="19050" cap="flat" cmpd="sng" algn="ctr">
              <a:solidFill>
                <a:srgbClr val="7C89AD"/>
              </a:solidFill>
              <a:prstDash val="solid"/>
              <a:miter lim="800000"/>
            </a:ln>
            <a:effectLst/>
          </p:spPr>
        </p:cxnSp>
        <p:cxnSp>
          <p:nvCxnSpPr>
            <p:cNvPr id="47" name="连接符: 肘形 46"/>
            <p:cNvCxnSpPr/>
            <p:nvPr/>
          </p:nvCxnSpPr>
          <p:spPr>
            <a:xfrm>
              <a:off x="4926685" y="3298355"/>
              <a:ext cx="1456256" cy="532911"/>
            </a:xfrm>
            <a:prstGeom prst="bentConnector3">
              <a:avLst>
                <a:gd name="adj1" fmla="val -11773"/>
              </a:avLst>
            </a:prstGeom>
            <a:noFill/>
            <a:ln w="19050" cap="flat" cmpd="sng" algn="ctr">
              <a:solidFill>
                <a:srgbClr val="7C89AD"/>
              </a:solidFill>
              <a:prstDash val="solid"/>
              <a:miter lim="800000"/>
            </a:ln>
            <a:effectLst/>
          </p:spPr>
        </p:cxnSp>
        <p:cxnSp>
          <p:nvCxnSpPr>
            <p:cNvPr id="48" name="连接符: 肘形 47"/>
            <p:cNvCxnSpPr/>
            <p:nvPr/>
          </p:nvCxnSpPr>
          <p:spPr>
            <a:xfrm flipV="1">
              <a:off x="4926685" y="1305533"/>
              <a:ext cx="1456256" cy="532911"/>
            </a:xfrm>
            <a:prstGeom prst="bentConnector3">
              <a:avLst>
                <a:gd name="adj1" fmla="val -11773"/>
              </a:avLst>
            </a:prstGeom>
            <a:noFill/>
            <a:ln w="19050" cap="flat" cmpd="sng" algn="ctr">
              <a:solidFill>
                <a:srgbClr val="7C89AD"/>
              </a:solidFill>
              <a:prstDash val="solid"/>
              <a:miter lim="800000"/>
            </a:ln>
            <a:effectLst/>
          </p:spPr>
        </p:cxnSp>
      </p:grpSp>
      <p:sp>
        <p:nvSpPr>
          <p:cNvPr id="49" name="文本框 4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1820924" y="122698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zh-CN" altLang="en-US" sz="16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研究方法</a:t>
            </a:r>
          </a:p>
        </p:txBody>
      </p:sp>
      <p:sp>
        <p:nvSpPr>
          <p:cNvPr id="50" name="矩形 4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408880" y="1528559"/>
            <a:ext cx="2417447" cy="792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51" name="文本框 5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1820924" y="311120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zh-CN" altLang="en-US" sz="16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研究方法</a:t>
            </a: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408880" y="3412777"/>
            <a:ext cx="2417447" cy="792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53" name="文本框 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403280" y="121774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6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研究方法</a:t>
            </a:r>
          </a:p>
        </p:txBody>
      </p:sp>
      <p:sp>
        <p:nvSpPr>
          <p:cNvPr id="54" name="矩形 53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6403280" y="1519322"/>
            <a:ext cx="2417447" cy="792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55" name="文本框 5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403280" y="310196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6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研究方法</a:t>
            </a:r>
          </a:p>
        </p:txBody>
      </p:sp>
      <p:sp>
        <p:nvSpPr>
          <p:cNvPr id="56" name="矩形 5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6403280" y="3403540"/>
            <a:ext cx="2417447" cy="792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791074" y="16525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研究的方法与过程</a:t>
            </a:r>
          </a:p>
        </p:txBody>
      </p:sp>
      <p:sp>
        <p:nvSpPr>
          <p:cNvPr id="11" name="矩形 10"/>
          <p:cNvSpPr/>
          <p:nvPr/>
        </p:nvSpPr>
        <p:spPr>
          <a:xfrm>
            <a:off x="791367" y="500063"/>
            <a:ext cx="33646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1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Research method and process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239698" y="1346447"/>
            <a:ext cx="1883432" cy="2933979"/>
          </a:xfrm>
          <a:prstGeom prst="roundRect">
            <a:avLst>
              <a:gd name="adj" fmla="val 10201"/>
            </a:avLst>
          </a:prstGeom>
          <a:solidFill>
            <a:srgbClr val="F9F6F1"/>
          </a:solidFill>
          <a:ln w="38100">
            <a:solidFill>
              <a:srgbClr val="7C89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>
          <a:xfrm>
            <a:off x="2495528" y="1346447"/>
            <a:ext cx="1883432" cy="2933979"/>
          </a:xfrm>
          <a:prstGeom prst="roundRect">
            <a:avLst>
              <a:gd name="adj" fmla="val 10201"/>
            </a:avLst>
          </a:prstGeom>
          <a:solidFill>
            <a:srgbClr val="F9F6F1"/>
          </a:solidFill>
          <a:ln w="38100">
            <a:solidFill>
              <a:srgbClr val="7C89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4751358" y="1346447"/>
            <a:ext cx="1883432" cy="2933979"/>
          </a:xfrm>
          <a:prstGeom prst="roundRect">
            <a:avLst>
              <a:gd name="adj" fmla="val 10201"/>
            </a:avLst>
          </a:prstGeom>
          <a:solidFill>
            <a:srgbClr val="F9F6F1"/>
          </a:solidFill>
          <a:ln w="38100">
            <a:solidFill>
              <a:srgbClr val="7C89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7007187" y="1346447"/>
            <a:ext cx="1883432" cy="2933979"/>
          </a:xfrm>
          <a:prstGeom prst="roundRect">
            <a:avLst>
              <a:gd name="adj" fmla="val 10201"/>
            </a:avLst>
          </a:prstGeom>
          <a:solidFill>
            <a:srgbClr val="F9F6F1"/>
          </a:solidFill>
          <a:ln w="38100">
            <a:solidFill>
              <a:srgbClr val="7C89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314644" y="232073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lt"/>
              </a:rPr>
              <a:t>研究过程</a:t>
            </a: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314644" y="2691865"/>
            <a:ext cx="1744975" cy="1278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27" name="文本框 26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2534061" y="232073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lt"/>
              </a:rPr>
              <a:t>研究过程</a:t>
            </a:r>
          </a:p>
        </p:txBody>
      </p:sp>
      <p:sp>
        <p:nvSpPr>
          <p:cNvPr id="28" name="矩形 27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2534061" y="2691865"/>
            <a:ext cx="1744975" cy="1278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29" name="文本框 2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4806745" y="232073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lt"/>
              </a:rPr>
              <a:t>研究过程</a:t>
            </a:r>
          </a:p>
        </p:txBody>
      </p:sp>
      <p:sp>
        <p:nvSpPr>
          <p:cNvPr id="30" name="矩形 2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4806745" y="2691865"/>
            <a:ext cx="1744975" cy="1278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31" name="文本框 3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7097184" y="232073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lt"/>
              </a:rPr>
              <a:t>研究过程</a:t>
            </a:r>
          </a:p>
        </p:txBody>
      </p:sp>
      <p:sp>
        <p:nvSpPr>
          <p:cNvPr id="32" name="矩形 3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7097184" y="2691865"/>
            <a:ext cx="1744975" cy="1278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  <a:sym typeface="Calibri" panose="020F0502020204030204" pitchFamily="34" charset="0"/>
              </a:rPr>
              <a:t>您的内容打在这里，或者通过复制您的文本后，在此框中选择粘贴，并选择只保留文字您的内容打在这里</a:t>
            </a:r>
          </a:p>
        </p:txBody>
      </p:sp>
      <p:sp>
        <p:nvSpPr>
          <p:cNvPr id="33" name="Freeform 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SpPr>
            <a:spLocks noEditPoints="1"/>
          </p:cNvSpPr>
          <p:nvPr/>
        </p:nvSpPr>
        <p:spPr bwMode="auto">
          <a:xfrm>
            <a:off x="408364" y="1724591"/>
            <a:ext cx="454926" cy="388012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rgbClr val="7C89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4" name="Group 8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 bwMode="auto">
          <a:xfrm>
            <a:off x="7211663" y="1679036"/>
            <a:ext cx="400206" cy="466564"/>
            <a:chOff x="2492" y="1167"/>
            <a:chExt cx="778" cy="907"/>
          </a:xfrm>
          <a:solidFill>
            <a:srgbClr val="7C89AD"/>
          </a:solidFill>
        </p:grpSpPr>
        <p:sp>
          <p:nvSpPr>
            <p:cNvPr id="35" name="Freeform 9"/>
            <p:cNvSpPr>
              <a:spLocks noEditPoints="1"/>
            </p:cNvSpPr>
            <p:nvPr/>
          </p:nvSpPr>
          <p:spPr bwMode="auto">
            <a:xfrm>
              <a:off x="2492" y="1167"/>
              <a:ext cx="778" cy="907"/>
            </a:xfrm>
            <a:custGeom>
              <a:avLst/>
              <a:gdLst>
                <a:gd name="T0" fmla="*/ 579 w 636"/>
                <a:gd name="T1" fmla="*/ 0 h 746"/>
                <a:gd name="T2" fmla="*/ 57 w 636"/>
                <a:gd name="T3" fmla="*/ 0 h 746"/>
                <a:gd name="T4" fmla="*/ 0 w 636"/>
                <a:gd name="T5" fmla="*/ 57 h 746"/>
                <a:gd name="T6" fmla="*/ 0 w 636"/>
                <a:gd name="T7" fmla="*/ 689 h 746"/>
                <a:gd name="T8" fmla="*/ 57 w 636"/>
                <a:gd name="T9" fmla="*/ 746 h 746"/>
                <a:gd name="T10" fmla="*/ 579 w 636"/>
                <a:gd name="T11" fmla="*/ 746 h 746"/>
                <a:gd name="T12" fmla="*/ 636 w 636"/>
                <a:gd name="T13" fmla="*/ 689 h 746"/>
                <a:gd name="T14" fmla="*/ 636 w 636"/>
                <a:gd name="T15" fmla="*/ 57 h 746"/>
                <a:gd name="T16" fmla="*/ 579 w 636"/>
                <a:gd name="T17" fmla="*/ 0 h 746"/>
                <a:gd name="T18" fmla="*/ 43 w 636"/>
                <a:gd name="T19" fmla="*/ 689 h 746"/>
                <a:gd name="T20" fmla="*/ 43 w 636"/>
                <a:gd name="T21" fmla="*/ 57 h 746"/>
                <a:gd name="T22" fmla="*/ 57 w 636"/>
                <a:gd name="T23" fmla="*/ 43 h 746"/>
                <a:gd name="T24" fmla="*/ 94 w 636"/>
                <a:gd name="T25" fmla="*/ 43 h 746"/>
                <a:gd name="T26" fmla="*/ 94 w 636"/>
                <a:gd name="T27" fmla="*/ 703 h 746"/>
                <a:gd name="T28" fmla="*/ 57 w 636"/>
                <a:gd name="T29" fmla="*/ 703 h 746"/>
                <a:gd name="T30" fmla="*/ 43 w 636"/>
                <a:gd name="T31" fmla="*/ 689 h 746"/>
                <a:gd name="T32" fmla="*/ 593 w 636"/>
                <a:gd name="T33" fmla="*/ 689 h 746"/>
                <a:gd name="T34" fmla="*/ 579 w 636"/>
                <a:gd name="T35" fmla="*/ 703 h 746"/>
                <a:gd name="T36" fmla="*/ 138 w 636"/>
                <a:gd name="T37" fmla="*/ 703 h 746"/>
                <a:gd name="T38" fmla="*/ 138 w 636"/>
                <a:gd name="T39" fmla="*/ 43 h 746"/>
                <a:gd name="T40" fmla="*/ 579 w 636"/>
                <a:gd name="T41" fmla="*/ 43 h 746"/>
                <a:gd name="T42" fmla="*/ 593 w 636"/>
                <a:gd name="T43" fmla="*/ 57 h 746"/>
                <a:gd name="T44" fmla="*/ 593 w 636"/>
                <a:gd name="T45" fmla="*/ 689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6" h="746">
                  <a:moveTo>
                    <a:pt x="579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5"/>
                    <a:pt x="0" y="5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0" y="721"/>
                    <a:pt x="25" y="746"/>
                    <a:pt x="57" y="746"/>
                  </a:cubicBezTo>
                  <a:cubicBezTo>
                    <a:pt x="579" y="746"/>
                    <a:pt x="579" y="746"/>
                    <a:pt x="579" y="746"/>
                  </a:cubicBezTo>
                  <a:cubicBezTo>
                    <a:pt x="611" y="746"/>
                    <a:pt x="636" y="721"/>
                    <a:pt x="636" y="689"/>
                  </a:cubicBezTo>
                  <a:cubicBezTo>
                    <a:pt x="636" y="57"/>
                    <a:pt x="636" y="57"/>
                    <a:pt x="636" y="57"/>
                  </a:cubicBezTo>
                  <a:cubicBezTo>
                    <a:pt x="636" y="25"/>
                    <a:pt x="611" y="0"/>
                    <a:pt x="579" y="0"/>
                  </a:cubicBezTo>
                  <a:close/>
                  <a:moveTo>
                    <a:pt x="43" y="689"/>
                  </a:moveTo>
                  <a:cubicBezTo>
                    <a:pt x="43" y="57"/>
                    <a:pt x="43" y="57"/>
                    <a:pt x="43" y="57"/>
                  </a:cubicBezTo>
                  <a:cubicBezTo>
                    <a:pt x="43" y="49"/>
                    <a:pt x="49" y="43"/>
                    <a:pt x="57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703"/>
                    <a:pt x="94" y="703"/>
                    <a:pt x="94" y="703"/>
                  </a:cubicBezTo>
                  <a:cubicBezTo>
                    <a:pt x="57" y="703"/>
                    <a:pt x="57" y="703"/>
                    <a:pt x="57" y="703"/>
                  </a:cubicBezTo>
                  <a:cubicBezTo>
                    <a:pt x="49" y="703"/>
                    <a:pt x="43" y="697"/>
                    <a:pt x="43" y="689"/>
                  </a:cubicBezTo>
                  <a:close/>
                  <a:moveTo>
                    <a:pt x="593" y="689"/>
                  </a:moveTo>
                  <a:cubicBezTo>
                    <a:pt x="593" y="697"/>
                    <a:pt x="587" y="703"/>
                    <a:pt x="579" y="703"/>
                  </a:cubicBezTo>
                  <a:cubicBezTo>
                    <a:pt x="138" y="703"/>
                    <a:pt x="138" y="703"/>
                    <a:pt x="138" y="70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579" y="43"/>
                    <a:pt x="579" y="43"/>
                    <a:pt x="579" y="43"/>
                  </a:cubicBezTo>
                  <a:cubicBezTo>
                    <a:pt x="587" y="43"/>
                    <a:pt x="593" y="49"/>
                    <a:pt x="593" y="57"/>
                  </a:cubicBezTo>
                  <a:lnTo>
                    <a:pt x="593" y="689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2694" y="1474"/>
              <a:ext cx="184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2694" y="1352"/>
              <a:ext cx="245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2968" y="1381"/>
              <a:ext cx="187" cy="606"/>
            </a:xfrm>
            <a:custGeom>
              <a:avLst/>
              <a:gdLst>
                <a:gd name="T0" fmla="*/ 0 w 153"/>
                <a:gd name="T1" fmla="*/ 76 h 498"/>
                <a:gd name="T2" fmla="*/ 0 w 153"/>
                <a:gd name="T3" fmla="*/ 441 h 498"/>
                <a:gd name="T4" fmla="*/ 57 w 153"/>
                <a:gd name="T5" fmla="*/ 498 h 498"/>
                <a:gd name="T6" fmla="*/ 96 w 153"/>
                <a:gd name="T7" fmla="*/ 498 h 498"/>
                <a:gd name="T8" fmla="*/ 153 w 153"/>
                <a:gd name="T9" fmla="*/ 441 h 498"/>
                <a:gd name="T10" fmla="*/ 153 w 153"/>
                <a:gd name="T11" fmla="*/ 76 h 498"/>
                <a:gd name="T12" fmla="*/ 77 w 153"/>
                <a:gd name="T13" fmla="*/ 0 h 498"/>
                <a:gd name="T14" fmla="*/ 0 w 153"/>
                <a:gd name="T15" fmla="*/ 76 h 498"/>
                <a:gd name="T16" fmla="*/ 109 w 153"/>
                <a:gd name="T17" fmla="*/ 441 h 498"/>
                <a:gd name="T18" fmla="*/ 96 w 153"/>
                <a:gd name="T19" fmla="*/ 454 h 498"/>
                <a:gd name="T20" fmla="*/ 57 w 153"/>
                <a:gd name="T21" fmla="*/ 454 h 498"/>
                <a:gd name="T22" fmla="*/ 44 w 153"/>
                <a:gd name="T23" fmla="*/ 441 h 498"/>
                <a:gd name="T24" fmla="*/ 44 w 153"/>
                <a:gd name="T25" fmla="*/ 94 h 498"/>
                <a:gd name="T26" fmla="*/ 77 w 153"/>
                <a:gd name="T27" fmla="*/ 62 h 498"/>
                <a:gd name="T28" fmla="*/ 109 w 153"/>
                <a:gd name="T29" fmla="*/ 94 h 498"/>
                <a:gd name="T30" fmla="*/ 109 w 153"/>
                <a:gd name="T31" fmla="*/ 44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3" h="498">
                  <a:moveTo>
                    <a:pt x="0" y="76"/>
                  </a:moveTo>
                  <a:cubicBezTo>
                    <a:pt x="0" y="441"/>
                    <a:pt x="0" y="441"/>
                    <a:pt x="0" y="441"/>
                  </a:cubicBezTo>
                  <a:cubicBezTo>
                    <a:pt x="0" y="472"/>
                    <a:pt x="26" y="498"/>
                    <a:pt x="57" y="498"/>
                  </a:cubicBezTo>
                  <a:cubicBezTo>
                    <a:pt x="96" y="498"/>
                    <a:pt x="96" y="498"/>
                    <a:pt x="96" y="498"/>
                  </a:cubicBezTo>
                  <a:cubicBezTo>
                    <a:pt x="128" y="498"/>
                    <a:pt x="153" y="472"/>
                    <a:pt x="153" y="441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76"/>
                  </a:lnTo>
                  <a:close/>
                  <a:moveTo>
                    <a:pt x="109" y="441"/>
                  </a:moveTo>
                  <a:cubicBezTo>
                    <a:pt x="109" y="448"/>
                    <a:pt x="104" y="454"/>
                    <a:pt x="96" y="454"/>
                  </a:cubicBezTo>
                  <a:cubicBezTo>
                    <a:pt x="57" y="454"/>
                    <a:pt x="57" y="454"/>
                    <a:pt x="57" y="454"/>
                  </a:cubicBezTo>
                  <a:cubicBezTo>
                    <a:pt x="50" y="454"/>
                    <a:pt x="44" y="448"/>
                    <a:pt x="44" y="441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109" y="94"/>
                    <a:pt x="109" y="94"/>
                    <a:pt x="109" y="94"/>
                  </a:cubicBezTo>
                  <a:lnTo>
                    <a:pt x="109" y="44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9" name="Group 1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 bwMode="auto">
          <a:xfrm>
            <a:off x="4925826" y="1679796"/>
            <a:ext cx="550341" cy="465256"/>
            <a:chOff x="2425" y="1235"/>
            <a:chExt cx="912" cy="771"/>
          </a:xfrm>
          <a:solidFill>
            <a:srgbClr val="7C89AD"/>
          </a:solidFill>
        </p:grpSpPr>
        <p:sp>
          <p:nvSpPr>
            <p:cNvPr id="40" name="Freeform 16"/>
            <p:cNvSpPr/>
            <p:nvPr/>
          </p:nvSpPr>
          <p:spPr bwMode="auto">
            <a:xfrm>
              <a:off x="2625" y="1422"/>
              <a:ext cx="513" cy="214"/>
            </a:xfrm>
            <a:custGeom>
              <a:avLst/>
              <a:gdLst>
                <a:gd name="T0" fmla="*/ 348 w 513"/>
                <a:gd name="T1" fmla="*/ 0 h 214"/>
                <a:gd name="T2" fmla="*/ 210 w 513"/>
                <a:gd name="T3" fmla="*/ 139 h 214"/>
                <a:gd name="T4" fmla="*/ 119 w 513"/>
                <a:gd name="T5" fmla="*/ 48 h 214"/>
                <a:gd name="T6" fmla="*/ 0 w 513"/>
                <a:gd name="T7" fmla="*/ 166 h 214"/>
                <a:gd name="T8" fmla="*/ 38 w 513"/>
                <a:gd name="T9" fmla="*/ 202 h 214"/>
                <a:gd name="T10" fmla="*/ 119 w 513"/>
                <a:gd name="T11" fmla="*/ 123 h 214"/>
                <a:gd name="T12" fmla="*/ 210 w 513"/>
                <a:gd name="T13" fmla="*/ 214 h 214"/>
                <a:gd name="T14" fmla="*/ 348 w 513"/>
                <a:gd name="T15" fmla="*/ 76 h 214"/>
                <a:gd name="T16" fmla="*/ 475 w 513"/>
                <a:gd name="T17" fmla="*/ 202 h 214"/>
                <a:gd name="T18" fmla="*/ 513 w 513"/>
                <a:gd name="T19" fmla="*/ 165 h 214"/>
                <a:gd name="T20" fmla="*/ 348 w 513"/>
                <a:gd name="T21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3" h="214">
                  <a:moveTo>
                    <a:pt x="348" y="0"/>
                  </a:moveTo>
                  <a:lnTo>
                    <a:pt x="210" y="139"/>
                  </a:lnTo>
                  <a:lnTo>
                    <a:pt x="119" y="48"/>
                  </a:lnTo>
                  <a:lnTo>
                    <a:pt x="0" y="166"/>
                  </a:lnTo>
                  <a:lnTo>
                    <a:pt x="38" y="202"/>
                  </a:lnTo>
                  <a:lnTo>
                    <a:pt x="119" y="123"/>
                  </a:lnTo>
                  <a:lnTo>
                    <a:pt x="210" y="214"/>
                  </a:lnTo>
                  <a:lnTo>
                    <a:pt x="348" y="76"/>
                  </a:lnTo>
                  <a:lnTo>
                    <a:pt x="475" y="202"/>
                  </a:lnTo>
                  <a:lnTo>
                    <a:pt x="513" y="165"/>
                  </a:lnTo>
                  <a:lnTo>
                    <a:pt x="348" y="0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17"/>
            <p:cNvSpPr>
              <a:spLocks noEditPoints="1"/>
            </p:cNvSpPr>
            <p:nvPr/>
          </p:nvSpPr>
          <p:spPr bwMode="auto">
            <a:xfrm>
              <a:off x="2425" y="1235"/>
              <a:ext cx="912" cy="771"/>
            </a:xfrm>
            <a:custGeom>
              <a:avLst/>
              <a:gdLst>
                <a:gd name="T0" fmla="*/ 912 w 912"/>
                <a:gd name="T1" fmla="*/ 54 h 771"/>
                <a:gd name="T2" fmla="*/ 912 w 912"/>
                <a:gd name="T3" fmla="*/ 0 h 771"/>
                <a:gd name="T4" fmla="*/ 2 w 912"/>
                <a:gd name="T5" fmla="*/ 0 h 771"/>
                <a:gd name="T6" fmla="*/ 2 w 912"/>
                <a:gd name="T7" fmla="*/ 54 h 771"/>
                <a:gd name="T8" fmla="*/ 30 w 912"/>
                <a:gd name="T9" fmla="*/ 54 h 771"/>
                <a:gd name="T10" fmla="*/ 30 w 912"/>
                <a:gd name="T11" fmla="*/ 541 h 771"/>
                <a:gd name="T12" fmla="*/ 0 w 912"/>
                <a:gd name="T13" fmla="*/ 541 h 771"/>
                <a:gd name="T14" fmla="*/ 0 w 912"/>
                <a:gd name="T15" fmla="*/ 594 h 771"/>
                <a:gd name="T16" fmla="*/ 30 w 912"/>
                <a:gd name="T17" fmla="*/ 594 h 771"/>
                <a:gd name="T18" fmla="*/ 30 w 912"/>
                <a:gd name="T19" fmla="*/ 595 h 771"/>
                <a:gd name="T20" fmla="*/ 429 w 912"/>
                <a:gd name="T21" fmla="*/ 595 h 771"/>
                <a:gd name="T22" fmla="*/ 429 w 912"/>
                <a:gd name="T23" fmla="*/ 718 h 771"/>
                <a:gd name="T24" fmla="*/ 367 w 912"/>
                <a:gd name="T25" fmla="*/ 718 h 771"/>
                <a:gd name="T26" fmla="*/ 367 w 912"/>
                <a:gd name="T27" fmla="*/ 771 h 771"/>
                <a:gd name="T28" fmla="*/ 545 w 912"/>
                <a:gd name="T29" fmla="*/ 771 h 771"/>
                <a:gd name="T30" fmla="*/ 545 w 912"/>
                <a:gd name="T31" fmla="*/ 718 h 771"/>
                <a:gd name="T32" fmla="*/ 482 w 912"/>
                <a:gd name="T33" fmla="*/ 718 h 771"/>
                <a:gd name="T34" fmla="*/ 482 w 912"/>
                <a:gd name="T35" fmla="*/ 595 h 771"/>
                <a:gd name="T36" fmla="*/ 885 w 912"/>
                <a:gd name="T37" fmla="*/ 595 h 771"/>
                <a:gd name="T38" fmla="*/ 885 w 912"/>
                <a:gd name="T39" fmla="*/ 594 h 771"/>
                <a:gd name="T40" fmla="*/ 911 w 912"/>
                <a:gd name="T41" fmla="*/ 594 h 771"/>
                <a:gd name="T42" fmla="*/ 911 w 912"/>
                <a:gd name="T43" fmla="*/ 541 h 771"/>
                <a:gd name="T44" fmla="*/ 885 w 912"/>
                <a:gd name="T45" fmla="*/ 541 h 771"/>
                <a:gd name="T46" fmla="*/ 885 w 912"/>
                <a:gd name="T47" fmla="*/ 54 h 771"/>
                <a:gd name="T48" fmla="*/ 912 w 912"/>
                <a:gd name="T49" fmla="*/ 54 h 771"/>
                <a:gd name="T50" fmla="*/ 83 w 912"/>
                <a:gd name="T51" fmla="*/ 541 h 771"/>
                <a:gd name="T52" fmla="*/ 83 w 912"/>
                <a:gd name="T53" fmla="*/ 55 h 771"/>
                <a:gd name="T54" fmla="*/ 832 w 912"/>
                <a:gd name="T55" fmla="*/ 55 h 771"/>
                <a:gd name="T56" fmla="*/ 832 w 912"/>
                <a:gd name="T57" fmla="*/ 541 h 771"/>
                <a:gd name="T58" fmla="*/ 83 w 912"/>
                <a:gd name="T59" fmla="*/ 541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12" h="771">
                  <a:moveTo>
                    <a:pt x="912" y="54"/>
                  </a:moveTo>
                  <a:lnTo>
                    <a:pt x="912" y="0"/>
                  </a:lnTo>
                  <a:lnTo>
                    <a:pt x="2" y="0"/>
                  </a:lnTo>
                  <a:lnTo>
                    <a:pt x="2" y="54"/>
                  </a:lnTo>
                  <a:lnTo>
                    <a:pt x="30" y="54"/>
                  </a:lnTo>
                  <a:lnTo>
                    <a:pt x="30" y="541"/>
                  </a:lnTo>
                  <a:lnTo>
                    <a:pt x="0" y="541"/>
                  </a:lnTo>
                  <a:lnTo>
                    <a:pt x="0" y="594"/>
                  </a:lnTo>
                  <a:lnTo>
                    <a:pt x="30" y="594"/>
                  </a:lnTo>
                  <a:lnTo>
                    <a:pt x="30" y="595"/>
                  </a:lnTo>
                  <a:lnTo>
                    <a:pt x="429" y="595"/>
                  </a:lnTo>
                  <a:lnTo>
                    <a:pt x="429" y="718"/>
                  </a:lnTo>
                  <a:lnTo>
                    <a:pt x="367" y="718"/>
                  </a:lnTo>
                  <a:lnTo>
                    <a:pt x="367" y="771"/>
                  </a:lnTo>
                  <a:lnTo>
                    <a:pt x="545" y="771"/>
                  </a:lnTo>
                  <a:lnTo>
                    <a:pt x="545" y="718"/>
                  </a:lnTo>
                  <a:lnTo>
                    <a:pt x="482" y="718"/>
                  </a:lnTo>
                  <a:lnTo>
                    <a:pt x="482" y="595"/>
                  </a:lnTo>
                  <a:lnTo>
                    <a:pt x="885" y="595"/>
                  </a:lnTo>
                  <a:lnTo>
                    <a:pt x="885" y="594"/>
                  </a:lnTo>
                  <a:lnTo>
                    <a:pt x="911" y="594"/>
                  </a:lnTo>
                  <a:lnTo>
                    <a:pt x="911" y="541"/>
                  </a:lnTo>
                  <a:lnTo>
                    <a:pt x="885" y="541"/>
                  </a:lnTo>
                  <a:lnTo>
                    <a:pt x="885" y="54"/>
                  </a:lnTo>
                  <a:lnTo>
                    <a:pt x="912" y="54"/>
                  </a:lnTo>
                  <a:close/>
                  <a:moveTo>
                    <a:pt x="83" y="541"/>
                  </a:moveTo>
                  <a:lnTo>
                    <a:pt x="83" y="55"/>
                  </a:lnTo>
                  <a:lnTo>
                    <a:pt x="832" y="55"/>
                  </a:lnTo>
                  <a:lnTo>
                    <a:pt x="832" y="541"/>
                  </a:lnTo>
                  <a:lnTo>
                    <a:pt x="83" y="54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57" name="Group 20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 bwMode="auto">
          <a:xfrm>
            <a:off x="2617914" y="1689671"/>
            <a:ext cx="598510" cy="448228"/>
            <a:chOff x="2423" y="1278"/>
            <a:chExt cx="912" cy="683"/>
          </a:xfrm>
          <a:solidFill>
            <a:srgbClr val="7C89AD"/>
          </a:solidFill>
        </p:grpSpPr>
        <p:sp>
          <p:nvSpPr>
            <p:cNvPr id="58" name="Freeform 21"/>
            <p:cNvSpPr/>
            <p:nvPr/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Freeform 22"/>
            <p:cNvSpPr>
              <a:spLocks noEditPoints="1"/>
            </p:cNvSpPr>
            <p:nvPr/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180881" y="2727006"/>
            <a:ext cx="296493" cy="168594"/>
            <a:chOff x="3445164" y="563418"/>
            <a:chExt cx="471054" cy="267854"/>
          </a:xfrm>
        </p:grpSpPr>
        <p:sp>
          <p:nvSpPr>
            <p:cNvPr id="2" name="箭头: V 形 1"/>
            <p:cNvSpPr/>
            <p:nvPr/>
          </p:nvSpPr>
          <p:spPr>
            <a:xfrm>
              <a:off x="3445164" y="563418"/>
              <a:ext cx="267854" cy="267854"/>
            </a:xfrm>
            <a:prstGeom prst="chevron">
              <a:avLst/>
            </a:prstGeom>
            <a:solidFill>
              <a:srgbClr val="EFB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箭头: V 形 59"/>
            <p:cNvSpPr/>
            <p:nvPr/>
          </p:nvSpPr>
          <p:spPr>
            <a:xfrm>
              <a:off x="3648364" y="563418"/>
              <a:ext cx="267854" cy="267854"/>
            </a:xfrm>
            <a:prstGeom prst="chevron">
              <a:avLst/>
            </a:prstGeom>
            <a:solidFill>
              <a:srgbClr val="EFB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430077" y="2727006"/>
            <a:ext cx="296493" cy="168594"/>
            <a:chOff x="3445164" y="563418"/>
            <a:chExt cx="471054" cy="267854"/>
          </a:xfrm>
        </p:grpSpPr>
        <p:sp>
          <p:nvSpPr>
            <p:cNvPr id="62" name="箭头: V 形 61"/>
            <p:cNvSpPr/>
            <p:nvPr/>
          </p:nvSpPr>
          <p:spPr>
            <a:xfrm>
              <a:off x="3445164" y="563418"/>
              <a:ext cx="267854" cy="267854"/>
            </a:xfrm>
            <a:prstGeom prst="chevron">
              <a:avLst/>
            </a:prstGeom>
            <a:solidFill>
              <a:srgbClr val="EFB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箭头: V 形 62"/>
            <p:cNvSpPr/>
            <p:nvPr/>
          </p:nvSpPr>
          <p:spPr>
            <a:xfrm>
              <a:off x="3648364" y="563418"/>
              <a:ext cx="267854" cy="267854"/>
            </a:xfrm>
            <a:prstGeom prst="chevron">
              <a:avLst/>
            </a:prstGeom>
            <a:solidFill>
              <a:srgbClr val="EFB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679273" y="2727006"/>
            <a:ext cx="296493" cy="168594"/>
            <a:chOff x="3445164" y="563418"/>
            <a:chExt cx="471054" cy="267854"/>
          </a:xfrm>
        </p:grpSpPr>
        <p:sp>
          <p:nvSpPr>
            <p:cNvPr id="65" name="箭头: V 形 64"/>
            <p:cNvSpPr/>
            <p:nvPr/>
          </p:nvSpPr>
          <p:spPr>
            <a:xfrm>
              <a:off x="3445164" y="563418"/>
              <a:ext cx="267854" cy="267854"/>
            </a:xfrm>
            <a:prstGeom prst="chevron">
              <a:avLst/>
            </a:prstGeom>
            <a:solidFill>
              <a:srgbClr val="EFB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6" name="箭头: V 形 65"/>
            <p:cNvSpPr/>
            <p:nvPr/>
          </p:nvSpPr>
          <p:spPr>
            <a:xfrm>
              <a:off x="3648364" y="563418"/>
              <a:ext cx="267854" cy="267854"/>
            </a:xfrm>
            <a:prstGeom prst="chevron">
              <a:avLst/>
            </a:prstGeom>
            <a:solidFill>
              <a:srgbClr val="EFB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280219" y="2911197"/>
            <a:ext cx="4583562" cy="551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zh-CN" altLang="en-US" sz="1050" kern="0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单击此处可编辑内容，建议使用微软雅黑字体。您的内容打在这里，或者通过复制您的文本后，在此框中选择粘贴，并选择只保留文字。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14862" y="2187714"/>
            <a:ext cx="5314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7C89AD"/>
                </a:solidFill>
                <a:latin typeface="微软雅黑" panose="020B0503020204020204" charset="-122"/>
                <a:ea typeface="微软雅黑" panose="020B0503020204020204" charset="-122"/>
              </a:rPr>
              <a:t>研究的目标与计划安排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4006443" y="3775721"/>
            <a:ext cx="1131114" cy="246221"/>
          </a:xfrm>
          <a:prstGeom prst="roundRect">
            <a:avLst>
              <a:gd name="adj" fmla="val 50000"/>
            </a:avLst>
          </a:prstGeom>
          <a:solidFill>
            <a:srgbClr val="EFB8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/>
                <a:cs typeface="+mn-cs"/>
              </a:rPr>
              <a:t>第</a:t>
            </a:r>
            <a:r>
              <a:rPr lang="zh-CN" altLang="en-US" sz="1050" kern="0">
                <a:solidFill>
                  <a:prstClr val="white"/>
                </a:solidFill>
                <a:latin typeface="Calibri Light" panose="020F0302020204030204"/>
                <a:ea typeface="微软雅黑 Light"/>
              </a:rPr>
              <a:t>四</a:t>
            </a: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/>
                <a:cs typeface="+mn-cs"/>
              </a:rPr>
              <a:t>单元</a:t>
            </a:r>
          </a:p>
        </p:txBody>
      </p:sp>
      <p:sp>
        <p:nvSpPr>
          <p:cNvPr id="9" name="椭圆 8"/>
          <p:cNvSpPr/>
          <p:nvPr/>
        </p:nvSpPr>
        <p:spPr>
          <a:xfrm>
            <a:off x="3984584" y="897036"/>
            <a:ext cx="1174831" cy="1174831"/>
          </a:xfrm>
          <a:prstGeom prst="ellipse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135021" y="1033340"/>
            <a:ext cx="8739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i="1">
                <a:solidFill>
                  <a:schemeClr val="bg1"/>
                </a:solidFill>
                <a:latin typeface="+mj-lt"/>
                <a:ea typeface="+mj-ea"/>
                <a:sym typeface="+mn-lt"/>
              </a:rPr>
              <a:t>04</a:t>
            </a:r>
            <a:endParaRPr lang="zh-CN" altLang="en-US" sz="4800" b="1" i="1">
              <a:solidFill>
                <a:schemeClr val="bg1"/>
              </a:solidFill>
              <a:latin typeface="+mj-lt"/>
              <a:ea typeface="+mj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791074" y="16525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研究的目标与计划安排</a:t>
            </a:r>
          </a:p>
        </p:txBody>
      </p:sp>
      <p:sp>
        <p:nvSpPr>
          <p:cNvPr id="11" name="矩形 10"/>
          <p:cNvSpPr/>
          <p:nvPr/>
        </p:nvSpPr>
        <p:spPr>
          <a:xfrm>
            <a:off x="791367" y="500063"/>
            <a:ext cx="33646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1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Research objectives and planning</a:t>
            </a:r>
          </a:p>
        </p:txBody>
      </p:sp>
      <p:sp>
        <p:nvSpPr>
          <p:cNvPr id="42" name="椭圆 41"/>
          <p:cNvSpPr/>
          <p:nvPr/>
        </p:nvSpPr>
        <p:spPr>
          <a:xfrm>
            <a:off x="3073512" y="1185663"/>
            <a:ext cx="2996977" cy="2996977"/>
          </a:xfrm>
          <a:prstGeom prst="ellipse">
            <a:avLst/>
          </a:prstGeom>
          <a:gradFill flip="none" rotWithShape="1">
            <a:gsLst>
              <a:gs pos="51000">
                <a:schemeClr val="accent1">
                  <a:lumMod val="20000"/>
                  <a:lumOff val="80000"/>
                  <a:alpha val="0"/>
                </a:schemeClr>
              </a:gs>
              <a:gs pos="100000">
                <a:srgbClr val="7C89AD"/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Roboto Regular"/>
              <a:ea typeface="思源黑体 CN Regular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2511009" y="623160"/>
            <a:ext cx="4121982" cy="4121982"/>
          </a:xfrm>
          <a:prstGeom prst="ellipse">
            <a:avLst/>
          </a:prstGeom>
          <a:noFill/>
          <a:ln w="12700" cap="flat" cmpd="sng" algn="ctr">
            <a:gradFill flip="none" rotWithShape="1">
              <a:gsLst>
                <a:gs pos="0">
                  <a:srgbClr val="7C89AD"/>
                </a:gs>
                <a:gs pos="93000">
                  <a:srgbClr val="7C89AD">
                    <a:alpha val="0"/>
                  </a:srgbClr>
                </a:gs>
                <a:gs pos="7000">
                  <a:srgbClr val="7C89AD">
                    <a:alpha val="0"/>
                  </a:srgbClr>
                </a:gs>
                <a:gs pos="100000">
                  <a:srgbClr val="7C89AD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Roboto Regular"/>
              <a:ea typeface="思源黑体 CN Regular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611705" y="1721885"/>
            <a:ext cx="1920590" cy="1920591"/>
          </a:xfrm>
          <a:prstGeom prst="ellipse">
            <a:avLst/>
          </a:prstGeom>
          <a:solidFill>
            <a:srgbClr val="7C8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45" name="文本框 44"/>
          <p:cNvSpPr txBox="1"/>
          <p:nvPr/>
        </p:nvSpPr>
        <p:spPr>
          <a:xfrm>
            <a:off x="3348990" y="2433935"/>
            <a:ext cx="2446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400" b="1" i="0" u="none" strike="noStrike" kern="1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研究的目标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21920" y="2377477"/>
            <a:ext cx="2346960" cy="1036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您的内容打在这里，或者通过复制您的文本后，在此框中选择粘贴，并选择只保留文字，建议使用微软雅黑字体。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47448" y="2057652"/>
            <a:ext cx="1495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600" b="1" i="0" u="none" strike="noStrike" kern="1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Times New Roman" panose="02020603050405020304" pitchFamily="18" charset="0"/>
              </a:rPr>
              <a:t>研究的目标</a:t>
            </a:r>
            <a:endParaRPr lang="zh-CN" altLang="en-US" sz="1200" b="1">
              <a:solidFill>
                <a:srgbClr val="7C89AD"/>
              </a:solidFill>
              <a:latin typeface="+mj-ea"/>
              <a:ea typeface="+mj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797040" y="2458757"/>
            <a:ext cx="2346960" cy="1036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您的内容打在这里，或者通过复制您的文本后，在此框中选择粘贴，并选择只保留文字，建议使用微软雅黑字体。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222568" y="2138932"/>
            <a:ext cx="1495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600" b="1" i="0" u="none" strike="noStrike" kern="1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+mj-ea"/>
                <a:ea typeface="+mj-ea"/>
                <a:cs typeface="Times New Roman" panose="02020603050405020304" pitchFamily="18" charset="0"/>
              </a:rPr>
              <a:t>研究的目标</a:t>
            </a:r>
            <a:endParaRPr lang="zh-CN" altLang="en-US" sz="1200" b="1">
              <a:solidFill>
                <a:srgbClr val="7C89AD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791074" y="16525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研究的目标与计划安排</a:t>
            </a:r>
          </a:p>
        </p:txBody>
      </p:sp>
      <p:sp>
        <p:nvSpPr>
          <p:cNvPr id="11" name="矩形 10"/>
          <p:cNvSpPr/>
          <p:nvPr/>
        </p:nvSpPr>
        <p:spPr>
          <a:xfrm>
            <a:off x="791367" y="500063"/>
            <a:ext cx="33646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1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Research objectives and planning</a:t>
            </a:r>
          </a:p>
        </p:txBody>
      </p:sp>
      <p:sp>
        <p:nvSpPr>
          <p:cNvPr id="12" name="Freeform 17"/>
          <p:cNvSpPr/>
          <p:nvPr/>
        </p:nvSpPr>
        <p:spPr bwMode="auto">
          <a:xfrm>
            <a:off x="6924890" y="1038578"/>
            <a:ext cx="1593781" cy="1151467"/>
          </a:xfrm>
          <a:custGeom>
            <a:avLst/>
            <a:gdLst>
              <a:gd name="T0" fmla="*/ 1099 w 1099"/>
              <a:gd name="T1" fmla="*/ 340 h 794"/>
              <a:gd name="T2" fmla="*/ 549 w 1099"/>
              <a:gd name="T3" fmla="*/ 794 h 794"/>
              <a:gd name="T4" fmla="*/ 0 w 1099"/>
              <a:gd name="T5" fmla="*/ 340 h 794"/>
              <a:gd name="T6" fmla="*/ 237 w 1099"/>
              <a:gd name="T7" fmla="*/ 340 h 794"/>
              <a:gd name="T8" fmla="*/ 237 w 1099"/>
              <a:gd name="T9" fmla="*/ 0 h 794"/>
              <a:gd name="T10" fmla="*/ 549 w 1099"/>
              <a:gd name="T11" fmla="*/ 258 h 794"/>
              <a:gd name="T12" fmla="*/ 863 w 1099"/>
              <a:gd name="T13" fmla="*/ 0 h 794"/>
              <a:gd name="T14" fmla="*/ 863 w 1099"/>
              <a:gd name="T15" fmla="*/ 340 h 794"/>
              <a:gd name="T16" fmla="*/ 1099 w 1099"/>
              <a:gd name="T17" fmla="*/ 340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99" h="794">
                <a:moveTo>
                  <a:pt x="1099" y="340"/>
                </a:moveTo>
                <a:lnTo>
                  <a:pt x="549" y="794"/>
                </a:lnTo>
                <a:lnTo>
                  <a:pt x="0" y="340"/>
                </a:lnTo>
                <a:lnTo>
                  <a:pt x="237" y="340"/>
                </a:lnTo>
                <a:lnTo>
                  <a:pt x="237" y="0"/>
                </a:lnTo>
                <a:lnTo>
                  <a:pt x="549" y="258"/>
                </a:lnTo>
                <a:lnTo>
                  <a:pt x="863" y="0"/>
                </a:lnTo>
                <a:lnTo>
                  <a:pt x="863" y="340"/>
                </a:lnTo>
                <a:lnTo>
                  <a:pt x="1099" y="340"/>
                </a:lnTo>
                <a:close/>
              </a:path>
            </a:pathLst>
          </a:custGeom>
          <a:solidFill>
            <a:srgbClr val="7C89AD"/>
          </a:solidFill>
          <a:ln>
            <a:noFill/>
          </a:ln>
          <a:effectLst/>
          <a:scene3d>
            <a:camera prst="orthographicFront"/>
            <a:lightRig rig="threePt" dir="t"/>
          </a:scene3d>
          <a:sp3d prstMaterial="softEdg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i="1">
              <a:solidFill>
                <a:srgbClr val="F16D63"/>
              </a:solidFill>
              <a:latin typeface="+mj-l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943742" y="1526555"/>
            <a:ext cx="16126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i="1">
                <a:solidFill>
                  <a:schemeClr val="tx2"/>
                </a:solidFill>
                <a:latin typeface="+mj-lt"/>
              </a:rPr>
              <a:t>Step.1</a:t>
            </a:r>
          </a:p>
        </p:txBody>
      </p:sp>
      <p:sp>
        <p:nvSpPr>
          <p:cNvPr id="14" name="Freeform 14"/>
          <p:cNvSpPr/>
          <p:nvPr/>
        </p:nvSpPr>
        <p:spPr bwMode="auto">
          <a:xfrm>
            <a:off x="6924890" y="1975414"/>
            <a:ext cx="1593781" cy="1151467"/>
          </a:xfrm>
          <a:custGeom>
            <a:avLst/>
            <a:gdLst>
              <a:gd name="T0" fmla="*/ 1099 w 1099"/>
              <a:gd name="T1" fmla="*/ 340 h 794"/>
              <a:gd name="T2" fmla="*/ 549 w 1099"/>
              <a:gd name="T3" fmla="*/ 794 h 794"/>
              <a:gd name="T4" fmla="*/ 0 w 1099"/>
              <a:gd name="T5" fmla="*/ 340 h 794"/>
              <a:gd name="T6" fmla="*/ 237 w 1099"/>
              <a:gd name="T7" fmla="*/ 340 h 794"/>
              <a:gd name="T8" fmla="*/ 237 w 1099"/>
              <a:gd name="T9" fmla="*/ 0 h 794"/>
              <a:gd name="T10" fmla="*/ 549 w 1099"/>
              <a:gd name="T11" fmla="*/ 258 h 794"/>
              <a:gd name="T12" fmla="*/ 863 w 1099"/>
              <a:gd name="T13" fmla="*/ 0 h 794"/>
              <a:gd name="T14" fmla="*/ 863 w 1099"/>
              <a:gd name="T15" fmla="*/ 340 h 794"/>
              <a:gd name="T16" fmla="*/ 1099 w 1099"/>
              <a:gd name="T17" fmla="*/ 340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99" h="794">
                <a:moveTo>
                  <a:pt x="1099" y="340"/>
                </a:moveTo>
                <a:lnTo>
                  <a:pt x="549" y="794"/>
                </a:lnTo>
                <a:lnTo>
                  <a:pt x="0" y="340"/>
                </a:lnTo>
                <a:lnTo>
                  <a:pt x="237" y="340"/>
                </a:lnTo>
                <a:lnTo>
                  <a:pt x="237" y="0"/>
                </a:lnTo>
                <a:lnTo>
                  <a:pt x="549" y="258"/>
                </a:lnTo>
                <a:lnTo>
                  <a:pt x="863" y="0"/>
                </a:lnTo>
                <a:lnTo>
                  <a:pt x="863" y="340"/>
                </a:lnTo>
                <a:lnTo>
                  <a:pt x="1099" y="340"/>
                </a:lnTo>
                <a:close/>
              </a:path>
            </a:pathLst>
          </a:custGeom>
          <a:solidFill>
            <a:srgbClr val="EFB845"/>
          </a:solidFill>
          <a:ln>
            <a:noFill/>
          </a:ln>
          <a:effectLst/>
          <a:scene3d>
            <a:camera prst="orthographicFront"/>
            <a:lightRig rig="threePt" dir="t"/>
          </a:scene3d>
          <a:sp3d prstMaterial="softEdg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i="1">
              <a:solidFill>
                <a:srgbClr val="F16D63"/>
              </a:solidFill>
              <a:latin typeface="+mj-lt"/>
            </a:endParaRPr>
          </a:p>
        </p:txBody>
      </p:sp>
      <p:sp>
        <p:nvSpPr>
          <p:cNvPr id="15" name="TextBox 54"/>
          <p:cNvSpPr txBox="1"/>
          <p:nvPr/>
        </p:nvSpPr>
        <p:spPr>
          <a:xfrm>
            <a:off x="6943742" y="2463391"/>
            <a:ext cx="16126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i="1">
                <a:solidFill>
                  <a:schemeClr val="tx2"/>
                </a:solidFill>
                <a:latin typeface="+mj-lt"/>
              </a:rPr>
              <a:t>Step.2</a:t>
            </a:r>
          </a:p>
        </p:txBody>
      </p:sp>
      <p:sp>
        <p:nvSpPr>
          <p:cNvPr id="16" name="Freeform 15"/>
          <p:cNvSpPr/>
          <p:nvPr/>
        </p:nvSpPr>
        <p:spPr bwMode="auto">
          <a:xfrm>
            <a:off x="6924890" y="2912249"/>
            <a:ext cx="1593781" cy="1151467"/>
          </a:xfrm>
          <a:custGeom>
            <a:avLst/>
            <a:gdLst>
              <a:gd name="T0" fmla="*/ 1099 w 1099"/>
              <a:gd name="T1" fmla="*/ 340 h 794"/>
              <a:gd name="T2" fmla="*/ 549 w 1099"/>
              <a:gd name="T3" fmla="*/ 794 h 794"/>
              <a:gd name="T4" fmla="*/ 0 w 1099"/>
              <a:gd name="T5" fmla="*/ 340 h 794"/>
              <a:gd name="T6" fmla="*/ 237 w 1099"/>
              <a:gd name="T7" fmla="*/ 340 h 794"/>
              <a:gd name="T8" fmla="*/ 237 w 1099"/>
              <a:gd name="T9" fmla="*/ 0 h 794"/>
              <a:gd name="T10" fmla="*/ 549 w 1099"/>
              <a:gd name="T11" fmla="*/ 258 h 794"/>
              <a:gd name="T12" fmla="*/ 863 w 1099"/>
              <a:gd name="T13" fmla="*/ 0 h 794"/>
              <a:gd name="T14" fmla="*/ 863 w 1099"/>
              <a:gd name="T15" fmla="*/ 340 h 794"/>
              <a:gd name="T16" fmla="*/ 1099 w 1099"/>
              <a:gd name="T17" fmla="*/ 340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99" h="794">
                <a:moveTo>
                  <a:pt x="1099" y="340"/>
                </a:moveTo>
                <a:lnTo>
                  <a:pt x="549" y="794"/>
                </a:lnTo>
                <a:lnTo>
                  <a:pt x="0" y="340"/>
                </a:lnTo>
                <a:lnTo>
                  <a:pt x="237" y="340"/>
                </a:lnTo>
                <a:lnTo>
                  <a:pt x="237" y="0"/>
                </a:lnTo>
                <a:lnTo>
                  <a:pt x="549" y="258"/>
                </a:lnTo>
                <a:lnTo>
                  <a:pt x="863" y="0"/>
                </a:lnTo>
                <a:lnTo>
                  <a:pt x="863" y="340"/>
                </a:lnTo>
                <a:lnTo>
                  <a:pt x="1099" y="340"/>
                </a:lnTo>
                <a:close/>
              </a:path>
            </a:pathLst>
          </a:custGeom>
          <a:solidFill>
            <a:srgbClr val="7C89AD"/>
          </a:solidFill>
          <a:ln>
            <a:noFill/>
          </a:ln>
          <a:effectLst/>
          <a:scene3d>
            <a:camera prst="orthographicFront"/>
            <a:lightRig rig="threePt" dir="t"/>
          </a:scene3d>
          <a:sp3d prstMaterial="softEdg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i="1">
              <a:solidFill>
                <a:srgbClr val="F16D63"/>
              </a:solidFill>
              <a:latin typeface="+mj-lt"/>
            </a:endParaRPr>
          </a:p>
        </p:txBody>
      </p:sp>
      <p:sp>
        <p:nvSpPr>
          <p:cNvPr id="17" name="TextBox 55"/>
          <p:cNvSpPr txBox="1"/>
          <p:nvPr/>
        </p:nvSpPr>
        <p:spPr>
          <a:xfrm>
            <a:off x="6943742" y="3400226"/>
            <a:ext cx="16126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i="1">
                <a:solidFill>
                  <a:schemeClr val="tx2"/>
                </a:solidFill>
                <a:latin typeface="+mj-lt"/>
              </a:rPr>
              <a:t>Step.3</a:t>
            </a:r>
          </a:p>
        </p:txBody>
      </p:sp>
      <p:sp>
        <p:nvSpPr>
          <p:cNvPr id="18" name="Freeform 16"/>
          <p:cNvSpPr/>
          <p:nvPr/>
        </p:nvSpPr>
        <p:spPr bwMode="auto">
          <a:xfrm>
            <a:off x="6924890" y="3849085"/>
            <a:ext cx="1593781" cy="1151467"/>
          </a:xfrm>
          <a:custGeom>
            <a:avLst/>
            <a:gdLst>
              <a:gd name="T0" fmla="*/ 1099 w 1099"/>
              <a:gd name="T1" fmla="*/ 340 h 794"/>
              <a:gd name="T2" fmla="*/ 549 w 1099"/>
              <a:gd name="T3" fmla="*/ 794 h 794"/>
              <a:gd name="T4" fmla="*/ 0 w 1099"/>
              <a:gd name="T5" fmla="*/ 340 h 794"/>
              <a:gd name="T6" fmla="*/ 237 w 1099"/>
              <a:gd name="T7" fmla="*/ 340 h 794"/>
              <a:gd name="T8" fmla="*/ 237 w 1099"/>
              <a:gd name="T9" fmla="*/ 0 h 794"/>
              <a:gd name="T10" fmla="*/ 549 w 1099"/>
              <a:gd name="T11" fmla="*/ 258 h 794"/>
              <a:gd name="T12" fmla="*/ 863 w 1099"/>
              <a:gd name="T13" fmla="*/ 0 h 794"/>
              <a:gd name="T14" fmla="*/ 863 w 1099"/>
              <a:gd name="T15" fmla="*/ 340 h 794"/>
              <a:gd name="T16" fmla="*/ 1099 w 1099"/>
              <a:gd name="T17" fmla="*/ 340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99" h="794">
                <a:moveTo>
                  <a:pt x="1099" y="340"/>
                </a:moveTo>
                <a:lnTo>
                  <a:pt x="549" y="794"/>
                </a:lnTo>
                <a:lnTo>
                  <a:pt x="0" y="340"/>
                </a:lnTo>
                <a:lnTo>
                  <a:pt x="237" y="340"/>
                </a:lnTo>
                <a:lnTo>
                  <a:pt x="237" y="0"/>
                </a:lnTo>
                <a:lnTo>
                  <a:pt x="549" y="258"/>
                </a:lnTo>
                <a:lnTo>
                  <a:pt x="863" y="0"/>
                </a:lnTo>
                <a:lnTo>
                  <a:pt x="863" y="340"/>
                </a:lnTo>
                <a:lnTo>
                  <a:pt x="1099" y="340"/>
                </a:lnTo>
                <a:close/>
              </a:path>
            </a:pathLst>
          </a:custGeom>
          <a:solidFill>
            <a:srgbClr val="EFB845"/>
          </a:solidFill>
          <a:ln>
            <a:noFill/>
          </a:ln>
          <a:effectLst/>
          <a:scene3d>
            <a:camera prst="orthographicFront"/>
            <a:lightRig rig="threePt" dir="t"/>
          </a:scene3d>
          <a:sp3d prstMaterial="softEdg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i="1">
              <a:solidFill>
                <a:srgbClr val="F16D63"/>
              </a:solidFill>
              <a:latin typeface="+mj-lt"/>
            </a:endParaRPr>
          </a:p>
        </p:txBody>
      </p:sp>
      <p:sp>
        <p:nvSpPr>
          <p:cNvPr id="19" name="TextBox 56"/>
          <p:cNvSpPr txBox="1"/>
          <p:nvPr/>
        </p:nvSpPr>
        <p:spPr>
          <a:xfrm>
            <a:off x="6943742" y="4337062"/>
            <a:ext cx="16126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i="1">
                <a:solidFill>
                  <a:schemeClr val="tx2"/>
                </a:solidFill>
                <a:latin typeface="+mj-lt"/>
              </a:rPr>
              <a:t>Step.4</a:t>
            </a:r>
          </a:p>
        </p:txBody>
      </p:sp>
      <p:sp>
        <p:nvSpPr>
          <p:cNvPr id="20" name="矩形 19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055691" y="1247696"/>
            <a:ext cx="15440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i="1" kern="100">
                <a:solidFill>
                  <a:srgbClr val="7C89AD"/>
                </a:solidFill>
                <a:latin typeface="+mj-lt"/>
                <a:ea typeface="微软雅黑" panose="020B0503020204020204" charset="-122"/>
                <a:cs typeface="Times New Roman" panose="02020603050405020304" pitchFamily="18" charset="0"/>
              </a:rPr>
              <a:t>201X.12~201X.1</a:t>
            </a:r>
            <a:endParaRPr lang="zh-CN" altLang="en-US" sz="1400" b="1" i="1" kern="100">
              <a:solidFill>
                <a:srgbClr val="7C89AD"/>
              </a:solidFill>
              <a:latin typeface="+mj-lt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>
          <a:xfrm>
            <a:off x="986015" y="1543807"/>
            <a:ext cx="5743494" cy="308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单击此处可编辑内容，建议使用微软雅黑字体。单击此处可编辑内容，建议使用微软雅黑字体。</a:t>
            </a:r>
          </a:p>
        </p:txBody>
      </p:sp>
      <p:sp>
        <p:nvSpPr>
          <p:cNvPr id="22" name="矩形 2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055691" y="2159174"/>
            <a:ext cx="14430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i="1" kern="100">
                <a:solidFill>
                  <a:srgbClr val="7C89AD"/>
                </a:solidFill>
                <a:latin typeface="+mj-lt"/>
                <a:ea typeface="微软雅黑" panose="020B0503020204020204" charset="-122"/>
                <a:cs typeface="Times New Roman" panose="02020603050405020304" pitchFamily="18" charset="0"/>
              </a:rPr>
              <a:t>201X.1~201X.3</a:t>
            </a:r>
            <a:endParaRPr lang="zh-CN" altLang="en-US" sz="1400" b="1" i="1" kern="100">
              <a:solidFill>
                <a:srgbClr val="7C89AD"/>
              </a:solidFill>
              <a:latin typeface="+mj-lt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>
          <a:xfrm>
            <a:off x="986015" y="2413369"/>
            <a:ext cx="5743494" cy="308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单击此处可编辑内容，建议使用微软雅黑字体。单击此处可编辑内容，建议使用微软雅黑字体。</a:t>
            </a:r>
          </a:p>
        </p:txBody>
      </p:sp>
      <p:sp>
        <p:nvSpPr>
          <p:cNvPr id="24" name="矩形 2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055691" y="3070652"/>
            <a:ext cx="14430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i="1" kern="100">
                <a:solidFill>
                  <a:srgbClr val="7C89AD"/>
                </a:solidFill>
                <a:latin typeface="+mj-lt"/>
                <a:ea typeface="微软雅黑" panose="020B0503020204020204" charset="-122"/>
                <a:cs typeface="Times New Roman" panose="02020603050405020304" pitchFamily="18" charset="0"/>
              </a:rPr>
              <a:t>201X.3~201X.4</a:t>
            </a:r>
            <a:endParaRPr lang="zh-CN" altLang="en-US" sz="1400" b="1" i="1" kern="100">
              <a:solidFill>
                <a:srgbClr val="7C89AD"/>
              </a:solidFill>
              <a:latin typeface="+mj-lt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>
          <a:xfrm>
            <a:off x="986015" y="3294339"/>
            <a:ext cx="5743494" cy="308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单击此处可编辑内容，建议使用微软雅黑字体。单击此处可编辑内容，建议使用微软雅黑字体。</a:t>
            </a: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055690" y="3982129"/>
            <a:ext cx="14430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i="1" kern="100">
                <a:solidFill>
                  <a:srgbClr val="7C89AD"/>
                </a:solidFill>
                <a:latin typeface="+mj-lt"/>
                <a:ea typeface="微软雅黑" panose="020B0503020204020204" charset="-122"/>
                <a:cs typeface="Times New Roman" panose="02020603050405020304" pitchFamily="18" charset="0"/>
              </a:rPr>
              <a:t>201X.4~201X.6</a:t>
            </a:r>
            <a:endParaRPr lang="zh-CN" altLang="en-US" sz="1400" b="1" i="1" kern="100">
              <a:solidFill>
                <a:srgbClr val="7C89AD"/>
              </a:solidFill>
              <a:latin typeface="+mj-lt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>
          <a:xfrm>
            <a:off x="986015" y="4231174"/>
            <a:ext cx="5743494" cy="308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单击此处可编辑内容，建议使用微软雅黑字体。单击此处可编辑内容，建议使用微软雅黑字体。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1083332" y="2034386"/>
            <a:ext cx="595353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83332" y="2912249"/>
            <a:ext cx="595353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083332" y="3849085"/>
            <a:ext cx="595353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588419" y="2113038"/>
            <a:ext cx="358775" cy="360362"/>
            <a:chOff x="5394325" y="2859088"/>
            <a:chExt cx="358775" cy="360362"/>
          </a:xfrm>
          <a:solidFill>
            <a:srgbClr val="7C89AD"/>
          </a:solidFill>
        </p:grpSpPr>
        <p:sp>
          <p:nvSpPr>
            <p:cNvPr id="32" name="AutoShape 37"/>
            <p:cNvSpPr/>
            <p:nvPr/>
          </p:nvSpPr>
          <p:spPr bwMode="auto">
            <a:xfrm>
              <a:off x="5394325" y="2894013"/>
              <a:ext cx="327025" cy="325437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33" name="AutoShape 38"/>
            <p:cNvSpPr/>
            <p:nvPr/>
          </p:nvSpPr>
          <p:spPr bwMode="auto">
            <a:xfrm>
              <a:off x="5551488" y="3040063"/>
              <a:ext cx="55562" cy="555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34" name="AutoShape 39"/>
            <p:cNvSpPr/>
            <p:nvPr/>
          </p:nvSpPr>
          <p:spPr bwMode="auto">
            <a:xfrm>
              <a:off x="5697538" y="2859088"/>
              <a:ext cx="55562" cy="571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35" name="AutoShape 40"/>
            <p:cNvSpPr/>
            <p:nvPr/>
          </p:nvSpPr>
          <p:spPr bwMode="auto">
            <a:xfrm>
              <a:off x="5483225" y="3028950"/>
              <a:ext cx="46038" cy="444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36" name="AutoShape 41"/>
            <p:cNvSpPr/>
            <p:nvPr/>
          </p:nvSpPr>
          <p:spPr bwMode="auto">
            <a:xfrm>
              <a:off x="5529263" y="3106738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37" name="AutoShape 42"/>
            <p:cNvSpPr/>
            <p:nvPr/>
          </p:nvSpPr>
          <p:spPr bwMode="auto">
            <a:xfrm>
              <a:off x="5708650" y="2938463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88224" y="3041848"/>
            <a:ext cx="359165" cy="359165"/>
            <a:chOff x="5394312" y="2141343"/>
            <a:chExt cx="359165" cy="359165"/>
          </a:xfrm>
          <a:solidFill>
            <a:srgbClr val="7C89AD"/>
          </a:solidFill>
        </p:grpSpPr>
        <p:sp>
          <p:nvSpPr>
            <p:cNvPr id="39" name="AutoShape 56"/>
            <p:cNvSpPr/>
            <p:nvPr/>
          </p:nvSpPr>
          <p:spPr bwMode="auto">
            <a:xfrm>
              <a:off x="5394312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0" name="AutoShape 57"/>
            <p:cNvSpPr/>
            <p:nvPr/>
          </p:nvSpPr>
          <p:spPr bwMode="auto">
            <a:xfrm>
              <a:off x="5641124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1" name="AutoShape 58"/>
            <p:cNvSpPr/>
            <p:nvPr/>
          </p:nvSpPr>
          <p:spPr bwMode="auto">
            <a:xfrm>
              <a:off x="5517718" y="2141343"/>
              <a:ext cx="11235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50" name="AutoShape 112"/>
          <p:cNvSpPr/>
          <p:nvPr/>
        </p:nvSpPr>
        <p:spPr bwMode="auto">
          <a:xfrm>
            <a:off x="587625" y="3974940"/>
            <a:ext cx="360363" cy="358775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rgbClr val="7C89AD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 flipH="1">
            <a:off x="588224" y="1293912"/>
            <a:ext cx="359165" cy="359165"/>
            <a:chOff x="2473104" y="2145028"/>
            <a:chExt cx="359165" cy="359165"/>
          </a:xfrm>
          <a:solidFill>
            <a:srgbClr val="7C89AD"/>
          </a:solidFill>
        </p:grpSpPr>
        <p:sp>
          <p:nvSpPr>
            <p:cNvPr id="52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3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967064" y="1208500"/>
            <a:ext cx="11041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计划安排</a:t>
            </a:r>
            <a:endParaRPr lang="zh-CN" altLang="en-US" sz="1600" b="1">
              <a:solidFill>
                <a:srgbClr val="7C89AD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67064" y="2117149"/>
            <a:ext cx="11041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计划安排</a:t>
            </a:r>
            <a:endParaRPr lang="zh-CN" altLang="en-US" sz="1600" b="1">
              <a:solidFill>
                <a:srgbClr val="7C89AD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67064" y="3025798"/>
            <a:ext cx="11041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计划安排</a:t>
            </a:r>
            <a:endParaRPr lang="zh-CN" altLang="en-US" sz="1600" b="1">
              <a:solidFill>
                <a:srgbClr val="7C89AD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67064" y="3934448"/>
            <a:ext cx="11041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计划安排</a:t>
            </a:r>
            <a:endParaRPr lang="zh-CN" altLang="en-US" sz="1600" b="1">
              <a:solidFill>
                <a:srgbClr val="7C89A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 bwMode="auto">
          <a:xfrm>
            <a:off x="1275748" y="184003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参考文献</a:t>
            </a:r>
          </a:p>
        </p:txBody>
      </p:sp>
      <p:sp>
        <p:nvSpPr>
          <p:cNvPr id="26" name="矩形 25"/>
          <p:cNvSpPr/>
          <p:nvPr/>
        </p:nvSpPr>
        <p:spPr bwMode="auto">
          <a:xfrm>
            <a:off x="888561" y="2439670"/>
            <a:ext cx="24500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 Light"/>
                <a:cs typeface="+mn-cs"/>
              </a:rPr>
              <a:t>Reference Documents</a:t>
            </a:r>
          </a:p>
        </p:txBody>
      </p:sp>
      <p:sp>
        <p:nvSpPr>
          <p:cNvPr id="5" name="矩形 4"/>
          <p:cNvSpPr/>
          <p:nvPr/>
        </p:nvSpPr>
        <p:spPr>
          <a:xfrm>
            <a:off x="4619337" y="81720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国内相关文献</a:t>
            </a:r>
            <a:endParaRPr lang="zh-CN" altLang="en-US" b="1" kern="100" dirty="0">
              <a:solidFill>
                <a:srgbClr val="7C89AD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28640" y="1243431"/>
            <a:ext cx="3771785" cy="1035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微软雅黑" panose="020B0503020204020204" charset="-122"/>
                <a:cs typeface="Arial" panose="020B0604020202020204" pitchFamily="34" charset="0"/>
                <a:sym typeface="Calibri" panose="020F0502020204030204" pitchFamily="34" charset="0"/>
              </a:rPr>
              <a:t>单击此处可编辑内容，建议使用微软雅黑字体。</a:t>
            </a: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 Light" panose="020F0302020204030204"/>
              <a:ea typeface="微软雅黑" panose="020B0503020204020204" charset="-122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marL="171450" marR="0" lvl="0" indent="-17145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微软雅黑" panose="020B0503020204020204" charset="-122"/>
                <a:cs typeface="Arial" panose="020B0604020202020204" pitchFamily="34" charset="0"/>
                <a:sym typeface="Calibri" panose="020F0502020204030204" pitchFamily="34" charset="0"/>
              </a:rPr>
              <a:t>单击此处可编辑内容，建议使用微软雅黑字体。</a:t>
            </a: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 Light" panose="020F0302020204030204"/>
              <a:ea typeface="微软雅黑" panose="020B0503020204020204" charset="-122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marL="171450" marR="0" lvl="0" indent="-17145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微软雅黑" panose="020B0503020204020204" charset="-122"/>
                <a:cs typeface="Arial" panose="020B0604020202020204" pitchFamily="34" charset="0"/>
                <a:sym typeface="Calibri" panose="020F0502020204030204" pitchFamily="34" charset="0"/>
              </a:rPr>
              <a:t>单击此处可编辑内容，建议使用微软雅黑字体。</a:t>
            </a: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 Light" panose="020F0302020204030204"/>
              <a:ea typeface="微软雅黑" panose="020B0503020204020204" charset="-122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marL="171450" marR="0" lvl="0" indent="-17145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微软雅黑" panose="020B0503020204020204" charset="-122"/>
                <a:cs typeface="Arial" panose="020B0604020202020204" pitchFamily="34" charset="0"/>
                <a:sym typeface="Calibri" panose="020F0502020204030204" pitchFamily="34" charset="0"/>
              </a:rPr>
              <a:t>单击此处可编辑内容，建议使用微软雅黑字体</a:t>
            </a:r>
          </a:p>
        </p:txBody>
      </p:sp>
      <p:sp>
        <p:nvSpPr>
          <p:cNvPr id="7" name="矩形 6"/>
          <p:cNvSpPr/>
          <p:nvPr/>
        </p:nvSpPr>
        <p:spPr>
          <a:xfrm>
            <a:off x="4643162" y="29018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kern="100">
                <a:solidFill>
                  <a:srgbClr val="7C89AD"/>
                </a:solidFill>
                <a:latin typeface="+mj-ea"/>
                <a:ea typeface="+mj-ea"/>
                <a:cs typeface="Times New Roman" panose="02020603050405020304" pitchFamily="18" charset="0"/>
              </a:rPr>
              <a:t>国外相关文献</a:t>
            </a:r>
            <a:endParaRPr lang="zh-CN" altLang="en-US" b="1" kern="100" dirty="0">
              <a:solidFill>
                <a:srgbClr val="7C89AD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52466" y="3328093"/>
            <a:ext cx="3771785" cy="1035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微软雅黑" panose="020B0503020204020204" charset="-122"/>
                <a:cs typeface="Arial" panose="020B0604020202020204" pitchFamily="34" charset="0"/>
                <a:sym typeface="Calibri" panose="020F0502020204030204" pitchFamily="34" charset="0"/>
              </a:rPr>
              <a:t>单击此处可编辑内容，建议使用微软雅黑字体。</a:t>
            </a: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 Light" panose="020F0302020204030204"/>
              <a:ea typeface="微软雅黑" panose="020B0503020204020204" charset="-122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marL="171450" marR="0" lvl="0" indent="-17145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微软雅黑" panose="020B0503020204020204" charset="-122"/>
                <a:cs typeface="Arial" panose="020B0604020202020204" pitchFamily="34" charset="0"/>
                <a:sym typeface="Calibri" panose="020F0502020204030204" pitchFamily="34" charset="0"/>
              </a:rPr>
              <a:t>单击此处可编辑内容，建议使用微软雅黑字体。</a:t>
            </a: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 Light" panose="020F0302020204030204"/>
              <a:ea typeface="微软雅黑" panose="020B0503020204020204" charset="-122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marL="171450" marR="0" lvl="0" indent="-17145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微软雅黑" panose="020B0503020204020204" charset="-122"/>
                <a:cs typeface="Arial" panose="020B0604020202020204" pitchFamily="34" charset="0"/>
                <a:sym typeface="Calibri" panose="020F0502020204030204" pitchFamily="34" charset="0"/>
              </a:rPr>
              <a:t>单击此处可编辑内容，建议使用微软雅黑字体。</a:t>
            </a:r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 Light" panose="020F0302020204030204"/>
              <a:ea typeface="微软雅黑" panose="020B0503020204020204" charset="-122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marL="171450" marR="0" lvl="0" indent="-17145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微软雅黑" panose="020B0503020204020204" charset="-122"/>
                <a:cs typeface="Arial" panose="020B0604020202020204" pitchFamily="34" charset="0"/>
                <a:sym typeface="Calibri" panose="020F0502020204030204" pitchFamily="34" charset="0"/>
              </a:rPr>
              <a:t>单击此处可编辑内容，建议使用微软雅黑字体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2280219" y="2595948"/>
            <a:ext cx="4583562" cy="551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 Light" panose="020F0302020204030204"/>
                <a:ea typeface="微软雅黑 Light"/>
                <a:cs typeface="Arial" panose="020B0604020202020204" pitchFamily="34" charset="0"/>
              </a:rPr>
              <a:t>单击此处可编辑内容，建议使用微软雅黑字体。您的内容打在这里，或者通过复制您的文本后，在此框中选择粘贴，并选择只保留文字。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914863" y="1872465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感谢各位专家批评指正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804852" y="1522214"/>
            <a:ext cx="5534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7C89AD"/>
                </a:solidFill>
                <a:effectLst/>
                <a:uLnTx/>
                <a:uFillTx/>
                <a:latin typeface="Century Gothic" panose="020B0502020202020204"/>
                <a:ea typeface="微软雅黑 Light"/>
                <a:cs typeface="+mn-cs"/>
              </a:rPr>
              <a:t>Thank you for your criticism and correction</a:t>
            </a:r>
            <a:endParaRPr kumimoji="0" lang="zh-CN" altLang="en-US" sz="1600" b="1" i="1" u="none" strike="noStrike" kern="1200" cap="none" spc="0" normalizeH="0" baseline="0" noProof="0">
              <a:ln>
                <a:noFill/>
              </a:ln>
              <a:solidFill>
                <a:srgbClr val="7C89AD"/>
              </a:solidFill>
              <a:effectLst/>
              <a:uLnTx/>
              <a:uFillTx/>
              <a:latin typeface="Century Gothic" panose="020B0502020202020204"/>
              <a:ea typeface="微软雅黑 Light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731624" y="3431178"/>
            <a:ext cx="1680753" cy="348342"/>
          </a:xfrm>
          <a:prstGeom prst="roundRect">
            <a:avLst>
              <a:gd name="adj" fmla="val 50000"/>
            </a:avLst>
          </a:prstGeom>
          <a:solidFill>
            <a:srgbClr val="EFB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答辩学生：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XX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2经典蓝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1D4E89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5-3">
      <a:majorFont>
        <a:latin typeface="Century Gothic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1696</Words>
  <Application>Microsoft Office PowerPoint</Application>
  <PresentationFormat>全屏显示(16:9)</PresentationFormat>
  <Paragraphs>142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Gill Sans</vt:lpstr>
      <vt:lpstr>Arial</vt:lpstr>
      <vt:lpstr>Calibri</vt:lpstr>
      <vt:lpstr>Calibri Light</vt:lpstr>
      <vt:lpstr>Century Gothic</vt:lpstr>
      <vt:lpstr>Roboto Regular</vt:lpstr>
      <vt:lpstr>Wingdings</vt:lpstr>
      <vt:lpstr>微软雅黑</vt:lpstr>
      <vt:lpstr>微软雅黑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蜜桃收藏馆</cp:lastModifiedBy>
  <cp:revision>471</cp:revision>
  <dcterms:created xsi:type="dcterms:W3CDTF">2020-01-28T04:26:00Z</dcterms:created>
  <dcterms:modified xsi:type="dcterms:W3CDTF">2021-06-04T08:42:52Z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