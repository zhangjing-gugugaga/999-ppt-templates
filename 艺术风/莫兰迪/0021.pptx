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944" r:id="rId2"/>
    <p:sldId id="919" r:id="rId3"/>
    <p:sldId id="920" r:id="rId4"/>
    <p:sldId id="923" r:id="rId5"/>
    <p:sldId id="924" r:id="rId6"/>
    <p:sldId id="925" r:id="rId7"/>
    <p:sldId id="926" r:id="rId8"/>
    <p:sldId id="927" r:id="rId9"/>
    <p:sldId id="928" r:id="rId10"/>
    <p:sldId id="929" r:id="rId11"/>
    <p:sldId id="921" r:id="rId12"/>
    <p:sldId id="930" r:id="rId13"/>
    <p:sldId id="931" r:id="rId14"/>
    <p:sldId id="922" r:id="rId15"/>
    <p:sldId id="932" r:id="rId16"/>
    <p:sldId id="933" r:id="rId17"/>
    <p:sldId id="934" r:id="rId18"/>
    <p:sldId id="93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303C"/>
    <a:srgbClr val="FEE071"/>
    <a:srgbClr val="68B7E1"/>
    <a:srgbClr val="FAC2AE"/>
    <a:srgbClr val="E3E1E2"/>
    <a:srgbClr val="666666"/>
    <a:srgbClr val="DEC8ED"/>
    <a:srgbClr val="F0E7EF"/>
    <a:srgbClr val="7DACD0"/>
    <a:srgbClr val="D1E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5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rgbClr val="2B30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" y="867733"/>
              <a:ext cx="12191998" cy="5166459"/>
              <a:chOff x="1" y="877309"/>
              <a:chExt cx="12191998" cy="5166459"/>
            </a:xfrm>
          </p:grpSpPr>
          <p:sp>
            <p:nvSpPr>
              <p:cNvPr id="25" name="等腰三角形 7"/>
              <p:cNvSpPr/>
              <p:nvPr/>
            </p:nvSpPr>
            <p:spPr>
              <a:xfrm rot="5400000">
                <a:off x="2016692" y="-1139382"/>
                <a:ext cx="4994505" cy="9027887"/>
              </a:xfrm>
              <a:custGeom>
                <a:avLst/>
                <a:gdLst>
                  <a:gd name="connsiteX0" fmla="*/ 0 w 3231243"/>
                  <a:gd name="connsiteY0" fmla="*/ 8128000 h 8128000"/>
                  <a:gd name="connsiteX1" fmla="*/ 1615622 w 3231243"/>
                  <a:gd name="connsiteY1" fmla="*/ 0 h 8128000"/>
                  <a:gd name="connsiteX2" fmla="*/ 3231243 w 3231243"/>
                  <a:gd name="connsiteY2" fmla="*/ 8128000 h 8128000"/>
                  <a:gd name="connsiteX3" fmla="*/ 0 w 3231243"/>
                  <a:gd name="connsiteY3" fmla="*/ 8128000 h 8128000"/>
                  <a:gd name="connsiteX0-1" fmla="*/ 1345291 w 4576534"/>
                  <a:gd name="connsiteY0-2" fmla="*/ 9027887 h 9027887"/>
                  <a:gd name="connsiteX1-3" fmla="*/ 0 w 4576534"/>
                  <a:gd name="connsiteY1-4" fmla="*/ 0 h 9027887"/>
                  <a:gd name="connsiteX2-5" fmla="*/ 4576534 w 4576534"/>
                  <a:gd name="connsiteY2-6" fmla="*/ 9027887 h 9027887"/>
                  <a:gd name="connsiteX3-7" fmla="*/ 1345291 w 4576534"/>
                  <a:gd name="connsiteY3-8" fmla="*/ 9027887 h 9027887"/>
                  <a:gd name="connsiteX0-9" fmla="*/ 1801852 w 5033095"/>
                  <a:gd name="connsiteY0-10" fmla="*/ 9027887 h 9027887"/>
                  <a:gd name="connsiteX1-11" fmla="*/ 456561 w 5033095"/>
                  <a:gd name="connsiteY1-12" fmla="*/ 0 h 9027887"/>
                  <a:gd name="connsiteX2-13" fmla="*/ 5033095 w 5033095"/>
                  <a:gd name="connsiteY2-14" fmla="*/ 9027887 h 9027887"/>
                  <a:gd name="connsiteX3-15" fmla="*/ 1801852 w 5033095"/>
                  <a:gd name="connsiteY3-16" fmla="*/ 9027887 h 9027887"/>
                  <a:gd name="connsiteX0-17" fmla="*/ 1934983 w 5166226"/>
                  <a:gd name="connsiteY0-18" fmla="*/ 9027887 h 9027887"/>
                  <a:gd name="connsiteX1-19" fmla="*/ 589692 w 5166226"/>
                  <a:gd name="connsiteY1-20" fmla="*/ 0 h 9027887"/>
                  <a:gd name="connsiteX2-21" fmla="*/ 5166226 w 5166226"/>
                  <a:gd name="connsiteY2-22" fmla="*/ 9027887 h 9027887"/>
                  <a:gd name="connsiteX3-23" fmla="*/ 1934983 w 5166226"/>
                  <a:gd name="connsiteY3-24" fmla="*/ 9027887 h 9027887"/>
                  <a:gd name="connsiteX0-25" fmla="*/ 1934983 w 5166226"/>
                  <a:gd name="connsiteY0-26" fmla="*/ 9027887 h 9027887"/>
                  <a:gd name="connsiteX1-27" fmla="*/ 589692 w 5166226"/>
                  <a:gd name="connsiteY1-28" fmla="*/ 0 h 9027887"/>
                  <a:gd name="connsiteX2-29" fmla="*/ 5166226 w 5166226"/>
                  <a:gd name="connsiteY2-30" fmla="*/ 9027887 h 9027887"/>
                  <a:gd name="connsiteX3-31" fmla="*/ 1934983 w 5166226"/>
                  <a:gd name="connsiteY3-32" fmla="*/ 9027887 h 9027887"/>
                  <a:gd name="connsiteX0-33" fmla="*/ 1934983 w 5166226"/>
                  <a:gd name="connsiteY0-34" fmla="*/ 9027887 h 9027887"/>
                  <a:gd name="connsiteX1-35" fmla="*/ 589692 w 5166226"/>
                  <a:gd name="connsiteY1-36" fmla="*/ 0 h 9027887"/>
                  <a:gd name="connsiteX2-37" fmla="*/ 5166226 w 5166226"/>
                  <a:gd name="connsiteY2-38" fmla="*/ 9027887 h 9027887"/>
                  <a:gd name="connsiteX3-39" fmla="*/ 1934983 w 5166226"/>
                  <a:gd name="connsiteY3-40" fmla="*/ 9027887 h 9027887"/>
                  <a:gd name="connsiteX0-41" fmla="*/ 1934983 w 5166226"/>
                  <a:gd name="connsiteY0-42" fmla="*/ 9027887 h 9027887"/>
                  <a:gd name="connsiteX1-43" fmla="*/ 589692 w 5166226"/>
                  <a:gd name="connsiteY1-44" fmla="*/ 0 h 9027887"/>
                  <a:gd name="connsiteX2-45" fmla="*/ 5166226 w 5166226"/>
                  <a:gd name="connsiteY2-46" fmla="*/ 9027887 h 9027887"/>
                  <a:gd name="connsiteX3-47" fmla="*/ 1934983 w 5166226"/>
                  <a:gd name="connsiteY3-48" fmla="*/ 9027887 h 9027887"/>
                  <a:gd name="connsiteX0-49" fmla="*/ 1934983 w 5166226"/>
                  <a:gd name="connsiteY0-50" fmla="*/ 9027887 h 9027887"/>
                  <a:gd name="connsiteX1-51" fmla="*/ 589692 w 5166226"/>
                  <a:gd name="connsiteY1-52" fmla="*/ 0 h 9027887"/>
                  <a:gd name="connsiteX2-53" fmla="*/ 5166226 w 5166226"/>
                  <a:gd name="connsiteY2-54" fmla="*/ 9027887 h 9027887"/>
                  <a:gd name="connsiteX3-55" fmla="*/ 1934983 w 5166226"/>
                  <a:gd name="connsiteY3-56" fmla="*/ 9027887 h 9027887"/>
                  <a:gd name="connsiteX0-57" fmla="*/ 1763262 w 4994505"/>
                  <a:gd name="connsiteY0-58" fmla="*/ 9027887 h 9027887"/>
                  <a:gd name="connsiteX1-59" fmla="*/ 417971 w 4994505"/>
                  <a:gd name="connsiteY1-60" fmla="*/ 0 h 9027887"/>
                  <a:gd name="connsiteX2-61" fmla="*/ 4994505 w 4994505"/>
                  <a:gd name="connsiteY2-62" fmla="*/ 9027887 h 9027887"/>
                  <a:gd name="connsiteX3-63" fmla="*/ 1763262 w 4994505"/>
                  <a:gd name="connsiteY3-64" fmla="*/ 9027887 h 902788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4994505" h="9027887">
                    <a:moveTo>
                      <a:pt x="1763262" y="9027887"/>
                    </a:moveTo>
                    <a:cubicBezTo>
                      <a:pt x="429460" y="6686248"/>
                      <a:pt x="-614057" y="2588382"/>
                      <a:pt x="417971" y="0"/>
                    </a:cubicBezTo>
                    <a:cubicBezTo>
                      <a:pt x="825889" y="3299581"/>
                      <a:pt x="2670714" y="6816877"/>
                      <a:pt x="4994505" y="9027887"/>
                    </a:cubicBezTo>
                    <a:lnTo>
                      <a:pt x="1763262" y="9027887"/>
                    </a:lnTo>
                    <a:close/>
                  </a:path>
                </a:pathLst>
              </a:custGeom>
              <a:solidFill>
                <a:srgbClr val="68B7E1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等腰三角形 7"/>
              <p:cNvSpPr/>
              <p:nvPr/>
            </p:nvSpPr>
            <p:spPr>
              <a:xfrm rot="5400000" flipH="1" flipV="1">
                <a:off x="5180803" y="-967428"/>
                <a:ext cx="4994505" cy="9027887"/>
              </a:xfrm>
              <a:custGeom>
                <a:avLst/>
                <a:gdLst>
                  <a:gd name="connsiteX0" fmla="*/ 0 w 3231243"/>
                  <a:gd name="connsiteY0" fmla="*/ 8128000 h 8128000"/>
                  <a:gd name="connsiteX1" fmla="*/ 1615622 w 3231243"/>
                  <a:gd name="connsiteY1" fmla="*/ 0 h 8128000"/>
                  <a:gd name="connsiteX2" fmla="*/ 3231243 w 3231243"/>
                  <a:gd name="connsiteY2" fmla="*/ 8128000 h 8128000"/>
                  <a:gd name="connsiteX3" fmla="*/ 0 w 3231243"/>
                  <a:gd name="connsiteY3" fmla="*/ 8128000 h 8128000"/>
                  <a:gd name="connsiteX0-1" fmla="*/ 1345291 w 4576534"/>
                  <a:gd name="connsiteY0-2" fmla="*/ 9027887 h 9027887"/>
                  <a:gd name="connsiteX1-3" fmla="*/ 0 w 4576534"/>
                  <a:gd name="connsiteY1-4" fmla="*/ 0 h 9027887"/>
                  <a:gd name="connsiteX2-5" fmla="*/ 4576534 w 4576534"/>
                  <a:gd name="connsiteY2-6" fmla="*/ 9027887 h 9027887"/>
                  <a:gd name="connsiteX3-7" fmla="*/ 1345291 w 4576534"/>
                  <a:gd name="connsiteY3-8" fmla="*/ 9027887 h 9027887"/>
                  <a:gd name="connsiteX0-9" fmla="*/ 1801852 w 5033095"/>
                  <a:gd name="connsiteY0-10" fmla="*/ 9027887 h 9027887"/>
                  <a:gd name="connsiteX1-11" fmla="*/ 456561 w 5033095"/>
                  <a:gd name="connsiteY1-12" fmla="*/ 0 h 9027887"/>
                  <a:gd name="connsiteX2-13" fmla="*/ 5033095 w 5033095"/>
                  <a:gd name="connsiteY2-14" fmla="*/ 9027887 h 9027887"/>
                  <a:gd name="connsiteX3-15" fmla="*/ 1801852 w 5033095"/>
                  <a:gd name="connsiteY3-16" fmla="*/ 9027887 h 9027887"/>
                  <a:gd name="connsiteX0-17" fmla="*/ 1934983 w 5166226"/>
                  <a:gd name="connsiteY0-18" fmla="*/ 9027887 h 9027887"/>
                  <a:gd name="connsiteX1-19" fmla="*/ 589692 w 5166226"/>
                  <a:gd name="connsiteY1-20" fmla="*/ 0 h 9027887"/>
                  <a:gd name="connsiteX2-21" fmla="*/ 5166226 w 5166226"/>
                  <a:gd name="connsiteY2-22" fmla="*/ 9027887 h 9027887"/>
                  <a:gd name="connsiteX3-23" fmla="*/ 1934983 w 5166226"/>
                  <a:gd name="connsiteY3-24" fmla="*/ 9027887 h 9027887"/>
                  <a:gd name="connsiteX0-25" fmla="*/ 1934983 w 5166226"/>
                  <a:gd name="connsiteY0-26" fmla="*/ 9027887 h 9027887"/>
                  <a:gd name="connsiteX1-27" fmla="*/ 589692 w 5166226"/>
                  <a:gd name="connsiteY1-28" fmla="*/ 0 h 9027887"/>
                  <a:gd name="connsiteX2-29" fmla="*/ 5166226 w 5166226"/>
                  <a:gd name="connsiteY2-30" fmla="*/ 9027887 h 9027887"/>
                  <a:gd name="connsiteX3-31" fmla="*/ 1934983 w 5166226"/>
                  <a:gd name="connsiteY3-32" fmla="*/ 9027887 h 9027887"/>
                  <a:gd name="connsiteX0-33" fmla="*/ 1934983 w 5166226"/>
                  <a:gd name="connsiteY0-34" fmla="*/ 9027887 h 9027887"/>
                  <a:gd name="connsiteX1-35" fmla="*/ 589692 w 5166226"/>
                  <a:gd name="connsiteY1-36" fmla="*/ 0 h 9027887"/>
                  <a:gd name="connsiteX2-37" fmla="*/ 5166226 w 5166226"/>
                  <a:gd name="connsiteY2-38" fmla="*/ 9027887 h 9027887"/>
                  <a:gd name="connsiteX3-39" fmla="*/ 1934983 w 5166226"/>
                  <a:gd name="connsiteY3-40" fmla="*/ 9027887 h 9027887"/>
                  <a:gd name="connsiteX0-41" fmla="*/ 1934983 w 5166226"/>
                  <a:gd name="connsiteY0-42" fmla="*/ 9027887 h 9027887"/>
                  <a:gd name="connsiteX1-43" fmla="*/ 589692 w 5166226"/>
                  <a:gd name="connsiteY1-44" fmla="*/ 0 h 9027887"/>
                  <a:gd name="connsiteX2-45" fmla="*/ 5166226 w 5166226"/>
                  <a:gd name="connsiteY2-46" fmla="*/ 9027887 h 9027887"/>
                  <a:gd name="connsiteX3-47" fmla="*/ 1934983 w 5166226"/>
                  <a:gd name="connsiteY3-48" fmla="*/ 9027887 h 9027887"/>
                  <a:gd name="connsiteX0-49" fmla="*/ 1934983 w 5166226"/>
                  <a:gd name="connsiteY0-50" fmla="*/ 9027887 h 9027887"/>
                  <a:gd name="connsiteX1-51" fmla="*/ 589692 w 5166226"/>
                  <a:gd name="connsiteY1-52" fmla="*/ 0 h 9027887"/>
                  <a:gd name="connsiteX2-53" fmla="*/ 5166226 w 5166226"/>
                  <a:gd name="connsiteY2-54" fmla="*/ 9027887 h 9027887"/>
                  <a:gd name="connsiteX3-55" fmla="*/ 1934983 w 5166226"/>
                  <a:gd name="connsiteY3-56" fmla="*/ 9027887 h 9027887"/>
                  <a:gd name="connsiteX0-57" fmla="*/ 1763262 w 4994505"/>
                  <a:gd name="connsiteY0-58" fmla="*/ 9027887 h 9027887"/>
                  <a:gd name="connsiteX1-59" fmla="*/ 417971 w 4994505"/>
                  <a:gd name="connsiteY1-60" fmla="*/ 0 h 9027887"/>
                  <a:gd name="connsiteX2-61" fmla="*/ 4994505 w 4994505"/>
                  <a:gd name="connsiteY2-62" fmla="*/ 9027887 h 9027887"/>
                  <a:gd name="connsiteX3-63" fmla="*/ 1763262 w 4994505"/>
                  <a:gd name="connsiteY3-64" fmla="*/ 9027887 h 902788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4994505" h="9027887">
                    <a:moveTo>
                      <a:pt x="1763262" y="9027887"/>
                    </a:moveTo>
                    <a:cubicBezTo>
                      <a:pt x="429460" y="6686248"/>
                      <a:pt x="-614057" y="2588382"/>
                      <a:pt x="417971" y="0"/>
                    </a:cubicBezTo>
                    <a:cubicBezTo>
                      <a:pt x="825889" y="3299581"/>
                      <a:pt x="2670714" y="6816877"/>
                      <a:pt x="4994505" y="9027887"/>
                    </a:cubicBezTo>
                    <a:lnTo>
                      <a:pt x="1763262" y="9027887"/>
                    </a:lnTo>
                    <a:close/>
                  </a:path>
                </a:pathLst>
              </a:custGeom>
              <a:solidFill>
                <a:srgbClr val="68B7E1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" y="0"/>
              <a:ext cx="12191998" cy="6858000"/>
              <a:chOff x="152401" y="152400"/>
              <a:chExt cx="12191998" cy="6858000"/>
            </a:xfrm>
          </p:grpSpPr>
          <p:sp>
            <p:nvSpPr>
              <p:cNvPr id="23" name="等腰三角形 7"/>
              <p:cNvSpPr/>
              <p:nvPr/>
            </p:nvSpPr>
            <p:spPr>
              <a:xfrm rot="5400000">
                <a:off x="2169092" y="-796"/>
                <a:ext cx="4994505" cy="9027887"/>
              </a:xfrm>
              <a:custGeom>
                <a:avLst/>
                <a:gdLst>
                  <a:gd name="connsiteX0" fmla="*/ 0 w 3231243"/>
                  <a:gd name="connsiteY0" fmla="*/ 8128000 h 8128000"/>
                  <a:gd name="connsiteX1" fmla="*/ 1615622 w 3231243"/>
                  <a:gd name="connsiteY1" fmla="*/ 0 h 8128000"/>
                  <a:gd name="connsiteX2" fmla="*/ 3231243 w 3231243"/>
                  <a:gd name="connsiteY2" fmla="*/ 8128000 h 8128000"/>
                  <a:gd name="connsiteX3" fmla="*/ 0 w 3231243"/>
                  <a:gd name="connsiteY3" fmla="*/ 8128000 h 8128000"/>
                  <a:gd name="connsiteX0-1" fmla="*/ 1345291 w 4576534"/>
                  <a:gd name="connsiteY0-2" fmla="*/ 9027887 h 9027887"/>
                  <a:gd name="connsiteX1-3" fmla="*/ 0 w 4576534"/>
                  <a:gd name="connsiteY1-4" fmla="*/ 0 h 9027887"/>
                  <a:gd name="connsiteX2-5" fmla="*/ 4576534 w 4576534"/>
                  <a:gd name="connsiteY2-6" fmla="*/ 9027887 h 9027887"/>
                  <a:gd name="connsiteX3-7" fmla="*/ 1345291 w 4576534"/>
                  <a:gd name="connsiteY3-8" fmla="*/ 9027887 h 9027887"/>
                  <a:gd name="connsiteX0-9" fmla="*/ 1801852 w 5033095"/>
                  <a:gd name="connsiteY0-10" fmla="*/ 9027887 h 9027887"/>
                  <a:gd name="connsiteX1-11" fmla="*/ 456561 w 5033095"/>
                  <a:gd name="connsiteY1-12" fmla="*/ 0 h 9027887"/>
                  <a:gd name="connsiteX2-13" fmla="*/ 5033095 w 5033095"/>
                  <a:gd name="connsiteY2-14" fmla="*/ 9027887 h 9027887"/>
                  <a:gd name="connsiteX3-15" fmla="*/ 1801852 w 5033095"/>
                  <a:gd name="connsiteY3-16" fmla="*/ 9027887 h 9027887"/>
                  <a:gd name="connsiteX0-17" fmla="*/ 1934983 w 5166226"/>
                  <a:gd name="connsiteY0-18" fmla="*/ 9027887 h 9027887"/>
                  <a:gd name="connsiteX1-19" fmla="*/ 589692 w 5166226"/>
                  <a:gd name="connsiteY1-20" fmla="*/ 0 h 9027887"/>
                  <a:gd name="connsiteX2-21" fmla="*/ 5166226 w 5166226"/>
                  <a:gd name="connsiteY2-22" fmla="*/ 9027887 h 9027887"/>
                  <a:gd name="connsiteX3-23" fmla="*/ 1934983 w 5166226"/>
                  <a:gd name="connsiteY3-24" fmla="*/ 9027887 h 9027887"/>
                  <a:gd name="connsiteX0-25" fmla="*/ 1934983 w 5166226"/>
                  <a:gd name="connsiteY0-26" fmla="*/ 9027887 h 9027887"/>
                  <a:gd name="connsiteX1-27" fmla="*/ 589692 w 5166226"/>
                  <a:gd name="connsiteY1-28" fmla="*/ 0 h 9027887"/>
                  <a:gd name="connsiteX2-29" fmla="*/ 5166226 w 5166226"/>
                  <a:gd name="connsiteY2-30" fmla="*/ 9027887 h 9027887"/>
                  <a:gd name="connsiteX3-31" fmla="*/ 1934983 w 5166226"/>
                  <a:gd name="connsiteY3-32" fmla="*/ 9027887 h 9027887"/>
                  <a:gd name="connsiteX0-33" fmla="*/ 1934983 w 5166226"/>
                  <a:gd name="connsiteY0-34" fmla="*/ 9027887 h 9027887"/>
                  <a:gd name="connsiteX1-35" fmla="*/ 589692 w 5166226"/>
                  <a:gd name="connsiteY1-36" fmla="*/ 0 h 9027887"/>
                  <a:gd name="connsiteX2-37" fmla="*/ 5166226 w 5166226"/>
                  <a:gd name="connsiteY2-38" fmla="*/ 9027887 h 9027887"/>
                  <a:gd name="connsiteX3-39" fmla="*/ 1934983 w 5166226"/>
                  <a:gd name="connsiteY3-40" fmla="*/ 9027887 h 9027887"/>
                  <a:gd name="connsiteX0-41" fmla="*/ 1934983 w 5166226"/>
                  <a:gd name="connsiteY0-42" fmla="*/ 9027887 h 9027887"/>
                  <a:gd name="connsiteX1-43" fmla="*/ 589692 w 5166226"/>
                  <a:gd name="connsiteY1-44" fmla="*/ 0 h 9027887"/>
                  <a:gd name="connsiteX2-45" fmla="*/ 5166226 w 5166226"/>
                  <a:gd name="connsiteY2-46" fmla="*/ 9027887 h 9027887"/>
                  <a:gd name="connsiteX3-47" fmla="*/ 1934983 w 5166226"/>
                  <a:gd name="connsiteY3-48" fmla="*/ 9027887 h 9027887"/>
                  <a:gd name="connsiteX0-49" fmla="*/ 1934983 w 5166226"/>
                  <a:gd name="connsiteY0-50" fmla="*/ 9027887 h 9027887"/>
                  <a:gd name="connsiteX1-51" fmla="*/ 589692 w 5166226"/>
                  <a:gd name="connsiteY1-52" fmla="*/ 0 h 9027887"/>
                  <a:gd name="connsiteX2-53" fmla="*/ 5166226 w 5166226"/>
                  <a:gd name="connsiteY2-54" fmla="*/ 9027887 h 9027887"/>
                  <a:gd name="connsiteX3-55" fmla="*/ 1934983 w 5166226"/>
                  <a:gd name="connsiteY3-56" fmla="*/ 9027887 h 9027887"/>
                  <a:gd name="connsiteX0-57" fmla="*/ 1763262 w 4994505"/>
                  <a:gd name="connsiteY0-58" fmla="*/ 9027887 h 9027887"/>
                  <a:gd name="connsiteX1-59" fmla="*/ 417971 w 4994505"/>
                  <a:gd name="connsiteY1-60" fmla="*/ 0 h 9027887"/>
                  <a:gd name="connsiteX2-61" fmla="*/ 4994505 w 4994505"/>
                  <a:gd name="connsiteY2-62" fmla="*/ 9027887 h 9027887"/>
                  <a:gd name="connsiteX3-63" fmla="*/ 1763262 w 4994505"/>
                  <a:gd name="connsiteY3-64" fmla="*/ 9027887 h 902788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4994505" h="9027887">
                    <a:moveTo>
                      <a:pt x="1763262" y="9027887"/>
                    </a:moveTo>
                    <a:cubicBezTo>
                      <a:pt x="429460" y="6686248"/>
                      <a:pt x="-614057" y="2588382"/>
                      <a:pt x="417971" y="0"/>
                    </a:cubicBezTo>
                    <a:cubicBezTo>
                      <a:pt x="825889" y="3299581"/>
                      <a:pt x="2670714" y="6816877"/>
                      <a:pt x="4994505" y="9027887"/>
                    </a:cubicBezTo>
                    <a:lnTo>
                      <a:pt x="1763262" y="9027887"/>
                    </a:lnTo>
                    <a:close/>
                  </a:path>
                </a:pathLst>
              </a:custGeom>
              <a:solidFill>
                <a:srgbClr val="68B7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7"/>
              <p:cNvSpPr/>
              <p:nvPr/>
            </p:nvSpPr>
            <p:spPr>
              <a:xfrm rot="5400000" flipH="1" flipV="1">
                <a:off x="5333203" y="-1864291"/>
                <a:ext cx="4994505" cy="9027887"/>
              </a:xfrm>
              <a:custGeom>
                <a:avLst/>
                <a:gdLst>
                  <a:gd name="connsiteX0" fmla="*/ 0 w 3231243"/>
                  <a:gd name="connsiteY0" fmla="*/ 8128000 h 8128000"/>
                  <a:gd name="connsiteX1" fmla="*/ 1615622 w 3231243"/>
                  <a:gd name="connsiteY1" fmla="*/ 0 h 8128000"/>
                  <a:gd name="connsiteX2" fmla="*/ 3231243 w 3231243"/>
                  <a:gd name="connsiteY2" fmla="*/ 8128000 h 8128000"/>
                  <a:gd name="connsiteX3" fmla="*/ 0 w 3231243"/>
                  <a:gd name="connsiteY3" fmla="*/ 8128000 h 8128000"/>
                  <a:gd name="connsiteX0-1" fmla="*/ 1345291 w 4576534"/>
                  <a:gd name="connsiteY0-2" fmla="*/ 9027887 h 9027887"/>
                  <a:gd name="connsiteX1-3" fmla="*/ 0 w 4576534"/>
                  <a:gd name="connsiteY1-4" fmla="*/ 0 h 9027887"/>
                  <a:gd name="connsiteX2-5" fmla="*/ 4576534 w 4576534"/>
                  <a:gd name="connsiteY2-6" fmla="*/ 9027887 h 9027887"/>
                  <a:gd name="connsiteX3-7" fmla="*/ 1345291 w 4576534"/>
                  <a:gd name="connsiteY3-8" fmla="*/ 9027887 h 9027887"/>
                  <a:gd name="connsiteX0-9" fmla="*/ 1801852 w 5033095"/>
                  <a:gd name="connsiteY0-10" fmla="*/ 9027887 h 9027887"/>
                  <a:gd name="connsiteX1-11" fmla="*/ 456561 w 5033095"/>
                  <a:gd name="connsiteY1-12" fmla="*/ 0 h 9027887"/>
                  <a:gd name="connsiteX2-13" fmla="*/ 5033095 w 5033095"/>
                  <a:gd name="connsiteY2-14" fmla="*/ 9027887 h 9027887"/>
                  <a:gd name="connsiteX3-15" fmla="*/ 1801852 w 5033095"/>
                  <a:gd name="connsiteY3-16" fmla="*/ 9027887 h 9027887"/>
                  <a:gd name="connsiteX0-17" fmla="*/ 1934983 w 5166226"/>
                  <a:gd name="connsiteY0-18" fmla="*/ 9027887 h 9027887"/>
                  <a:gd name="connsiteX1-19" fmla="*/ 589692 w 5166226"/>
                  <a:gd name="connsiteY1-20" fmla="*/ 0 h 9027887"/>
                  <a:gd name="connsiteX2-21" fmla="*/ 5166226 w 5166226"/>
                  <a:gd name="connsiteY2-22" fmla="*/ 9027887 h 9027887"/>
                  <a:gd name="connsiteX3-23" fmla="*/ 1934983 w 5166226"/>
                  <a:gd name="connsiteY3-24" fmla="*/ 9027887 h 9027887"/>
                  <a:gd name="connsiteX0-25" fmla="*/ 1934983 w 5166226"/>
                  <a:gd name="connsiteY0-26" fmla="*/ 9027887 h 9027887"/>
                  <a:gd name="connsiteX1-27" fmla="*/ 589692 w 5166226"/>
                  <a:gd name="connsiteY1-28" fmla="*/ 0 h 9027887"/>
                  <a:gd name="connsiteX2-29" fmla="*/ 5166226 w 5166226"/>
                  <a:gd name="connsiteY2-30" fmla="*/ 9027887 h 9027887"/>
                  <a:gd name="connsiteX3-31" fmla="*/ 1934983 w 5166226"/>
                  <a:gd name="connsiteY3-32" fmla="*/ 9027887 h 9027887"/>
                  <a:gd name="connsiteX0-33" fmla="*/ 1934983 w 5166226"/>
                  <a:gd name="connsiteY0-34" fmla="*/ 9027887 h 9027887"/>
                  <a:gd name="connsiteX1-35" fmla="*/ 589692 w 5166226"/>
                  <a:gd name="connsiteY1-36" fmla="*/ 0 h 9027887"/>
                  <a:gd name="connsiteX2-37" fmla="*/ 5166226 w 5166226"/>
                  <a:gd name="connsiteY2-38" fmla="*/ 9027887 h 9027887"/>
                  <a:gd name="connsiteX3-39" fmla="*/ 1934983 w 5166226"/>
                  <a:gd name="connsiteY3-40" fmla="*/ 9027887 h 9027887"/>
                  <a:gd name="connsiteX0-41" fmla="*/ 1934983 w 5166226"/>
                  <a:gd name="connsiteY0-42" fmla="*/ 9027887 h 9027887"/>
                  <a:gd name="connsiteX1-43" fmla="*/ 589692 w 5166226"/>
                  <a:gd name="connsiteY1-44" fmla="*/ 0 h 9027887"/>
                  <a:gd name="connsiteX2-45" fmla="*/ 5166226 w 5166226"/>
                  <a:gd name="connsiteY2-46" fmla="*/ 9027887 h 9027887"/>
                  <a:gd name="connsiteX3-47" fmla="*/ 1934983 w 5166226"/>
                  <a:gd name="connsiteY3-48" fmla="*/ 9027887 h 9027887"/>
                  <a:gd name="connsiteX0-49" fmla="*/ 1934983 w 5166226"/>
                  <a:gd name="connsiteY0-50" fmla="*/ 9027887 h 9027887"/>
                  <a:gd name="connsiteX1-51" fmla="*/ 589692 w 5166226"/>
                  <a:gd name="connsiteY1-52" fmla="*/ 0 h 9027887"/>
                  <a:gd name="connsiteX2-53" fmla="*/ 5166226 w 5166226"/>
                  <a:gd name="connsiteY2-54" fmla="*/ 9027887 h 9027887"/>
                  <a:gd name="connsiteX3-55" fmla="*/ 1934983 w 5166226"/>
                  <a:gd name="connsiteY3-56" fmla="*/ 9027887 h 9027887"/>
                  <a:gd name="connsiteX0-57" fmla="*/ 1763262 w 4994505"/>
                  <a:gd name="connsiteY0-58" fmla="*/ 9027887 h 9027887"/>
                  <a:gd name="connsiteX1-59" fmla="*/ 417971 w 4994505"/>
                  <a:gd name="connsiteY1-60" fmla="*/ 0 h 9027887"/>
                  <a:gd name="connsiteX2-61" fmla="*/ 4994505 w 4994505"/>
                  <a:gd name="connsiteY2-62" fmla="*/ 9027887 h 9027887"/>
                  <a:gd name="connsiteX3-63" fmla="*/ 1763262 w 4994505"/>
                  <a:gd name="connsiteY3-64" fmla="*/ 9027887 h 902788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4994505" h="9027887">
                    <a:moveTo>
                      <a:pt x="1763262" y="9027887"/>
                    </a:moveTo>
                    <a:cubicBezTo>
                      <a:pt x="429460" y="6686248"/>
                      <a:pt x="-614057" y="2588382"/>
                      <a:pt x="417971" y="0"/>
                    </a:cubicBezTo>
                    <a:cubicBezTo>
                      <a:pt x="825889" y="3299581"/>
                      <a:pt x="2670714" y="6816877"/>
                      <a:pt x="4994505" y="9027887"/>
                    </a:cubicBezTo>
                    <a:lnTo>
                      <a:pt x="1763262" y="9027887"/>
                    </a:lnTo>
                    <a:close/>
                  </a:path>
                </a:pathLst>
              </a:custGeom>
              <a:solidFill>
                <a:srgbClr val="68B7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任意多边形: 形状 7"/>
            <p:cNvSpPr/>
            <p:nvPr/>
          </p:nvSpPr>
          <p:spPr>
            <a:xfrm>
              <a:off x="0" y="0"/>
              <a:ext cx="5986408" cy="1347832"/>
            </a:xfrm>
            <a:custGeom>
              <a:avLst/>
              <a:gdLst>
                <a:gd name="connsiteX0" fmla="*/ 0 w 5986408"/>
                <a:gd name="connsiteY0" fmla="*/ 0 h 1347832"/>
                <a:gd name="connsiteX1" fmla="*/ 5986408 w 5986408"/>
                <a:gd name="connsiteY1" fmla="*/ 0 h 1347832"/>
                <a:gd name="connsiteX2" fmla="*/ 5876774 w 5986408"/>
                <a:gd name="connsiteY2" fmla="*/ 91919 h 1347832"/>
                <a:gd name="connsiteX3" fmla="*/ 2262275 w 5986408"/>
                <a:gd name="connsiteY3" fmla="*/ 1347832 h 1347832"/>
                <a:gd name="connsiteX4" fmla="*/ 50450 w 5986408"/>
                <a:gd name="connsiteY4" fmla="*/ 915621 h 1347832"/>
                <a:gd name="connsiteX5" fmla="*/ 0 w 5986408"/>
                <a:gd name="connsiteY5" fmla="*/ 893546 h 134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86408" h="1347832">
                  <a:moveTo>
                    <a:pt x="0" y="0"/>
                  </a:moveTo>
                  <a:lnTo>
                    <a:pt x="5986408" y="0"/>
                  </a:lnTo>
                  <a:lnTo>
                    <a:pt x="5876774" y="91919"/>
                  </a:lnTo>
                  <a:cubicBezTo>
                    <a:pt x="4894530" y="876514"/>
                    <a:pt x="3635269" y="1347832"/>
                    <a:pt x="2262275" y="1347832"/>
                  </a:cubicBezTo>
                  <a:cubicBezTo>
                    <a:pt x="1477707" y="1347832"/>
                    <a:pt x="730277" y="1193932"/>
                    <a:pt x="50450" y="915621"/>
                  </a:cubicBezTo>
                  <a:lnTo>
                    <a:pt x="0" y="893546"/>
                  </a:lnTo>
                  <a:close/>
                </a:path>
              </a:pathLst>
            </a:custGeom>
            <a:solidFill>
              <a:srgbClr val="FEE0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>
              <a:spLocks noChangeAspect="1"/>
            </p:cNvSpPr>
            <p:nvPr/>
          </p:nvSpPr>
          <p:spPr bwMode="auto">
            <a:xfrm>
              <a:off x="787399" y="0"/>
              <a:ext cx="2949752" cy="1347831"/>
            </a:xfrm>
            <a:custGeom>
              <a:avLst/>
              <a:gdLst>
                <a:gd name="connsiteX0" fmla="*/ 2949752 w 2949752"/>
                <a:gd name="connsiteY0" fmla="*/ 128302 h 1347831"/>
                <a:gd name="connsiteX1" fmla="*/ 2145862 w 2949752"/>
                <a:gd name="connsiteY1" fmla="*/ 1192369 h 1347831"/>
                <a:gd name="connsiteX2" fmla="*/ 2567903 w 2949752"/>
                <a:gd name="connsiteY2" fmla="*/ 484667 h 1347831"/>
                <a:gd name="connsiteX3" fmla="*/ 2949752 w 2949752"/>
                <a:gd name="connsiteY3" fmla="*/ 128302 h 1347831"/>
                <a:gd name="connsiteX4" fmla="*/ 2453588 w 2949752"/>
                <a:gd name="connsiteY4" fmla="*/ 0 h 1347831"/>
                <a:gd name="connsiteX5" fmla="*/ 2856935 w 2949752"/>
                <a:gd name="connsiteY5" fmla="*/ 0 h 1347831"/>
                <a:gd name="connsiteX6" fmla="*/ 2804090 w 2949752"/>
                <a:gd name="connsiteY6" fmla="*/ 106555 h 1347831"/>
                <a:gd name="connsiteX7" fmla="*/ 2497043 w 2949752"/>
                <a:gd name="connsiteY7" fmla="*/ 369361 h 1347831"/>
                <a:gd name="connsiteX8" fmla="*/ 2009790 w 2949752"/>
                <a:gd name="connsiteY8" fmla="*/ 1252493 h 1347831"/>
                <a:gd name="connsiteX9" fmla="*/ 1582813 w 2949752"/>
                <a:gd name="connsiteY9" fmla="*/ 1347831 h 1347831"/>
                <a:gd name="connsiteX10" fmla="*/ 2150438 w 2949752"/>
                <a:gd name="connsiteY10" fmla="*/ 279045 h 1347831"/>
                <a:gd name="connsiteX11" fmla="*/ 2362751 w 2949752"/>
                <a:gd name="connsiteY11" fmla="*/ 96834 h 1347831"/>
                <a:gd name="connsiteX12" fmla="*/ 1747841 w 2949752"/>
                <a:gd name="connsiteY12" fmla="*/ 0 h 1347831"/>
                <a:gd name="connsiteX13" fmla="*/ 2267658 w 2949752"/>
                <a:gd name="connsiteY13" fmla="*/ 0 h 1347831"/>
                <a:gd name="connsiteX14" fmla="*/ 2176444 w 2949752"/>
                <a:gd name="connsiteY14" fmla="*/ 82936 h 1347831"/>
                <a:gd name="connsiteX15" fmla="*/ 2064881 w 2949752"/>
                <a:gd name="connsiteY15" fmla="*/ 173895 h 1347831"/>
                <a:gd name="connsiteX16" fmla="*/ 1446903 w 2949752"/>
                <a:gd name="connsiteY16" fmla="*/ 1347831 h 1347831"/>
                <a:gd name="connsiteX17" fmla="*/ 1060042 w 2949752"/>
                <a:gd name="connsiteY17" fmla="*/ 1292649 h 1347831"/>
                <a:gd name="connsiteX18" fmla="*/ 1683042 w 2949752"/>
                <a:gd name="connsiteY18" fmla="*/ 53492 h 1347831"/>
                <a:gd name="connsiteX19" fmla="*/ 1044815 w 2949752"/>
                <a:gd name="connsiteY19" fmla="*/ 0 h 1347831"/>
                <a:gd name="connsiteX20" fmla="*/ 1534498 w 2949752"/>
                <a:gd name="connsiteY20" fmla="*/ 0 h 1347831"/>
                <a:gd name="connsiteX21" fmla="*/ 1480934 w 2949752"/>
                <a:gd name="connsiteY21" fmla="*/ 43860 h 1347831"/>
                <a:gd name="connsiteX22" fmla="*/ 929650 w 2949752"/>
                <a:gd name="connsiteY22" fmla="*/ 1247147 h 1347831"/>
                <a:gd name="connsiteX23" fmla="*/ 588018 w 2949752"/>
                <a:gd name="connsiteY23" fmla="*/ 1061573 h 1347831"/>
                <a:gd name="connsiteX24" fmla="*/ 988602 w 2949752"/>
                <a:gd name="connsiteY24" fmla="*/ 49461 h 1347831"/>
                <a:gd name="connsiteX25" fmla="*/ 346791 w 2949752"/>
                <a:gd name="connsiteY25" fmla="*/ 0 h 1347831"/>
                <a:gd name="connsiteX26" fmla="*/ 849740 w 2949752"/>
                <a:gd name="connsiteY26" fmla="*/ 0 h 1347831"/>
                <a:gd name="connsiteX27" fmla="*/ 796626 w 2949752"/>
                <a:gd name="connsiteY27" fmla="*/ 54757 h 1347831"/>
                <a:gd name="connsiteX28" fmla="*/ 462466 w 2949752"/>
                <a:gd name="connsiteY28" fmla="*/ 956357 h 1347831"/>
                <a:gd name="connsiteX29" fmla="*/ 206209 w 2949752"/>
                <a:gd name="connsiteY29" fmla="*/ 655367 h 1347831"/>
                <a:gd name="connsiteX30" fmla="*/ 311064 w 2949752"/>
                <a:gd name="connsiteY30" fmla="*/ 80038 h 1347831"/>
                <a:gd name="connsiteX31" fmla="*/ 7071 w 2949752"/>
                <a:gd name="connsiteY31" fmla="*/ 0 h 1347831"/>
                <a:gd name="connsiteX32" fmla="*/ 198708 w 2949752"/>
                <a:gd name="connsiteY32" fmla="*/ 0 h 1347831"/>
                <a:gd name="connsiteX33" fmla="*/ 195084 w 2949752"/>
                <a:gd name="connsiteY33" fmla="*/ 7915 h 1347831"/>
                <a:gd name="connsiteX34" fmla="*/ 90438 w 2949752"/>
                <a:gd name="connsiteY34" fmla="*/ 429561 h 1347831"/>
                <a:gd name="connsiteX35" fmla="*/ 0 w 2949752"/>
                <a:gd name="connsiteY35" fmla="*/ 118521 h 1347831"/>
                <a:gd name="connsiteX36" fmla="*/ 5309 w 2949752"/>
                <a:gd name="connsiteY36" fmla="*/ 16234 h 134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49752" h="1347831">
                  <a:moveTo>
                    <a:pt x="2949752" y="128302"/>
                  </a:moveTo>
                  <a:cubicBezTo>
                    <a:pt x="2859315" y="595087"/>
                    <a:pt x="2557854" y="986586"/>
                    <a:pt x="2145862" y="1192369"/>
                  </a:cubicBezTo>
                  <a:cubicBezTo>
                    <a:pt x="2165960" y="730607"/>
                    <a:pt x="2351857" y="615165"/>
                    <a:pt x="2567903" y="484667"/>
                  </a:cubicBezTo>
                  <a:cubicBezTo>
                    <a:pt x="2703559" y="404359"/>
                    <a:pt x="2849265" y="314012"/>
                    <a:pt x="2949752" y="128302"/>
                  </a:cubicBezTo>
                  <a:close/>
                  <a:moveTo>
                    <a:pt x="2453588" y="0"/>
                  </a:moveTo>
                  <a:lnTo>
                    <a:pt x="2856935" y="0"/>
                  </a:lnTo>
                  <a:lnTo>
                    <a:pt x="2804090" y="106555"/>
                  </a:lnTo>
                  <a:cubicBezTo>
                    <a:pt x="2724346" y="233882"/>
                    <a:pt x="2612578" y="301622"/>
                    <a:pt x="2497043" y="369361"/>
                  </a:cubicBezTo>
                  <a:cubicBezTo>
                    <a:pt x="2270999" y="509863"/>
                    <a:pt x="2014812" y="665411"/>
                    <a:pt x="2009790" y="1252493"/>
                  </a:cubicBezTo>
                  <a:cubicBezTo>
                    <a:pt x="1874164" y="1302673"/>
                    <a:pt x="1728488" y="1337797"/>
                    <a:pt x="1582813" y="1347831"/>
                  </a:cubicBezTo>
                  <a:cubicBezTo>
                    <a:pt x="1617978" y="705557"/>
                    <a:pt x="1874164" y="499824"/>
                    <a:pt x="2150438" y="279045"/>
                  </a:cubicBezTo>
                  <a:cubicBezTo>
                    <a:pt x="2222021" y="221339"/>
                    <a:pt x="2294230" y="163007"/>
                    <a:pt x="2362751" y="96834"/>
                  </a:cubicBezTo>
                  <a:close/>
                  <a:moveTo>
                    <a:pt x="1747841" y="0"/>
                  </a:moveTo>
                  <a:lnTo>
                    <a:pt x="2267658" y="0"/>
                  </a:lnTo>
                  <a:lnTo>
                    <a:pt x="2176444" y="82936"/>
                  </a:lnTo>
                  <a:cubicBezTo>
                    <a:pt x="2139930" y="113850"/>
                    <a:pt x="2102563" y="143794"/>
                    <a:pt x="2064881" y="173895"/>
                  </a:cubicBezTo>
                  <a:cubicBezTo>
                    <a:pt x="1778502" y="404668"/>
                    <a:pt x="1482073" y="640457"/>
                    <a:pt x="1446903" y="1347831"/>
                  </a:cubicBezTo>
                  <a:cubicBezTo>
                    <a:pt x="1311252" y="1347831"/>
                    <a:pt x="1180622" y="1327763"/>
                    <a:pt x="1060042" y="1292649"/>
                  </a:cubicBezTo>
                  <a:cubicBezTo>
                    <a:pt x="1080140" y="535105"/>
                    <a:pt x="1371542" y="299315"/>
                    <a:pt x="1683042" y="53492"/>
                  </a:cubicBezTo>
                  <a:close/>
                  <a:moveTo>
                    <a:pt x="1044815" y="0"/>
                  </a:moveTo>
                  <a:lnTo>
                    <a:pt x="1534498" y="0"/>
                  </a:lnTo>
                  <a:lnTo>
                    <a:pt x="1480934" y="43860"/>
                  </a:lnTo>
                  <a:cubicBezTo>
                    <a:pt x="1209345" y="273436"/>
                    <a:pt x="956025" y="562532"/>
                    <a:pt x="929650" y="1247147"/>
                  </a:cubicBezTo>
                  <a:cubicBezTo>
                    <a:pt x="804048" y="1196992"/>
                    <a:pt x="693522" y="1136808"/>
                    <a:pt x="588018" y="1061573"/>
                  </a:cubicBezTo>
                  <a:cubicBezTo>
                    <a:pt x="610625" y="516139"/>
                    <a:pt x="777359" y="250003"/>
                    <a:pt x="988602" y="49461"/>
                  </a:cubicBezTo>
                  <a:close/>
                  <a:moveTo>
                    <a:pt x="346791" y="0"/>
                  </a:moveTo>
                  <a:lnTo>
                    <a:pt x="849740" y="0"/>
                  </a:lnTo>
                  <a:lnTo>
                    <a:pt x="796626" y="54757"/>
                  </a:lnTo>
                  <a:cubicBezTo>
                    <a:pt x="627338" y="248167"/>
                    <a:pt x="493870" y="511141"/>
                    <a:pt x="462466" y="956357"/>
                  </a:cubicBezTo>
                  <a:cubicBezTo>
                    <a:pt x="361974" y="866061"/>
                    <a:pt x="276553" y="765731"/>
                    <a:pt x="206209" y="655367"/>
                  </a:cubicBezTo>
                  <a:cubicBezTo>
                    <a:pt x="214060" y="413948"/>
                    <a:pt x="252334" y="227887"/>
                    <a:pt x="311064" y="80038"/>
                  </a:cubicBezTo>
                  <a:close/>
                  <a:moveTo>
                    <a:pt x="7071" y="0"/>
                  </a:moveTo>
                  <a:lnTo>
                    <a:pt x="198708" y="0"/>
                  </a:lnTo>
                  <a:lnTo>
                    <a:pt x="195084" y="7915"/>
                  </a:lnTo>
                  <a:cubicBezTo>
                    <a:pt x="146961" y="124477"/>
                    <a:pt x="110535" y="262752"/>
                    <a:pt x="90438" y="429561"/>
                  </a:cubicBezTo>
                  <a:cubicBezTo>
                    <a:pt x="50241" y="329225"/>
                    <a:pt x="20099" y="228890"/>
                    <a:pt x="0" y="118521"/>
                  </a:cubicBezTo>
                  <a:cubicBezTo>
                    <a:pt x="942" y="82776"/>
                    <a:pt x="2728" y="48717"/>
                    <a:pt x="5309" y="162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矩形 9"/>
            <p:cNvSpPr/>
            <p:nvPr/>
          </p:nvSpPr>
          <p:spPr>
            <a:xfrm>
              <a:off x="787400" y="858157"/>
              <a:ext cx="10617200" cy="51416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787400" y="858157"/>
              <a:ext cx="10617200" cy="5141686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 rot="5400000">
              <a:off x="2839470" y="-188575"/>
              <a:ext cx="4136347" cy="8240488"/>
            </a:xfrm>
            <a:custGeom>
              <a:avLst/>
              <a:gdLst>
                <a:gd name="connsiteX0" fmla="*/ 16 w 4136347"/>
                <a:gd name="connsiteY0" fmla="*/ 2469502 h 8240488"/>
                <a:gd name="connsiteX1" fmla="*/ 417970 w 4136347"/>
                <a:gd name="connsiteY1" fmla="*/ 0 h 8240488"/>
                <a:gd name="connsiteX2" fmla="*/ 3744202 w 4136347"/>
                <a:gd name="connsiteY2" fmla="*/ 7656467 h 8240488"/>
                <a:gd name="connsiteX3" fmla="*/ 4136347 w 4136347"/>
                <a:gd name="connsiteY3" fmla="*/ 8127228 h 8240488"/>
                <a:gd name="connsiteX4" fmla="*/ 4136347 w 4136347"/>
                <a:gd name="connsiteY4" fmla="*/ 8240488 h 8240488"/>
                <a:gd name="connsiteX5" fmla="*/ 1359882 w 4136347"/>
                <a:gd name="connsiteY5" fmla="*/ 8240488 h 8240488"/>
                <a:gd name="connsiteX6" fmla="*/ 1280179 w 4136347"/>
                <a:gd name="connsiteY6" fmla="*/ 8073827 h 8240488"/>
                <a:gd name="connsiteX7" fmla="*/ 16 w 4136347"/>
                <a:gd name="connsiteY7" fmla="*/ 2469502 h 8240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36347" h="8240488">
                  <a:moveTo>
                    <a:pt x="16" y="2469502"/>
                  </a:moveTo>
                  <a:cubicBezTo>
                    <a:pt x="1633" y="1575368"/>
                    <a:pt x="127712" y="727983"/>
                    <a:pt x="417970" y="0"/>
                  </a:cubicBezTo>
                  <a:cubicBezTo>
                    <a:pt x="749404" y="2680910"/>
                    <a:pt x="2029420" y="5505545"/>
                    <a:pt x="3744202" y="7656467"/>
                  </a:cubicBezTo>
                  <a:lnTo>
                    <a:pt x="4136347" y="8127228"/>
                  </a:lnTo>
                  <a:lnTo>
                    <a:pt x="4136347" y="8240488"/>
                  </a:lnTo>
                  <a:lnTo>
                    <a:pt x="1359882" y="8240488"/>
                  </a:lnTo>
                  <a:lnTo>
                    <a:pt x="1280179" y="8073827"/>
                  </a:lnTo>
                  <a:cubicBezTo>
                    <a:pt x="547886" y="6453087"/>
                    <a:pt x="-3399" y="4357118"/>
                    <a:pt x="16" y="2469502"/>
                  </a:cubicBezTo>
                  <a:close/>
                </a:path>
              </a:pathLst>
            </a:custGeom>
            <a:solidFill>
              <a:srgbClr val="68B7E1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 rot="5400000" flipH="1" flipV="1">
              <a:off x="5216182" y="-1193913"/>
              <a:ext cx="4136347" cy="8240488"/>
            </a:xfrm>
            <a:custGeom>
              <a:avLst/>
              <a:gdLst>
                <a:gd name="connsiteX0" fmla="*/ 16 w 4136347"/>
                <a:gd name="connsiteY0" fmla="*/ 2469502 h 8240488"/>
                <a:gd name="connsiteX1" fmla="*/ 417970 w 4136347"/>
                <a:gd name="connsiteY1" fmla="*/ 0 h 8240488"/>
                <a:gd name="connsiteX2" fmla="*/ 3744202 w 4136347"/>
                <a:gd name="connsiteY2" fmla="*/ 7656467 h 8240488"/>
                <a:gd name="connsiteX3" fmla="*/ 4136347 w 4136347"/>
                <a:gd name="connsiteY3" fmla="*/ 8127228 h 8240488"/>
                <a:gd name="connsiteX4" fmla="*/ 4136347 w 4136347"/>
                <a:gd name="connsiteY4" fmla="*/ 8240488 h 8240488"/>
                <a:gd name="connsiteX5" fmla="*/ 1359882 w 4136347"/>
                <a:gd name="connsiteY5" fmla="*/ 8240488 h 8240488"/>
                <a:gd name="connsiteX6" fmla="*/ 1280179 w 4136347"/>
                <a:gd name="connsiteY6" fmla="*/ 8073827 h 8240488"/>
                <a:gd name="connsiteX7" fmla="*/ 16 w 4136347"/>
                <a:gd name="connsiteY7" fmla="*/ 2469502 h 8240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36347" h="8240488">
                  <a:moveTo>
                    <a:pt x="16" y="2469502"/>
                  </a:moveTo>
                  <a:cubicBezTo>
                    <a:pt x="1633" y="1575368"/>
                    <a:pt x="127712" y="727983"/>
                    <a:pt x="417970" y="0"/>
                  </a:cubicBezTo>
                  <a:cubicBezTo>
                    <a:pt x="749404" y="2680910"/>
                    <a:pt x="2029420" y="5505545"/>
                    <a:pt x="3744202" y="7656467"/>
                  </a:cubicBezTo>
                  <a:lnTo>
                    <a:pt x="4136347" y="8127228"/>
                  </a:lnTo>
                  <a:lnTo>
                    <a:pt x="4136347" y="8240488"/>
                  </a:lnTo>
                  <a:lnTo>
                    <a:pt x="1359882" y="8240488"/>
                  </a:lnTo>
                  <a:lnTo>
                    <a:pt x="1280179" y="8073827"/>
                  </a:lnTo>
                  <a:cubicBezTo>
                    <a:pt x="547886" y="6453087"/>
                    <a:pt x="-3399" y="4357118"/>
                    <a:pt x="16" y="2469502"/>
                  </a:cubicBezTo>
                  <a:close/>
                </a:path>
              </a:pathLst>
            </a:custGeom>
            <a:solidFill>
              <a:srgbClr val="68B7E1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029411" y="6358058"/>
              <a:ext cx="4020097" cy="305024"/>
              <a:chOff x="7953827" y="6460900"/>
              <a:chExt cx="3834423" cy="290936"/>
            </a:xfrm>
            <a:solidFill>
              <a:srgbClr val="FEE071"/>
            </a:solidFill>
          </p:grpSpPr>
          <p:sp>
            <p:nvSpPr>
              <p:cNvPr id="15" name="等腰三角形 14"/>
              <p:cNvSpPr/>
              <p:nvPr/>
            </p:nvSpPr>
            <p:spPr>
              <a:xfrm>
                <a:off x="9452514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>
                <a:off x="8952951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>
                <a:off x="8453389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>
                <a:off x="7953827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>
                <a:off x="11450764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10951200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10451638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9952076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4" name="矩形 3"/>
            <p:cNvSpPr/>
            <p:nvPr userDrawn="1"/>
          </p:nvSpPr>
          <p:spPr>
            <a:xfrm flipH="1" flipV="1">
              <a:off x="0" y="0"/>
              <a:ext cx="12191999" cy="6858000"/>
            </a:xfrm>
            <a:prstGeom prst="rect">
              <a:avLst/>
            </a:prstGeom>
            <a:solidFill>
              <a:srgbClr val="2B30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" name="组合 4"/>
            <p:cNvGrpSpPr/>
            <p:nvPr userDrawn="1"/>
          </p:nvGrpSpPr>
          <p:grpSpPr>
            <a:xfrm flipH="1" flipV="1">
              <a:off x="0" y="823808"/>
              <a:ext cx="12191998" cy="5166459"/>
              <a:chOff x="1" y="877309"/>
              <a:chExt cx="12191998" cy="5166459"/>
            </a:xfrm>
          </p:grpSpPr>
          <p:sp>
            <p:nvSpPr>
              <p:cNvPr id="6" name="等腰三角形 7"/>
              <p:cNvSpPr/>
              <p:nvPr/>
            </p:nvSpPr>
            <p:spPr>
              <a:xfrm rot="5400000">
                <a:off x="2016692" y="-1139382"/>
                <a:ext cx="4994505" cy="9027887"/>
              </a:xfrm>
              <a:custGeom>
                <a:avLst/>
                <a:gdLst>
                  <a:gd name="connsiteX0" fmla="*/ 0 w 3231243"/>
                  <a:gd name="connsiteY0" fmla="*/ 8128000 h 8128000"/>
                  <a:gd name="connsiteX1" fmla="*/ 1615622 w 3231243"/>
                  <a:gd name="connsiteY1" fmla="*/ 0 h 8128000"/>
                  <a:gd name="connsiteX2" fmla="*/ 3231243 w 3231243"/>
                  <a:gd name="connsiteY2" fmla="*/ 8128000 h 8128000"/>
                  <a:gd name="connsiteX3" fmla="*/ 0 w 3231243"/>
                  <a:gd name="connsiteY3" fmla="*/ 8128000 h 8128000"/>
                  <a:gd name="connsiteX0-1" fmla="*/ 1345291 w 4576534"/>
                  <a:gd name="connsiteY0-2" fmla="*/ 9027887 h 9027887"/>
                  <a:gd name="connsiteX1-3" fmla="*/ 0 w 4576534"/>
                  <a:gd name="connsiteY1-4" fmla="*/ 0 h 9027887"/>
                  <a:gd name="connsiteX2-5" fmla="*/ 4576534 w 4576534"/>
                  <a:gd name="connsiteY2-6" fmla="*/ 9027887 h 9027887"/>
                  <a:gd name="connsiteX3-7" fmla="*/ 1345291 w 4576534"/>
                  <a:gd name="connsiteY3-8" fmla="*/ 9027887 h 9027887"/>
                  <a:gd name="connsiteX0-9" fmla="*/ 1801852 w 5033095"/>
                  <a:gd name="connsiteY0-10" fmla="*/ 9027887 h 9027887"/>
                  <a:gd name="connsiteX1-11" fmla="*/ 456561 w 5033095"/>
                  <a:gd name="connsiteY1-12" fmla="*/ 0 h 9027887"/>
                  <a:gd name="connsiteX2-13" fmla="*/ 5033095 w 5033095"/>
                  <a:gd name="connsiteY2-14" fmla="*/ 9027887 h 9027887"/>
                  <a:gd name="connsiteX3-15" fmla="*/ 1801852 w 5033095"/>
                  <a:gd name="connsiteY3-16" fmla="*/ 9027887 h 9027887"/>
                  <a:gd name="connsiteX0-17" fmla="*/ 1934983 w 5166226"/>
                  <a:gd name="connsiteY0-18" fmla="*/ 9027887 h 9027887"/>
                  <a:gd name="connsiteX1-19" fmla="*/ 589692 w 5166226"/>
                  <a:gd name="connsiteY1-20" fmla="*/ 0 h 9027887"/>
                  <a:gd name="connsiteX2-21" fmla="*/ 5166226 w 5166226"/>
                  <a:gd name="connsiteY2-22" fmla="*/ 9027887 h 9027887"/>
                  <a:gd name="connsiteX3-23" fmla="*/ 1934983 w 5166226"/>
                  <a:gd name="connsiteY3-24" fmla="*/ 9027887 h 9027887"/>
                  <a:gd name="connsiteX0-25" fmla="*/ 1934983 w 5166226"/>
                  <a:gd name="connsiteY0-26" fmla="*/ 9027887 h 9027887"/>
                  <a:gd name="connsiteX1-27" fmla="*/ 589692 w 5166226"/>
                  <a:gd name="connsiteY1-28" fmla="*/ 0 h 9027887"/>
                  <a:gd name="connsiteX2-29" fmla="*/ 5166226 w 5166226"/>
                  <a:gd name="connsiteY2-30" fmla="*/ 9027887 h 9027887"/>
                  <a:gd name="connsiteX3-31" fmla="*/ 1934983 w 5166226"/>
                  <a:gd name="connsiteY3-32" fmla="*/ 9027887 h 9027887"/>
                  <a:gd name="connsiteX0-33" fmla="*/ 1934983 w 5166226"/>
                  <a:gd name="connsiteY0-34" fmla="*/ 9027887 h 9027887"/>
                  <a:gd name="connsiteX1-35" fmla="*/ 589692 w 5166226"/>
                  <a:gd name="connsiteY1-36" fmla="*/ 0 h 9027887"/>
                  <a:gd name="connsiteX2-37" fmla="*/ 5166226 w 5166226"/>
                  <a:gd name="connsiteY2-38" fmla="*/ 9027887 h 9027887"/>
                  <a:gd name="connsiteX3-39" fmla="*/ 1934983 w 5166226"/>
                  <a:gd name="connsiteY3-40" fmla="*/ 9027887 h 9027887"/>
                  <a:gd name="connsiteX0-41" fmla="*/ 1934983 w 5166226"/>
                  <a:gd name="connsiteY0-42" fmla="*/ 9027887 h 9027887"/>
                  <a:gd name="connsiteX1-43" fmla="*/ 589692 w 5166226"/>
                  <a:gd name="connsiteY1-44" fmla="*/ 0 h 9027887"/>
                  <a:gd name="connsiteX2-45" fmla="*/ 5166226 w 5166226"/>
                  <a:gd name="connsiteY2-46" fmla="*/ 9027887 h 9027887"/>
                  <a:gd name="connsiteX3-47" fmla="*/ 1934983 w 5166226"/>
                  <a:gd name="connsiteY3-48" fmla="*/ 9027887 h 9027887"/>
                  <a:gd name="connsiteX0-49" fmla="*/ 1934983 w 5166226"/>
                  <a:gd name="connsiteY0-50" fmla="*/ 9027887 h 9027887"/>
                  <a:gd name="connsiteX1-51" fmla="*/ 589692 w 5166226"/>
                  <a:gd name="connsiteY1-52" fmla="*/ 0 h 9027887"/>
                  <a:gd name="connsiteX2-53" fmla="*/ 5166226 w 5166226"/>
                  <a:gd name="connsiteY2-54" fmla="*/ 9027887 h 9027887"/>
                  <a:gd name="connsiteX3-55" fmla="*/ 1934983 w 5166226"/>
                  <a:gd name="connsiteY3-56" fmla="*/ 9027887 h 9027887"/>
                  <a:gd name="connsiteX0-57" fmla="*/ 1763262 w 4994505"/>
                  <a:gd name="connsiteY0-58" fmla="*/ 9027887 h 9027887"/>
                  <a:gd name="connsiteX1-59" fmla="*/ 417971 w 4994505"/>
                  <a:gd name="connsiteY1-60" fmla="*/ 0 h 9027887"/>
                  <a:gd name="connsiteX2-61" fmla="*/ 4994505 w 4994505"/>
                  <a:gd name="connsiteY2-62" fmla="*/ 9027887 h 9027887"/>
                  <a:gd name="connsiteX3-63" fmla="*/ 1763262 w 4994505"/>
                  <a:gd name="connsiteY3-64" fmla="*/ 9027887 h 902788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4994505" h="9027887">
                    <a:moveTo>
                      <a:pt x="1763262" y="9027887"/>
                    </a:moveTo>
                    <a:cubicBezTo>
                      <a:pt x="429460" y="6686248"/>
                      <a:pt x="-614057" y="2588382"/>
                      <a:pt x="417971" y="0"/>
                    </a:cubicBezTo>
                    <a:cubicBezTo>
                      <a:pt x="825889" y="3299581"/>
                      <a:pt x="2670714" y="6816877"/>
                      <a:pt x="4994505" y="9027887"/>
                    </a:cubicBezTo>
                    <a:lnTo>
                      <a:pt x="1763262" y="9027887"/>
                    </a:lnTo>
                    <a:close/>
                  </a:path>
                </a:pathLst>
              </a:custGeom>
              <a:solidFill>
                <a:srgbClr val="68B7E1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等腰三角形 7"/>
              <p:cNvSpPr/>
              <p:nvPr/>
            </p:nvSpPr>
            <p:spPr>
              <a:xfrm rot="5400000" flipH="1" flipV="1">
                <a:off x="5180803" y="-967428"/>
                <a:ext cx="4994505" cy="9027887"/>
              </a:xfrm>
              <a:custGeom>
                <a:avLst/>
                <a:gdLst>
                  <a:gd name="connsiteX0" fmla="*/ 0 w 3231243"/>
                  <a:gd name="connsiteY0" fmla="*/ 8128000 h 8128000"/>
                  <a:gd name="connsiteX1" fmla="*/ 1615622 w 3231243"/>
                  <a:gd name="connsiteY1" fmla="*/ 0 h 8128000"/>
                  <a:gd name="connsiteX2" fmla="*/ 3231243 w 3231243"/>
                  <a:gd name="connsiteY2" fmla="*/ 8128000 h 8128000"/>
                  <a:gd name="connsiteX3" fmla="*/ 0 w 3231243"/>
                  <a:gd name="connsiteY3" fmla="*/ 8128000 h 8128000"/>
                  <a:gd name="connsiteX0-1" fmla="*/ 1345291 w 4576534"/>
                  <a:gd name="connsiteY0-2" fmla="*/ 9027887 h 9027887"/>
                  <a:gd name="connsiteX1-3" fmla="*/ 0 w 4576534"/>
                  <a:gd name="connsiteY1-4" fmla="*/ 0 h 9027887"/>
                  <a:gd name="connsiteX2-5" fmla="*/ 4576534 w 4576534"/>
                  <a:gd name="connsiteY2-6" fmla="*/ 9027887 h 9027887"/>
                  <a:gd name="connsiteX3-7" fmla="*/ 1345291 w 4576534"/>
                  <a:gd name="connsiteY3-8" fmla="*/ 9027887 h 9027887"/>
                  <a:gd name="connsiteX0-9" fmla="*/ 1801852 w 5033095"/>
                  <a:gd name="connsiteY0-10" fmla="*/ 9027887 h 9027887"/>
                  <a:gd name="connsiteX1-11" fmla="*/ 456561 w 5033095"/>
                  <a:gd name="connsiteY1-12" fmla="*/ 0 h 9027887"/>
                  <a:gd name="connsiteX2-13" fmla="*/ 5033095 w 5033095"/>
                  <a:gd name="connsiteY2-14" fmla="*/ 9027887 h 9027887"/>
                  <a:gd name="connsiteX3-15" fmla="*/ 1801852 w 5033095"/>
                  <a:gd name="connsiteY3-16" fmla="*/ 9027887 h 9027887"/>
                  <a:gd name="connsiteX0-17" fmla="*/ 1934983 w 5166226"/>
                  <a:gd name="connsiteY0-18" fmla="*/ 9027887 h 9027887"/>
                  <a:gd name="connsiteX1-19" fmla="*/ 589692 w 5166226"/>
                  <a:gd name="connsiteY1-20" fmla="*/ 0 h 9027887"/>
                  <a:gd name="connsiteX2-21" fmla="*/ 5166226 w 5166226"/>
                  <a:gd name="connsiteY2-22" fmla="*/ 9027887 h 9027887"/>
                  <a:gd name="connsiteX3-23" fmla="*/ 1934983 w 5166226"/>
                  <a:gd name="connsiteY3-24" fmla="*/ 9027887 h 9027887"/>
                  <a:gd name="connsiteX0-25" fmla="*/ 1934983 w 5166226"/>
                  <a:gd name="connsiteY0-26" fmla="*/ 9027887 h 9027887"/>
                  <a:gd name="connsiteX1-27" fmla="*/ 589692 w 5166226"/>
                  <a:gd name="connsiteY1-28" fmla="*/ 0 h 9027887"/>
                  <a:gd name="connsiteX2-29" fmla="*/ 5166226 w 5166226"/>
                  <a:gd name="connsiteY2-30" fmla="*/ 9027887 h 9027887"/>
                  <a:gd name="connsiteX3-31" fmla="*/ 1934983 w 5166226"/>
                  <a:gd name="connsiteY3-32" fmla="*/ 9027887 h 9027887"/>
                  <a:gd name="connsiteX0-33" fmla="*/ 1934983 w 5166226"/>
                  <a:gd name="connsiteY0-34" fmla="*/ 9027887 h 9027887"/>
                  <a:gd name="connsiteX1-35" fmla="*/ 589692 w 5166226"/>
                  <a:gd name="connsiteY1-36" fmla="*/ 0 h 9027887"/>
                  <a:gd name="connsiteX2-37" fmla="*/ 5166226 w 5166226"/>
                  <a:gd name="connsiteY2-38" fmla="*/ 9027887 h 9027887"/>
                  <a:gd name="connsiteX3-39" fmla="*/ 1934983 w 5166226"/>
                  <a:gd name="connsiteY3-40" fmla="*/ 9027887 h 9027887"/>
                  <a:gd name="connsiteX0-41" fmla="*/ 1934983 w 5166226"/>
                  <a:gd name="connsiteY0-42" fmla="*/ 9027887 h 9027887"/>
                  <a:gd name="connsiteX1-43" fmla="*/ 589692 w 5166226"/>
                  <a:gd name="connsiteY1-44" fmla="*/ 0 h 9027887"/>
                  <a:gd name="connsiteX2-45" fmla="*/ 5166226 w 5166226"/>
                  <a:gd name="connsiteY2-46" fmla="*/ 9027887 h 9027887"/>
                  <a:gd name="connsiteX3-47" fmla="*/ 1934983 w 5166226"/>
                  <a:gd name="connsiteY3-48" fmla="*/ 9027887 h 9027887"/>
                  <a:gd name="connsiteX0-49" fmla="*/ 1934983 w 5166226"/>
                  <a:gd name="connsiteY0-50" fmla="*/ 9027887 h 9027887"/>
                  <a:gd name="connsiteX1-51" fmla="*/ 589692 w 5166226"/>
                  <a:gd name="connsiteY1-52" fmla="*/ 0 h 9027887"/>
                  <a:gd name="connsiteX2-53" fmla="*/ 5166226 w 5166226"/>
                  <a:gd name="connsiteY2-54" fmla="*/ 9027887 h 9027887"/>
                  <a:gd name="connsiteX3-55" fmla="*/ 1934983 w 5166226"/>
                  <a:gd name="connsiteY3-56" fmla="*/ 9027887 h 9027887"/>
                  <a:gd name="connsiteX0-57" fmla="*/ 1763262 w 4994505"/>
                  <a:gd name="connsiteY0-58" fmla="*/ 9027887 h 9027887"/>
                  <a:gd name="connsiteX1-59" fmla="*/ 417971 w 4994505"/>
                  <a:gd name="connsiteY1-60" fmla="*/ 0 h 9027887"/>
                  <a:gd name="connsiteX2-61" fmla="*/ 4994505 w 4994505"/>
                  <a:gd name="connsiteY2-62" fmla="*/ 9027887 h 9027887"/>
                  <a:gd name="connsiteX3-63" fmla="*/ 1763262 w 4994505"/>
                  <a:gd name="connsiteY3-64" fmla="*/ 9027887 h 902788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4994505" h="9027887">
                    <a:moveTo>
                      <a:pt x="1763262" y="9027887"/>
                    </a:moveTo>
                    <a:cubicBezTo>
                      <a:pt x="429460" y="6686248"/>
                      <a:pt x="-614057" y="2588382"/>
                      <a:pt x="417971" y="0"/>
                    </a:cubicBezTo>
                    <a:cubicBezTo>
                      <a:pt x="825889" y="3299581"/>
                      <a:pt x="2670714" y="6816877"/>
                      <a:pt x="4994505" y="9027887"/>
                    </a:cubicBezTo>
                    <a:lnTo>
                      <a:pt x="1763262" y="9027887"/>
                    </a:lnTo>
                    <a:close/>
                  </a:path>
                </a:pathLst>
              </a:custGeom>
              <a:solidFill>
                <a:srgbClr val="68B7E1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 userDrawn="1"/>
          </p:nvGrpSpPr>
          <p:grpSpPr>
            <a:xfrm flipH="1" flipV="1">
              <a:off x="0" y="0"/>
              <a:ext cx="12191998" cy="6858000"/>
              <a:chOff x="152401" y="152400"/>
              <a:chExt cx="12191998" cy="6858000"/>
            </a:xfrm>
          </p:grpSpPr>
          <p:sp>
            <p:nvSpPr>
              <p:cNvPr id="9" name="等腰三角形 7"/>
              <p:cNvSpPr/>
              <p:nvPr/>
            </p:nvSpPr>
            <p:spPr>
              <a:xfrm rot="5400000">
                <a:off x="2169092" y="-796"/>
                <a:ext cx="4994505" cy="9027887"/>
              </a:xfrm>
              <a:custGeom>
                <a:avLst/>
                <a:gdLst>
                  <a:gd name="connsiteX0" fmla="*/ 0 w 3231243"/>
                  <a:gd name="connsiteY0" fmla="*/ 8128000 h 8128000"/>
                  <a:gd name="connsiteX1" fmla="*/ 1615622 w 3231243"/>
                  <a:gd name="connsiteY1" fmla="*/ 0 h 8128000"/>
                  <a:gd name="connsiteX2" fmla="*/ 3231243 w 3231243"/>
                  <a:gd name="connsiteY2" fmla="*/ 8128000 h 8128000"/>
                  <a:gd name="connsiteX3" fmla="*/ 0 w 3231243"/>
                  <a:gd name="connsiteY3" fmla="*/ 8128000 h 8128000"/>
                  <a:gd name="connsiteX0-1" fmla="*/ 1345291 w 4576534"/>
                  <a:gd name="connsiteY0-2" fmla="*/ 9027887 h 9027887"/>
                  <a:gd name="connsiteX1-3" fmla="*/ 0 w 4576534"/>
                  <a:gd name="connsiteY1-4" fmla="*/ 0 h 9027887"/>
                  <a:gd name="connsiteX2-5" fmla="*/ 4576534 w 4576534"/>
                  <a:gd name="connsiteY2-6" fmla="*/ 9027887 h 9027887"/>
                  <a:gd name="connsiteX3-7" fmla="*/ 1345291 w 4576534"/>
                  <a:gd name="connsiteY3-8" fmla="*/ 9027887 h 9027887"/>
                  <a:gd name="connsiteX0-9" fmla="*/ 1801852 w 5033095"/>
                  <a:gd name="connsiteY0-10" fmla="*/ 9027887 h 9027887"/>
                  <a:gd name="connsiteX1-11" fmla="*/ 456561 w 5033095"/>
                  <a:gd name="connsiteY1-12" fmla="*/ 0 h 9027887"/>
                  <a:gd name="connsiteX2-13" fmla="*/ 5033095 w 5033095"/>
                  <a:gd name="connsiteY2-14" fmla="*/ 9027887 h 9027887"/>
                  <a:gd name="connsiteX3-15" fmla="*/ 1801852 w 5033095"/>
                  <a:gd name="connsiteY3-16" fmla="*/ 9027887 h 9027887"/>
                  <a:gd name="connsiteX0-17" fmla="*/ 1934983 w 5166226"/>
                  <a:gd name="connsiteY0-18" fmla="*/ 9027887 h 9027887"/>
                  <a:gd name="connsiteX1-19" fmla="*/ 589692 w 5166226"/>
                  <a:gd name="connsiteY1-20" fmla="*/ 0 h 9027887"/>
                  <a:gd name="connsiteX2-21" fmla="*/ 5166226 w 5166226"/>
                  <a:gd name="connsiteY2-22" fmla="*/ 9027887 h 9027887"/>
                  <a:gd name="connsiteX3-23" fmla="*/ 1934983 w 5166226"/>
                  <a:gd name="connsiteY3-24" fmla="*/ 9027887 h 9027887"/>
                  <a:gd name="connsiteX0-25" fmla="*/ 1934983 w 5166226"/>
                  <a:gd name="connsiteY0-26" fmla="*/ 9027887 h 9027887"/>
                  <a:gd name="connsiteX1-27" fmla="*/ 589692 w 5166226"/>
                  <a:gd name="connsiteY1-28" fmla="*/ 0 h 9027887"/>
                  <a:gd name="connsiteX2-29" fmla="*/ 5166226 w 5166226"/>
                  <a:gd name="connsiteY2-30" fmla="*/ 9027887 h 9027887"/>
                  <a:gd name="connsiteX3-31" fmla="*/ 1934983 w 5166226"/>
                  <a:gd name="connsiteY3-32" fmla="*/ 9027887 h 9027887"/>
                  <a:gd name="connsiteX0-33" fmla="*/ 1934983 w 5166226"/>
                  <a:gd name="connsiteY0-34" fmla="*/ 9027887 h 9027887"/>
                  <a:gd name="connsiteX1-35" fmla="*/ 589692 w 5166226"/>
                  <a:gd name="connsiteY1-36" fmla="*/ 0 h 9027887"/>
                  <a:gd name="connsiteX2-37" fmla="*/ 5166226 w 5166226"/>
                  <a:gd name="connsiteY2-38" fmla="*/ 9027887 h 9027887"/>
                  <a:gd name="connsiteX3-39" fmla="*/ 1934983 w 5166226"/>
                  <a:gd name="connsiteY3-40" fmla="*/ 9027887 h 9027887"/>
                  <a:gd name="connsiteX0-41" fmla="*/ 1934983 w 5166226"/>
                  <a:gd name="connsiteY0-42" fmla="*/ 9027887 h 9027887"/>
                  <a:gd name="connsiteX1-43" fmla="*/ 589692 w 5166226"/>
                  <a:gd name="connsiteY1-44" fmla="*/ 0 h 9027887"/>
                  <a:gd name="connsiteX2-45" fmla="*/ 5166226 w 5166226"/>
                  <a:gd name="connsiteY2-46" fmla="*/ 9027887 h 9027887"/>
                  <a:gd name="connsiteX3-47" fmla="*/ 1934983 w 5166226"/>
                  <a:gd name="connsiteY3-48" fmla="*/ 9027887 h 9027887"/>
                  <a:gd name="connsiteX0-49" fmla="*/ 1934983 w 5166226"/>
                  <a:gd name="connsiteY0-50" fmla="*/ 9027887 h 9027887"/>
                  <a:gd name="connsiteX1-51" fmla="*/ 589692 w 5166226"/>
                  <a:gd name="connsiteY1-52" fmla="*/ 0 h 9027887"/>
                  <a:gd name="connsiteX2-53" fmla="*/ 5166226 w 5166226"/>
                  <a:gd name="connsiteY2-54" fmla="*/ 9027887 h 9027887"/>
                  <a:gd name="connsiteX3-55" fmla="*/ 1934983 w 5166226"/>
                  <a:gd name="connsiteY3-56" fmla="*/ 9027887 h 9027887"/>
                  <a:gd name="connsiteX0-57" fmla="*/ 1763262 w 4994505"/>
                  <a:gd name="connsiteY0-58" fmla="*/ 9027887 h 9027887"/>
                  <a:gd name="connsiteX1-59" fmla="*/ 417971 w 4994505"/>
                  <a:gd name="connsiteY1-60" fmla="*/ 0 h 9027887"/>
                  <a:gd name="connsiteX2-61" fmla="*/ 4994505 w 4994505"/>
                  <a:gd name="connsiteY2-62" fmla="*/ 9027887 h 9027887"/>
                  <a:gd name="connsiteX3-63" fmla="*/ 1763262 w 4994505"/>
                  <a:gd name="connsiteY3-64" fmla="*/ 9027887 h 902788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4994505" h="9027887">
                    <a:moveTo>
                      <a:pt x="1763262" y="9027887"/>
                    </a:moveTo>
                    <a:cubicBezTo>
                      <a:pt x="429460" y="6686248"/>
                      <a:pt x="-614057" y="2588382"/>
                      <a:pt x="417971" y="0"/>
                    </a:cubicBezTo>
                    <a:cubicBezTo>
                      <a:pt x="825889" y="3299581"/>
                      <a:pt x="2670714" y="6816877"/>
                      <a:pt x="4994505" y="9027887"/>
                    </a:cubicBezTo>
                    <a:lnTo>
                      <a:pt x="1763262" y="9027887"/>
                    </a:lnTo>
                    <a:close/>
                  </a:path>
                </a:pathLst>
              </a:custGeom>
              <a:solidFill>
                <a:srgbClr val="68B7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等腰三角形 7"/>
              <p:cNvSpPr/>
              <p:nvPr/>
            </p:nvSpPr>
            <p:spPr>
              <a:xfrm rot="5400000" flipH="1" flipV="1">
                <a:off x="5333203" y="-1864291"/>
                <a:ext cx="4994505" cy="9027887"/>
              </a:xfrm>
              <a:custGeom>
                <a:avLst/>
                <a:gdLst>
                  <a:gd name="connsiteX0" fmla="*/ 0 w 3231243"/>
                  <a:gd name="connsiteY0" fmla="*/ 8128000 h 8128000"/>
                  <a:gd name="connsiteX1" fmla="*/ 1615622 w 3231243"/>
                  <a:gd name="connsiteY1" fmla="*/ 0 h 8128000"/>
                  <a:gd name="connsiteX2" fmla="*/ 3231243 w 3231243"/>
                  <a:gd name="connsiteY2" fmla="*/ 8128000 h 8128000"/>
                  <a:gd name="connsiteX3" fmla="*/ 0 w 3231243"/>
                  <a:gd name="connsiteY3" fmla="*/ 8128000 h 8128000"/>
                  <a:gd name="connsiteX0-1" fmla="*/ 1345291 w 4576534"/>
                  <a:gd name="connsiteY0-2" fmla="*/ 9027887 h 9027887"/>
                  <a:gd name="connsiteX1-3" fmla="*/ 0 w 4576534"/>
                  <a:gd name="connsiteY1-4" fmla="*/ 0 h 9027887"/>
                  <a:gd name="connsiteX2-5" fmla="*/ 4576534 w 4576534"/>
                  <a:gd name="connsiteY2-6" fmla="*/ 9027887 h 9027887"/>
                  <a:gd name="connsiteX3-7" fmla="*/ 1345291 w 4576534"/>
                  <a:gd name="connsiteY3-8" fmla="*/ 9027887 h 9027887"/>
                  <a:gd name="connsiteX0-9" fmla="*/ 1801852 w 5033095"/>
                  <a:gd name="connsiteY0-10" fmla="*/ 9027887 h 9027887"/>
                  <a:gd name="connsiteX1-11" fmla="*/ 456561 w 5033095"/>
                  <a:gd name="connsiteY1-12" fmla="*/ 0 h 9027887"/>
                  <a:gd name="connsiteX2-13" fmla="*/ 5033095 w 5033095"/>
                  <a:gd name="connsiteY2-14" fmla="*/ 9027887 h 9027887"/>
                  <a:gd name="connsiteX3-15" fmla="*/ 1801852 w 5033095"/>
                  <a:gd name="connsiteY3-16" fmla="*/ 9027887 h 9027887"/>
                  <a:gd name="connsiteX0-17" fmla="*/ 1934983 w 5166226"/>
                  <a:gd name="connsiteY0-18" fmla="*/ 9027887 h 9027887"/>
                  <a:gd name="connsiteX1-19" fmla="*/ 589692 w 5166226"/>
                  <a:gd name="connsiteY1-20" fmla="*/ 0 h 9027887"/>
                  <a:gd name="connsiteX2-21" fmla="*/ 5166226 w 5166226"/>
                  <a:gd name="connsiteY2-22" fmla="*/ 9027887 h 9027887"/>
                  <a:gd name="connsiteX3-23" fmla="*/ 1934983 w 5166226"/>
                  <a:gd name="connsiteY3-24" fmla="*/ 9027887 h 9027887"/>
                  <a:gd name="connsiteX0-25" fmla="*/ 1934983 w 5166226"/>
                  <a:gd name="connsiteY0-26" fmla="*/ 9027887 h 9027887"/>
                  <a:gd name="connsiteX1-27" fmla="*/ 589692 w 5166226"/>
                  <a:gd name="connsiteY1-28" fmla="*/ 0 h 9027887"/>
                  <a:gd name="connsiteX2-29" fmla="*/ 5166226 w 5166226"/>
                  <a:gd name="connsiteY2-30" fmla="*/ 9027887 h 9027887"/>
                  <a:gd name="connsiteX3-31" fmla="*/ 1934983 w 5166226"/>
                  <a:gd name="connsiteY3-32" fmla="*/ 9027887 h 9027887"/>
                  <a:gd name="connsiteX0-33" fmla="*/ 1934983 w 5166226"/>
                  <a:gd name="connsiteY0-34" fmla="*/ 9027887 h 9027887"/>
                  <a:gd name="connsiteX1-35" fmla="*/ 589692 w 5166226"/>
                  <a:gd name="connsiteY1-36" fmla="*/ 0 h 9027887"/>
                  <a:gd name="connsiteX2-37" fmla="*/ 5166226 w 5166226"/>
                  <a:gd name="connsiteY2-38" fmla="*/ 9027887 h 9027887"/>
                  <a:gd name="connsiteX3-39" fmla="*/ 1934983 w 5166226"/>
                  <a:gd name="connsiteY3-40" fmla="*/ 9027887 h 9027887"/>
                  <a:gd name="connsiteX0-41" fmla="*/ 1934983 w 5166226"/>
                  <a:gd name="connsiteY0-42" fmla="*/ 9027887 h 9027887"/>
                  <a:gd name="connsiteX1-43" fmla="*/ 589692 w 5166226"/>
                  <a:gd name="connsiteY1-44" fmla="*/ 0 h 9027887"/>
                  <a:gd name="connsiteX2-45" fmla="*/ 5166226 w 5166226"/>
                  <a:gd name="connsiteY2-46" fmla="*/ 9027887 h 9027887"/>
                  <a:gd name="connsiteX3-47" fmla="*/ 1934983 w 5166226"/>
                  <a:gd name="connsiteY3-48" fmla="*/ 9027887 h 9027887"/>
                  <a:gd name="connsiteX0-49" fmla="*/ 1934983 w 5166226"/>
                  <a:gd name="connsiteY0-50" fmla="*/ 9027887 h 9027887"/>
                  <a:gd name="connsiteX1-51" fmla="*/ 589692 w 5166226"/>
                  <a:gd name="connsiteY1-52" fmla="*/ 0 h 9027887"/>
                  <a:gd name="connsiteX2-53" fmla="*/ 5166226 w 5166226"/>
                  <a:gd name="connsiteY2-54" fmla="*/ 9027887 h 9027887"/>
                  <a:gd name="connsiteX3-55" fmla="*/ 1934983 w 5166226"/>
                  <a:gd name="connsiteY3-56" fmla="*/ 9027887 h 9027887"/>
                  <a:gd name="connsiteX0-57" fmla="*/ 1763262 w 4994505"/>
                  <a:gd name="connsiteY0-58" fmla="*/ 9027887 h 9027887"/>
                  <a:gd name="connsiteX1-59" fmla="*/ 417971 w 4994505"/>
                  <a:gd name="connsiteY1-60" fmla="*/ 0 h 9027887"/>
                  <a:gd name="connsiteX2-61" fmla="*/ 4994505 w 4994505"/>
                  <a:gd name="connsiteY2-62" fmla="*/ 9027887 h 9027887"/>
                  <a:gd name="connsiteX3-63" fmla="*/ 1763262 w 4994505"/>
                  <a:gd name="connsiteY3-64" fmla="*/ 9027887 h 902788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4994505" h="9027887">
                    <a:moveTo>
                      <a:pt x="1763262" y="9027887"/>
                    </a:moveTo>
                    <a:cubicBezTo>
                      <a:pt x="429460" y="6686248"/>
                      <a:pt x="-614057" y="2588382"/>
                      <a:pt x="417971" y="0"/>
                    </a:cubicBezTo>
                    <a:cubicBezTo>
                      <a:pt x="825889" y="3299581"/>
                      <a:pt x="2670714" y="6816877"/>
                      <a:pt x="4994505" y="9027887"/>
                    </a:cubicBezTo>
                    <a:lnTo>
                      <a:pt x="1763262" y="9027887"/>
                    </a:lnTo>
                    <a:close/>
                  </a:path>
                </a:pathLst>
              </a:custGeom>
              <a:solidFill>
                <a:srgbClr val="68B7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任意多边形: 形状 10"/>
            <p:cNvSpPr/>
            <p:nvPr userDrawn="1"/>
          </p:nvSpPr>
          <p:spPr>
            <a:xfrm flipH="1" flipV="1">
              <a:off x="6205591" y="5510168"/>
              <a:ext cx="5986408" cy="1347832"/>
            </a:xfrm>
            <a:custGeom>
              <a:avLst/>
              <a:gdLst>
                <a:gd name="connsiteX0" fmla="*/ 0 w 5986408"/>
                <a:gd name="connsiteY0" fmla="*/ 0 h 1347832"/>
                <a:gd name="connsiteX1" fmla="*/ 5986408 w 5986408"/>
                <a:gd name="connsiteY1" fmla="*/ 0 h 1347832"/>
                <a:gd name="connsiteX2" fmla="*/ 5876774 w 5986408"/>
                <a:gd name="connsiteY2" fmla="*/ 91919 h 1347832"/>
                <a:gd name="connsiteX3" fmla="*/ 2262275 w 5986408"/>
                <a:gd name="connsiteY3" fmla="*/ 1347832 h 1347832"/>
                <a:gd name="connsiteX4" fmla="*/ 50450 w 5986408"/>
                <a:gd name="connsiteY4" fmla="*/ 915621 h 1347832"/>
                <a:gd name="connsiteX5" fmla="*/ 0 w 5986408"/>
                <a:gd name="connsiteY5" fmla="*/ 893546 h 134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86408" h="1347832">
                  <a:moveTo>
                    <a:pt x="0" y="0"/>
                  </a:moveTo>
                  <a:lnTo>
                    <a:pt x="5986408" y="0"/>
                  </a:lnTo>
                  <a:lnTo>
                    <a:pt x="5876774" y="91919"/>
                  </a:lnTo>
                  <a:cubicBezTo>
                    <a:pt x="4894530" y="876514"/>
                    <a:pt x="3635269" y="1347832"/>
                    <a:pt x="2262275" y="1347832"/>
                  </a:cubicBezTo>
                  <a:cubicBezTo>
                    <a:pt x="1477707" y="1347832"/>
                    <a:pt x="730277" y="1193932"/>
                    <a:pt x="50450" y="915621"/>
                  </a:cubicBezTo>
                  <a:lnTo>
                    <a:pt x="0" y="893546"/>
                  </a:lnTo>
                  <a:close/>
                </a:path>
              </a:pathLst>
            </a:custGeom>
            <a:solidFill>
              <a:srgbClr val="FEE0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>
              <a:spLocks noChangeAspect="1"/>
            </p:cNvSpPr>
            <p:nvPr userDrawn="1"/>
          </p:nvSpPr>
          <p:spPr bwMode="auto">
            <a:xfrm flipH="1" flipV="1">
              <a:off x="8454848" y="5510169"/>
              <a:ext cx="2949752" cy="1347831"/>
            </a:xfrm>
            <a:custGeom>
              <a:avLst/>
              <a:gdLst>
                <a:gd name="connsiteX0" fmla="*/ 2949752 w 2949752"/>
                <a:gd name="connsiteY0" fmla="*/ 128302 h 1347831"/>
                <a:gd name="connsiteX1" fmla="*/ 2145862 w 2949752"/>
                <a:gd name="connsiteY1" fmla="*/ 1192369 h 1347831"/>
                <a:gd name="connsiteX2" fmla="*/ 2567903 w 2949752"/>
                <a:gd name="connsiteY2" fmla="*/ 484667 h 1347831"/>
                <a:gd name="connsiteX3" fmla="*/ 2949752 w 2949752"/>
                <a:gd name="connsiteY3" fmla="*/ 128302 h 1347831"/>
                <a:gd name="connsiteX4" fmla="*/ 2453588 w 2949752"/>
                <a:gd name="connsiteY4" fmla="*/ 0 h 1347831"/>
                <a:gd name="connsiteX5" fmla="*/ 2856935 w 2949752"/>
                <a:gd name="connsiteY5" fmla="*/ 0 h 1347831"/>
                <a:gd name="connsiteX6" fmla="*/ 2804090 w 2949752"/>
                <a:gd name="connsiteY6" fmla="*/ 106555 h 1347831"/>
                <a:gd name="connsiteX7" fmla="*/ 2497043 w 2949752"/>
                <a:gd name="connsiteY7" fmla="*/ 369361 h 1347831"/>
                <a:gd name="connsiteX8" fmla="*/ 2009790 w 2949752"/>
                <a:gd name="connsiteY8" fmla="*/ 1252493 h 1347831"/>
                <a:gd name="connsiteX9" fmla="*/ 1582813 w 2949752"/>
                <a:gd name="connsiteY9" fmla="*/ 1347831 h 1347831"/>
                <a:gd name="connsiteX10" fmla="*/ 2150438 w 2949752"/>
                <a:gd name="connsiteY10" fmla="*/ 279045 h 1347831"/>
                <a:gd name="connsiteX11" fmla="*/ 2362751 w 2949752"/>
                <a:gd name="connsiteY11" fmla="*/ 96834 h 1347831"/>
                <a:gd name="connsiteX12" fmla="*/ 1747841 w 2949752"/>
                <a:gd name="connsiteY12" fmla="*/ 0 h 1347831"/>
                <a:gd name="connsiteX13" fmla="*/ 2267658 w 2949752"/>
                <a:gd name="connsiteY13" fmla="*/ 0 h 1347831"/>
                <a:gd name="connsiteX14" fmla="*/ 2176444 w 2949752"/>
                <a:gd name="connsiteY14" fmla="*/ 82936 h 1347831"/>
                <a:gd name="connsiteX15" fmla="*/ 2064881 w 2949752"/>
                <a:gd name="connsiteY15" fmla="*/ 173895 h 1347831"/>
                <a:gd name="connsiteX16" fmla="*/ 1446903 w 2949752"/>
                <a:gd name="connsiteY16" fmla="*/ 1347831 h 1347831"/>
                <a:gd name="connsiteX17" fmla="*/ 1060042 w 2949752"/>
                <a:gd name="connsiteY17" fmla="*/ 1292649 h 1347831"/>
                <a:gd name="connsiteX18" fmla="*/ 1683042 w 2949752"/>
                <a:gd name="connsiteY18" fmla="*/ 53492 h 1347831"/>
                <a:gd name="connsiteX19" fmla="*/ 1044815 w 2949752"/>
                <a:gd name="connsiteY19" fmla="*/ 0 h 1347831"/>
                <a:gd name="connsiteX20" fmla="*/ 1534498 w 2949752"/>
                <a:gd name="connsiteY20" fmla="*/ 0 h 1347831"/>
                <a:gd name="connsiteX21" fmla="*/ 1480934 w 2949752"/>
                <a:gd name="connsiteY21" fmla="*/ 43860 h 1347831"/>
                <a:gd name="connsiteX22" fmla="*/ 929650 w 2949752"/>
                <a:gd name="connsiteY22" fmla="*/ 1247147 h 1347831"/>
                <a:gd name="connsiteX23" fmla="*/ 588018 w 2949752"/>
                <a:gd name="connsiteY23" fmla="*/ 1061573 h 1347831"/>
                <a:gd name="connsiteX24" fmla="*/ 988602 w 2949752"/>
                <a:gd name="connsiteY24" fmla="*/ 49461 h 1347831"/>
                <a:gd name="connsiteX25" fmla="*/ 346791 w 2949752"/>
                <a:gd name="connsiteY25" fmla="*/ 0 h 1347831"/>
                <a:gd name="connsiteX26" fmla="*/ 849740 w 2949752"/>
                <a:gd name="connsiteY26" fmla="*/ 0 h 1347831"/>
                <a:gd name="connsiteX27" fmla="*/ 796626 w 2949752"/>
                <a:gd name="connsiteY27" fmla="*/ 54757 h 1347831"/>
                <a:gd name="connsiteX28" fmla="*/ 462466 w 2949752"/>
                <a:gd name="connsiteY28" fmla="*/ 956357 h 1347831"/>
                <a:gd name="connsiteX29" fmla="*/ 206209 w 2949752"/>
                <a:gd name="connsiteY29" fmla="*/ 655367 h 1347831"/>
                <a:gd name="connsiteX30" fmla="*/ 311064 w 2949752"/>
                <a:gd name="connsiteY30" fmla="*/ 80038 h 1347831"/>
                <a:gd name="connsiteX31" fmla="*/ 7071 w 2949752"/>
                <a:gd name="connsiteY31" fmla="*/ 0 h 1347831"/>
                <a:gd name="connsiteX32" fmla="*/ 198708 w 2949752"/>
                <a:gd name="connsiteY32" fmla="*/ 0 h 1347831"/>
                <a:gd name="connsiteX33" fmla="*/ 195084 w 2949752"/>
                <a:gd name="connsiteY33" fmla="*/ 7915 h 1347831"/>
                <a:gd name="connsiteX34" fmla="*/ 90438 w 2949752"/>
                <a:gd name="connsiteY34" fmla="*/ 429561 h 1347831"/>
                <a:gd name="connsiteX35" fmla="*/ 0 w 2949752"/>
                <a:gd name="connsiteY35" fmla="*/ 118521 h 1347831"/>
                <a:gd name="connsiteX36" fmla="*/ 5309 w 2949752"/>
                <a:gd name="connsiteY36" fmla="*/ 16234 h 134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49752" h="1347831">
                  <a:moveTo>
                    <a:pt x="2949752" y="128302"/>
                  </a:moveTo>
                  <a:cubicBezTo>
                    <a:pt x="2859315" y="595087"/>
                    <a:pt x="2557854" y="986586"/>
                    <a:pt x="2145862" y="1192369"/>
                  </a:cubicBezTo>
                  <a:cubicBezTo>
                    <a:pt x="2165960" y="730607"/>
                    <a:pt x="2351857" y="615165"/>
                    <a:pt x="2567903" y="484667"/>
                  </a:cubicBezTo>
                  <a:cubicBezTo>
                    <a:pt x="2703559" y="404359"/>
                    <a:pt x="2849265" y="314012"/>
                    <a:pt x="2949752" y="128302"/>
                  </a:cubicBezTo>
                  <a:close/>
                  <a:moveTo>
                    <a:pt x="2453588" y="0"/>
                  </a:moveTo>
                  <a:lnTo>
                    <a:pt x="2856935" y="0"/>
                  </a:lnTo>
                  <a:lnTo>
                    <a:pt x="2804090" y="106555"/>
                  </a:lnTo>
                  <a:cubicBezTo>
                    <a:pt x="2724346" y="233882"/>
                    <a:pt x="2612578" y="301622"/>
                    <a:pt x="2497043" y="369361"/>
                  </a:cubicBezTo>
                  <a:cubicBezTo>
                    <a:pt x="2270999" y="509863"/>
                    <a:pt x="2014812" y="665411"/>
                    <a:pt x="2009790" y="1252493"/>
                  </a:cubicBezTo>
                  <a:cubicBezTo>
                    <a:pt x="1874164" y="1302673"/>
                    <a:pt x="1728488" y="1337797"/>
                    <a:pt x="1582813" y="1347831"/>
                  </a:cubicBezTo>
                  <a:cubicBezTo>
                    <a:pt x="1617978" y="705557"/>
                    <a:pt x="1874164" y="499824"/>
                    <a:pt x="2150438" y="279045"/>
                  </a:cubicBezTo>
                  <a:cubicBezTo>
                    <a:pt x="2222021" y="221339"/>
                    <a:pt x="2294230" y="163007"/>
                    <a:pt x="2362751" y="96834"/>
                  </a:cubicBezTo>
                  <a:close/>
                  <a:moveTo>
                    <a:pt x="1747841" y="0"/>
                  </a:moveTo>
                  <a:lnTo>
                    <a:pt x="2267658" y="0"/>
                  </a:lnTo>
                  <a:lnTo>
                    <a:pt x="2176444" y="82936"/>
                  </a:lnTo>
                  <a:cubicBezTo>
                    <a:pt x="2139930" y="113850"/>
                    <a:pt x="2102563" y="143794"/>
                    <a:pt x="2064881" y="173895"/>
                  </a:cubicBezTo>
                  <a:cubicBezTo>
                    <a:pt x="1778502" y="404668"/>
                    <a:pt x="1482073" y="640457"/>
                    <a:pt x="1446903" y="1347831"/>
                  </a:cubicBezTo>
                  <a:cubicBezTo>
                    <a:pt x="1311252" y="1347831"/>
                    <a:pt x="1180622" y="1327763"/>
                    <a:pt x="1060042" y="1292649"/>
                  </a:cubicBezTo>
                  <a:cubicBezTo>
                    <a:pt x="1080140" y="535105"/>
                    <a:pt x="1371542" y="299315"/>
                    <a:pt x="1683042" y="53492"/>
                  </a:cubicBezTo>
                  <a:close/>
                  <a:moveTo>
                    <a:pt x="1044815" y="0"/>
                  </a:moveTo>
                  <a:lnTo>
                    <a:pt x="1534498" y="0"/>
                  </a:lnTo>
                  <a:lnTo>
                    <a:pt x="1480934" y="43860"/>
                  </a:lnTo>
                  <a:cubicBezTo>
                    <a:pt x="1209345" y="273436"/>
                    <a:pt x="956025" y="562532"/>
                    <a:pt x="929650" y="1247147"/>
                  </a:cubicBezTo>
                  <a:cubicBezTo>
                    <a:pt x="804048" y="1196992"/>
                    <a:pt x="693522" y="1136808"/>
                    <a:pt x="588018" y="1061573"/>
                  </a:cubicBezTo>
                  <a:cubicBezTo>
                    <a:pt x="610625" y="516139"/>
                    <a:pt x="777359" y="250003"/>
                    <a:pt x="988602" y="49461"/>
                  </a:cubicBezTo>
                  <a:close/>
                  <a:moveTo>
                    <a:pt x="346791" y="0"/>
                  </a:moveTo>
                  <a:lnTo>
                    <a:pt x="849740" y="0"/>
                  </a:lnTo>
                  <a:lnTo>
                    <a:pt x="796626" y="54757"/>
                  </a:lnTo>
                  <a:cubicBezTo>
                    <a:pt x="627338" y="248167"/>
                    <a:pt x="493870" y="511141"/>
                    <a:pt x="462466" y="956357"/>
                  </a:cubicBezTo>
                  <a:cubicBezTo>
                    <a:pt x="361974" y="866061"/>
                    <a:pt x="276553" y="765731"/>
                    <a:pt x="206209" y="655367"/>
                  </a:cubicBezTo>
                  <a:cubicBezTo>
                    <a:pt x="214060" y="413948"/>
                    <a:pt x="252334" y="227887"/>
                    <a:pt x="311064" y="80038"/>
                  </a:cubicBezTo>
                  <a:close/>
                  <a:moveTo>
                    <a:pt x="7071" y="0"/>
                  </a:moveTo>
                  <a:lnTo>
                    <a:pt x="198708" y="0"/>
                  </a:lnTo>
                  <a:lnTo>
                    <a:pt x="195084" y="7915"/>
                  </a:lnTo>
                  <a:cubicBezTo>
                    <a:pt x="146961" y="124477"/>
                    <a:pt x="110535" y="262752"/>
                    <a:pt x="90438" y="429561"/>
                  </a:cubicBezTo>
                  <a:cubicBezTo>
                    <a:pt x="50241" y="329225"/>
                    <a:pt x="20099" y="228890"/>
                    <a:pt x="0" y="118521"/>
                  </a:cubicBezTo>
                  <a:cubicBezTo>
                    <a:pt x="942" y="82776"/>
                    <a:pt x="2728" y="48717"/>
                    <a:pt x="5309" y="162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矩形 12"/>
            <p:cNvSpPr/>
            <p:nvPr userDrawn="1"/>
          </p:nvSpPr>
          <p:spPr>
            <a:xfrm flipH="1" flipV="1">
              <a:off x="787399" y="858157"/>
              <a:ext cx="10617200" cy="51416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 flipH="1" flipV="1">
              <a:off x="787399" y="858157"/>
              <a:ext cx="10617200" cy="5141686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 userDrawn="1"/>
          </p:nvGrpSpPr>
          <p:grpSpPr>
            <a:xfrm flipH="1">
              <a:off x="142491" y="271779"/>
              <a:ext cx="4020097" cy="305024"/>
              <a:chOff x="7953827" y="6460900"/>
              <a:chExt cx="3834423" cy="290936"/>
            </a:xfrm>
            <a:solidFill>
              <a:srgbClr val="FEE071"/>
            </a:solidFill>
          </p:grpSpPr>
          <p:sp>
            <p:nvSpPr>
              <p:cNvPr id="16" name="等腰三角形 15"/>
              <p:cNvSpPr/>
              <p:nvPr/>
            </p:nvSpPr>
            <p:spPr>
              <a:xfrm>
                <a:off x="9452514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>
                <a:off x="8952951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>
                <a:off x="8453389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>
                <a:off x="7953827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11450764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10951200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10451638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9952076" y="6460900"/>
                <a:ext cx="337486" cy="29093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 flipH="1" flipV="1">
            <a:off x="0" y="0"/>
            <a:ext cx="12191999" cy="6858000"/>
          </a:xfrm>
          <a:prstGeom prst="rect">
            <a:avLst/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 flipH="1" flipV="1">
            <a:off x="0" y="823808"/>
            <a:ext cx="12191998" cy="5166459"/>
            <a:chOff x="1" y="877309"/>
            <a:chExt cx="12191998" cy="5166459"/>
          </a:xfrm>
        </p:grpSpPr>
        <p:sp>
          <p:nvSpPr>
            <p:cNvPr id="21" name="等腰三角形 7"/>
            <p:cNvSpPr/>
            <p:nvPr/>
          </p:nvSpPr>
          <p:spPr>
            <a:xfrm rot="5400000">
              <a:off x="2016692" y="-1139382"/>
              <a:ext cx="4994505" cy="9027887"/>
            </a:xfrm>
            <a:custGeom>
              <a:avLst/>
              <a:gdLst>
                <a:gd name="connsiteX0" fmla="*/ 0 w 3231243"/>
                <a:gd name="connsiteY0" fmla="*/ 8128000 h 8128000"/>
                <a:gd name="connsiteX1" fmla="*/ 1615622 w 3231243"/>
                <a:gd name="connsiteY1" fmla="*/ 0 h 8128000"/>
                <a:gd name="connsiteX2" fmla="*/ 3231243 w 3231243"/>
                <a:gd name="connsiteY2" fmla="*/ 8128000 h 8128000"/>
                <a:gd name="connsiteX3" fmla="*/ 0 w 3231243"/>
                <a:gd name="connsiteY3" fmla="*/ 8128000 h 8128000"/>
                <a:gd name="connsiteX0-1" fmla="*/ 1345291 w 4576534"/>
                <a:gd name="connsiteY0-2" fmla="*/ 9027887 h 9027887"/>
                <a:gd name="connsiteX1-3" fmla="*/ 0 w 4576534"/>
                <a:gd name="connsiteY1-4" fmla="*/ 0 h 9027887"/>
                <a:gd name="connsiteX2-5" fmla="*/ 4576534 w 4576534"/>
                <a:gd name="connsiteY2-6" fmla="*/ 9027887 h 9027887"/>
                <a:gd name="connsiteX3-7" fmla="*/ 1345291 w 4576534"/>
                <a:gd name="connsiteY3-8" fmla="*/ 9027887 h 9027887"/>
                <a:gd name="connsiteX0-9" fmla="*/ 1801852 w 5033095"/>
                <a:gd name="connsiteY0-10" fmla="*/ 9027887 h 9027887"/>
                <a:gd name="connsiteX1-11" fmla="*/ 456561 w 5033095"/>
                <a:gd name="connsiteY1-12" fmla="*/ 0 h 9027887"/>
                <a:gd name="connsiteX2-13" fmla="*/ 5033095 w 5033095"/>
                <a:gd name="connsiteY2-14" fmla="*/ 9027887 h 9027887"/>
                <a:gd name="connsiteX3-15" fmla="*/ 1801852 w 5033095"/>
                <a:gd name="connsiteY3-16" fmla="*/ 9027887 h 9027887"/>
                <a:gd name="connsiteX0-17" fmla="*/ 1934983 w 5166226"/>
                <a:gd name="connsiteY0-18" fmla="*/ 9027887 h 9027887"/>
                <a:gd name="connsiteX1-19" fmla="*/ 589692 w 5166226"/>
                <a:gd name="connsiteY1-20" fmla="*/ 0 h 9027887"/>
                <a:gd name="connsiteX2-21" fmla="*/ 5166226 w 5166226"/>
                <a:gd name="connsiteY2-22" fmla="*/ 9027887 h 9027887"/>
                <a:gd name="connsiteX3-23" fmla="*/ 1934983 w 5166226"/>
                <a:gd name="connsiteY3-24" fmla="*/ 9027887 h 9027887"/>
                <a:gd name="connsiteX0-25" fmla="*/ 1934983 w 5166226"/>
                <a:gd name="connsiteY0-26" fmla="*/ 9027887 h 9027887"/>
                <a:gd name="connsiteX1-27" fmla="*/ 589692 w 5166226"/>
                <a:gd name="connsiteY1-28" fmla="*/ 0 h 9027887"/>
                <a:gd name="connsiteX2-29" fmla="*/ 5166226 w 5166226"/>
                <a:gd name="connsiteY2-30" fmla="*/ 9027887 h 9027887"/>
                <a:gd name="connsiteX3-31" fmla="*/ 1934983 w 5166226"/>
                <a:gd name="connsiteY3-32" fmla="*/ 9027887 h 9027887"/>
                <a:gd name="connsiteX0-33" fmla="*/ 1934983 w 5166226"/>
                <a:gd name="connsiteY0-34" fmla="*/ 9027887 h 9027887"/>
                <a:gd name="connsiteX1-35" fmla="*/ 589692 w 5166226"/>
                <a:gd name="connsiteY1-36" fmla="*/ 0 h 9027887"/>
                <a:gd name="connsiteX2-37" fmla="*/ 5166226 w 5166226"/>
                <a:gd name="connsiteY2-38" fmla="*/ 9027887 h 9027887"/>
                <a:gd name="connsiteX3-39" fmla="*/ 1934983 w 5166226"/>
                <a:gd name="connsiteY3-40" fmla="*/ 9027887 h 9027887"/>
                <a:gd name="connsiteX0-41" fmla="*/ 1934983 w 5166226"/>
                <a:gd name="connsiteY0-42" fmla="*/ 9027887 h 9027887"/>
                <a:gd name="connsiteX1-43" fmla="*/ 589692 w 5166226"/>
                <a:gd name="connsiteY1-44" fmla="*/ 0 h 9027887"/>
                <a:gd name="connsiteX2-45" fmla="*/ 5166226 w 5166226"/>
                <a:gd name="connsiteY2-46" fmla="*/ 9027887 h 9027887"/>
                <a:gd name="connsiteX3-47" fmla="*/ 1934983 w 5166226"/>
                <a:gd name="connsiteY3-48" fmla="*/ 9027887 h 9027887"/>
                <a:gd name="connsiteX0-49" fmla="*/ 1934983 w 5166226"/>
                <a:gd name="connsiteY0-50" fmla="*/ 9027887 h 9027887"/>
                <a:gd name="connsiteX1-51" fmla="*/ 589692 w 5166226"/>
                <a:gd name="connsiteY1-52" fmla="*/ 0 h 9027887"/>
                <a:gd name="connsiteX2-53" fmla="*/ 5166226 w 5166226"/>
                <a:gd name="connsiteY2-54" fmla="*/ 9027887 h 9027887"/>
                <a:gd name="connsiteX3-55" fmla="*/ 1934983 w 5166226"/>
                <a:gd name="connsiteY3-56" fmla="*/ 9027887 h 9027887"/>
                <a:gd name="connsiteX0-57" fmla="*/ 1763262 w 4994505"/>
                <a:gd name="connsiteY0-58" fmla="*/ 9027887 h 9027887"/>
                <a:gd name="connsiteX1-59" fmla="*/ 417971 w 4994505"/>
                <a:gd name="connsiteY1-60" fmla="*/ 0 h 9027887"/>
                <a:gd name="connsiteX2-61" fmla="*/ 4994505 w 4994505"/>
                <a:gd name="connsiteY2-62" fmla="*/ 9027887 h 9027887"/>
                <a:gd name="connsiteX3-63" fmla="*/ 1763262 w 4994505"/>
                <a:gd name="connsiteY3-64" fmla="*/ 9027887 h 902788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994505" h="9027887">
                  <a:moveTo>
                    <a:pt x="1763262" y="9027887"/>
                  </a:moveTo>
                  <a:cubicBezTo>
                    <a:pt x="429460" y="6686248"/>
                    <a:pt x="-614057" y="2588382"/>
                    <a:pt x="417971" y="0"/>
                  </a:cubicBezTo>
                  <a:cubicBezTo>
                    <a:pt x="825889" y="3299581"/>
                    <a:pt x="2670714" y="6816877"/>
                    <a:pt x="4994505" y="9027887"/>
                  </a:cubicBezTo>
                  <a:lnTo>
                    <a:pt x="1763262" y="9027887"/>
                  </a:lnTo>
                  <a:close/>
                </a:path>
              </a:pathLst>
            </a:custGeom>
            <a:solidFill>
              <a:srgbClr val="68B7E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7"/>
            <p:cNvSpPr/>
            <p:nvPr/>
          </p:nvSpPr>
          <p:spPr>
            <a:xfrm rot="5400000" flipH="1" flipV="1">
              <a:off x="5180803" y="-967428"/>
              <a:ext cx="4994505" cy="9027887"/>
            </a:xfrm>
            <a:custGeom>
              <a:avLst/>
              <a:gdLst>
                <a:gd name="connsiteX0" fmla="*/ 0 w 3231243"/>
                <a:gd name="connsiteY0" fmla="*/ 8128000 h 8128000"/>
                <a:gd name="connsiteX1" fmla="*/ 1615622 w 3231243"/>
                <a:gd name="connsiteY1" fmla="*/ 0 h 8128000"/>
                <a:gd name="connsiteX2" fmla="*/ 3231243 w 3231243"/>
                <a:gd name="connsiteY2" fmla="*/ 8128000 h 8128000"/>
                <a:gd name="connsiteX3" fmla="*/ 0 w 3231243"/>
                <a:gd name="connsiteY3" fmla="*/ 8128000 h 8128000"/>
                <a:gd name="connsiteX0-1" fmla="*/ 1345291 w 4576534"/>
                <a:gd name="connsiteY0-2" fmla="*/ 9027887 h 9027887"/>
                <a:gd name="connsiteX1-3" fmla="*/ 0 w 4576534"/>
                <a:gd name="connsiteY1-4" fmla="*/ 0 h 9027887"/>
                <a:gd name="connsiteX2-5" fmla="*/ 4576534 w 4576534"/>
                <a:gd name="connsiteY2-6" fmla="*/ 9027887 h 9027887"/>
                <a:gd name="connsiteX3-7" fmla="*/ 1345291 w 4576534"/>
                <a:gd name="connsiteY3-8" fmla="*/ 9027887 h 9027887"/>
                <a:gd name="connsiteX0-9" fmla="*/ 1801852 w 5033095"/>
                <a:gd name="connsiteY0-10" fmla="*/ 9027887 h 9027887"/>
                <a:gd name="connsiteX1-11" fmla="*/ 456561 w 5033095"/>
                <a:gd name="connsiteY1-12" fmla="*/ 0 h 9027887"/>
                <a:gd name="connsiteX2-13" fmla="*/ 5033095 w 5033095"/>
                <a:gd name="connsiteY2-14" fmla="*/ 9027887 h 9027887"/>
                <a:gd name="connsiteX3-15" fmla="*/ 1801852 w 5033095"/>
                <a:gd name="connsiteY3-16" fmla="*/ 9027887 h 9027887"/>
                <a:gd name="connsiteX0-17" fmla="*/ 1934983 w 5166226"/>
                <a:gd name="connsiteY0-18" fmla="*/ 9027887 h 9027887"/>
                <a:gd name="connsiteX1-19" fmla="*/ 589692 w 5166226"/>
                <a:gd name="connsiteY1-20" fmla="*/ 0 h 9027887"/>
                <a:gd name="connsiteX2-21" fmla="*/ 5166226 w 5166226"/>
                <a:gd name="connsiteY2-22" fmla="*/ 9027887 h 9027887"/>
                <a:gd name="connsiteX3-23" fmla="*/ 1934983 w 5166226"/>
                <a:gd name="connsiteY3-24" fmla="*/ 9027887 h 9027887"/>
                <a:gd name="connsiteX0-25" fmla="*/ 1934983 w 5166226"/>
                <a:gd name="connsiteY0-26" fmla="*/ 9027887 h 9027887"/>
                <a:gd name="connsiteX1-27" fmla="*/ 589692 w 5166226"/>
                <a:gd name="connsiteY1-28" fmla="*/ 0 h 9027887"/>
                <a:gd name="connsiteX2-29" fmla="*/ 5166226 w 5166226"/>
                <a:gd name="connsiteY2-30" fmla="*/ 9027887 h 9027887"/>
                <a:gd name="connsiteX3-31" fmla="*/ 1934983 w 5166226"/>
                <a:gd name="connsiteY3-32" fmla="*/ 9027887 h 9027887"/>
                <a:gd name="connsiteX0-33" fmla="*/ 1934983 w 5166226"/>
                <a:gd name="connsiteY0-34" fmla="*/ 9027887 h 9027887"/>
                <a:gd name="connsiteX1-35" fmla="*/ 589692 w 5166226"/>
                <a:gd name="connsiteY1-36" fmla="*/ 0 h 9027887"/>
                <a:gd name="connsiteX2-37" fmla="*/ 5166226 w 5166226"/>
                <a:gd name="connsiteY2-38" fmla="*/ 9027887 h 9027887"/>
                <a:gd name="connsiteX3-39" fmla="*/ 1934983 w 5166226"/>
                <a:gd name="connsiteY3-40" fmla="*/ 9027887 h 9027887"/>
                <a:gd name="connsiteX0-41" fmla="*/ 1934983 w 5166226"/>
                <a:gd name="connsiteY0-42" fmla="*/ 9027887 h 9027887"/>
                <a:gd name="connsiteX1-43" fmla="*/ 589692 w 5166226"/>
                <a:gd name="connsiteY1-44" fmla="*/ 0 h 9027887"/>
                <a:gd name="connsiteX2-45" fmla="*/ 5166226 w 5166226"/>
                <a:gd name="connsiteY2-46" fmla="*/ 9027887 h 9027887"/>
                <a:gd name="connsiteX3-47" fmla="*/ 1934983 w 5166226"/>
                <a:gd name="connsiteY3-48" fmla="*/ 9027887 h 9027887"/>
                <a:gd name="connsiteX0-49" fmla="*/ 1934983 w 5166226"/>
                <a:gd name="connsiteY0-50" fmla="*/ 9027887 h 9027887"/>
                <a:gd name="connsiteX1-51" fmla="*/ 589692 w 5166226"/>
                <a:gd name="connsiteY1-52" fmla="*/ 0 h 9027887"/>
                <a:gd name="connsiteX2-53" fmla="*/ 5166226 w 5166226"/>
                <a:gd name="connsiteY2-54" fmla="*/ 9027887 h 9027887"/>
                <a:gd name="connsiteX3-55" fmla="*/ 1934983 w 5166226"/>
                <a:gd name="connsiteY3-56" fmla="*/ 9027887 h 9027887"/>
                <a:gd name="connsiteX0-57" fmla="*/ 1763262 w 4994505"/>
                <a:gd name="connsiteY0-58" fmla="*/ 9027887 h 9027887"/>
                <a:gd name="connsiteX1-59" fmla="*/ 417971 w 4994505"/>
                <a:gd name="connsiteY1-60" fmla="*/ 0 h 9027887"/>
                <a:gd name="connsiteX2-61" fmla="*/ 4994505 w 4994505"/>
                <a:gd name="connsiteY2-62" fmla="*/ 9027887 h 9027887"/>
                <a:gd name="connsiteX3-63" fmla="*/ 1763262 w 4994505"/>
                <a:gd name="connsiteY3-64" fmla="*/ 9027887 h 902788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994505" h="9027887">
                  <a:moveTo>
                    <a:pt x="1763262" y="9027887"/>
                  </a:moveTo>
                  <a:cubicBezTo>
                    <a:pt x="429460" y="6686248"/>
                    <a:pt x="-614057" y="2588382"/>
                    <a:pt x="417971" y="0"/>
                  </a:cubicBezTo>
                  <a:cubicBezTo>
                    <a:pt x="825889" y="3299581"/>
                    <a:pt x="2670714" y="6816877"/>
                    <a:pt x="4994505" y="9027887"/>
                  </a:cubicBezTo>
                  <a:lnTo>
                    <a:pt x="1763262" y="9027887"/>
                  </a:lnTo>
                  <a:close/>
                </a:path>
              </a:pathLst>
            </a:custGeom>
            <a:solidFill>
              <a:srgbClr val="68B7E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 flipH="1" flipV="1">
            <a:off x="0" y="0"/>
            <a:ext cx="12191998" cy="6858000"/>
            <a:chOff x="152401" y="152400"/>
            <a:chExt cx="12191998" cy="6858000"/>
          </a:xfrm>
        </p:grpSpPr>
        <p:sp>
          <p:nvSpPr>
            <p:cNvPr id="19" name="等腰三角形 7"/>
            <p:cNvSpPr/>
            <p:nvPr/>
          </p:nvSpPr>
          <p:spPr>
            <a:xfrm rot="5400000">
              <a:off x="2169092" y="-796"/>
              <a:ext cx="4994505" cy="9027887"/>
            </a:xfrm>
            <a:custGeom>
              <a:avLst/>
              <a:gdLst>
                <a:gd name="connsiteX0" fmla="*/ 0 w 3231243"/>
                <a:gd name="connsiteY0" fmla="*/ 8128000 h 8128000"/>
                <a:gd name="connsiteX1" fmla="*/ 1615622 w 3231243"/>
                <a:gd name="connsiteY1" fmla="*/ 0 h 8128000"/>
                <a:gd name="connsiteX2" fmla="*/ 3231243 w 3231243"/>
                <a:gd name="connsiteY2" fmla="*/ 8128000 h 8128000"/>
                <a:gd name="connsiteX3" fmla="*/ 0 w 3231243"/>
                <a:gd name="connsiteY3" fmla="*/ 8128000 h 8128000"/>
                <a:gd name="connsiteX0-1" fmla="*/ 1345291 w 4576534"/>
                <a:gd name="connsiteY0-2" fmla="*/ 9027887 h 9027887"/>
                <a:gd name="connsiteX1-3" fmla="*/ 0 w 4576534"/>
                <a:gd name="connsiteY1-4" fmla="*/ 0 h 9027887"/>
                <a:gd name="connsiteX2-5" fmla="*/ 4576534 w 4576534"/>
                <a:gd name="connsiteY2-6" fmla="*/ 9027887 h 9027887"/>
                <a:gd name="connsiteX3-7" fmla="*/ 1345291 w 4576534"/>
                <a:gd name="connsiteY3-8" fmla="*/ 9027887 h 9027887"/>
                <a:gd name="connsiteX0-9" fmla="*/ 1801852 w 5033095"/>
                <a:gd name="connsiteY0-10" fmla="*/ 9027887 h 9027887"/>
                <a:gd name="connsiteX1-11" fmla="*/ 456561 w 5033095"/>
                <a:gd name="connsiteY1-12" fmla="*/ 0 h 9027887"/>
                <a:gd name="connsiteX2-13" fmla="*/ 5033095 w 5033095"/>
                <a:gd name="connsiteY2-14" fmla="*/ 9027887 h 9027887"/>
                <a:gd name="connsiteX3-15" fmla="*/ 1801852 w 5033095"/>
                <a:gd name="connsiteY3-16" fmla="*/ 9027887 h 9027887"/>
                <a:gd name="connsiteX0-17" fmla="*/ 1934983 w 5166226"/>
                <a:gd name="connsiteY0-18" fmla="*/ 9027887 h 9027887"/>
                <a:gd name="connsiteX1-19" fmla="*/ 589692 w 5166226"/>
                <a:gd name="connsiteY1-20" fmla="*/ 0 h 9027887"/>
                <a:gd name="connsiteX2-21" fmla="*/ 5166226 w 5166226"/>
                <a:gd name="connsiteY2-22" fmla="*/ 9027887 h 9027887"/>
                <a:gd name="connsiteX3-23" fmla="*/ 1934983 w 5166226"/>
                <a:gd name="connsiteY3-24" fmla="*/ 9027887 h 9027887"/>
                <a:gd name="connsiteX0-25" fmla="*/ 1934983 w 5166226"/>
                <a:gd name="connsiteY0-26" fmla="*/ 9027887 h 9027887"/>
                <a:gd name="connsiteX1-27" fmla="*/ 589692 w 5166226"/>
                <a:gd name="connsiteY1-28" fmla="*/ 0 h 9027887"/>
                <a:gd name="connsiteX2-29" fmla="*/ 5166226 w 5166226"/>
                <a:gd name="connsiteY2-30" fmla="*/ 9027887 h 9027887"/>
                <a:gd name="connsiteX3-31" fmla="*/ 1934983 w 5166226"/>
                <a:gd name="connsiteY3-32" fmla="*/ 9027887 h 9027887"/>
                <a:gd name="connsiteX0-33" fmla="*/ 1934983 w 5166226"/>
                <a:gd name="connsiteY0-34" fmla="*/ 9027887 h 9027887"/>
                <a:gd name="connsiteX1-35" fmla="*/ 589692 w 5166226"/>
                <a:gd name="connsiteY1-36" fmla="*/ 0 h 9027887"/>
                <a:gd name="connsiteX2-37" fmla="*/ 5166226 w 5166226"/>
                <a:gd name="connsiteY2-38" fmla="*/ 9027887 h 9027887"/>
                <a:gd name="connsiteX3-39" fmla="*/ 1934983 w 5166226"/>
                <a:gd name="connsiteY3-40" fmla="*/ 9027887 h 9027887"/>
                <a:gd name="connsiteX0-41" fmla="*/ 1934983 w 5166226"/>
                <a:gd name="connsiteY0-42" fmla="*/ 9027887 h 9027887"/>
                <a:gd name="connsiteX1-43" fmla="*/ 589692 w 5166226"/>
                <a:gd name="connsiteY1-44" fmla="*/ 0 h 9027887"/>
                <a:gd name="connsiteX2-45" fmla="*/ 5166226 w 5166226"/>
                <a:gd name="connsiteY2-46" fmla="*/ 9027887 h 9027887"/>
                <a:gd name="connsiteX3-47" fmla="*/ 1934983 w 5166226"/>
                <a:gd name="connsiteY3-48" fmla="*/ 9027887 h 9027887"/>
                <a:gd name="connsiteX0-49" fmla="*/ 1934983 w 5166226"/>
                <a:gd name="connsiteY0-50" fmla="*/ 9027887 h 9027887"/>
                <a:gd name="connsiteX1-51" fmla="*/ 589692 w 5166226"/>
                <a:gd name="connsiteY1-52" fmla="*/ 0 h 9027887"/>
                <a:gd name="connsiteX2-53" fmla="*/ 5166226 w 5166226"/>
                <a:gd name="connsiteY2-54" fmla="*/ 9027887 h 9027887"/>
                <a:gd name="connsiteX3-55" fmla="*/ 1934983 w 5166226"/>
                <a:gd name="connsiteY3-56" fmla="*/ 9027887 h 9027887"/>
                <a:gd name="connsiteX0-57" fmla="*/ 1763262 w 4994505"/>
                <a:gd name="connsiteY0-58" fmla="*/ 9027887 h 9027887"/>
                <a:gd name="connsiteX1-59" fmla="*/ 417971 w 4994505"/>
                <a:gd name="connsiteY1-60" fmla="*/ 0 h 9027887"/>
                <a:gd name="connsiteX2-61" fmla="*/ 4994505 w 4994505"/>
                <a:gd name="connsiteY2-62" fmla="*/ 9027887 h 9027887"/>
                <a:gd name="connsiteX3-63" fmla="*/ 1763262 w 4994505"/>
                <a:gd name="connsiteY3-64" fmla="*/ 9027887 h 902788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994505" h="9027887">
                  <a:moveTo>
                    <a:pt x="1763262" y="9027887"/>
                  </a:moveTo>
                  <a:cubicBezTo>
                    <a:pt x="429460" y="6686248"/>
                    <a:pt x="-614057" y="2588382"/>
                    <a:pt x="417971" y="0"/>
                  </a:cubicBezTo>
                  <a:cubicBezTo>
                    <a:pt x="825889" y="3299581"/>
                    <a:pt x="2670714" y="6816877"/>
                    <a:pt x="4994505" y="9027887"/>
                  </a:cubicBezTo>
                  <a:lnTo>
                    <a:pt x="1763262" y="9027887"/>
                  </a:lnTo>
                  <a:close/>
                </a:path>
              </a:pathLst>
            </a:cu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7"/>
            <p:cNvSpPr/>
            <p:nvPr/>
          </p:nvSpPr>
          <p:spPr>
            <a:xfrm rot="5400000" flipH="1" flipV="1">
              <a:off x="5333203" y="-1864291"/>
              <a:ext cx="4994505" cy="9027887"/>
            </a:xfrm>
            <a:custGeom>
              <a:avLst/>
              <a:gdLst>
                <a:gd name="connsiteX0" fmla="*/ 0 w 3231243"/>
                <a:gd name="connsiteY0" fmla="*/ 8128000 h 8128000"/>
                <a:gd name="connsiteX1" fmla="*/ 1615622 w 3231243"/>
                <a:gd name="connsiteY1" fmla="*/ 0 h 8128000"/>
                <a:gd name="connsiteX2" fmla="*/ 3231243 w 3231243"/>
                <a:gd name="connsiteY2" fmla="*/ 8128000 h 8128000"/>
                <a:gd name="connsiteX3" fmla="*/ 0 w 3231243"/>
                <a:gd name="connsiteY3" fmla="*/ 8128000 h 8128000"/>
                <a:gd name="connsiteX0-1" fmla="*/ 1345291 w 4576534"/>
                <a:gd name="connsiteY0-2" fmla="*/ 9027887 h 9027887"/>
                <a:gd name="connsiteX1-3" fmla="*/ 0 w 4576534"/>
                <a:gd name="connsiteY1-4" fmla="*/ 0 h 9027887"/>
                <a:gd name="connsiteX2-5" fmla="*/ 4576534 w 4576534"/>
                <a:gd name="connsiteY2-6" fmla="*/ 9027887 h 9027887"/>
                <a:gd name="connsiteX3-7" fmla="*/ 1345291 w 4576534"/>
                <a:gd name="connsiteY3-8" fmla="*/ 9027887 h 9027887"/>
                <a:gd name="connsiteX0-9" fmla="*/ 1801852 w 5033095"/>
                <a:gd name="connsiteY0-10" fmla="*/ 9027887 h 9027887"/>
                <a:gd name="connsiteX1-11" fmla="*/ 456561 w 5033095"/>
                <a:gd name="connsiteY1-12" fmla="*/ 0 h 9027887"/>
                <a:gd name="connsiteX2-13" fmla="*/ 5033095 w 5033095"/>
                <a:gd name="connsiteY2-14" fmla="*/ 9027887 h 9027887"/>
                <a:gd name="connsiteX3-15" fmla="*/ 1801852 w 5033095"/>
                <a:gd name="connsiteY3-16" fmla="*/ 9027887 h 9027887"/>
                <a:gd name="connsiteX0-17" fmla="*/ 1934983 w 5166226"/>
                <a:gd name="connsiteY0-18" fmla="*/ 9027887 h 9027887"/>
                <a:gd name="connsiteX1-19" fmla="*/ 589692 w 5166226"/>
                <a:gd name="connsiteY1-20" fmla="*/ 0 h 9027887"/>
                <a:gd name="connsiteX2-21" fmla="*/ 5166226 w 5166226"/>
                <a:gd name="connsiteY2-22" fmla="*/ 9027887 h 9027887"/>
                <a:gd name="connsiteX3-23" fmla="*/ 1934983 w 5166226"/>
                <a:gd name="connsiteY3-24" fmla="*/ 9027887 h 9027887"/>
                <a:gd name="connsiteX0-25" fmla="*/ 1934983 w 5166226"/>
                <a:gd name="connsiteY0-26" fmla="*/ 9027887 h 9027887"/>
                <a:gd name="connsiteX1-27" fmla="*/ 589692 w 5166226"/>
                <a:gd name="connsiteY1-28" fmla="*/ 0 h 9027887"/>
                <a:gd name="connsiteX2-29" fmla="*/ 5166226 w 5166226"/>
                <a:gd name="connsiteY2-30" fmla="*/ 9027887 h 9027887"/>
                <a:gd name="connsiteX3-31" fmla="*/ 1934983 w 5166226"/>
                <a:gd name="connsiteY3-32" fmla="*/ 9027887 h 9027887"/>
                <a:gd name="connsiteX0-33" fmla="*/ 1934983 w 5166226"/>
                <a:gd name="connsiteY0-34" fmla="*/ 9027887 h 9027887"/>
                <a:gd name="connsiteX1-35" fmla="*/ 589692 w 5166226"/>
                <a:gd name="connsiteY1-36" fmla="*/ 0 h 9027887"/>
                <a:gd name="connsiteX2-37" fmla="*/ 5166226 w 5166226"/>
                <a:gd name="connsiteY2-38" fmla="*/ 9027887 h 9027887"/>
                <a:gd name="connsiteX3-39" fmla="*/ 1934983 w 5166226"/>
                <a:gd name="connsiteY3-40" fmla="*/ 9027887 h 9027887"/>
                <a:gd name="connsiteX0-41" fmla="*/ 1934983 w 5166226"/>
                <a:gd name="connsiteY0-42" fmla="*/ 9027887 h 9027887"/>
                <a:gd name="connsiteX1-43" fmla="*/ 589692 w 5166226"/>
                <a:gd name="connsiteY1-44" fmla="*/ 0 h 9027887"/>
                <a:gd name="connsiteX2-45" fmla="*/ 5166226 w 5166226"/>
                <a:gd name="connsiteY2-46" fmla="*/ 9027887 h 9027887"/>
                <a:gd name="connsiteX3-47" fmla="*/ 1934983 w 5166226"/>
                <a:gd name="connsiteY3-48" fmla="*/ 9027887 h 9027887"/>
                <a:gd name="connsiteX0-49" fmla="*/ 1934983 w 5166226"/>
                <a:gd name="connsiteY0-50" fmla="*/ 9027887 h 9027887"/>
                <a:gd name="connsiteX1-51" fmla="*/ 589692 w 5166226"/>
                <a:gd name="connsiteY1-52" fmla="*/ 0 h 9027887"/>
                <a:gd name="connsiteX2-53" fmla="*/ 5166226 w 5166226"/>
                <a:gd name="connsiteY2-54" fmla="*/ 9027887 h 9027887"/>
                <a:gd name="connsiteX3-55" fmla="*/ 1934983 w 5166226"/>
                <a:gd name="connsiteY3-56" fmla="*/ 9027887 h 9027887"/>
                <a:gd name="connsiteX0-57" fmla="*/ 1763262 w 4994505"/>
                <a:gd name="connsiteY0-58" fmla="*/ 9027887 h 9027887"/>
                <a:gd name="connsiteX1-59" fmla="*/ 417971 w 4994505"/>
                <a:gd name="connsiteY1-60" fmla="*/ 0 h 9027887"/>
                <a:gd name="connsiteX2-61" fmla="*/ 4994505 w 4994505"/>
                <a:gd name="connsiteY2-62" fmla="*/ 9027887 h 9027887"/>
                <a:gd name="connsiteX3-63" fmla="*/ 1763262 w 4994505"/>
                <a:gd name="connsiteY3-64" fmla="*/ 9027887 h 902788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994505" h="9027887">
                  <a:moveTo>
                    <a:pt x="1763262" y="9027887"/>
                  </a:moveTo>
                  <a:cubicBezTo>
                    <a:pt x="429460" y="6686248"/>
                    <a:pt x="-614057" y="2588382"/>
                    <a:pt x="417971" y="0"/>
                  </a:cubicBezTo>
                  <a:cubicBezTo>
                    <a:pt x="825889" y="3299581"/>
                    <a:pt x="2670714" y="6816877"/>
                    <a:pt x="4994505" y="9027887"/>
                  </a:cubicBezTo>
                  <a:lnTo>
                    <a:pt x="1763262" y="9027887"/>
                  </a:lnTo>
                  <a:close/>
                </a:path>
              </a:pathLst>
            </a:cu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 userDrawn="1"/>
        </p:nvSpPr>
        <p:spPr>
          <a:xfrm flipH="1" flipV="1">
            <a:off x="6205591" y="5510168"/>
            <a:ext cx="5986408" cy="1347832"/>
          </a:xfrm>
          <a:custGeom>
            <a:avLst/>
            <a:gdLst>
              <a:gd name="connsiteX0" fmla="*/ 0 w 5986408"/>
              <a:gd name="connsiteY0" fmla="*/ 0 h 1347832"/>
              <a:gd name="connsiteX1" fmla="*/ 5986408 w 5986408"/>
              <a:gd name="connsiteY1" fmla="*/ 0 h 1347832"/>
              <a:gd name="connsiteX2" fmla="*/ 5876774 w 5986408"/>
              <a:gd name="connsiteY2" fmla="*/ 91919 h 1347832"/>
              <a:gd name="connsiteX3" fmla="*/ 2262275 w 5986408"/>
              <a:gd name="connsiteY3" fmla="*/ 1347832 h 1347832"/>
              <a:gd name="connsiteX4" fmla="*/ 50450 w 5986408"/>
              <a:gd name="connsiteY4" fmla="*/ 915621 h 1347832"/>
              <a:gd name="connsiteX5" fmla="*/ 0 w 5986408"/>
              <a:gd name="connsiteY5" fmla="*/ 893546 h 134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86408" h="1347832">
                <a:moveTo>
                  <a:pt x="0" y="0"/>
                </a:moveTo>
                <a:lnTo>
                  <a:pt x="5986408" y="0"/>
                </a:lnTo>
                <a:lnTo>
                  <a:pt x="5876774" y="91919"/>
                </a:lnTo>
                <a:cubicBezTo>
                  <a:pt x="4894530" y="876514"/>
                  <a:pt x="3635269" y="1347832"/>
                  <a:pt x="2262275" y="1347832"/>
                </a:cubicBezTo>
                <a:cubicBezTo>
                  <a:pt x="1477707" y="1347832"/>
                  <a:pt x="730277" y="1193932"/>
                  <a:pt x="50450" y="915621"/>
                </a:cubicBezTo>
                <a:lnTo>
                  <a:pt x="0" y="893546"/>
                </a:lnTo>
                <a:close/>
              </a:path>
            </a:pathLst>
          </a:cu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>
            <a:spLocks noChangeAspect="1"/>
          </p:cNvSpPr>
          <p:nvPr userDrawn="1"/>
        </p:nvSpPr>
        <p:spPr bwMode="auto">
          <a:xfrm flipH="1" flipV="1">
            <a:off x="8454848" y="5510169"/>
            <a:ext cx="2949752" cy="1347831"/>
          </a:xfrm>
          <a:custGeom>
            <a:avLst/>
            <a:gdLst>
              <a:gd name="connsiteX0" fmla="*/ 2949752 w 2949752"/>
              <a:gd name="connsiteY0" fmla="*/ 128302 h 1347831"/>
              <a:gd name="connsiteX1" fmla="*/ 2145862 w 2949752"/>
              <a:gd name="connsiteY1" fmla="*/ 1192369 h 1347831"/>
              <a:gd name="connsiteX2" fmla="*/ 2567903 w 2949752"/>
              <a:gd name="connsiteY2" fmla="*/ 484667 h 1347831"/>
              <a:gd name="connsiteX3" fmla="*/ 2949752 w 2949752"/>
              <a:gd name="connsiteY3" fmla="*/ 128302 h 1347831"/>
              <a:gd name="connsiteX4" fmla="*/ 2453588 w 2949752"/>
              <a:gd name="connsiteY4" fmla="*/ 0 h 1347831"/>
              <a:gd name="connsiteX5" fmla="*/ 2856935 w 2949752"/>
              <a:gd name="connsiteY5" fmla="*/ 0 h 1347831"/>
              <a:gd name="connsiteX6" fmla="*/ 2804090 w 2949752"/>
              <a:gd name="connsiteY6" fmla="*/ 106555 h 1347831"/>
              <a:gd name="connsiteX7" fmla="*/ 2497043 w 2949752"/>
              <a:gd name="connsiteY7" fmla="*/ 369361 h 1347831"/>
              <a:gd name="connsiteX8" fmla="*/ 2009790 w 2949752"/>
              <a:gd name="connsiteY8" fmla="*/ 1252493 h 1347831"/>
              <a:gd name="connsiteX9" fmla="*/ 1582813 w 2949752"/>
              <a:gd name="connsiteY9" fmla="*/ 1347831 h 1347831"/>
              <a:gd name="connsiteX10" fmla="*/ 2150438 w 2949752"/>
              <a:gd name="connsiteY10" fmla="*/ 279045 h 1347831"/>
              <a:gd name="connsiteX11" fmla="*/ 2362751 w 2949752"/>
              <a:gd name="connsiteY11" fmla="*/ 96834 h 1347831"/>
              <a:gd name="connsiteX12" fmla="*/ 1747841 w 2949752"/>
              <a:gd name="connsiteY12" fmla="*/ 0 h 1347831"/>
              <a:gd name="connsiteX13" fmla="*/ 2267658 w 2949752"/>
              <a:gd name="connsiteY13" fmla="*/ 0 h 1347831"/>
              <a:gd name="connsiteX14" fmla="*/ 2176444 w 2949752"/>
              <a:gd name="connsiteY14" fmla="*/ 82936 h 1347831"/>
              <a:gd name="connsiteX15" fmla="*/ 2064881 w 2949752"/>
              <a:gd name="connsiteY15" fmla="*/ 173895 h 1347831"/>
              <a:gd name="connsiteX16" fmla="*/ 1446903 w 2949752"/>
              <a:gd name="connsiteY16" fmla="*/ 1347831 h 1347831"/>
              <a:gd name="connsiteX17" fmla="*/ 1060042 w 2949752"/>
              <a:gd name="connsiteY17" fmla="*/ 1292649 h 1347831"/>
              <a:gd name="connsiteX18" fmla="*/ 1683042 w 2949752"/>
              <a:gd name="connsiteY18" fmla="*/ 53492 h 1347831"/>
              <a:gd name="connsiteX19" fmla="*/ 1044815 w 2949752"/>
              <a:gd name="connsiteY19" fmla="*/ 0 h 1347831"/>
              <a:gd name="connsiteX20" fmla="*/ 1534498 w 2949752"/>
              <a:gd name="connsiteY20" fmla="*/ 0 h 1347831"/>
              <a:gd name="connsiteX21" fmla="*/ 1480934 w 2949752"/>
              <a:gd name="connsiteY21" fmla="*/ 43860 h 1347831"/>
              <a:gd name="connsiteX22" fmla="*/ 929650 w 2949752"/>
              <a:gd name="connsiteY22" fmla="*/ 1247147 h 1347831"/>
              <a:gd name="connsiteX23" fmla="*/ 588018 w 2949752"/>
              <a:gd name="connsiteY23" fmla="*/ 1061573 h 1347831"/>
              <a:gd name="connsiteX24" fmla="*/ 988602 w 2949752"/>
              <a:gd name="connsiteY24" fmla="*/ 49461 h 1347831"/>
              <a:gd name="connsiteX25" fmla="*/ 346791 w 2949752"/>
              <a:gd name="connsiteY25" fmla="*/ 0 h 1347831"/>
              <a:gd name="connsiteX26" fmla="*/ 849740 w 2949752"/>
              <a:gd name="connsiteY26" fmla="*/ 0 h 1347831"/>
              <a:gd name="connsiteX27" fmla="*/ 796626 w 2949752"/>
              <a:gd name="connsiteY27" fmla="*/ 54757 h 1347831"/>
              <a:gd name="connsiteX28" fmla="*/ 462466 w 2949752"/>
              <a:gd name="connsiteY28" fmla="*/ 956357 h 1347831"/>
              <a:gd name="connsiteX29" fmla="*/ 206209 w 2949752"/>
              <a:gd name="connsiteY29" fmla="*/ 655367 h 1347831"/>
              <a:gd name="connsiteX30" fmla="*/ 311064 w 2949752"/>
              <a:gd name="connsiteY30" fmla="*/ 80038 h 1347831"/>
              <a:gd name="connsiteX31" fmla="*/ 7071 w 2949752"/>
              <a:gd name="connsiteY31" fmla="*/ 0 h 1347831"/>
              <a:gd name="connsiteX32" fmla="*/ 198708 w 2949752"/>
              <a:gd name="connsiteY32" fmla="*/ 0 h 1347831"/>
              <a:gd name="connsiteX33" fmla="*/ 195084 w 2949752"/>
              <a:gd name="connsiteY33" fmla="*/ 7915 h 1347831"/>
              <a:gd name="connsiteX34" fmla="*/ 90438 w 2949752"/>
              <a:gd name="connsiteY34" fmla="*/ 429561 h 1347831"/>
              <a:gd name="connsiteX35" fmla="*/ 0 w 2949752"/>
              <a:gd name="connsiteY35" fmla="*/ 118521 h 1347831"/>
              <a:gd name="connsiteX36" fmla="*/ 5309 w 2949752"/>
              <a:gd name="connsiteY36" fmla="*/ 16234 h 134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949752" h="1347831">
                <a:moveTo>
                  <a:pt x="2949752" y="128302"/>
                </a:moveTo>
                <a:cubicBezTo>
                  <a:pt x="2859315" y="595087"/>
                  <a:pt x="2557854" y="986586"/>
                  <a:pt x="2145862" y="1192369"/>
                </a:cubicBezTo>
                <a:cubicBezTo>
                  <a:pt x="2165960" y="730607"/>
                  <a:pt x="2351857" y="615165"/>
                  <a:pt x="2567903" y="484667"/>
                </a:cubicBezTo>
                <a:cubicBezTo>
                  <a:pt x="2703559" y="404359"/>
                  <a:pt x="2849265" y="314012"/>
                  <a:pt x="2949752" y="128302"/>
                </a:cubicBezTo>
                <a:close/>
                <a:moveTo>
                  <a:pt x="2453588" y="0"/>
                </a:moveTo>
                <a:lnTo>
                  <a:pt x="2856935" y="0"/>
                </a:lnTo>
                <a:lnTo>
                  <a:pt x="2804090" y="106555"/>
                </a:lnTo>
                <a:cubicBezTo>
                  <a:pt x="2724346" y="233882"/>
                  <a:pt x="2612578" y="301622"/>
                  <a:pt x="2497043" y="369361"/>
                </a:cubicBezTo>
                <a:cubicBezTo>
                  <a:pt x="2270999" y="509863"/>
                  <a:pt x="2014812" y="665411"/>
                  <a:pt x="2009790" y="1252493"/>
                </a:cubicBezTo>
                <a:cubicBezTo>
                  <a:pt x="1874164" y="1302673"/>
                  <a:pt x="1728488" y="1337797"/>
                  <a:pt x="1582813" y="1347831"/>
                </a:cubicBezTo>
                <a:cubicBezTo>
                  <a:pt x="1617978" y="705557"/>
                  <a:pt x="1874164" y="499824"/>
                  <a:pt x="2150438" y="279045"/>
                </a:cubicBezTo>
                <a:cubicBezTo>
                  <a:pt x="2222021" y="221339"/>
                  <a:pt x="2294230" y="163007"/>
                  <a:pt x="2362751" y="96834"/>
                </a:cubicBezTo>
                <a:close/>
                <a:moveTo>
                  <a:pt x="1747841" y="0"/>
                </a:moveTo>
                <a:lnTo>
                  <a:pt x="2267658" y="0"/>
                </a:lnTo>
                <a:lnTo>
                  <a:pt x="2176444" y="82936"/>
                </a:lnTo>
                <a:cubicBezTo>
                  <a:pt x="2139930" y="113850"/>
                  <a:pt x="2102563" y="143794"/>
                  <a:pt x="2064881" y="173895"/>
                </a:cubicBezTo>
                <a:cubicBezTo>
                  <a:pt x="1778502" y="404668"/>
                  <a:pt x="1482073" y="640457"/>
                  <a:pt x="1446903" y="1347831"/>
                </a:cubicBezTo>
                <a:cubicBezTo>
                  <a:pt x="1311252" y="1347831"/>
                  <a:pt x="1180622" y="1327763"/>
                  <a:pt x="1060042" y="1292649"/>
                </a:cubicBezTo>
                <a:cubicBezTo>
                  <a:pt x="1080140" y="535105"/>
                  <a:pt x="1371542" y="299315"/>
                  <a:pt x="1683042" y="53492"/>
                </a:cubicBezTo>
                <a:close/>
                <a:moveTo>
                  <a:pt x="1044815" y="0"/>
                </a:moveTo>
                <a:lnTo>
                  <a:pt x="1534498" y="0"/>
                </a:lnTo>
                <a:lnTo>
                  <a:pt x="1480934" y="43860"/>
                </a:lnTo>
                <a:cubicBezTo>
                  <a:pt x="1209345" y="273436"/>
                  <a:pt x="956025" y="562532"/>
                  <a:pt x="929650" y="1247147"/>
                </a:cubicBezTo>
                <a:cubicBezTo>
                  <a:pt x="804048" y="1196992"/>
                  <a:pt x="693522" y="1136808"/>
                  <a:pt x="588018" y="1061573"/>
                </a:cubicBezTo>
                <a:cubicBezTo>
                  <a:pt x="610625" y="516139"/>
                  <a:pt x="777359" y="250003"/>
                  <a:pt x="988602" y="49461"/>
                </a:cubicBezTo>
                <a:close/>
                <a:moveTo>
                  <a:pt x="346791" y="0"/>
                </a:moveTo>
                <a:lnTo>
                  <a:pt x="849740" y="0"/>
                </a:lnTo>
                <a:lnTo>
                  <a:pt x="796626" y="54757"/>
                </a:lnTo>
                <a:cubicBezTo>
                  <a:pt x="627338" y="248167"/>
                  <a:pt x="493870" y="511141"/>
                  <a:pt x="462466" y="956357"/>
                </a:cubicBezTo>
                <a:cubicBezTo>
                  <a:pt x="361974" y="866061"/>
                  <a:pt x="276553" y="765731"/>
                  <a:pt x="206209" y="655367"/>
                </a:cubicBezTo>
                <a:cubicBezTo>
                  <a:pt x="214060" y="413948"/>
                  <a:pt x="252334" y="227887"/>
                  <a:pt x="311064" y="80038"/>
                </a:cubicBezTo>
                <a:close/>
                <a:moveTo>
                  <a:pt x="7071" y="0"/>
                </a:moveTo>
                <a:lnTo>
                  <a:pt x="198708" y="0"/>
                </a:lnTo>
                <a:lnTo>
                  <a:pt x="195084" y="7915"/>
                </a:lnTo>
                <a:cubicBezTo>
                  <a:pt x="146961" y="124477"/>
                  <a:pt x="110535" y="262752"/>
                  <a:pt x="90438" y="429561"/>
                </a:cubicBezTo>
                <a:cubicBezTo>
                  <a:pt x="50241" y="329225"/>
                  <a:pt x="20099" y="228890"/>
                  <a:pt x="0" y="118521"/>
                </a:cubicBezTo>
                <a:cubicBezTo>
                  <a:pt x="942" y="82776"/>
                  <a:pt x="2728" y="48717"/>
                  <a:pt x="5309" y="1623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9" name="矩形 8"/>
          <p:cNvSpPr/>
          <p:nvPr userDrawn="1"/>
        </p:nvSpPr>
        <p:spPr>
          <a:xfrm flipH="1">
            <a:off x="112116" y="725714"/>
            <a:ext cx="11967768" cy="60238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B0DBE-0AB2-4488-A3BF-D0383604FCCC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41EE3-6836-4A40-9B4D-14F9EFED4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3009391" y="4624755"/>
            <a:ext cx="6173219" cy="408057"/>
            <a:chOff x="2915152" y="4624755"/>
            <a:chExt cx="6173219" cy="408057"/>
          </a:xfrm>
          <a:solidFill>
            <a:srgbClr val="68B7E1"/>
          </a:solidFill>
        </p:grpSpPr>
        <p:sp>
          <p:nvSpPr>
            <p:cNvPr id="42" name="矩形: 圆顶角 41"/>
            <p:cNvSpPr/>
            <p:nvPr/>
          </p:nvSpPr>
          <p:spPr>
            <a:xfrm rot="5400000">
              <a:off x="7388157" y="3332598"/>
              <a:ext cx="408057" cy="2992371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3" name="矩形: 圆顶角 42"/>
            <p:cNvSpPr/>
            <p:nvPr/>
          </p:nvSpPr>
          <p:spPr>
            <a:xfrm rot="16200000" flipH="1">
              <a:off x="4207309" y="3332598"/>
              <a:ext cx="408057" cy="2992371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509599" y="4705673"/>
            <a:ext cx="5172802" cy="246221"/>
            <a:chOff x="4577905" y="4577250"/>
            <a:chExt cx="5172802" cy="246221"/>
          </a:xfrm>
        </p:grpSpPr>
        <p:sp>
          <p:nvSpPr>
            <p:cNvPr id="45" name="文本框 44"/>
            <p:cNvSpPr txBox="1"/>
            <p:nvPr/>
          </p:nvSpPr>
          <p:spPr>
            <a:xfrm>
              <a:off x="4577905" y="4577250"/>
              <a:ext cx="22878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rPr>
                <a:t>答辩人：代用名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462893" y="4577250"/>
              <a:ext cx="22878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rPr>
                <a:t>指导老师：代用名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377358" y="2003860"/>
            <a:ext cx="5437284" cy="1320800"/>
            <a:chOff x="4064000" y="2003860"/>
            <a:chExt cx="5437284" cy="1320800"/>
          </a:xfrm>
          <a:solidFill>
            <a:schemeClr val="bg1"/>
          </a:solidFill>
        </p:grpSpPr>
        <p:sp>
          <p:nvSpPr>
            <p:cNvPr id="7" name="椭圆 6"/>
            <p:cNvSpPr/>
            <p:nvPr/>
          </p:nvSpPr>
          <p:spPr>
            <a:xfrm>
              <a:off x="4064000" y="2003860"/>
              <a:ext cx="1320800" cy="1320800"/>
            </a:xfrm>
            <a:prstGeom prst="ellipse">
              <a:avLst/>
            </a:prstGeom>
            <a:grpFill/>
            <a:ln>
              <a:solidFill>
                <a:srgbClr val="68B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5436161" y="2003860"/>
              <a:ext cx="1320800" cy="1320800"/>
            </a:xfrm>
            <a:prstGeom prst="ellipse">
              <a:avLst/>
            </a:prstGeom>
            <a:grpFill/>
            <a:ln>
              <a:solidFill>
                <a:srgbClr val="68B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6808322" y="2003860"/>
              <a:ext cx="1320800" cy="1320800"/>
            </a:xfrm>
            <a:prstGeom prst="ellipse">
              <a:avLst/>
            </a:prstGeom>
            <a:grpFill/>
            <a:ln>
              <a:solidFill>
                <a:srgbClr val="68B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8180484" y="2003860"/>
              <a:ext cx="1320800" cy="1320800"/>
            </a:xfrm>
            <a:prstGeom prst="ellipse">
              <a:avLst/>
            </a:prstGeom>
            <a:grpFill/>
            <a:ln>
              <a:solidFill>
                <a:srgbClr val="68B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3612000" y="2103265"/>
            <a:ext cx="496800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i="0" u="none" strike="noStrike" kern="1200" cap="none" spc="0" normalizeH="0" baseline="0" noProof="0" dirty="0">
                <a:ln>
                  <a:noFill/>
                </a:ln>
                <a:solidFill>
                  <a:srgbClr val="68B7E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开题答辩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3262084" y="3462920"/>
            <a:ext cx="5667833" cy="492443"/>
            <a:chOff x="3240798" y="3373194"/>
            <a:chExt cx="5667833" cy="492443"/>
          </a:xfrm>
        </p:grpSpPr>
        <p:sp>
          <p:nvSpPr>
            <p:cNvPr id="40" name="文本框 39"/>
            <p:cNvSpPr txBox="1"/>
            <p:nvPr/>
          </p:nvSpPr>
          <p:spPr>
            <a:xfrm>
              <a:off x="3558765" y="3373194"/>
              <a:ext cx="5031899" cy="492443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+mn-cs"/>
                </a:rPr>
                <a:t>简约开题报告答辩模板</a:t>
              </a:r>
            </a:p>
          </p:txBody>
        </p:sp>
        <p:sp>
          <p:nvSpPr>
            <p:cNvPr id="12" name="椭圆 11"/>
            <p:cNvSpPr/>
            <p:nvPr/>
          </p:nvSpPr>
          <p:spPr>
            <a:xfrm>
              <a:off x="3240798" y="3541382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8752564" y="3541382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顶角 4"/>
          <p:cNvSpPr/>
          <p:nvPr/>
        </p:nvSpPr>
        <p:spPr>
          <a:xfrm rot="16200000">
            <a:off x="1690932" y="3363762"/>
            <a:ext cx="584775" cy="71847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94122" y="3522946"/>
            <a:ext cx="3080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选题背景和意义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73557" y="3430614"/>
            <a:ext cx="1036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32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endParaRPr kumimoji="0" lang="zh-CN" altLang="en-US" sz="32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顶角 15"/>
          <p:cNvSpPr/>
          <p:nvPr/>
        </p:nvSpPr>
        <p:spPr>
          <a:xfrm rot="16200000">
            <a:off x="1690933" y="4413996"/>
            <a:ext cx="584775" cy="71847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94122" y="4574793"/>
            <a:ext cx="3080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研究内容与</a:t>
            </a:r>
            <a:r>
              <a:rPr lang="zh-CN" altLang="en-US" sz="2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思路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73557" y="4482461"/>
            <a:ext cx="1036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2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endParaRPr lang="zh-CN" altLang="en-US" sz="3200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顶角 16"/>
          <p:cNvSpPr/>
          <p:nvPr/>
        </p:nvSpPr>
        <p:spPr>
          <a:xfrm rot="16200000">
            <a:off x="7114358" y="3362149"/>
            <a:ext cx="584775" cy="71847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矩形: 圆顶角 18"/>
          <p:cNvSpPr/>
          <p:nvPr/>
        </p:nvSpPr>
        <p:spPr>
          <a:xfrm rot="16200000">
            <a:off x="7114358" y="4412384"/>
            <a:ext cx="584775" cy="71847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17546" y="3524559"/>
            <a:ext cx="2912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研究方法与过程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896982" y="3432227"/>
            <a:ext cx="1036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2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endParaRPr lang="zh-CN" altLang="en-US" sz="3200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17546" y="4576406"/>
            <a:ext cx="2912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预期研究目标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96982" y="4484074"/>
            <a:ext cx="1036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2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endParaRPr lang="zh-CN" altLang="en-US" sz="3200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6" name="直接连接符 95"/>
          <p:cNvCxnSpPr/>
          <p:nvPr/>
        </p:nvCxnSpPr>
        <p:spPr>
          <a:xfrm>
            <a:off x="6096000" y="3319965"/>
            <a:ext cx="0" cy="188604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: 圆角 42"/>
          <p:cNvSpPr/>
          <p:nvPr/>
        </p:nvSpPr>
        <p:spPr>
          <a:xfrm>
            <a:off x="3775906" y="1336332"/>
            <a:ext cx="4640188" cy="74670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8B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67442" y="1385470"/>
            <a:ext cx="305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dirty="0">
                <a:solidFill>
                  <a:srgbClr val="68B7E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·CONTENTS·</a:t>
            </a:r>
            <a:endParaRPr lang="zh-CN" altLang="en-US" sz="3200" dirty="0">
              <a:solidFill>
                <a:srgbClr val="68B7E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891126" y="3737318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选题的背景和意义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3775906" y="2428696"/>
            <a:ext cx="4640188" cy="10045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8B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8B7E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81574" y="2376977"/>
            <a:ext cx="3428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68B7E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576605" y="3951671"/>
            <a:ext cx="5038791" cy="156067"/>
            <a:chOff x="3891126" y="3631108"/>
            <a:chExt cx="5038791" cy="156067"/>
          </a:xfrm>
        </p:grpSpPr>
        <p:sp>
          <p:nvSpPr>
            <p:cNvPr id="8" name="椭圆 7"/>
            <p:cNvSpPr/>
            <p:nvPr/>
          </p:nvSpPr>
          <p:spPr>
            <a:xfrm>
              <a:off x="3891126" y="3631108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8773850" y="3631108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>
              <a:defRPr/>
            </a:pPr>
            <a:r>
              <a:rPr lang="zh-CN" altLang="en-US" dirty="0"/>
              <a:t>选题背景</a:t>
            </a:r>
          </a:p>
        </p:txBody>
      </p:sp>
      <p:sp>
        <p:nvSpPr>
          <p:cNvPr id="28" name="矩形 27"/>
          <p:cNvSpPr/>
          <p:nvPr/>
        </p:nvSpPr>
        <p:spPr>
          <a:xfrm>
            <a:off x="7366000" y="836152"/>
            <a:ext cx="4579257" cy="5811391"/>
          </a:xfrm>
          <a:prstGeom prst="rect">
            <a:avLst/>
          </a:prstGeom>
          <a:blipFill dpi="0" rotWithShape="1">
            <a:blip r:embed="rId2" cstate="email"/>
            <a:srcRect/>
            <a:stretch>
              <a:fillRect r="-439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5656271" y="836153"/>
            <a:ext cx="3238499" cy="3873500"/>
          </a:xfrm>
          <a:prstGeom prst="rect">
            <a:avLst/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文本框 22"/>
          <p:cNvSpPr txBox="1"/>
          <p:nvPr/>
        </p:nvSpPr>
        <p:spPr>
          <a:xfrm flipH="1">
            <a:off x="6035689" y="2123740"/>
            <a:ext cx="2492361" cy="1623073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</a:t>
            </a:r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移动。本模板精心设计，模板所有素材均可自由编辑替换移动。</a:t>
            </a:r>
            <a:endParaRPr lang="zh-CN" altLang="en-US" sz="1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 flipH="1">
            <a:off x="6055434" y="1676523"/>
            <a:ext cx="2445187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单击此处键入标题</a:t>
            </a:r>
            <a:endParaRPr lang="en-US" altLang="zh-CN" sz="2000">
              <a:solidFill>
                <a:schemeClr val="bg1"/>
              </a:solidFill>
              <a:latin typeface="Impact" panose="020B080603090205020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646076" y="5036038"/>
            <a:ext cx="1254797" cy="1254797"/>
          </a:xfrm>
          <a:prstGeom prst="ellipse">
            <a:avLst/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2345633" y="5036038"/>
            <a:ext cx="1254797" cy="1254797"/>
          </a:xfrm>
          <a:prstGeom prst="ellipse">
            <a:avLst/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4045190" y="5036038"/>
            <a:ext cx="1254797" cy="1254797"/>
          </a:xfrm>
          <a:prstGeom prst="ellipse">
            <a:avLst/>
          </a:pr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文本框 22"/>
          <p:cNvSpPr txBox="1"/>
          <p:nvPr/>
        </p:nvSpPr>
        <p:spPr>
          <a:xfrm flipH="1">
            <a:off x="646075" y="3756288"/>
            <a:ext cx="4653912" cy="84747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单击此单击此处添加本章节的简要内容。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39" name="文本框 22"/>
          <p:cNvSpPr txBox="1"/>
          <p:nvPr/>
        </p:nvSpPr>
        <p:spPr>
          <a:xfrm flipH="1">
            <a:off x="646075" y="1398224"/>
            <a:ext cx="4653912" cy="84747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单击此单击此处添加本章节的简要内容。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40" name="文本框 22"/>
          <p:cNvSpPr txBox="1"/>
          <p:nvPr/>
        </p:nvSpPr>
        <p:spPr>
          <a:xfrm flipH="1">
            <a:off x="646075" y="2577256"/>
            <a:ext cx="4653912" cy="84747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单击此单击此处添加本章节的简要内容。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41" name="left-quote_56937"/>
          <p:cNvSpPr>
            <a:spLocks noChangeAspect="1"/>
          </p:cNvSpPr>
          <p:nvPr/>
        </p:nvSpPr>
        <p:spPr bwMode="auto">
          <a:xfrm>
            <a:off x="2650040" y="5459776"/>
            <a:ext cx="609685" cy="492083"/>
          </a:xfrm>
          <a:custGeom>
            <a:avLst/>
            <a:gdLst>
              <a:gd name="T0" fmla="*/ 8170 w 8170"/>
              <a:gd name="T1" fmla="*/ 6404 h 6604"/>
              <a:gd name="T2" fmla="*/ 7970 w 8170"/>
              <a:gd name="T3" fmla="*/ 6604 h 6604"/>
              <a:gd name="T4" fmla="*/ 538 w 8170"/>
              <a:gd name="T5" fmla="*/ 6604 h 6604"/>
              <a:gd name="T6" fmla="*/ 338 w 8170"/>
              <a:gd name="T7" fmla="*/ 6404 h 6604"/>
              <a:gd name="T8" fmla="*/ 538 w 8170"/>
              <a:gd name="T9" fmla="*/ 6203 h 6604"/>
              <a:gd name="T10" fmla="*/ 7970 w 8170"/>
              <a:gd name="T11" fmla="*/ 6203 h 6604"/>
              <a:gd name="T12" fmla="*/ 8170 w 8170"/>
              <a:gd name="T13" fmla="*/ 6404 h 6604"/>
              <a:gd name="T14" fmla="*/ 2362 w 8170"/>
              <a:gd name="T15" fmla="*/ 865 h 6604"/>
              <a:gd name="T16" fmla="*/ 3107 w 8170"/>
              <a:gd name="T17" fmla="*/ 1374 h 6604"/>
              <a:gd name="T18" fmla="*/ 4946 w 8170"/>
              <a:gd name="T19" fmla="*/ 644 h 6604"/>
              <a:gd name="T20" fmla="*/ 3041 w 8170"/>
              <a:gd name="T21" fmla="*/ 293 h 6604"/>
              <a:gd name="T22" fmla="*/ 2931 w 8170"/>
              <a:gd name="T23" fmla="*/ 304 h 6604"/>
              <a:gd name="T24" fmla="*/ 2401 w 8170"/>
              <a:gd name="T25" fmla="*/ 514 h 6604"/>
              <a:gd name="T26" fmla="*/ 2276 w 8170"/>
              <a:gd name="T27" fmla="*/ 678 h 6604"/>
              <a:gd name="T28" fmla="*/ 2362 w 8170"/>
              <a:gd name="T29" fmla="*/ 865 h 6604"/>
              <a:gd name="T30" fmla="*/ 7722 w 8170"/>
              <a:gd name="T31" fmla="*/ 312 h 6604"/>
              <a:gd name="T32" fmla="*/ 7219 w 8170"/>
              <a:gd name="T33" fmla="*/ 0 h 6604"/>
              <a:gd name="T34" fmla="*/ 7008 w 8170"/>
              <a:gd name="T35" fmla="*/ 41 h 6604"/>
              <a:gd name="T36" fmla="*/ 5317 w 8170"/>
              <a:gd name="T37" fmla="*/ 712 h 6604"/>
              <a:gd name="T38" fmla="*/ 5317 w 8170"/>
              <a:gd name="T39" fmla="*/ 712 h 6604"/>
              <a:gd name="T40" fmla="*/ 3307 w 8170"/>
              <a:gd name="T41" fmla="*/ 1510 h 6604"/>
              <a:gd name="T42" fmla="*/ 3307 w 8170"/>
              <a:gd name="T43" fmla="*/ 1510 h 6604"/>
              <a:gd name="T44" fmla="*/ 1247 w 8170"/>
              <a:gd name="T45" fmla="*/ 2328 h 6604"/>
              <a:gd name="T46" fmla="*/ 761 w 8170"/>
              <a:gd name="T47" fmla="*/ 2074 h 6604"/>
              <a:gd name="T48" fmla="*/ 136 w 8170"/>
              <a:gd name="T49" fmla="*/ 2042 h 6604"/>
              <a:gd name="T50" fmla="*/ 16 w 8170"/>
              <a:gd name="T51" fmla="*/ 2180 h 6604"/>
              <a:gd name="T52" fmla="*/ 57 w 8170"/>
              <a:gd name="T53" fmla="*/ 2358 h 6604"/>
              <a:gd name="T54" fmla="*/ 788 w 8170"/>
              <a:gd name="T55" fmla="*/ 3223 h 6604"/>
              <a:gd name="T56" fmla="*/ 633 w 8170"/>
              <a:gd name="T57" fmla="*/ 3800 h 6604"/>
              <a:gd name="T58" fmla="*/ 693 w 8170"/>
              <a:gd name="T59" fmla="*/ 4002 h 6604"/>
              <a:gd name="T60" fmla="*/ 900 w 8170"/>
              <a:gd name="T61" fmla="*/ 4038 h 6604"/>
              <a:gd name="T62" fmla="*/ 1158 w 8170"/>
              <a:gd name="T63" fmla="*/ 3936 h 6604"/>
              <a:gd name="T64" fmla="*/ 1241 w 8170"/>
              <a:gd name="T65" fmla="*/ 3875 h 6604"/>
              <a:gd name="T66" fmla="*/ 1660 w 8170"/>
              <a:gd name="T67" fmla="*/ 3352 h 6604"/>
              <a:gd name="T68" fmla="*/ 3695 w 8170"/>
              <a:gd name="T69" fmla="*/ 2545 h 6604"/>
              <a:gd name="T70" fmla="*/ 3779 w 8170"/>
              <a:gd name="T71" fmla="*/ 4550 h 6604"/>
              <a:gd name="T72" fmla="*/ 3870 w 8170"/>
              <a:gd name="T73" fmla="*/ 4710 h 6604"/>
              <a:gd name="T74" fmla="*/ 3979 w 8170"/>
              <a:gd name="T75" fmla="*/ 4742 h 6604"/>
              <a:gd name="T76" fmla="*/ 4053 w 8170"/>
              <a:gd name="T77" fmla="*/ 4728 h 6604"/>
              <a:gd name="T78" fmla="*/ 4626 w 8170"/>
              <a:gd name="T79" fmla="*/ 4500 h 6604"/>
              <a:gd name="T80" fmla="*/ 4738 w 8170"/>
              <a:gd name="T81" fmla="*/ 4388 h 6604"/>
              <a:gd name="T82" fmla="*/ 5797 w 8170"/>
              <a:gd name="T83" fmla="*/ 1710 h 6604"/>
              <a:gd name="T84" fmla="*/ 7427 w 8170"/>
              <a:gd name="T85" fmla="*/ 1063 h 6604"/>
              <a:gd name="T86" fmla="*/ 7737 w 8170"/>
              <a:gd name="T87" fmla="*/ 752 h 6604"/>
              <a:gd name="T88" fmla="*/ 7722 w 8170"/>
              <a:gd name="T89" fmla="*/ 312 h 6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170" h="6604">
                <a:moveTo>
                  <a:pt x="8170" y="6404"/>
                </a:moveTo>
                <a:cubicBezTo>
                  <a:pt x="8170" y="6514"/>
                  <a:pt x="8080" y="6604"/>
                  <a:pt x="7970" y="6604"/>
                </a:cubicBezTo>
                <a:lnTo>
                  <a:pt x="538" y="6604"/>
                </a:lnTo>
                <a:cubicBezTo>
                  <a:pt x="427" y="6604"/>
                  <a:pt x="338" y="6514"/>
                  <a:pt x="338" y="6404"/>
                </a:cubicBezTo>
                <a:cubicBezTo>
                  <a:pt x="338" y="6293"/>
                  <a:pt x="427" y="6203"/>
                  <a:pt x="538" y="6203"/>
                </a:cubicBezTo>
                <a:lnTo>
                  <a:pt x="7970" y="6203"/>
                </a:lnTo>
                <a:cubicBezTo>
                  <a:pt x="8080" y="6203"/>
                  <a:pt x="8170" y="6293"/>
                  <a:pt x="8170" y="6404"/>
                </a:cubicBezTo>
                <a:close/>
                <a:moveTo>
                  <a:pt x="2362" y="865"/>
                </a:moveTo>
                <a:lnTo>
                  <a:pt x="3107" y="1374"/>
                </a:lnTo>
                <a:lnTo>
                  <a:pt x="4946" y="644"/>
                </a:lnTo>
                <a:lnTo>
                  <a:pt x="3041" y="293"/>
                </a:lnTo>
                <a:cubicBezTo>
                  <a:pt x="3004" y="286"/>
                  <a:pt x="2966" y="290"/>
                  <a:pt x="2931" y="304"/>
                </a:cubicBezTo>
                <a:lnTo>
                  <a:pt x="2401" y="514"/>
                </a:lnTo>
                <a:cubicBezTo>
                  <a:pt x="2332" y="541"/>
                  <a:pt x="2284" y="604"/>
                  <a:pt x="2276" y="678"/>
                </a:cubicBezTo>
                <a:cubicBezTo>
                  <a:pt x="2268" y="752"/>
                  <a:pt x="2301" y="824"/>
                  <a:pt x="2362" y="865"/>
                </a:cubicBezTo>
                <a:close/>
                <a:moveTo>
                  <a:pt x="7722" y="312"/>
                </a:moveTo>
                <a:cubicBezTo>
                  <a:pt x="7632" y="123"/>
                  <a:pt x="7435" y="0"/>
                  <a:pt x="7219" y="0"/>
                </a:cubicBezTo>
                <a:cubicBezTo>
                  <a:pt x="7147" y="0"/>
                  <a:pt x="7076" y="14"/>
                  <a:pt x="7008" y="41"/>
                </a:cubicBezTo>
                <a:lnTo>
                  <a:pt x="5317" y="712"/>
                </a:lnTo>
                <a:lnTo>
                  <a:pt x="5317" y="712"/>
                </a:lnTo>
                <a:lnTo>
                  <a:pt x="3307" y="1510"/>
                </a:lnTo>
                <a:lnTo>
                  <a:pt x="3307" y="1510"/>
                </a:lnTo>
                <a:lnTo>
                  <a:pt x="1247" y="2328"/>
                </a:lnTo>
                <a:lnTo>
                  <a:pt x="761" y="2074"/>
                </a:lnTo>
                <a:cubicBezTo>
                  <a:pt x="570" y="1975"/>
                  <a:pt x="337" y="1963"/>
                  <a:pt x="136" y="2042"/>
                </a:cubicBezTo>
                <a:cubicBezTo>
                  <a:pt x="76" y="2066"/>
                  <a:pt x="32" y="2117"/>
                  <a:pt x="16" y="2180"/>
                </a:cubicBezTo>
                <a:cubicBezTo>
                  <a:pt x="0" y="2242"/>
                  <a:pt x="16" y="2308"/>
                  <a:pt x="57" y="2358"/>
                </a:cubicBezTo>
                <a:lnTo>
                  <a:pt x="788" y="3223"/>
                </a:lnTo>
                <a:lnTo>
                  <a:pt x="633" y="3800"/>
                </a:lnTo>
                <a:cubicBezTo>
                  <a:pt x="613" y="3873"/>
                  <a:pt x="637" y="3951"/>
                  <a:pt x="693" y="4002"/>
                </a:cubicBezTo>
                <a:cubicBezTo>
                  <a:pt x="750" y="4052"/>
                  <a:pt x="830" y="4066"/>
                  <a:pt x="900" y="4038"/>
                </a:cubicBezTo>
                <a:lnTo>
                  <a:pt x="1158" y="3936"/>
                </a:lnTo>
                <a:cubicBezTo>
                  <a:pt x="1191" y="3923"/>
                  <a:pt x="1219" y="3902"/>
                  <a:pt x="1241" y="3875"/>
                </a:cubicBezTo>
                <a:lnTo>
                  <a:pt x="1660" y="3352"/>
                </a:lnTo>
                <a:lnTo>
                  <a:pt x="3695" y="2545"/>
                </a:lnTo>
                <a:lnTo>
                  <a:pt x="3779" y="4550"/>
                </a:lnTo>
                <a:cubicBezTo>
                  <a:pt x="3782" y="4615"/>
                  <a:pt x="3815" y="4674"/>
                  <a:pt x="3870" y="4710"/>
                </a:cubicBezTo>
                <a:cubicBezTo>
                  <a:pt x="3903" y="4731"/>
                  <a:pt x="3941" y="4742"/>
                  <a:pt x="3979" y="4742"/>
                </a:cubicBezTo>
                <a:cubicBezTo>
                  <a:pt x="4004" y="4742"/>
                  <a:pt x="4029" y="4737"/>
                  <a:pt x="4053" y="4728"/>
                </a:cubicBezTo>
                <a:lnTo>
                  <a:pt x="4626" y="4500"/>
                </a:lnTo>
                <a:cubicBezTo>
                  <a:pt x="4677" y="4480"/>
                  <a:pt x="4718" y="4439"/>
                  <a:pt x="4738" y="4388"/>
                </a:cubicBezTo>
                <a:lnTo>
                  <a:pt x="5797" y="1710"/>
                </a:lnTo>
                <a:lnTo>
                  <a:pt x="7427" y="1063"/>
                </a:lnTo>
                <a:cubicBezTo>
                  <a:pt x="7568" y="1007"/>
                  <a:pt x="7681" y="893"/>
                  <a:pt x="7737" y="752"/>
                </a:cubicBezTo>
                <a:cubicBezTo>
                  <a:pt x="7793" y="610"/>
                  <a:pt x="7787" y="450"/>
                  <a:pt x="7722" y="3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left-quote_56937"/>
          <p:cNvSpPr>
            <a:spLocks noChangeAspect="1"/>
          </p:cNvSpPr>
          <p:nvPr/>
        </p:nvSpPr>
        <p:spPr bwMode="auto">
          <a:xfrm>
            <a:off x="4328594" y="5477185"/>
            <a:ext cx="609685" cy="457264"/>
          </a:xfrm>
          <a:custGeom>
            <a:avLst/>
            <a:gdLst>
              <a:gd name="T0" fmla="*/ 10346 w 11189"/>
              <a:gd name="T1" fmla="*/ 1584 h 8392"/>
              <a:gd name="T2" fmla="*/ 8164 w 11189"/>
              <a:gd name="T3" fmla="*/ 516 h 8392"/>
              <a:gd name="T4" fmla="*/ 10345 w 11189"/>
              <a:gd name="T5" fmla="*/ 2315 h 8392"/>
              <a:gd name="T6" fmla="*/ 8164 w 11189"/>
              <a:gd name="T7" fmla="*/ 1392 h 8392"/>
              <a:gd name="T8" fmla="*/ 10345 w 11189"/>
              <a:gd name="T9" fmla="*/ 3045 h 8392"/>
              <a:gd name="T10" fmla="*/ 8165 w 11189"/>
              <a:gd name="T11" fmla="*/ 2267 h 8392"/>
              <a:gd name="T12" fmla="*/ 10345 w 11189"/>
              <a:gd name="T13" fmla="*/ 3775 h 8392"/>
              <a:gd name="T14" fmla="*/ 8165 w 11189"/>
              <a:gd name="T15" fmla="*/ 3144 h 8392"/>
              <a:gd name="T16" fmla="*/ 10345 w 11189"/>
              <a:gd name="T17" fmla="*/ 4506 h 8392"/>
              <a:gd name="T18" fmla="*/ 8165 w 11189"/>
              <a:gd name="T19" fmla="*/ 4020 h 8392"/>
              <a:gd name="T20" fmla="*/ 10344 w 11189"/>
              <a:gd name="T21" fmla="*/ 5237 h 8392"/>
              <a:gd name="T22" fmla="*/ 8165 w 11189"/>
              <a:gd name="T23" fmla="*/ 4896 h 8392"/>
              <a:gd name="T24" fmla="*/ 10344 w 11189"/>
              <a:gd name="T25" fmla="*/ 5968 h 8392"/>
              <a:gd name="T26" fmla="*/ 8165 w 11189"/>
              <a:gd name="T27" fmla="*/ 5772 h 8392"/>
              <a:gd name="T28" fmla="*/ 10343 w 11189"/>
              <a:gd name="T29" fmla="*/ 6696 h 8392"/>
              <a:gd name="T30" fmla="*/ 8164 w 11189"/>
              <a:gd name="T31" fmla="*/ 6645 h 8392"/>
              <a:gd name="T32" fmla="*/ 10341 w 11189"/>
              <a:gd name="T33" fmla="*/ 7426 h 8392"/>
              <a:gd name="T34" fmla="*/ 8164 w 11189"/>
              <a:gd name="T35" fmla="*/ 7520 h 8392"/>
              <a:gd name="T36" fmla="*/ 10341 w 11189"/>
              <a:gd name="T37" fmla="*/ 8156 h 8392"/>
              <a:gd name="T38" fmla="*/ 3718 w 11189"/>
              <a:gd name="T39" fmla="*/ 8390 h 8392"/>
              <a:gd name="T40" fmla="*/ 7716 w 11189"/>
              <a:gd name="T41" fmla="*/ 8047 h 8392"/>
              <a:gd name="T42" fmla="*/ 3718 w 11189"/>
              <a:gd name="T43" fmla="*/ 7810 h 8392"/>
              <a:gd name="T44" fmla="*/ 7716 w 11189"/>
              <a:gd name="T45" fmla="*/ 7166 h 8392"/>
              <a:gd name="T46" fmla="*/ 3719 w 11189"/>
              <a:gd name="T47" fmla="*/ 7159 h 8392"/>
              <a:gd name="T48" fmla="*/ 7716 w 11189"/>
              <a:gd name="T49" fmla="*/ 6282 h 8392"/>
              <a:gd name="T50" fmla="*/ 3719 w 11189"/>
              <a:gd name="T51" fmla="*/ 6506 h 8392"/>
              <a:gd name="T52" fmla="*/ 7716 w 11189"/>
              <a:gd name="T53" fmla="*/ 5397 h 8392"/>
              <a:gd name="T54" fmla="*/ 3719 w 11189"/>
              <a:gd name="T55" fmla="*/ 5855 h 8392"/>
              <a:gd name="T56" fmla="*/ 7716 w 11189"/>
              <a:gd name="T57" fmla="*/ 4515 h 8392"/>
              <a:gd name="T58" fmla="*/ 3720 w 11189"/>
              <a:gd name="T59" fmla="*/ 5204 h 8392"/>
              <a:gd name="T60" fmla="*/ 7716 w 11189"/>
              <a:gd name="T61" fmla="*/ 3632 h 8392"/>
              <a:gd name="T62" fmla="*/ 3720 w 11189"/>
              <a:gd name="T63" fmla="*/ 4552 h 8392"/>
              <a:gd name="T64" fmla="*/ 7716 w 11189"/>
              <a:gd name="T65" fmla="*/ 2747 h 8392"/>
              <a:gd name="T66" fmla="*/ 3720 w 11189"/>
              <a:gd name="T67" fmla="*/ 3900 h 8392"/>
              <a:gd name="T68" fmla="*/ 7716 w 11189"/>
              <a:gd name="T69" fmla="*/ 1865 h 8392"/>
              <a:gd name="T70" fmla="*/ 3720 w 11189"/>
              <a:gd name="T71" fmla="*/ 3250 h 8392"/>
              <a:gd name="T72" fmla="*/ 7715 w 11189"/>
              <a:gd name="T73" fmla="*/ 982 h 8392"/>
              <a:gd name="T74" fmla="*/ 3721 w 11189"/>
              <a:gd name="T75" fmla="*/ 2596 h 8392"/>
              <a:gd name="T76" fmla="*/ 7891 w 11189"/>
              <a:gd name="T77" fmla="*/ 0 h 8392"/>
              <a:gd name="T78" fmla="*/ 1494 w 11189"/>
              <a:gd name="T79" fmla="*/ 3724 h 8392"/>
              <a:gd name="T80" fmla="*/ 1994 w 11189"/>
              <a:gd name="T81" fmla="*/ 8392 h 8392"/>
              <a:gd name="T82" fmla="*/ 3581 w 11189"/>
              <a:gd name="T83" fmla="*/ 3000 h 8392"/>
              <a:gd name="T84" fmla="*/ 978 w 11189"/>
              <a:gd name="T85" fmla="*/ 3236 h 8392"/>
              <a:gd name="T86" fmla="*/ 1494 w 11189"/>
              <a:gd name="T87" fmla="*/ 8392 h 8392"/>
              <a:gd name="T88" fmla="*/ 11189 w 11189"/>
              <a:gd name="T89" fmla="*/ 7987 h 8392"/>
              <a:gd name="T90" fmla="*/ 0 w 11189"/>
              <a:gd name="T91" fmla="*/ 8391 h 8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189" h="8392">
                <a:moveTo>
                  <a:pt x="7891" y="0"/>
                </a:moveTo>
                <a:lnTo>
                  <a:pt x="10346" y="1584"/>
                </a:lnTo>
                <a:lnTo>
                  <a:pt x="10346" y="1866"/>
                </a:lnTo>
                <a:lnTo>
                  <a:pt x="8164" y="516"/>
                </a:lnTo>
                <a:lnTo>
                  <a:pt x="8164" y="1052"/>
                </a:lnTo>
                <a:lnTo>
                  <a:pt x="10345" y="2315"/>
                </a:lnTo>
                <a:lnTo>
                  <a:pt x="10345" y="2599"/>
                </a:lnTo>
                <a:lnTo>
                  <a:pt x="8164" y="1392"/>
                </a:lnTo>
                <a:lnTo>
                  <a:pt x="8164" y="1927"/>
                </a:lnTo>
                <a:lnTo>
                  <a:pt x="10345" y="3045"/>
                </a:lnTo>
                <a:lnTo>
                  <a:pt x="10345" y="3329"/>
                </a:lnTo>
                <a:lnTo>
                  <a:pt x="8165" y="2267"/>
                </a:lnTo>
                <a:lnTo>
                  <a:pt x="8165" y="2803"/>
                </a:lnTo>
                <a:lnTo>
                  <a:pt x="10345" y="3775"/>
                </a:lnTo>
                <a:lnTo>
                  <a:pt x="10345" y="4059"/>
                </a:lnTo>
                <a:lnTo>
                  <a:pt x="8165" y="3144"/>
                </a:lnTo>
                <a:lnTo>
                  <a:pt x="8165" y="3680"/>
                </a:lnTo>
                <a:lnTo>
                  <a:pt x="10345" y="4506"/>
                </a:lnTo>
                <a:lnTo>
                  <a:pt x="10345" y="4790"/>
                </a:lnTo>
                <a:lnTo>
                  <a:pt x="8165" y="4020"/>
                </a:lnTo>
                <a:lnTo>
                  <a:pt x="8165" y="4556"/>
                </a:lnTo>
                <a:lnTo>
                  <a:pt x="10344" y="5237"/>
                </a:lnTo>
                <a:lnTo>
                  <a:pt x="10344" y="5521"/>
                </a:lnTo>
                <a:lnTo>
                  <a:pt x="8165" y="4896"/>
                </a:lnTo>
                <a:lnTo>
                  <a:pt x="8165" y="5432"/>
                </a:lnTo>
                <a:lnTo>
                  <a:pt x="10344" y="5968"/>
                </a:lnTo>
                <a:lnTo>
                  <a:pt x="10344" y="6252"/>
                </a:lnTo>
                <a:lnTo>
                  <a:pt x="8165" y="5772"/>
                </a:lnTo>
                <a:lnTo>
                  <a:pt x="8165" y="6307"/>
                </a:lnTo>
                <a:lnTo>
                  <a:pt x="10343" y="6696"/>
                </a:lnTo>
                <a:lnTo>
                  <a:pt x="10343" y="6980"/>
                </a:lnTo>
                <a:lnTo>
                  <a:pt x="8164" y="6645"/>
                </a:lnTo>
                <a:lnTo>
                  <a:pt x="8164" y="7180"/>
                </a:lnTo>
                <a:lnTo>
                  <a:pt x="10341" y="7426"/>
                </a:lnTo>
                <a:lnTo>
                  <a:pt x="10341" y="7710"/>
                </a:lnTo>
                <a:lnTo>
                  <a:pt x="8164" y="7520"/>
                </a:lnTo>
                <a:lnTo>
                  <a:pt x="8164" y="8055"/>
                </a:lnTo>
                <a:lnTo>
                  <a:pt x="10341" y="8156"/>
                </a:lnTo>
                <a:lnTo>
                  <a:pt x="10341" y="8390"/>
                </a:lnTo>
                <a:lnTo>
                  <a:pt x="3718" y="8390"/>
                </a:lnTo>
                <a:lnTo>
                  <a:pt x="3718" y="8206"/>
                </a:lnTo>
                <a:lnTo>
                  <a:pt x="7716" y="8047"/>
                </a:lnTo>
                <a:lnTo>
                  <a:pt x="7716" y="7509"/>
                </a:lnTo>
                <a:lnTo>
                  <a:pt x="3718" y="7810"/>
                </a:lnTo>
                <a:lnTo>
                  <a:pt x="3718" y="7557"/>
                </a:lnTo>
                <a:lnTo>
                  <a:pt x="7716" y="7166"/>
                </a:lnTo>
                <a:lnTo>
                  <a:pt x="7716" y="6625"/>
                </a:lnTo>
                <a:lnTo>
                  <a:pt x="3719" y="7159"/>
                </a:lnTo>
                <a:lnTo>
                  <a:pt x="3719" y="6906"/>
                </a:lnTo>
                <a:lnTo>
                  <a:pt x="7716" y="6282"/>
                </a:lnTo>
                <a:lnTo>
                  <a:pt x="7716" y="5741"/>
                </a:lnTo>
                <a:lnTo>
                  <a:pt x="3719" y="6506"/>
                </a:lnTo>
                <a:lnTo>
                  <a:pt x="3719" y="6252"/>
                </a:lnTo>
                <a:lnTo>
                  <a:pt x="7716" y="5397"/>
                </a:lnTo>
                <a:lnTo>
                  <a:pt x="7716" y="4857"/>
                </a:lnTo>
                <a:lnTo>
                  <a:pt x="3719" y="5855"/>
                </a:lnTo>
                <a:lnTo>
                  <a:pt x="3719" y="5602"/>
                </a:lnTo>
                <a:lnTo>
                  <a:pt x="7716" y="4515"/>
                </a:lnTo>
                <a:lnTo>
                  <a:pt x="7716" y="3975"/>
                </a:lnTo>
                <a:lnTo>
                  <a:pt x="3720" y="5204"/>
                </a:lnTo>
                <a:lnTo>
                  <a:pt x="3720" y="4951"/>
                </a:lnTo>
                <a:lnTo>
                  <a:pt x="7716" y="3632"/>
                </a:lnTo>
                <a:lnTo>
                  <a:pt x="7716" y="3092"/>
                </a:lnTo>
                <a:lnTo>
                  <a:pt x="3720" y="4552"/>
                </a:lnTo>
                <a:lnTo>
                  <a:pt x="3720" y="4299"/>
                </a:lnTo>
                <a:lnTo>
                  <a:pt x="7716" y="2747"/>
                </a:lnTo>
                <a:lnTo>
                  <a:pt x="7716" y="2207"/>
                </a:lnTo>
                <a:lnTo>
                  <a:pt x="3720" y="3900"/>
                </a:lnTo>
                <a:lnTo>
                  <a:pt x="3720" y="3647"/>
                </a:lnTo>
                <a:lnTo>
                  <a:pt x="7716" y="1865"/>
                </a:lnTo>
                <a:lnTo>
                  <a:pt x="7716" y="1325"/>
                </a:lnTo>
                <a:lnTo>
                  <a:pt x="3720" y="3250"/>
                </a:lnTo>
                <a:lnTo>
                  <a:pt x="3720" y="2997"/>
                </a:lnTo>
                <a:lnTo>
                  <a:pt x="7715" y="982"/>
                </a:lnTo>
                <a:lnTo>
                  <a:pt x="7715" y="442"/>
                </a:lnTo>
                <a:lnTo>
                  <a:pt x="3721" y="2596"/>
                </a:lnTo>
                <a:lnTo>
                  <a:pt x="3721" y="2344"/>
                </a:lnTo>
                <a:lnTo>
                  <a:pt x="7891" y="0"/>
                </a:lnTo>
                <a:close/>
                <a:moveTo>
                  <a:pt x="1494" y="8392"/>
                </a:moveTo>
                <a:lnTo>
                  <a:pt x="1494" y="3724"/>
                </a:lnTo>
                <a:lnTo>
                  <a:pt x="1994" y="3464"/>
                </a:lnTo>
                <a:lnTo>
                  <a:pt x="1994" y="8392"/>
                </a:lnTo>
                <a:lnTo>
                  <a:pt x="3568" y="8392"/>
                </a:lnTo>
                <a:lnTo>
                  <a:pt x="3581" y="3000"/>
                </a:lnTo>
                <a:lnTo>
                  <a:pt x="2314" y="2404"/>
                </a:lnTo>
                <a:lnTo>
                  <a:pt x="978" y="3236"/>
                </a:lnTo>
                <a:lnTo>
                  <a:pt x="978" y="8392"/>
                </a:lnTo>
                <a:lnTo>
                  <a:pt x="1494" y="8392"/>
                </a:lnTo>
                <a:close/>
                <a:moveTo>
                  <a:pt x="0" y="7987"/>
                </a:moveTo>
                <a:lnTo>
                  <a:pt x="11189" y="7987"/>
                </a:lnTo>
                <a:lnTo>
                  <a:pt x="11189" y="8391"/>
                </a:lnTo>
                <a:lnTo>
                  <a:pt x="0" y="8391"/>
                </a:lnTo>
                <a:lnTo>
                  <a:pt x="0" y="79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money-stacks-of-coins_31028"/>
          <p:cNvSpPr>
            <a:spLocks noChangeAspect="1"/>
          </p:cNvSpPr>
          <p:nvPr/>
        </p:nvSpPr>
        <p:spPr bwMode="auto">
          <a:xfrm>
            <a:off x="971486" y="5431920"/>
            <a:ext cx="609685" cy="547795"/>
          </a:xfrm>
          <a:custGeom>
            <a:avLst/>
            <a:gdLst>
              <a:gd name="connsiteX0" fmla="*/ 30360 w 607648"/>
              <a:gd name="connsiteY0" fmla="*/ 333664 h 545965"/>
              <a:gd name="connsiteX1" fmla="*/ 30360 w 607648"/>
              <a:gd name="connsiteY1" fmla="*/ 424663 h 545965"/>
              <a:gd name="connsiteX2" fmla="*/ 394923 w 607648"/>
              <a:gd name="connsiteY2" fmla="*/ 424663 h 545965"/>
              <a:gd name="connsiteX3" fmla="*/ 394923 w 607648"/>
              <a:gd name="connsiteY3" fmla="*/ 515662 h 545965"/>
              <a:gd name="connsiteX4" fmla="*/ 577204 w 607648"/>
              <a:gd name="connsiteY4" fmla="*/ 333664 h 545965"/>
              <a:gd name="connsiteX5" fmla="*/ 30360 w 607648"/>
              <a:gd name="connsiteY5" fmla="*/ 303361 h 545965"/>
              <a:gd name="connsiteX6" fmla="*/ 577204 w 607648"/>
              <a:gd name="connsiteY6" fmla="*/ 303361 h 545965"/>
              <a:gd name="connsiteX7" fmla="*/ 605330 w 607648"/>
              <a:gd name="connsiteY7" fmla="*/ 322023 h 545965"/>
              <a:gd name="connsiteX8" fmla="*/ 598743 w 607648"/>
              <a:gd name="connsiteY8" fmla="*/ 355081 h 545965"/>
              <a:gd name="connsiteX9" fmla="*/ 416462 w 607648"/>
              <a:gd name="connsiteY9" fmla="*/ 537078 h 545965"/>
              <a:gd name="connsiteX10" fmla="*/ 394923 w 607648"/>
              <a:gd name="connsiteY10" fmla="*/ 545965 h 545965"/>
              <a:gd name="connsiteX11" fmla="*/ 383352 w 607648"/>
              <a:gd name="connsiteY11" fmla="*/ 543654 h 545965"/>
              <a:gd name="connsiteX12" fmla="*/ 364572 w 607648"/>
              <a:gd name="connsiteY12" fmla="*/ 515662 h 545965"/>
              <a:gd name="connsiteX13" fmla="*/ 364572 w 607648"/>
              <a:gd name="connsiteY13" fmla="*/ 454966 h 545965"/>
              <a:gd name="connsiteX14" fmla="*/ 30360 w 607648"/>
              <a:gd name="connsiteY14" fmla="*/ 454966 h 545965"/>
              <a:gd name="connsiteX15" fmla="*/ 9 w 607648"/>
              <a:gd name="connsiteY15" fmla="*/ 424663 h 545965"/>
              <a:gd name="connsiteX16" fmla="*/ 9 w 607648"/>
              <a:gd name="connsiteY16" fmla="*/ 333664 h 545965"/>
              <a:gd name="connsiteX17" fmla="*/ 30360 w 607648"/>
              <a:gd name="connsiteY17" fmla="*/ 303361 h 545965"/>
              <a:gd name="connsiteX18" fmla="*/ 212645 w 607648"/>
              <a:gd name="connsiteY18" fmla="*/ 30390 h 545965"/>
              <a:gd name="connsiteX19" fmla="*/ 30364 w 607648"/>
              <a:gd name="connsiteY19" fmla="*/ 212374 h 545965"/>
              <a:gd name="connsiteX20" fmla="*/ 577208 w 607648"/>
              <a:gd name="connsiteY20" fmla="*/ 212374 h 545965"/>
              <a:gd name="connsiteX21" fmla="*/ 577208 w 607648"/>
              <a:gd name="connsiteY21" fmla="*/ 121382 h 545965"/>
              <a:gd name="connsiteX22" fmla="*/ 212645 w 607648"/>
              <a:gd name="connsiteY22" fmla="*/ 121382 h 545965"/>
              <a:gd name="connsiteX23" fmla="*/ 212645 w 607648"/>
              <a:gd name="connsiteY23" fmla="*/ 0 h 545965"/>
              <a:gd name="connsiteX24" fmla="*/ 224305 w 607648"/>
              <a:gd name="connsiteY24" fmla="*/ 2310 h 545965"/>
              <a:gd name="connsiteX25" fmla="*/ 243085 w 607648"/>
              <a:gd name="connsiteY25" fmla="*/ 30390 h 545965"/>
              <a:gd name="connsiteX26" fmla="*/ 243085 w 607648"/>
              <a:gd name="connsiteY26" fmla="*/ 90992 h 545965"/>
              <a:gd name="connsiteX27" fmla="*/ 577208 w 607648"/>
              <a:gd name="connsiteY27" fmla="*/ 90992 h 545965"/>
              <a:gd name="connsiteX28" fmla="*/ 607648 w 607648"/>
              <a:gd name="connsiteY28" fmla="*/ 121382 h 545965"/>
              <a:gd name="connsiteX29" fmla="*/ 607648 w 607648"/>
              <a:gd name="connsiteY29" fmla="*/ 212374 h 545965"/>
              <a:gd name="connsiteX30" fmla="*/ 577208 w 607648"/>
              <a:gd name="connsiteY30" fmla="*/ 242675 h 545965"/>
              <a:gd name="connsiteX31" fmla="*/ 30364 w 607648"/>
              <a:gd name="connsiteY31" fmla="*/ 242675 h 545965"/>
              <a:gd name="connsiteX32" fmla="*/ 2327 w 607648"/>
              <a:gd name="connsiteY32" fmla="*/ 223926 h 545965"/>
              <a:gd name="connsiteX33" fmla="*/ 8914 w 607648"/>
              <a:gd name="connsiteY33" fmla="*/ 190870 h 545965"/>
              <a:gd name="connsiteX34" fmla="*/ 191195 w 607648"/>
              <a:gd name="connsiteY34" fmla="*/ 8886 h 545965"/>
              <a:gd name="connsiteX35" fmla="*/ 212645 w 607648"/>
              <a:gd name="connsiteY35" fmla="*/ 0 h 545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07648" h="545965">
                <a:moveTo>
                  <a:pt x="30360" y="333664"/>
                </a:moveTo>
                <a:lnTo>
                  <a:pt x="30360" y="424663"/>
                </a:lnTo>
                <a:lnTo>
                  <a:pt x="394923" y="424663"/>
                </a:lnTo>
                <a:lnTo>
                  <a:pt x="394923" y="515662"/>
                </a:lnTo>
                <a:lnTo>
                  <a:pt x="577204" y="333664"/>
                </a:lnTo>
                <a:close/>
                <a:moveTo>
                  <a:pt x="30360" y="303361"/>
                </a:moveTo>
                <a:lnTo>
                  <a:pt x="577204" y="303361"/>
                </a:lnTo>
                <a:cubicBezTo>
                  <a:pt x="589487" y="303361"/>
                  <a:pt x="600613" y="310737"/>
                  <a:pt x="605330" y="322023"/>
                </a:cubicBezTo>
                <a:cubicBezTo>
                  <a:pt x="610047" y="333398"/>
                  <a:pt x="607377" y="346461"/>
                  <a:pt x="598743" y="355081"/>
                </a:cubicBezTo>
                <a:lnTo>
                  <a:pt x="416462" y="537078"/>
                </a:lnTo>
                <a:cubicBezTo>
                  <a:pt x="410588" y="542944"/>
                  <a:pt x="402844" y="545965"/>
                  <a:pt x="394923" y="545965"/>
                </a:cubicBezTo>
                <a:cubicBezTo>
                  <a:pt x="391007" y="545965"/>
                  <a:pt x="387090" y="545254"/>
                  <a:pt x="383352" y="543654"/>
                </a:cubicBezTo>
                <a:cubicBezTo>
                  <a:pt x="371960" y="538945"/>
                  <a:pt x="364572" y="527925"/>
                  <a:pt x="364572" y="515662"/>
                </a:cubicBezTo>
                <a:lnTo>
                  <a:pt x="364572" y="454966"/>
                </a:lnTo>
                <a:lnTo>
                  <a:pt x="30360" y="454966"/>
                </a:lnTo>
                <a:cubicBezTo>
                  <a:pt x="13627" y="454966"/>
                  <a:pt x="9" y="441459"/>
                  <a:pt x="9" y="424663"/>
                </a:cubicBezTo>
                <a:lnTo>
                  <a:pt x="9" y="333664"/>
                </a:lnTo>
                <a:cubicBezTo>
                  <a:pt x="9" y="316869"/>
                  <a:pt x="13627" y="303361"/>
                  <a:pt x="30360" y="303361"/>
                </a:cubicBezTo>
                <a:close/>
                <a:moveTo>
                  <a:pt x="212645" y="30390"/>
                </a:moveTo>
                <a:lnTo>
                  <a:pt x="30364" y="212374"/>
                </a:lnTo>
                <a:lnTo>
                  <a:pt x="577208" y="212374"/>
                </a:lnTo>
                <a:lnTo>
                  <a:pt x="577208" y="121382"/>
                </a:lnTo>
                <a:lnTo>
                  <a:pt x="212645" y="121382"/>
                </a:lnTo>
                <a:close/>
                <a:moveTo>
                  <a:pt x="212645" y="0"/>
                </a:moveTo>
                <a:cubicBezTo>
                  <a:pt x="216562" y="0"/>
                  <a:pt x="220567" y="800"/>
                  <a:pt x="224305" y="2310"/>
                </a:cubicBezTo>
                <a:cubicBezTo>
                  <a:pt x="235609" y="7020"/>
                  <a:pt x="243085" y="18127"/>
                  <a:pt x="243085" y="30390"/>
                </a:cubicBezTo>
                <a:lnTo>
                  <a:pt x="243085" y="90992"/>
                </a:lnTo>
                <a:lnTo>
                  <a:pt x="577208" y="90992"/>
                </a:lnTo>
                <a:cubicBezTo>
                  <a:pt x="594030" y="90992"/>
                  <a:pt x="607648" y="104588"/>
                  <a:pt x="607648" y="121382"/>
                </a:cubicBezTo>
                <a:lnTo>
                  <a:pt x="607648" y="212374"/>
                </a:lnTo>
                <a:cubicBezTo>
                  <a:pt x="607648" y="229080"/>
                  <a:pt x="594030" y="242675"/>
                  <a:pt x="577208" y="242675"/>
                </a:cubicBezTo>
                <a:lnTo>
                  <a:pt x="30364" y="242675"/>
                </a:lnTo>
                <a:cubicBezTo>
                  <a:pt x="18081" y="242675"/>
                  <a:pt x="7045" y="235300"/>
                  <a:pt x="2327" y="223926"/>
                </a:cubicBezTo>
                <a:cubicBezTo>
                  <a:pt x="-2390" y="212641"/>
                  <a:pt x="191" y="199578"/>
                  <a:pt x="8914" y="190870"/>
                </a:cubicBezTo>
                <a:lnTo>
                  <a:pt x="191195" y="8886"/>
                </a:lnTo>
                <a:cubicBezTo>
                  <a:pt x="196980" y="3110"/>
                  <a:pt x="204813" y="0"/>
                  <a:pt x="2126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/>
              <a:t>研究意义</a:t>
            </a:r>
            <a:endParaRPr lang="en-US" altLang="zh-CN" dirty="0"/>
          </a:p>
        </p:txBody>
      </p:sp>
      <p:sp>
        <p:nvSpPr>
          <p:cNvPr id="42" name="文本框 20"/>
          <p:cNvSpPr txBox="1"/>
          <p:nvPr/>
        </p:nvSpPr>
        <p:spPr>
          <a:xfrm flipH="1">
            <a:off x="1379439" y="4168973"/>
            <a:ext cx="199517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3" name="文本框 22"/>
          <p:cNvSpPr txBox="1"/>
          <p:nvPr/>
        </p:nvSpPr>
        <p:spPr>
          <a:xfrm flipH="1">
            <a:off x="1293400" y="4622485"/>
            <a:ext cx="2250701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44" name="文本框 20"/>
          <p:cNvSpPr txBox="1"/>
          <p:nvPr/>
        </p:nvSpPr>
        <p:spPr>
          <a:xfrm flipH="1">
            <a:off x="5098415" y="4168973"/>
            <a:ext cx="199517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5" name="文本框 22"/>
          <p:cNvSpPr txBox="1"/>
          <p:nvPr/>
        </p:nvSpPr>
        <p:spPr>
          <a:xfrm flipH="1">
            <a:off x="5000492" y="4622485"/>
            <a:ext cx="2250701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46" name="文本框 20"/>
          <p:cNvSpPr txBox="1"/>
          <p:nvPr/>
        </p:nvSpPr>
        <p:spPr>
          <a:xfrm flipH="1">
            <a:off x="8817391" y="4168973"/>
            <a:ext cx="199517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7" name="文本框 22"/>
          <p:cNvSpPr txBox="1"/>
          <p:nvPr/>
        </p:nvSpPr>
        <p:spPr>
          <a:xfrm flipH="1">
            <a:off x="8707584" y="4622485"/>
            <a:ext cx="2250701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48" name="椭圆 47"/>
          <p:cNvSpPr/>
          <p:nvPr/>
        </p:nvSpPr>
        <p:spPr>
          <a:xfrm>
            <a:off x="1191802" y="2574794"/>
            <a:ext cx="654371" cy="654371"/>
          </a:xfrm>
          <a:prstGeom prst="ellipse">
            <a:avLst/>
          </a:prstGeom>
          <a:solidFill>
            <a:srgbClr val="2B303C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4797740" y="2574794"/>
            <a:ext cx="654371" cy="654371"/>
          </a:xfrm>
          <a:prstGeom prst="ellipse">
            <a:avLst/>
          </a:prstGeom>
          <a:solidFill>
            <a:srgbClr val="68B7E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8446152" y="2574794"/>
            <a:ext cx="654371" cy="654371"/>
          </a:xfrm>
          <a:prstGeom prst="ellipse">
            <a:avLst/>
          </a:prstGeom>
          <a:solidFill>
            <a:srgbClr val="FEE07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54" name="半闭框 53"/>
          <p:cNvSpPr/>
          <p:nvPr/>
        </p:nvSpPr>
        <p:spPr>
          <a:xfrm rot="2700000">
            <a:off x="1311572" y="3046679"/>
            <a:ext cx="2307771" cy="2307771"/>
          </a:xfrm>
          <a:prstGeom prst="halfFrame">
            <a:avLst>
              <a:gd name="adj1" fmla="val 13321"/>
              <a:gd name="adj2" fmla="val 13321"/>
            </a:avLst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半闭框 54"/>
          <p:cNvSpPr/>
          <p:nvPr/>
        </p:nvSpPr>
        <p:spPr>
          <a:xfrm rot="2700000">
            <a:off x="4930955" y="3046679"/>
            <a:ext cx="2307771" cy="2307771"/>
          </a:xfrm>
          <a:prstGeom prst="halfFrame">
            <a:avLst>
              <a:gd name="adj1" fmla="val 13321"/>
              <a:gd name="adj2" fmla="val 13321"/>
            </a:avLst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半闭框 55"/>
          <p:cNvSpPr/>
          <p:nvPr/>
        </p:nvSpPr>
        <p:spPr>
          <a:xfrm rot="2700000">
            <a:off x="8550339" y="3046679"/>
            <a:ext cx="2307771" cy="2307771"/>
          </a:xfrm>
          <a:prstGeom prst="halfFrame">
            <a:avLst>
              <a:gd name="adj1" fmla="val 13321"/>
              <a:gd name="adj2" fmla="val 13321"/>
            </a:avLst>
          </a:pr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文本框 20"/>
          <p:cNvSpPr txBox="1"/>
          <p:nvPr/>
        </p:nvSpPr>
        <p:spPr>
          <a:xfrm flipH="1">
            <a:off x="1467872" y="1614532"/>
            <a:ext cx="1995170" cy="9233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86%</a:t>
            </a:r>
            <a:endParaRPr lang="zh-CN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58" name="文本框 20"/>
          <p:cNvSpPr txBox="1"/>
          <p:nvPr/>
        </p:nvSpPr>
        <p:spPr>
          <a:xfrm flipH="1">
            <a:off x="5087255" y="1614532"/>
            <a:ext cx="1995170" cy="9233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86%</a:t>
            </a:r>
            <a:endParaRPr lang="zh-CN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59" name="文本框 20"/>
          <p:cNvSpPr txBox="1"/>
          <p:nvPr/>
        </p:nvSpPr>
        <p:spPr>
          <a:xfrm flipH="1">
            <a:off x="8706639" y="1614532"/>
            <a:ext cx="1995170" cy="9233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86%</a:t>
            </a:r>
            <a:endParaRPr lang="zh-CN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60" name="money-stacks-of-coins_31028"/>
          <p:cNvSpPr>
            <a:spLocks noChangeAspect="1"/>
          </p:cNvSpPr>
          <p:nvPr/>
        </p:nvSpPr>
        <p:spPr bwMode="auto">
          <a:xfrm>
            <a:off x="1321055" y="2705955"/>
            <a:ext cx="392367" cy="392048"/>
          </a:xfrm>
          <a:custGeom>
            <a:avLst/>
            <a:gdLst>
              <a:gd name="T0" fmla="*/ 4140 w 12790"/>
              <a:gd name="T1" fmla="*/ 10550 h 12780"/>
              <a:gd name="T2" fmla="*/ 2210 w 12790"/>
              <a:gd name="T3" fmla="*/ 8380 h 12780"/>
              <a:gd name="T4" fmla="*/ 11660 w 12790"/>
              <a:gd name="T5" fmla="*/ 90 h 12780"/>
              <a:gd name="T6" fmla="*/ 12690 w 12790"/>
              <a:gd name="T7" fmla="*/ 900 h 12780"/>
              <a:gd name="T8" fmla="*/ 10830 w 12790"/>
              <a:gd name="T9" fmla="*/ 5620 h 12780"/>
              <a:gd name="T10" fmla="*/ 4280 w 12790"/>
              <a:gd name="T11" fmla="*/ 10610 h 12780"/>
              <a:gd name="T12" fmla="*/ 4300 w 12790"/>
              <a:gd name="T13" fmla="*/ 10140 h 12780"/>
              <a:gd name="T14" fmla="*/ 12290 w 12790"/>
              <a:gd name="T15" fmla="*/ 1130 h 12780"/>
              <a:gd name="T16" fmla="*/ 11860 w 12790"/>
              <a:gd name="T17" fmla="*/ 480 h 12780"/>
              <a:gd name="T18" fmla="*/ 7480 w 12790"/>
              <a:gd name="T19" fmla="*/ 2200 h 12780"/>
              <a:gd name="T20" fmla="*/ 2370 w 12790"/>
              <a:gd name="T21" fmla="*/ 8700 h 12780"/>
              <a:gd name="T22" fmla="*/ 60 w 12790"/>
              <a:gd name="T23" fmla="*/ 6470 h 12780"/>
              <a:gd name="T24" fmla="*/ 60 w 12790"/>
              <a:gd name="T25" fmla="*/ 6190 h 12780"/>
              <a:gd name="T26" fmla="*/ 880 w 12790"/>
              <a:gd name="T27" fmla="*/ 5490 h 12780"/>
              <a:gd name="T28" fmla="*/ 4270 w 12790"/>
              <a:gd name="T29" fmla="*/ 6210 h 12780"/>
              <a:gd name="T30" fmla="*/ 2530 w 12790"/>
              <a:gd name="T31" fmla="*/ 8620 h 12780"/>
              <a:gd name="T32" fmla="*/ 2370 w 12790"/>
              <a:gd name="T33" fmla="*/ 8700 h 12780"/>
              <a:gd name="T34" fmla="*/ 2350 w 12790"/>
              <a:gd name="T35" fmla="*/ 8200 h 12780"/>
              <a:gd name="T36" fmla="*/ 910 w 12790"/>
              <a:gd name="T37" fmla="*/ 5900 h 12780"/>
              <a:gd name="T38" fmla="*/ 6450 w 12790"/>
              <a:gd name="T39" fmla="*/ 12780 h 12780"/>
              <a:gd name="T40" fmla="*/ 4140 w 12790"/>
              <a:gd name="T41" fmla="*/ 10550 h 12780"/>
              <a:gd name="T42" fmla="*/ 4160 w 12790"/>
              <a:gd name="T43" fmla="*/ 10250 h 12780"/>
              <a:gd name="T44" fmla="*/ 6570 w 12790"/>
              <a:gd name="T45" fmla="*/ 8510 h 12780"/>
              <a:gd name="T46" fmla="*/ 7290 w 12790"/>
              <a:gd name="T47" fmla="*/ 11900 h 12780"/>
              <a:gd name="T48" fmla="*/ 6590 w 12790"/>
              <a:gd name="T49" fmla="*/ 12720 h 12780"/>
              <a:gd name="T50" fmla="*/ 4580 w 12790"/>
              <a:gd name="T51" fmla="*/ 10430 h 12780"/>
              <a:gd name="T52" fmla="*/ 6880 w 12790"/>
              <a:gd name="T53" fmla="*/ 11870 h 12780"/>
              <a:gd name="T54" fmla="*/ 4580 w 12790"/>
              <a:gd name="T55" fmla="*/ 10430 h 12780"/>
              <a:gd name="T56" fmla="*/ 1040 w 12790"/>
              <a:gd name="T57" fmla="*/ 11750 h 12780"/>
              <a:gd name="T58" fmla="*/ 2020 w 12790"/>
              <a:gd name="T59" fmla="*/ 8790 h 12780"/>
              <a:gd name="T60" fmla="*/ 2390 w 12790"/>
              <a:gd name="T61" fmla="*/ 9020 h 12780"/>
              <a:gd name="T62" fmla="*/ 1810 w 12790"/>
              <a:gd name="T63" fmla="*/ 10980 h 12780"/>
              <a:gd name="T64" fmla="*/ 3700 w 12790"/>
              <a:gd name="T65" fmla="*/ 10370 h 12780"/>
              <a:gd name="T66" fmla="*/ 4000 w 12790"/>
              <a:gd name="T67" fmla="*/ 10630 h 12780"/>
              <a:gd name="T68" fmla="*/ 2350 w 12790"/>
              <a:gd name="T69" fmla="*/ 11870 h 12780"/>
              <a:gd name="T70" fmla="*/ 2090 w 12790"/>
              <a:gd name="T71" fmla="*/ 8990 h 12780"/>
              <a:gd name="T72" fmla="*/ 1180 w 12790"/>
              <a:gd name="T73" fmla="*/ 11610 h 12780"/>
              <a:gd name="T74" fmla="*/ 3800 w 12790"/>
              <a:gd name="T75" fmla="*/ 10700 h 12780"/>
              <a:gd name="T76" fmla="*/ 1680 w 12790"/>
              <a:gd name="T77" fmla="*/ 11120 h 12780"/>
              <a:gd name="T78" fmla="*/ 2090 w 12790"/>
              <a:gd name="T79" fmla="*/ 8990 h 12780"/>
              <a:gd name="T80" fmla="*/ 8610 w 12790"/>
              <a:gd name="T81" fmla="*/ 4170 h 12780"/>
              <a:gd name="T82" fmla="*/ 10380 w 12790"/>
              <a:gd name="T83" fmla="*/ 2400 h 12780"/>
              <a:gd name="T84" fmla="*/ 10380 w 12790"/>
              <a:gd name="T85" fmla="*/ 4160 h 12780"/>
              <a:gd name="T86" fmla="*/ 9490 w 12790"/>
              <a:gd name="T87" fmla="*/ 2240 h 12780"/>
              <a:gd name="T88" fmla="*/ 8750 w 12790"/>
              <a:gd name="T89" fmla="*/ 4040 h 12780"/>
              <a:gd name="T90" fmla="*/ 10550 w 12790"/>
              <a:gd name="T91" fmla="*/ 3300 h 12780"/>
              <a:gd name="T92" fmla="*/ 9490 w 12790"/>
              <a:gd name="T93" fmla="*/ 2240 h 12780"/>
              <a:gd name="T94" fmla="*/ 3960 w 12790"/>
              <a:gd name="T95" fmla="*/ 8820 h 12780"/>
              <a:gd name="T96" fmla="*/ 8540 w 12790"/>
              <a:gd name="T97" fmla="*/ 4100 h 12780"/>
              <a:gd name="T98" fmla="*/ 8680 w 12790"/>
              <a:gd name="T99" fmla="*/ 4240 h 12780"/>
              <a:gd name="T100" fmla="*/ 4030 w 12790"/>
              <a:gd name="T101" fmla="*/ 8850 h 127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790" h="12780">
                <a:moveTo>
                  <a:pt x="4280" y="10610"/>
                </a:moveTo>
                <a:cubicBezTo>
                  <a:pt x="4230" y="10610"/>
                  <a:pt x="4180" y="10590"/>
                  <a:pt x="4140" y="10550"/>
                </a:cubicBezTo>
                <a:lnTo>
                  <a:pt x="2230" y="8640"/>
                </a:lnTo>
                <a:cubicBezTo>
                  <a:pt x="2160" y="8570"/>
                  <a:pt x="2150" y="8460"/>
                  <a:pt x="2210" y="8380"/>
                </a:cubicBezTo>
                <a:lnTo>
                  <a:pt x="7160" y="1960"/>
                </a:lnTo>
                <a:cubicBezTo>
                  <a:pt x="8160" y="660"/>
                  <a:pt x="9750" y="0"/>
                  <a:pt x="11660" y="90"/>
                </a:cubicBezTo>
                <a:lnTo>
                  <a:pt x="11890" y="100"/>
                </a:lnTo>
                <a:cubicBezTo>
                  <a:pt x="12280" y="120"/>
                  <a:pt x="12670" y="510"/>
                  <a:pt x="12690" y="900"/>
                </a:cubicBezTo>
                <a:lnTo>
                  <a:pt x="12700" y="1130"/>
                </a:lnTo>
                <a:cubicBezTo>
                  <a:pt x="12790" y="3030"/>
                  <a:pt x="12120" y="4630"/>
                  <a:pt x="10830" y="5620"/>
                </a:cubicBezTo>
                <a:lnTo>
                  <a:pt x="4410" y="10570"/>
                </a:lnTo>
                <a:cubicBezTo>
                  <a:pt x="4370" y="10600"/>
                  <a:pt x="4320" y="10610"/>
                  <a:pt x="4280" y="10610"/>
                </a:cubicBezTo>
                <a:close/>
                <a:moveTo>
                  <a:pt x="2640" y="8480"/>
                </a:moveTo>
                <a:lnTo>
                  <a:pt x="4300" y="10140"/>
                </a:lnTo>
                <a:lnTo>
                  <a:pt x="10580" y="5290"/>
                </a:lnTo>
                <a:cubicBezTo>
                  <a:pt x="11760" y="4380"/>
                  <a:pt x="12370" y="2900"/>
                  <a:pt x="12290" y="1130"/>
                </a:cubicBezTo>
                <a:lnTo>
                  <a:pt x="12280" y="900"/>
                </a:lnTo>
                <a:cubicBezTo>
                  <a:pt x="12270" y="710"/>
                  <a:pt x="12050" y="490"/>
                  <a:pt x="11860" y="480"/>
                </a:cubicBezTo>
                <a:lnTo>
                  <a:pt x="11630" y="470"/>
                </a:lnTo>
                <a:cubicBezTo>
                  <a:pt x="9870" y="410"/>
                  <a:pt x="8400" y="1010"/>
                  <a:pt x="7480" y="2200"/>
                </a:cubicBezTo>
                <a:lnTo>
                  <a:pt x="2640" y="8480"/>
                </a:lnTo>
                <a:close/>
                <a:moveTo>
                  <a:pt x="2370" y="8700"/>
                </a:moveTo>
                <a:cubicBezTo>
                  <a:pt x="2320" y="8700"/>
                  <a:pt x="2270" y="8680"/>
                  <a:pt x="2230" y="8640"/>
                </a:cubicBezTo>
                <a:lnTo>
                  <a:pt x="60" y="6470"/>
                </a:lnTo>
                <a:cubicBezTo>
                  <a:pt x="20" y="6430"/>
                  <a:pt x="0" y="6380"/>
                  <a:pt x="0" y="6330"/>
                </a:cubicBezTo>
                <a:cubicBezTo>
                  <a:pt x="0" y="6280"/>
                  <a:pt x="20" y="6230"/>
                  <a:pt x="60" y="6190"/>
                </a:cubicBezTo>
                <a:lnTo>
                  <a:pt x="700" y="5550"/>
                </a:lnTo>
                <a:cubicBezTo>
                  <a:pt x="750" y="5500"/>
                  <a:pt x="810" y="5480"/>
                  <a:pt x="880" y="5490"/>
                </a:cubicBezTo>
                <a:lnTo>
                  <a:pt x="4120" y="6080"/>
                </a:lnTo>
                <a:cubicBezTo>
                  <a:pt x="4190" y="6090"/>
                  <a:pt x="4250" y="6140"/>
                  <a:pt x="4270" y="6210"/>
                </a:cubicBezTo>
                <a:cubicBezTo>
                  <a:pt x="4290" y="6280"/>
                  <a:pt x="4280" y="6350"/>
                  <a:pt x="4240" y="6400"/>
                </a:cubicBezTo>
                <a:lnTo>
                  <a:pt x="2530" y="8620"/>
                </a:lnTo>
                <a:cubicBezTo>
                  <a:pt x="2490" y="8670"/>
                  <a:pt x="2440" y="8690"/>
                  <a:pt x="2380" y="8700"/>
                </a:cubicBezTo>
                <a:lnTo>
                  <a:pt x="2370" y="8700"/>
                </a:lnTo>
                <a:close/>
                <a:moveTo>
                  <a:pt x="480" y="6330"/>
                </a:moveTo>
                <a:lnTo>
                  <a:pt x="2350" y="8200"/>
                </a:lnTo>
                <a:lnTo>
                  <a:pt x="3720" y="6420"/>
                </a:lnTo>
                <a:lnTo>
                  <a:pt x="910" y="5900"/>
                </a:lnTo>
                <a:lnTo>
                  <a:pt x="480" y="6330"/>
                </a:lnTo>
                <a:close/>
                <a:moveTo>
                  <a:pt x="6450" y="12780"/>
                </a:moveTo>
                <a:cubicBezTo>
                  <a:pt x="6400" y="12780"/>
                  <a:pt x="6350" y="12760"/>
                  <a:pt x="6310" y="12720"/>
                </a:cubicBezTo>
                <a:lnTo>
                  <a:pt x="4140" y="10550"/>
                </a:lnTo>
                <a:cubicBezTo>
                  <a:pt x="4100" y="10510"/>
                  <a:pt x="4080" y="10450"/>
                  <a:pt x="4080" y="10400"/>
                </a:cubicBezTo>
                <a:cubicBezTo>
                  <a:pt x="4080" y="10340"/>
                  <a:pt x="4110" y="10290"/>
                  <a:pt x="4160" y="10250"/>
                </a:cubicBezTo>
                <a:lnTo>
                  <a:pt x="6380" y="8540"/>
                </a:lnTo>
                <a:cubicBezTo>
                  <a:pt x="6440" y="8500"/>
                  <a:pt x="6510" y="8490"/>
                  <a:pt x="6570" y="8510"/>
                </a:cubicBezTo>
                <a:cubicBezTo>
                  <a:pt x="6640" y="8540"/>
                  <a:pt x="6680" y="8590"/>
                  <a:pt x="6700" y="8660"/>
                </a:cubicBezTo>
                <a:lnTo>
                  <a:pt x="7290" y="11900"/>
                </a:lnTo>
                <a:cubicBezTo>
                  <a:pt x="7300" y="11960"/>
                  <a:pt x="7280" y="12030"/>
                  <a:pt x="7230" y="12080"/>
                </a:cubicBezTo>
                <a:lnTo>
                  <a:pt x="6590" y="12720"/>
                </a:lnTo>
                <a:cubicBezTo>
                  <a:pt x="6550" y="12760"/>
                  <a:pt x="6500" y="12780"/>
                  <a:pt x="6450" y="12780"/>
                </a:cubicBezTo>
                <a:close/>
                <a:moveTo>
                  <a:pt x="4580" y="10430"/>
                </a:moveTo>
                <a:lnTo>
                  <a:pt x="6450" y="12300"/>
                </a:lnTo>
                <a:lnTo>
                  <a:pt x="6880" y="11870"/>
                </a:lnTo>
                <a:lnTo>
                  <a:pt x="6360" y="9060"/>
                </a:lnTo>
                <a:lnTo>
                  <a:pt x="4580" y="10430"/>
                </a:lnTo>
                <a:close/>
                <a:moveTo>
                  <a:pt x="1700" y="11990"/>
                </a:moveTo>
                <a:cubicBezTo>
                  <a:pt x="1420" y="11990"/>
                  <a:pt x="1200" y="11910"/>
                  <a:pt x="1040" y="11750"/>
                </a:cubicBezTo>
                <a:cubicBezTo>
                  <a:pt x="760" y="11470"/>
                  <a:pt x="720" y="11010"/>
                  <a:pt x="920" y="10440"/>
                </a:cubicBezTo>
                <a:cubicBezTo>
                  <a:pt x="1110" y="9890"/>
                  <a:pt x="1500" y="9300"/>
                  <a:pt x="2020" y="8790"/>
                </a:cubicBezTo>
                <a:cubicBezTo>
                  <a:pt x="2060" y="8750"/>
                  <a:pt x="2120" y="8750"/>
                  <a:pt x="2160" y="8790"/>
                </a:cubicBezTo>
                <a:lnTo>
                  <a:pt x="2390" y="9020"/>
                </a:lnTo>
                <a:cubicBezTo>
                  <a:pt x="2430" y="9060"/>
                  <a:pt x="2430" y="9120"/>
                  <a:pt x="2390" y="9160"/>
                </a:cubicBezTo>
                <a:cubicBezTo>
                  <a:pt x="1740" y="9810"/>
                  <a:pt x="1480" y="10640"/>
                  <a:pt x="1810" y="10980"/>
                </a:cubicBezTo>
                <a:cubicBezTo>
                  <a:pt x="2150" y="11320"/>
                  <a:pt x="2980" y="11050"/>
                  <a:pt x="3630" y="10400"/>
                </a:cubicBezTo>
                <a:cubicBezTo>
                  <a:pt x="3650" y="10380"/>
                  <a:pt x="3670" y="10370"/>
                  <a:pt x="3700" y="10370"/>
                </a:cubicBezTo>
                <a:cubicBezTo>
                  <a:pt x="3730" y="10370"/>
                  <a:pt x="3750" y="10380"/>
                  <a:pt x="3770" y="10400"/>
                </a:cubicBezTo>
                <a:lnTo>
                  <a:pt x="4000" y="10630"/>
                </a:lnTo>
                <a:cubicBezTo>
                  <a:pt x="4040" y="10670"/>
                  <a:pt x="4040" y="10730"/>
                  <a:pt x="4000" y="10770"/>
                </a:cubicBezTo>
                <a:cubicBezTo>
                  <a:pt x="3480" y="11290"/>
                  <a:pt x="2890" y="11680"/>
                  <a:pt x="2350" y="11870"/>
                </a:cubicBezTo>
                <a:cubicBezTo>
                  <a:pt x="2110" y="11940"/>
                  <a:pt x="1900" y="11990"/>
                  <a:pt x="1700" y="11990"/>
                </a:cubicBezTo>
                <a:close/>
                <a:moveTo>
                  <a:pt x="2090" y="8990"/>
                </a:moveTo>
                <a:cubicBezTo>
                  <a:pt x="1630" y="9470"/>
                  <a:pt x="1280" y="10000"/>
                  <a:pt x="1110" y="10500"/>
                </a:cubicBezTo>
                <a:cubicBezTo>
                  <a:pt x="940" y="11000"/>
                  <a:pt x="960" y="11390"/>
                  <a:pt x="1180" y="11610"/>
                </a:cubicBezTo>
                <a:cubicBezTo>
                  <a:pt x="1400" y="11830"/>
                  <a:pt x="1790" y="11850"/>
                  <a:pt x="2290" y="11680"/>
                </a:cubicBezTo>
                <a:cubicBezTo>
                  <a:pt x="2790" y="11510"/>
                  <a:pt x="3320" y="11160"/>
                  <a:pt x="3800" y="10700"/>
                </a:cubicBezTo>
                <a:lnTo>
                  <a:pt x="3710" y="10610"/>
                </a:lnTo>
                <a:cubicBezTo>
                  <a:pt x="2970" y="11310"/>
                  <a:pt x="2100" y="11530"/>
                  <a:pt x="1680" y="11120"/>
                </a:cubicBezTo>
                <a:cubicBezTo>
                  <a:pt x="1270" y="10710"/>
                  <a:pt x="1490" y="9830"/>
                  <a:pt x="2190" y="9090"/>
                </a:cubicBezTo>
                <a:lnTo>
                  <a:pt x="2090" y="8990"/>
                </a:lnTo>
                <a:close/>
                <a:moveTo>
                  <a:pt x="9490" y="4540"/>
                </a:moveTo>
                <a:cubicBezTo>
                  <a:pt x="9170" y="4540"/>
                  <a:pt x="8850" y="4420"/>
                  <a:pt x="8610" y="4170"/>
                </a:cubicBezTo>
                <a:cubicBezTo>
                  <a:pt x="8120" y="3680"/>
                  <a:pt x="8120" y="2890"/>
                  <a:pt x="8610" y="2400"/>
                </a:cubicBezTo>
                <a:cubicBezTo>
                  <a:pt x="9100" y="1910"/>
                  <a:pt x="9890" y="1910"/>
                  <a:pt x="10380" y="2400"/>
                </a:cubicBezTo>
                <a:cubicBezTo>
                  <a:pt x="10620" y="2640"/>
                  <a:pt x="10750" y="2950"/>
                  <a:pt x="10750" y="3280"/>
                </a:cubicBezTo>
                <a:cubicBezTo>
                  <a:pt x="10750" y="3610"/>
                  <a:pt x="10620" y="3930"/>
                  <a:pt x="10380" y="4160"/>
                </a:cubicBezTo>
                <a:cubicBezTo>
                  <a:pt x="10130" y="4420"/>
                  <a:pt x="9810" y="4540"/>
                  <a:pt x="9490" y="4540"/>
                </a:cubicBezTo>
                <a:close/>
                <a:moveTo>
                  <a:pt x="9490" y="2240"/>
                </a:moveTo>
                <a:cubicBezTo>
                  <a:pt x="9220" y="2240"/>
                  <a:pt x="8950" y="2340"/>
                  <a:pt x="8750" y="2550"/>
                </a:cubicBezTo>
                <a:cubicBezTo>
                  <a:pt x="8340" y="2960"/>
                  <a:pt x="8340" y="3630"/>
                  <a:pt x="8750" y="4040"/>
                </a:cubicBezTo>
                <a:cubicBezTo>
                  <a:pt x="9160" y="4450"/>
                  <a:pt x="9830" y="4450"/>
                  <a:pt x="10240" y="4040"/>
                </a:cubicBezTo>
                <a:cubicBezTo>
                  <a:pt x="10440" y="3840"/>
                  <a:pt x="10550" y="3580"/>
                  <a:pt x="10550" y="3300"/>
                </a:cubicBezTo>
                <a:cubicBezTo>
                  <a:pt x="10550" y="3020"/>
                  <a:pt x="10440" y="2760"/>
                  <a:pt x="10240" y="2560"/>
                </a:cubicBezTo>
                <a:cubicBezTo>
                  <a:pt x="10020" y="2350"/>
                  <a:pt x="9760" y="2240"/>
                  <a:pt x="9490" y="2240"/>
                </a:cubicBezTo>
                <a:close/>
                <a:moveTo>
                  <a:pt x="4030" y="8850"/>
                </a:moveTo>
                <a:cubicBezTo>
                  <a:pt x="4000" y="8850"/>
                  <a:pt x="3980" y="8840"/>
                  <a:pt x="3960" y="8820"/>
                </a:cubicBezTo>
                <a:cubicBezTo>
                  <a:pt x="3920" y="8780"/>
                  <a:pt x="3920" y="8720"/>
                  <a:pt x="3960" y="8680"/>
                </a:cubicBezTo>
                <a:lnTo>
                  <a:pt x="8540" y="4100"/>
                </a:lnTo>
                <a:cubicBezTo>
                  <a:pt x="8580" y="4060"/>
                  <a:pt x="8640" y="4060"/>
                  <a:pt x="8680" y="4100"/>
                </a:cubicBezTo>
                <a:cubicBezTo>
                  <a:pt x="8720" y="4140"/>
                  <a:pt x="8720" y="4200"/>
                  <a:pt x="8680" y="4240"/>
                </a:cubicBezTo>
                <a:lnTo>
                  <a:pt x="4100" y="8820"/>
                </a:lnTo>
                <a:cubicBezTo>
                  <a:pt x="4080" y="8840"/>
                  <a:pt x="4060" y="8850"/>
                  <a:pt x="4030" y="88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1" name="money-stacks-of-coins_31028"/>
          <p:cNvSpPr>
            <a:spLocks noChangeAspect="1"/>
          </p:cNvSpPr>
          <p:nvPr/>
        </p:nvSpPr>
        <p:spPr bwMode="auto">
          <a:xfrm>
            <a:off x="4926993" y="2715979"/>
            <a:ext cx="422104" cy="372001"/>
          </a:xfrm>
          <a:custGeom>
            <a:avLst/>
            <a:gdLst>
              <a:gd name="connsiteX0" fmla="*/ 265462 w 533202"/>
              <a:gd name="connsiteY0" fmla="*/ 276852 h 469912"/>
              <a:gd name="connsiteX1" fmla="*/ 284507 w 533202"/>
              <a:gd name="connsiteY1" fmla="*/ 295906 h 469912"/>
              <a:gd name="connsiteX2" fmla="*/ 284507 w 533202"/>
              <a:gd name="connsiteY2" fmla="*/ 450865 h 469912"/>
              <a:gd name="connsiteX3" fmla="*/ 265461 w 533202"/>
              <a:gd name="connsiteY3" fmla="*/ 469912 h 469912"/>
              <a:gd name="connsiteX4" fmla="*/ 246414 w 533202"/>
              <a:gd name="connsiteY4" fmla="*/ 450865 h 469912"/>
              <a:gd name="connsiteX5" fmla="*/ 246414 w 533202"/>
              <a:gd name="connsiteY5" fmla="*/ 295924 h 469912"/>
              <a:gd name="connsiteX6" fmla="*/ 265510 w 533202"/>
              <a:gd name="connsiteY6" fmla="*/ 231832 h 469912"/>
              <a:gd name="connsiteX7" fmla="*/ 280649 w 533202"/>
              <a:gd name="connsiteY7" fmla="*/ 238083 h 469912"/>
              <a:gd name="connsiteX8" fmla="*/ 349250 w 533202"/>
              <a:gd name="connsiteY8" fmla="*/ 306763 h 469912"/>
              <a:gd name="connsiteX9" fmla="*/ 349250 w 533202"/>
              <a:gd name="connsiteY9" fmla="*/ 333720 h 469912"/>
              <a:gd name="connsiteX10" fmla="*/ 322305 w 533202"/>
              <a:gd name="connsiteY10" fmla="*/ 333720 h 469912"/>
              <a:gd name="connsiteX11" fmla="*/ 284507 w 533202"/>
              <a:gd name="connsiteY11" fmla="*/ 295906 h 469912"/>
              <a:gd name="connsiteX12" fmla="*/ 284507 w 533202"/>
              <a:gd name="connsiteY12" fmla="*/ 286589 h 469912"/>
              <a:gd name="connsiteX13" fmla="*/ 265461 w 533202"/>
              <a:gd name="connsiteY13" fmla="*/ 267543 h 469912"/>
              <a:gd name="connsiteX14" fmla="*/ 246414 w 533202"/>
              <a:gd name="connsiteY14" fmla="*/ 286589 h 469912"/>
              <a:gd name="connsiteX15" fmla="*/ 246414 w 533202"/>
              <a:gd name="connsiteY15" fmla="*/ 295924 h 469912"/>
              <a:gd name="connsiteX16" fmla="*/ 208667 w 533202"/>
              <a:gd name="connsiteY16" fmla="*/ 333720 h 469912"/>
              <a:gd name="connsiteX17" fmla="*/ 195195 w 533202"/>
              <a:gd name="connsiteY17" fmla="*/ 339293 h 469912"/>
              <a:gd name="connsiteX18" fmla="*/ 181770 w 533202"/>
              <a:gd name="connsiteY18" fmla="*/ 333720 h 469912"/>
              <a:gd name="connsiteX19" fmla="*/ 181770 w 533202"/>
              <a:gd name="connsiteY19" fmla="*/ 306763 h 469912"/>
              <a:gd name="connsiteX20" fmla="*/ 250371 w 533202"/>
              <a:gd name="connsiteY20" fmla="*/ 238083 h 469912"/>
              <a:gd name="connsiteX21" fmla="*/ 265510 w 533202"/>
              <a:gd name="connsiteY21" fmla="*/ 231832 h 469912"/>
              <a:gd name="connsiteX22" fmla="*/ 266577 w 533202"/>
              <a:gd name="connsiteY22" fmla="*/ 0 h 469912"/>
              <a:gd name="connsiteX23" fmla="*/ 372675 w 533202"/>
              <a:gd name="connsiteY23" fmla="*/ 38053 h 469912"/>
              <a:gd name="connsiteX24" fmla="*/ 427057 w 533202"/>
              <a:gd name="connsiteY24" fmla="*/ 120255 h 469912"/>
              <a:gd name="connsiteX25" fmla="*/ 533202 w 533202"/>
              <a:gd name="connsiteY25" fmla="*/ 252893 h 469912"/>
              <a:gd name="connsiteX26" fmla="*/ 493344 w 533202"/>
              <a:gd name="connsiteY26" fmla="*/ 349050 h 469912"/>
              <a:gd name="connsiteX27" fmla="*/ 397295 w 533202"/>
              <a:gd name="connsiteY27" fmla="*/ 388865 h 469912"/>
              <a:gd name="connsiteX28" fmla="*/ 378247 w 533202"/>
              <a:gd name="connsiteY28" fmla="*/ 369815 h 469912"/>
              <a:gd name="connsiteX29" fmla="*/ 397295 w 533202"/>
              <a:gd name="connsiteY29" fmla="*/ 350764 h 469912"/>
              <a:gd name="connsiteX30" fmla="*/ 495106 w 533202"/>
              <a:gd name="connsiteY30" fmla="*/ 252941 h 469912"/>
              <a:gd name="connsiteX31" fmla="*/ 409390 w 533202"/>
              <a:gd name="connsiteY31" fmla="*/ 155879 h 469912"/>
              <a:gd name="connsiteX32" fmla="*/ 395866 w 533202"/>
              <a:gd name="connsiteY32" fmla="*/ 154212 h 469912"/>
              <a:gd name="connsiteX33" fmla="*/ 393056 w 533202"/>
              <a:gd name="connsiteY33" fmla="*/ 140877 h 469912"/>
              <a:gd name="connsiteX34" fmla="*/ 266625 w 533202"/>
              <a:gd name="connsiteY34" fmla="*/ 38244 h 469912"/>
              <a:gd name="connsiteX35" fmla="*/ 140194 w 533202"/>
              <a:gd name="connsiteY35" fmla="*/ 140877 h 469912"/>
              <a:gd name="connsiteX36" fmla="*/ 137384 w 533202"/>
              <a:gd name="connsiteY36" fmla="*/ 154212 h 469912"/>
              <a:gd name="connsiteX37" fmla="*/ 123860 w 533202"/>
              <a:gd name="connsiteY37" fmla="*/ 155879 h 469912"/>
              <a:gd name="connsiteX38" fmla="*/ 38144 w 533202"/>
              <a:gd name="connsiteY38" fmla="*/ 252941 h 469912"/>
              <a:gd name="connsiteX39" fmla="*/ 135956 w 533202"/>
              <a:gd name="connsiteY39" fmla="*/ 350764 h 469912"/>
              <a:gd name="connsiteX40" fmla="*/ 155004 w 533202"/>
              <a:gd name="connsiteY40" fmla="*/ 369815 h 469912"/>
              <a:gd name="connsiteX41" fmla="*/ 135956 w 533202"/>
              <a:gd name="connsiteY41" fmla="*/ 388865 h 469912"/>
              <a:gd name="connsiteX42" fmla="*/ 39811 w 533202"/>
              <a:gd name="connsiteY42" fmla="*/ 349050 h 469912"/>
              <a:gd name="connsiteX43" fmla="*/ 0 w 533202"/>
              <a:gd name="connsiteY43" fmla="*/ 252893 h 469912"/>
              <a:gd name="connsiteX44" fmla="*/ 106098 w 533202"/>
              <a:gd name="connsiteY44" fmla="*/ 120255 h 469912"/>
              <a:gd name="connsiteX45" fmla="*/ 160432 w 533202"/>
              <a:gd name="connsiteY45" fmla="*/ 38053 h 469912"/>
              <a:gd name="connsiteX46" fmla="*/ 266577 w 533202"/>
              <a:gd name="connsiteY46" fmla="*/ 0 h 469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533202" h="469912">
                <a:moveTo>
                  <a:pt x="265462" y="276852"/>
                </a:moveTo>
                <a:lnTo>
                  <a:pt x="284507" y="295906"/>
                </a:lnTo>
                <a:lnTo>
                  <a:pt x="284507" y="450865"/>
                </a:lnTo>
                <a:cubicBezTo>
                  <a:pt x="284507" y="461341"/>
                  <a:pt x="276032" y="469912"/>
                  <a:pt x="265461" y="469912"/>
                </a:cubicBezTo>
                <a:cubicBezTo>
                  <a:pt x="254938" y="469912"/>
                  <a:pt x="246414" y="461389"/>
                  <a:pt x="246414" y="450865"/>
                </a:cubicBezTo>
                <a:lnTo>
                  <a:pt x="246414" y="295924"/>
                </a:lnTo>
                <a:close/>
                <a:moveTo>
                  <a:pt x="265510" y="231832"/>
                </a:moveTo>
                <a:cubicBezTo>
                  <a:pt x="270997" y="231832"/>
                  <a:pt x="276483" y="233916"/>
                  <a:pt x="280649" y="238083"/>
                </a:cubicBezTo>
                <a:lnTo>
                  <a:pt x="349250" y="306763"/>
                </a:lnTo>
                <a:cubicBezTo>
                  <a:pt x="356724" y="314193"/>
                  <a:pt x="356724" y="326290"/>
                  <a:pt x="349250" y="333720"/>
                </a:cubicBezTo>
                <a:cubicBezTo>
                  <a:pt x="341823" y="341150"/>
                  <a:pt x="329731" y="341150"/>
                  <a:pt x="322305" y="333720"/>
                </a:cubicBezTo>
                <a:lnTo>
                  <a:pt x="284507" y="295906"/>
                </a:lnTo>
                <a:lnTo>
                  <a:pt x="284507" y="286589"/>
                </a:lnTo>
                <a:cubicBezTo>
                  <a:pt x="284507" y="276066"/>
                  <a:pt x="276032" y="267543"/>
                  <a:pt x="265461" y="267543"/>
                </a:cubicBezTo>
                <a:cubicBezTo>
                  <a:pt x="254938" y="267543"/>
                  <a:pt x="246414" y="276066"/>
                  <a:pt x="246414" y="286589"/>
                </a:cubicBezTo>
                <a:lnTo>
                  <a:pt x="246414" y="295924"/>
                </a:lnTo>
                <a:lnTo>
                  <a:pt x="208667" y="333720"/>
                </a:lnTo>
                <a:cubicBezTo>
                  <a:pt x="204954" y="337387"/>
                  <a:pt x="200098" y="339293"/>
                  <a:pt x="195195" y="339293"/>
                </a:cubicBezTo>
                <a:cubicBezTo>
                  <a:pt x="190339" y="339293"/>
                  <a:pt x="185435" y="337483"/>
                  <a:pt x="181770" y="333720"/>
                </a:cubicBezTo>
                <a:cubicBezTo>
                  <a:pt x="174295" y="326290"/>
                  <a:pt x="174295" y="314193"/>
                  <a:pt x="181770" y="306763"/>
                </a:cubicBezTo>
                <a:lnTo>
                  <a:pt x="250371" y="238083"/>
                </a:lnTo>
                <a:cubicBezTo>
                  <a:pt x="254536" y="233916"/>
                  <a:pt x="260023" y="231832"/>
                  <a:pt x="265510" y="231832"/>
                </a:cubicBezTo>
                <a:close/>
                <a:moveTo>
                  <a:pt x="266577" y="0"/>
                </a:moveTo>
                <a:cubicBezTo>
                  <a:pt x="305197" y="0"/>
                  <a:pt x="342912" y="13526"/>
                  <a:pt x="372675" y="38053"/>
                </a:cubicBezTo>
                <a:cubicBezTo>
                  <a:pt x="398628" y="59437"/>
                  <a:pt x="417628" y="88251"/>
                  <a:pt x="427057" y="120255"/>
                </a:cubicBezTo>
                <a:cubicBezTo>
                  <a:pt x="488487" y="134019"/>
                  <a:pt x="533202" y="188836"/>
                  <a:pt x="533202" y="252893"/>
                </a:cubicBezTo>
                <a:cubicBezTo>
                  <a:pt x="533202" y="289232"/>
                  <a:pt x="519011" y="323332"/>
                  <a:pt x="493344" y="349050"/>
                </a:cubicBezTo>
                <a:cubicBezTo>
                  <a:pt x="467725" y="374720"/>
                  <a:pt x="433581" y="388865"/>
                  <a:pt x="397295" y="388865"/>
                </a:cubicBezTo>
                <a:cubicBezTo>
                  <a:pt x="386770" y="388865"/>
                  <a:pt x="378247" y="380388"/>
                  <a:pt x="378247" y="369815"/>
                </a:cubicBezTo>
                <a:cubicBezTo>
                  <a:pt x="378247" y="359289"/>
                  <a:pt x="386770" y="350764"/>
                  <a:pt x="397295" y="350764"/>
                </a:cubicBezTo>
                <a:cubicBezTo>
                  <a:pt x="451200" y="350764"/>
                  <a:pt x="495106" y="306901"/>
                  <a:pt x="495106" y="252941"/>
                </a:cubicBezTo>
                <a:cubicBezTo>
                  <a:pt x="495106" y="203600"/>
                  <a:pt x="458248" y="161880"/>
                  <a:pt x="409390" y="155879"/>
                </a:cubicBezTo>
                <a:lnTo>
                  <a:pt x="395866" y="154212"/>
                </a:lnTo>
                <a:lnTo>
                  <a:pt x="393056" y="140877"/>
                </a:lnTo>
                <a:cubicBezTo>
                  <a:pt x="380675" y="81393"/>
                  <a:pt x="327531" y="38244"/>
                  <a:pt x="266625" y="38244"/>
                </a:cubicBezTo>
                <a:cubicBezTo>
                  <a:pt x="205767" y="38244"/>
                  <a:pt x="152623" y="81393"/>
                  <a:pt x="140194" y="140877"/>
                </a:cubicBezTo>
                <a:lnTo>
                  <a:pt x="137384" y="154212"/>
                </a:lnTo>
                <a:lnTo>
                  <a:pt x="123860" y="155879"/>
                </a:lnTo>
                <a:cubicBezTo>
                  <a:pt x="75002" y="161880"/>
                  <a:pt x="38144" y="203600"/>
                  <a:pt x="38144" y="252941"/>
                </a:cubicBezTo>
                <a:cubicBezTo>
                  <a:pt x="38144" y="306901"/>
                  <a:pt x="82050" y="350764"/>
                  <a:pt x="135956" y="350764"/>
                </a:cubicBezTo>
                <a:cubicBezTo>
                  <a:pt x="146480" y="350764"/>
                  <a:pt x="155004" y="359289"/>
                  <a:pt x="155004" y="369815"/>
                </a:cubicBezTo>
                <a:cubicBezTo>
                  <a:pt x="155004" y="380340"/>
                  <a:pt x="146480" y="388865"/>
                  <a:pt x="135956" y="388865"/>
                </a:cubicBezTo>
                <a:cubicBezTo>
                  <a:pt x="99669" y="388865"/>
                  <a:pt x="65525" y="374720"/>
                  <a:pt x="39811" y="349050"/>
                </a:cubicBezTo>
                <a:cubicBezTo>
                  <a:pt x="14191" y="323379"/>
                  <a:pt x="0" y="289232"/>
                  <a:pt x="0" y="252893"/>
                </a:cubicBezTo>
                <a:cubicBezTo>
                  <a:pt x="0" y="188836"/>
                  <a:pt x="44763" y="134019"/>
                  <a:pt x="106098" y="120255"/>
                </a:cubicBezTo>
                <a:cubicBezTo>
                  <a:pt x="115479" y="88251"/>
                  <a:pt x="134479" y="59437"/>
                  <a:pt x="160432" y="38053"/>
                </a:cubicBezTo>
                <a:cubicBezTo>
                  <a:pt x="190242" y="13526"/>
                  <a:pt x="227910" y="0"/>
                  <a:pt x="266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2" name="money-stacks-of-coins_31028"/>
          <p:cNvSpPr>
            <a:spLocks noChangeAspect="1"/>
          </p:cNvSpPr>
          <p:nvPr/>
        </p:nvSpPr>
        <p:spPr bwMode="auto">
          <a:xfrm>
            <a:off x="8581291" y="2740101"/>
            <a:ext cx="392368" cy="323756"/>
          </a:xfrm>
          <a:custGeom>
            <a:avLst/>
            <a:gdLst>
              <a:gd name="T0" fmla="*/ 5188 w 10375"/>
              <a:gd name="T1" fmla="*/ 1 h 8561"/>
              <a:gd name="T2" fmla="*/ 0 w 10375"/>
              <a:gd name="T3" fmla="*/ 4218 h 8561"/>
              <a:gd name="T4" fmla="*/ 1453 w 10375"/>
              <a:gd name="T5" fmla="*/ 7143 h 8561"/>
              <a:gd name="T6" fmla="*/ 1328 w 10375"/>
              <a:gd name="T7" fmla="*/ 8561 h 8561"/>
              <a:gd name="T8" fmla="*/ 2703 w 10375"/>
              <a:gd name="T9" fmla="*/ 7920 h 8561"/>
              <a:gd name="T10" fmla="*/ 5188 w 10375"/>
              <a:gd name="T11" fmla="*/ 8436 h 8561"/>
              <a:gd name="T12" fmla="*/ 10375 w 10375"/>
              <a:gd name="T13" fmla="*/ 4218 h 8561"/>
              <a:gd name="T14" fmla="*/ 5188 w 10375"/>
              <a:gd name="T15" fmla="*/ 1 h 8561"/>
              <a:gd name="T16" fmla="*/ 5188 w 10375"/>
              <a:gd name="T17" fmla="*/ 7604 h 8561"/>
              <a:gd name="T18" fmla="*/ 3200 w 10375"/>
              <a:gd name="T19" fmla="*/ 7193 h 8561"/>
              <a:gd name="T20" fmla="*/ 2100 w 10375"/>
              <a:gd name="T21" fmla="*/ 7706 h 8561"/>
              <a:gd name="T22" fmla="*/ 2200 w 10375"/>
              <a:gd name="T23" fmla="*/ 6572 h 8561"/>
              <a:gd name="T24" fmla="*/ 1038 w 10375"/>
              <a:gd name="T25" fmla="*/ 4230 h 8561"/>
              <a:gd name="T26" fmla="*/ 5188 w 10375"/>
              <a:gd name="T27" fmla="*/ 857 h 8561"/>
              <a:gd name="T28" fmla="*/ 9338 w 10375"/>
              <a:gd name="T29" fmla="*/ 4230 h 8561"/>
              <a:gd name="T30" fmla="*/ 5188 w 10375"/>
              <a:gd name="T31" fmla="*/ 7604 h 8561"/>
              <a:gd name="T32" fmla="*/ 2776 w 10375"/>
              <a:gd name="T33" fmla="*/ 4287 h 8561"/>
              <a:gd name="T34" fmla="*/ 2008 w 10375"/>
              <a:gd name="T35" fmla="*/ 4287 h 8561"/>
              <a:gd name="T36" fmla="*/ 2776 w 10375"/>
              <a:gd name="T37" fmla="*/ 5055 h 8561"/>
              <a:gd name="T38" fmla="*/ 3545 w 10375"/>
              <a:gd name="T39" fmla="*/ 4287 h 8561"/>
              <a:gd name="T40" fmla="*/ 2776 w 10375"/>
              <a:gd name="T41" fmla="*/ 3518 h 8561"/>
              <a:gd name="T42" fmla="*/ 2008 w 10375"/>
              <a:gd name="T43" fmla="*/ 4287 h 8561"/>
              <a:gd name="T44" fmla="*/ 5188 w 10375"/>
              <a:gd name="T45" fmla="*/ 4282 h 8561"/>
              <a:gd name="T46" fmla="*/ 4419 w 10375"/>
              <a:gd name="T47" fmla="*/ 4282 h 8561"/>
              <a:gd name="T48" fmla="*/ 5188 w 10375"/>
              <a:gd name="T49" fmla="*/ 5050 h 8561"/>
              <a:gd name="T50" fmla="*/ 5956 w 10375"/>
              <a:gd name="T51" fmla="*/ 4282 h 8561"/>
              <a:gd name="T52" fmla="*/ 5188 w 10375"/>
              <a:gd name="T53" fmla="*/ 3513 h 8561"/>
              <a:gd name="T54" fmla="*/ 4419 w 10375"/>
              <a:gd name="T55" fmla="*/ 4282 h 8561"/>
              <a:gd name="T56" fmla="*/ 7576 w 10375"/>
              <a:gd name="T57" fmla="*/ 4278 h 8561"/>
              <a:gd name="T58" fmla="*/ 6808 w 10375"/>
              <a:gd name="T59" fmla="*/ 4278 h 8561"/>
              <a:gd name="T60" fmla="*/ 7576 w 10375"/>
              <a:gd name="T61" fmla="*/ 5047 h 8561"/>
              <a:gd name="T62" fmla="*/ 8345 w 10375"/>
              <a:gd name="T63" fmla="*/ 4278 h 8561"/>
              <a:gd name="T64" fmla="*/ 7576 w 10375"/>
              <a:gd name="T65" fmla="*/ 3509 h 8561"/>
              <a:gd name="T66" fmla="*/ 6808 w 10375"/>
              <a:gd name="T67" fmla="*/ 4278 h 8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375" h="8561">
                <a:moveTo>
                  <a:pt x="5188" y="1"/>
                </a:moveTo>
                <a:cubicBezTo>
                  <a:pt x="2323" y="1"/>
                  <a:pt x="0" y="1888"/>
                  <a:pt x="0" y="4218"/>
                </a:cubicBezTo>
                <a:cubicBezTo>
                  <a:pt x="0" y="5354"/>
                  <a:pt x="554" y="6384"/>
                  <a:pt x="1453" y="7143"/>
                </a:cubicBezTo>
                <a:lnTo>
                  <a:pt x="1328" y="8561"/>
                </a:lnTo>
                <a:lnTo>
                  <a:pt x="2703" y="7920"/>
                </a:lnTo>
                <a:cubicBezTo>
                  <a:pt x="3440" y="8248"/>
                  <a:pt x="4288" y="8436"/>
                  <a:pt x="5188" y="8436"/>
                </a:cubicBezTo>
                <a:cubicBezTo>
                  <a:pt x="8053" y="8436"/>
                  <a:pt x="10375" y="6548"/>
                  <a:pt x="10375" y="4218"/>
                </a:cubicBezTo>
                <a:cubicBezTo>
                  <a:pt x="10375" y="1889"/>
                  <a:pt x="8053" y="0"/>
                  <a:pt x="5188" y="1"/>
                </a:cubicBezTo>
                <a:close/>
                <a:moveTo>
                  <a:pt x="5188" y="7604"/>
                </a:moveTo>
                <a:cubicBezTo>
                  <a:pt x="4468" y="7604"/>
                  <a:pt x="3790" y="7456"/>
                  <a:pt x="3200" y="7193"/>
                </a:cubicBezTo>
                <a:lnTo>
                  <a:pt x="2100" y="7706"/>
                </a:lnTo>
                <a:lnTo>
                  <a:pt x="2200" y="6572"/>
                </a:lnTo>
                <a:cubicBezTo>
                  <a:pt x="1480" y="5963"/>
                  <a:pt x="1038" y="5139"/>
                  <a:pt x="1038" y="4230"/>
                </a:cubicBezTo>
                <a:cubicBezTo>
                  <a:pt x="1038" y="2367"/>
                  <a:pt x="2895" y="857"/>
                  <a:pt x="5188" y="857"/>
                </a:cubicBezTo>
                <a:cubicBezTo>
                  <a:pt x="7480" y="857"/>
                  <a:pt x="9338" y="2367"/>
                  <a:pt x="9338" y="4230"/>
                </a:cubicBezTo>
                <a:cubicBezTo>
                  <a:pt x="9338" y="6094"/>
                  <a:pt x="7480" y="7604"/>
                  <a:pt x="5188" y="7604"/>
                </a:cubicBezTo>
                <a:close/>
                <a:moveTo>
                  <a:pt x="2776" y="4287"/>
                </a:moveTo>
                <a:close/>
                <a:moveTo>
                  <a:pt x="2008" y="4287"/>
                </a:moveTo>
                <a:cubicBezTo>
                  <a:pt x="2008" y="4711"/>
                  <a:pt x="2352" y="5055"/>
                  <a:pt x="2776" y="5055"/>
                </a:cubicBezTo>
                <a:cubicBezTo>
                  <a:pt x="3201" y="5055"/>
                  <a:pt x="3545" y="4711"/>
                  <a:pt x="3545" y="4287"/>
                </a:cubicBezTo>
                <a:cubicBezTo>
                  <a:pt x="3545" y="3862"/>
                  <a:pt x="3201" y="3518"/>
                  <a:pt x="2776" y="3518"/>
                </a:cubicBezTo>
                <a:cubicBezTo>
                  <a:pt x="2352" y="3518"/>
                  <a:pt x="2008" y="3862"/>
                  <a:pt x="2008" y="4287"/>
                </a:cubicBezTo>
                <a:close/>
                <a:moveTo>
                  <a:pt x="5188" y="4282"/>
                </a:moveTo>
                <a:close/>
                <a:moveTo>
                  <a:pt x="4419" y="4282"/>
                </a:moveTo>
                <a:cubicBezTo>
                  <a:pt x="4419" y="4706"/>
                  <a:pt x="4763" y="5050"/>
                  <a:pt x="5188" y="5050"/>
                </a:cubicBezTo>
                <a:cubicBezTo>
                  <a:pt x="5612" y="5050"/>
                  <a:pt x="5956" y="4706"/>
                  <a:pt x="5956" y="4282"/>
                </a:cubicBezTo>
                <a:cubicBezTo>
                  <a:pt x="5956" y="3857"/>
                  <a:pt x="5612" y="3513"/>
                  <a:pt x="5188" y="3513"/>
                </a:cubicBezTo>
                <a:cubicBezTo>
                  <a:pt x="4763" y="3513"/>
                  <a:pt x="4419" y="3857"/>
                  <a:pt x="4419" y="4282"/>
                </a:cubicBezTo>
                <a:close/>
                <a:moveTo>
                  <a:pt x="7576" y="4278"/>
                </a:moveTo>
                <a:close/>
                <a:moveTo>
                  <a:pt x="6808" y="4278"/>
                </a:moveTo>
                <a:cubicBezTo>
                  <a:pt x="6808" y="4703"/>
                  <a:pt x="7152" y="5047"/>
                  <a:pt x="7576" y="5047"/>
                </a:cubicBezTo>
                <a:cubicBezTo>
                  <a:pt x="8001" y="5047"/>
                  <a:pt x="8345" y="4703"/>
                  <a:pt x="8345" y="4278"/>
                </a:cubicBezTo>
                <a:cubicBezTo>
                  <a:pt x="8345" y="3853"/>
                  <a:pt x="8001" y="3509"/>
                  <a:pt x="7576" y="3509"/>
                </a:cubicBezTo>
                <a:cubicBezTo>
                  <a:pt x="7152" y="3509"/>
                  <a:pt x="6808" y="3853"/>
                  <a:pt x="6808" y="42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文献综述</a:t>
            </a:r>
          </a:p>
        </p:txBody>
      </p:sp>
      <p:sp>
        <p:nvSpPr>
          <p:cNvPr id="23" name="圆角矩形 2"/>
          <p:cNvSpPr/>
          <p:nvPr/>
        </p:nvSpPr>
        <p:spPr>
          <a:xfrm rot="2640000">
            <a:off x="6521450" y="1801813"/>
            <a:ext cx="1712913" cy="1712913"/>
          </a:xfrm>
          <a:prstGeom prst="roundRect">
            <a:avLst>
              <a:gd name="adj" fmla="val 8024"/>
            </a:avLst>
          </a:pr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圆角矩形 3"/>
          <p:cNvSpPr/>
          <p:nvPr/>
        </p:nvSpPr>
        <p:spPr>
          <a:xfrm rot="2640000">
            <a:off x="5229225" y="3344863"/>
            <a:ext cx="1712913" cy="1711325"/>
          </a:xfrm>
          <a:prstGeom prst="roundRect">
            <a:avLst>
              <a:gd name="adj" fmla="val 8024"/>
            </a:avLst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圆角矩形 4"/>
          <p:cNvSpPr/>
          <p:nvPr/>
        </p:nvSpPr>
        <p:spPr>
          <a:xfrm rot="2640000">
            <a:off x="3854450" y="1884363"/>
            <a:ext cx="1712913" cy="1711325"/>
          </a:xfrm>
          <a:prstGeom prst="roundRect">
            <a:avLst>
              <a:gd name="adj" fmla="val 8024"/>
            </a:avLst>
          </a:pr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圆角矩形 5"/>
          <p:cNvSpPr/>
          <p:nvPr/>
        </p:nvSpPr>
        <p:spPr>
          <a:xfrm rot="2640000">
            <a:off x="2501900" y="3303588"/>
            <a:ext cx="1711325" cy="1711325"/>
          </a:xfrm>
          <a:prstGeom prst="roundRect">
            <a:avLst>
              <a:gd name="adj" fmla="val 8024"/>
            </a:avLst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圆角矩形 6"/>
          <p:cNvSpPr/>
          <p:nvPr/>
        </p:nvSpPr>
        <p:spPr>
          <a:xfrm rot="2640000">
            <a:off x="7978775" y="3176588"/>
            <a:ext cx="1712913" cy="1712913"/>
          </a:xfrm>
          <a:prstGeom prst="roundRect">
            <a:avLst>
              <a:gd name="adj" fmla="val 8024"/>
            </a:avLst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Freeform 41"/>
          <p:cNvSpPr>
            <a:spLocks noEditPoints="1"/>
          </p:cNvSpPr>
          <p:nvPr/>
        </p:nvSpPr>
        <p:spPr>
          <a:xfrm>
            <a:off x="4318000" y="2346325"/>
            <a:ext cx="866775" cy="644525"/>
          </a:xfrm>
          <a:custGeom>
            <a:avLst/>
            <a:gdLst/>
            <a:ahLst/>
            <a:cxnLst>
              <a:cxn ang="0">
                <a:pos x="145735" y="39401"/>
              </a:cxn>
              <a:cxn ang="0">
                <a:pos x="235418" y="129460"/>
              </a:cxn>
              <a:cxn ang="0">
                <a:pos x="235418" y="140717"/>
              </a:cxn>
              <a:cxn ang="0">
                <a:pos x="201787" y="151975"/>
              </a:cxn>
              <a:cxn ang="0">
                <a:pos x="170959" y="154789"/>
              </a:cxn>
              <a:cxn ang="0">
                <a:pos x="156946" y="146346"/>
              </a:cxn>
              <a:cxn ang="0">
                <a:pos x="137327" y="146346"/>
              </a:cxn>
              <a:cxn ang="0">
                <a:pos x="120512" y="163232"/>
              </a:cxn>
              <a:cxn ang="0">
                <a:pos x="120512" y="163232"/>
              </a:cxn>
              <a:cxn ang="0">
                <a:pos x="137327" y="180118"/>
              </a:cxn>
              <a:cxn ang="0">
                <a:pos x="156946" y="180118"/>
              </a:cxn>
              <a:cxn ang="0">
                <a:pos x="170959" y="168861"/>
              </a:cxn>
              <a:cxn ang="0">
                <a:pos x="204590" y="166046"/>
              </a:cxn>
              <a:cxn ang="0">
                <a:pos x="229813" y="157603"/>
              </a:cxn>
              <a:cxn ang="0">
                <a:pos x="145735" y="219519"/>
              </a:cxn>
              <a:cxn ang="0">
                <a:pos x="56052" y="129460"/>
              </a:cxn>
              <a:cxn ang="0">
                <a:pos x="145735" y="39401"/>
              </a:cxn>
              <a:cxn ang="0">
                <a:pos x="145735" y="0"/>
              </a:cxn>
              <a:cxn ang="0">
                <a:pos x="56052" y="39401"/>
              </a:cxn>
              <a:cxn ang="0">
                <a:pos x="22421" y="92873"/>
              </a:cxn>
              <a:cxn ang="0">
                <a:pos x="16816" y="92873"/>
              </a:cxn>
              <a:cxn ang="0">
                <a:pos x="0" y="112574"/>
              </a:cxn>
              <a:cxn ang="0">
                <a:pos x="0" y="143532"/>
              </a:cxn>
              <a:cxn ang="0">
                <a:pos x="16816" y="160418"/>
              </a:cxn>
              <a:cxn ang="0">
                <a:pos x="42039" y="160418"/>
              </a:cxn>
              <a:cxn ang="0">
                <a:pos x="42039" y="95688"/>
              </a:cxn>
              <a:cxn ang="0">
                <a:pos x="70065" y="53473"/>
              </a:cxn>
              <a:cxn ang="0">
                <a:pos x="145735" y="19700"/>
              </a:cxn>
              <a:cxn ang="0">
                <a:pos x="224208" y="53473"/>
              </a:cxn>
              <a:cxn ang="0">
                <a:pos x="249431" y="92873"/>
              </a:cxn>
              <a:cxn ang="0">
                <a:pos x="249431" y="160418"/>
              </a:cxn>
              <a:cxn ang="0">
                <a:pos x="274655" y="160418"/>
              </a:cxn>
              <a:cxn ang="0">
                <a:pos x="294273" y="143532"/>
              </a:cxn>
              <a:cxn ang="0">
                <a:pos x="294273" y="112574"/>
              </a:cxn>
              <a:cxn ang="0">
                <a:pos x="274655" y="92873"/>
              </a:cxn>
              <a:cxn ang="0">
                <a:pos x="269050" y="92873"/>
              </a:cxn>
              <a:cxn ang="0">
                <a:pos x="238221" y="39401"/>
              </a:cxn>
              <a:cxn ang="0">
                <a:pos x="145735" y="0"/>
              </a:cxn>
            </a:cxnLst>
            <a:rect l="0" t="0" r="0" b="0"/>
            <a:pathLst>
              <a:path w="105" h="78">
                <a:moveTo>
                  <a:pt x="52" y="14"/>
                </a:moveTo>
                <a:cubicBezTo>
                  <a:pt x="70" y="14"/>
                  <a:pt x="84" y="29"/>
                  <a:pt x="84" y="46"/>
                </a:cubicBezTo>
                <a:cubicBezTo>
                  <a:pt x="84" y="47"/>
                  <a:pt x="84" y="49"/>
                  <a:pt x="84" y="50"/>
                </a:cubicBezTo>
                <a:cubicBezTo>
                  <a:pt x="80" y="51"/>
                  <a:pt x="76" y="53"/>
                  <a:pt x="72" y="54"/>
                </a:cubicBezTo>
                <a:cubicBezTo>
                  <a:pt x="68" y="55"/>
                  <a:pt x="65" y="55"/>
                  <a:pt x="61" y="55"/>
                </a:cubicBezTo>
                <a:cubicBezTo>
                  <a:pt x="60" y="54"/>
                  <a:pt x="58" y="52"/>
                  <a:pt x="56" y="52"/>
                </a:cubicBezTo>
                <a:cubicBezTo>
                  <a:pt x="49" y="52"/>
                  <a:pt x="49" y="52"/>
                  <a:pt x="49" y="52"/>
                </a:cubicBezTo>
                <a:cubicBezTo>
                  <a:pt x="46" y="52"/>
                  <a:pt x="43" y="55"/>
                  <a:pt x="43" y="58"/>
                </a:cubicBezTo>
                <a:cubicBezTo>
                  <a:pt x="43" y="58"/>
                  <a:pt x="43" y="58"/>
                  <a:pt x="43" y="58"/>
                </a:cubicBezTo>
                <a:cubicBezTo>
                  <a:pt x="43" y="61"/>
                  <a:pt x="46" y="64"/>
                  <a:pt x="49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8" y="64"/>
                  <a:pt x="60" y="62"/>
                  <a:pt x="61" y="60"/>
                </a:cubicBezTo>
                <a:cubicBezTo>
                  <a:pt x="65" y="60"/>
                  <a:pt x="69" y="59"/>
                  <a:pt x="73" y="59"/>
                </a:cubicBezTo>
                <a:cubicBezTo>
                  <a:pt x="76" y="58"/>
                  <a:pt x="79" y="57"/>
                  <a:pt x="82" y="56"/>
                </a:cubicBezTo>
                <a:cubicBezTo>
                  <a:pt x="78" y="69"/>
                  <a:pt x="66" y="78"/>
                  <a:pt x="52" y="78"/>
                </a:cubicBezTo>
                <a:cubicBezTo>
                  <a:pt x="34" y="78"/>
                  <a:pt x="20" y="64"/>
                  <a:pt x="20" y="46"/>
                </a:cubicBezTo>
                <a:cubicBezTo>
                  <a:pt x="20" y="29"/>
                  <a:pt x="34" y="14"/>
                  <a:pt x="52" y="14"/>
                </a:cubicBezTo>
                <a:close/>
                <a:moveTo>
                  <a:pt x="52" y="0"/>
                </a:moveTo>
                <a:cubicBezTo>
                  <a:pt x="39" y="0"/>
                  <a:pt x="28" y="5"/>
                  <a:pt x="20" y="14"/>
                </a:cubicBezTo>
                <a:cubicBezTo>
                  <a:pt x="14" y="19"/>
                  <a:pt x="10" y="26"/>
                  <a:pt x="8" y="33"/>
                </a:cubicBezTo>
                <a:cubicBezTo>
                  <a:pt x="6" y="33"/>
                  <a:pt x="6" y="33"/>
                  <a:pt x="6" y="33"/>
                </a:cubicBezTo>
                <a:cubicBezTo>
                  <a:pt x="3" y="33"/>
                  <a:pt x="0" y="36"/>
                  <a:pt x="0" y="40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4"/>
                  <a:pt x="3" y="57"/>
                  <a:pt x="6" y="57"/>
                </a:cubicBezTo>
                <a:cubicBezTo>
                  <a:pt x="15" y="57"/>
                  <a:pt x="15" y="57"/>
                  <a:pt x="15" y="57"/>
                </a:cubicBezTo>
                <a:cubicBezTo>
                  <a:pt x="15" y="34"/>
                  <a:pt x="15" y="34"/>
                  <a:pt x="15" y="34"/>
                </a:cubicBezTo>
                <a:cubicBezTo>
                  <a:pt x="17" y="28"/>
                  <a:pt x="20" y="23"/>
                  <a:pt x="25" y="19"/>
                </a:cubicBezTo>
                <a:cubicBezTo>
                  <a:pt x="32" y="12"/>
                  <a:pt x="41" y="7"/>
                  <a:pt x="52" y="7"/>
                </a:cubicBezTo>
                <a:cubicBezTo>
                  <a:pt x="63" y="7"/>
                  <a:pt x="73" y="12"/>
                  <a:pt x="80" y="19"/>
                </a:cubicBezTo>
                <a:cubicBezTo>
                  <a:pt x="84" y="23"/>
                  <a:pt x="87" y="28"/>
                  <a:pt x="89" y="33"/>
                </a:cubicBezTo>
                <a:cubicBezTo>
                  <a:pt x="89" y="57"/>
                  <a:pt x="89" y="57"/>
                  <a:pt x="89" y="57"/>
                </a:cubicBezTo>
                <a:cubicBezTo>
                  <a:pt x="98" y="57"/>
                  <a:pt x="98" y="57"/>
                  <a:pt x="98" y="57"/>
                </a:cubicBezTo>
                <a:cubicBezTo>
                  <a:pt x="102" y="57"/>
                  <a:pt x="105" y="54"/>
                  <a:pt x="105" y="51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5" y="36"/>
                  <a:pt x="102" y="33"/>
                  <a:pt x="98" y="33"/>
                </a:cubicBezTo>
                <a:cubicBezTo>
                  <a:pt x="96" y="33"/>
                  <a:pt x="96" y="33"/>
                  <a:pt x="96" y="33"/>
                </a:cubicBezTo>
                <a:cubicBezTo>
                  <a:pt x="94" y="26"/>
                  <a:pt x="90" y="19"/>
                  <a:pt x="85" y="14"/>
                </a:cubicBezTo>
                <a:cubicBezTo>
                  <a:pt x="76" y="5"/>
                  <a:pt x="65" y="0"/>
                  <a:pt x="52" y="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Freeform 55"/>
          <p:cNvSpPr>
            <a:spLocks noEditPoints="1"/>
          </p:cNvSpPr>
          <p:nvPr/>
        </p:nvSpPr>
        <p:spPr>
          <a:xfrm>
            <a:off x="7127875" y="2087563"/>
            <a:ext cx="663575" cy="919162"/>
          </a:xfrm>
          <a:custGeom>
            <a:avLst/>
            <a:gdLst/>
            <a:ahLst/>
            <a:cxnLst>
              <a:cxn ang="0">
                <a:pos x="47581" y="158464"/>
              </a:cxn>
              <a:cxn ang="0">
                <a:pos x="0" y="206004"/>
              </a:cxn>
              <a:cxn ang="0">
                <a:pos x="0" y="286368"/>
              </a:cxn>
              <a:cxn ang="0">
                <a:pos x="0" y="740256"/>
              </a:cxn>
              <a:cxn ang="0">
                <a:pos x="0" y="820620"/>
              </a:cxn>
              <a:cxn ang="0">
                <a:pos x="47581" y="868159"/>
              </a:cxn>
              <a:cxn ang="0">
                <a:pos x="418034" y="868159"/>
              </a:cxn>
              <a:cxn ang="0">
                <a:pos x="465616" y="820620"/>
              </a:cxn>
              <a:cxn ang="0">
                <a:pos x="465616" y="740256"/>
              </a:cxn>
              <a:cxn ang="0">
                <a:pos x="465616" y="286368"/>
              </a:cxn>
              <a:cxn ang="0">
                <a:pos x="465616" y="206004"/>
              </a:cxn>
              <a:cxn ang="0">
                <a:pos x="418034" y="158464"/>
              </a:cxn>
              <a:cxn ang="0">
                <a:pos x="47581" y="158464"/>
              </a:cxn>
              <a:cxn ang="0">
                <a:pos x="178996" y="194685"/>
              </a:cxn>
              <a:cxn ang="0">
                <a:pos x="178996" y="194685"/>
              </a:cxn>
              <a:cxn ang="0">
                <a:pos x="286620" y="194685"/>
              </a:cxn>
              <a:cxn ang="0">
                <a:pos x="309277" y="216191"/>
              </a:cxn>
              <a:cxn ang="0">
                <a:pos x="286620" y="238829"/>
              </a:cxn>
              <a:cxn ang="0">
                <a:pos x="178996" y="238829"/>
              </a:cxn>
              <a:cxn ang="0">
                <a:pos x="156338" y="216191"/>
              </a:cxn>
              <a:cxn ang="0">
                <a:pos x="178996" y="194685"/>
              </a:cxn>
              <a:cxn ang="0">
                <a:pos x="232241" y="844389"/>
              </a:cxn>
              <a:cxn ang="0">
                <a:pos x="232241" y="844389"/>
              </a:cxn>
              <a:cxn ang="0">
                <a:pos x="205052" y="816092"/>
              </a:cxn>
              <a:cxn ang="0">
                <a:pos x="232241" y="788927"/>
              </a:cxn>
              <a:cxn ang="0">
                <a:pos x="260563" y="816092"/>
              </a:cxn>
              <a:cxn ang="0">
                <a:pos x="232241" y="844389"/>
              </a:cxn>
              <a:cxn ang="0">
                <a:pos x="433895" y="286368"/>
              </a:cxn>
              <a:cxn ang="0">
                <a:pos x="433895" y="286368"/>
              </a:cxn>
              <a:cxn ang="0">
                <a:pos x="433895" y="740256"/>
              </a:cxn>
              <a:cxn ang="0">
                <a:pos x="418034" y="756102"/>
              </a:cxn>
              <a:cxn ang="0">
                <a:pos x="47581" y="756102"/>
              </a:cxn>
              <a:cxn ang="0">
                <a:pos x="31721" y="740256"/>
              </a:cxn>
              <a:cxn ang="0">
                <a:pos x="31721" y="286368"/>
              </a:cxn>
              <a:cxn ang="0">
                <a:pos x="47581" y="270522"/>
              </a:cxn>
              <a:cxn ang="0">
                <a:pos x="418034" y="270522"/>
              </a:cxn>
              <a:cxn ang="0">
                <a:pos x="433895" y="286368"/>
              </a:cxn>
              <a:cxn ang="0">
                <a:pos x="425965" y="0"/>
              </a:cxn>
              <a:cxn ang="0">
                <a:pos x="425965" y="40748"/>
              </a:cxn>
              <a:cxn ang="0">
                <a:pos x="586834" y="202608"/>
              </a:cxn>
              <a:cxn ang="0">
                <a:pos x="586834" y="204872"/>
              </a:cxn>
              <a:cxn ang="0">
                <a:pos x="627618" y="204872"/>
              </a:cxn>
              <a:cxn ang="0">
                <a:pos x="627618" y="202608"/>
              </a:cxn>
              <a:cxn ang="0">
                <a:pos x="611758" y="123376"/>
              </a:cxn>
              <a:cxn ang="0">
                <a:pos x="568708" y="58858"/>
              </a:cxn>
              <a:cxn ang="0">
                <a:pos x="504134" y="15846"/>
              </a:cxn>
              <a:cxn ang="0">
                <a:pos x="425965" y="0"/>
              </a:cxn>
              <a:cxn ang="0">
                <a:pos x="544917" y="204872"/>
              </a:cxn>
              <a:cxn ang="0">
                <a:pos x="544917" y="202608"/>
              </a:cxn>
              <a:cxn ang="0">
                <a:pos x="425965" y="82628"/>
              </a:cxn>
              <a:cxn ang="0">
                <a:pos x="425965" y="123376"/>
              </a:cxn>
              <a:cxn ang="0">
                <a:pos x="504134" y="202608"/>
              </a:cxn>
              <a:cxn ang="0">
                <a:pos x="504134" y="204872"/>
              </a:cxn>
              <a:cxn ang="0">
                <a:pos x="544917" y="204872"/>
              </a:cxn>
            </a:cxnLst>
            <a:rect l="0" t="0" r="0" b="0"/>
            <a:pathLst>
              <a:path w="554" h="767">
                <a:moveTo>
                  <a:pt x="42" y="140"/>
                </a:moveTo>
                <a:cubicBezTo>
                  <a:pt x="19" y="140"/>
                  <a:pt x="0" y="159"/>
                  <a:pt x="0" y="182"/>
                </a:cubicBezTo>
                <a:lnTo>
                  <a:pt x="0" y="253"/>
                </a:lnTo>
                <a:lnTo>
                  <a:pt x="0" y="654"/>
                </a:lnTo>
                <a:lnTo>
                  <a:pt x="0" y="725"/>
                </a:lnTo>
                <a:cubicBezTo>
                  <a:pt x="0" y="748"/>
                  <a:pt x="19" y="767"/>
                  <a:pt x="42" y="767"/>
                </a:cubicBezTo>
                <a:lnTo>
                  <a:pt x="369" y="767"/>
                </a:lnTo>
                <a:cubicBezTo>
                  <a:pt x="392" y="767"/>
                  <a:pt x="411" y="748"/>
                  <a:pt x="411" y="725"/>
                </a:cubicBezTo>
                <a:lnTo>
                  <a:pt x="411" y="654"/>
                </a:lnTo>
                <a:lnTo>
                  <a:pt x="411" y="253"/>
                </a:lnTo>
                <a:lnTo>
                  <a:pt x="411" y="182"/>
                </a:lnTo>
                <a:cubicBezTo>
                  <a:pt x="411" y="159"/>
                  <a:pt x="392" y="140"/>
                  <a:pt x="369" y="140"/>
                </a:cubicBezTo>
                <a:lnTo>
                  <a:pt x="42" y="140"/>
                </a:lnTo>
                <a:close/>
                <a:moveTo>
                  <a:pt x="158" y="172"/>
                </a:moveTo>
                <a:lnTo>
                  <a:pt x="158" y="172"/>
                </a:lnTo>
                <a:lnTo>
                  <a:pt x="253" y="172"/>
                </a:lnTo>
                <a:cubicBezTo>
                  <a:pt x="264" y="172"/>
                  <a:pt x="273" y="180"/>
                  <a:pt x="273" y="191"/>
                </a:cubicBezTo>
                <a:cubicBezTo>
                  <a:pt x="273" y="202"/>
                  <a:pt x="264" y="211"/>
                  <a:pt x="253" y="211"/>
                </a:cubicBezTo>
                <a:lnTo>
                  <a:pt x="158" y="211"/>
                </a:lnTo>
                <a:cubicBezTo>
                  <a:pt x="147" y="211"/>
                  <a:pt x="138" y="202"/>
                  <a:pt x="138" y="191"/>
                </a:cubicBezTo>
                <a:cubicBezTo>
                  <a:pt x="138" y="180"/>
                  <a:pt x="147" y="172"/>
                  <a:pt x="158" y="172"/>
                </a:cubicBezTo>
                <a:close/>
                <a:moveTo>
                  <a:pt x="205" y="746"/>
                </a:moveTo>
                <a:lnTo>
                  <a:pt x="205" y="746"/>
                </a:lnTo>
                <a:cubicBezTo>
                  <a:pt x="192" y="746"/>
                  <a:pt x="181" y="735"/>
                  <a:pt x="181" y="721"/>
                </a:cubicBezTo>
                <a:cubicBezTo>
                  <a:pt x="181" y="708"/>
                  <a:pt x="192" y="697"/>
                  <a:pt x="205" y="697"/>
                </a:cubicBezTo>
                <a:cubicBezTo>
                  <a:pt x="219" y="697"/>
                  <a:pt x="230" y="708"/>
                  <a:pt x="230" y="721"/>
                </a:cubicBezTo>
                <a:cubicBezTo>
                  <a:pt x="230" y="735"/>
                  <a:pt x="219" y="746"/>
                  <a:pt x="205" y="746"/>
                </a:cubicBezTo>
                <a:close/>
                <a:moveTo>
                  <a:pt x="383" y="253"/>
                </a:moveTo>
                <a:lnTo>
                  <a:pt x="383" y="253"/>
                </a:lnTo>
                <a:lnTo>
                  <a:pt x="383" y="654"/>
                </a:lnTo>
                <a:cubicBezTo>
                  <a:pt x="383" y="662"/>
                  <a:pt x="377" y="668"/>
                  <a:pt x="369" y="668"/>
                </a:cubicBezTo>
                <a:lnTo>
                  <a:pt x="42" y="668"/>
                </a:lnTo>
                <a:cubicBezTo>
                  <a:pt x="34" y="668"/>
                  <a:pt x="28" y="662"/>
                  <a:pt x="28" y="654"/>
                </a:cubicBezTo>
                <a:lnTo>
                  <a:pt x="28" y="253"/>
                </a:lnTo>
                <a:cubicBezTo>
                  <a:pt x="28" y="245"/>
                  <a:pt x="34" y="239"/>
                  <a:pt x="42" y="239"/>
                </a:cubicBezTo>
                <a:lnTo>
                  <a:pt x="369" y="239"/>
                </a:lnTo>
                <a:cubicBezTo>
                  <a:pt x="377" y="239"/>
                  <a:pt x="383" y="245"/>
                  <a:pt x="383" y="253"/>
                </a:cubicBezTo>
                <a:close/>
                <a:moveTo>
                  <a:pt x="376" y="0"/>
                </a:moveTo>
                <a:lnTo>
                  <a:pt x="376" y="36"/>
                </a:lnTo>
                <a:cubicBezTo>
                  <a:pt x="454" y="36"/>
                  <a:pt x="518" y="100"/>
                  <a:pt x="518" y="179"/>
                </a:cubicBezTo>
                <a:cubicBezTo>
                  <a:pt x="518" y="180"/>
                  <a:pt x="518" y="180"/>
                  <a:pt x="518" y="181"/>
                </a:cubicBezTo>
                <a:lnTo>
                  <a:pt x="554" y="181"/>
                </a:lnTo>
                <a:cubicBezTo>
                  <a:pt x="554" y="180"/>
                  <a:pt x="554" y="180"/>
                  <a:pt x="554" y="179"/>
                </a:cubicBezTo>
                <a:cubicBezTo>
                  <a:pt x="554" y="155"/>
                  <a:pt x="550" y="131"/>
                  <a:pt x="540" y="109"/>
                </a:cubicBezTo>
                <a:cubicBezTo>
                  <a:pt x="531" y="88"/>
                  <a:pt x="518" y="69"/>
                  <a:pt x="502" y="52"/>
                </a:cubicBezTo>
                <a:cubicBezTo>
                  <a:pt x="486" y="36"/>
                  <a:pt x="467" y="23"/>
                  <a:pt x="445" y="14"/>
                </a:cubicBezTo>
                <a:cubicBezTo>
                  <a:pt x="423" y="5"/>
                  <a:pt x="400" y="0"/>
                  <a:pt x="376" y="0"/>
                </a:cubicBezTo>
                <a:close/>
                <a:moveTo>
                  <a:pt x="481" y="181"/>
                </a:moveTo>
                <a:cubicBezTo>
                  <a:pt x="481" y="180"/>
                  <a:pt x="481" y="180"/>
                  <a:pt x="481" y="179"/>
                </a:cubicBezTo>
                <a:cubicBezTo>
                  <a:pt x="481" y="120"/>
                  <a:pt x="434" y="73"/>
                  <a:pt x="376" y="73"/>
                </a:cubicBezTo>
                <a:lnTo>
                  <a:pt x="376" y="109"/>
                </a:lnTo>
                <a:cubicBezTo>
                  <a:pt x="414" y="109"/>
                  <a:pt x="445" y="141"/>
                  <a:pt x="445" y="179"/>
                </a:cubicBezTo>
                <a:cubicBezTo>
                  <a:pt x="445" y="180"/>
                  <a:pt x="445" y="180"/>
                  <a:pt x="445" y="181"/>
                </a:cubicBezTo>
                <a:lnTo>
                  <a:pt x="481" y="181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文本框 20"/>
          <p:cNvSpPr txBox="1"/>
          <p:nvPr/>
        </p:nvSpPr>
        <p:spPr>
          <a:xfrm flipH="1">
            <a:off x="2336800" y="3951288"/>
            <a:ext cx="1995488" cy="3987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5" name="文本框 20"/>
          <p:cNvSpPr txBox="1"/>
          <p:nvPr/>
        </p:nvSpPr>
        <p:spPr>
          <a:xfrm flipH="1">
            <a:off x="5116513" y="3951288"/>
            <a:ext cx="1995487" cy="3987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7" name="文本框 20"/>
          <p:cNvSpPr txBox="1"/>
          <p:nvPr/>
        </p:nvSpPr>
        <p:spPr>
          <a:xfrm flipH="1">
            <a:off x="7823200" y="3859213"/>
            <a:ext cx="1995488" cy="3987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9" name="文本框 22"/>
          <p:cNvSpPr txBox="1"/>
          <p:nvPr/>
        </p:nvSpPr>
        <p:spPr>
          <a:xfrm flipH="1">
            <a:off x="303213" y="5570220"/>
            <a:ext cx="11728450" cy="587469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单击此处添加本章节的简要内容。单击此处添加本章节的简要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内容。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41" name="文本框 22"/>
          <p:cNvSpPr txBox="1"/>
          <p:nvPr/>
        </p:nvSpPr>
        <p:spPr>
          <a:xfrm flipH="1">
            <a:off x="273050" y="1742759"/>
            <a:ext cx="3068320" cy="86614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3" name="文本框 20"/>
          <p:cNvSpPr txBox="1"/>
          <p:nvPr/>
        </p:nvSpPr>
        <p:spPr>
          <a:xfrm flipH="1">
            <a:off x="303213" y="1271588"/>
            <a:ext cx="1995487" cy="3987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等腰三角形 2"/>
          <p:cNvSpPr/>
          <p:nvPr/>
        </p:nvSpPr>
        <p:spPr>
          <a:xfrm rot="2700000">
            <a:off x="4612288" y="1910363"/>
            <a:ext cx="2967427" cy="2967427"/>
          </a:xfrm>
          <a:prstGeom prst="roundRect">
            <a:avLst>
              <a:gd name="adj" fmla="val 5098"/>
            </a:avLst>
          </a:prstGeom>
          <a:noFill/>
          <a:ln w="12700">
            <a:solidFill>
              <a:srgbClr val="2B303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99265" y="190206"/>
            <a:ext cx="2393470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论文创新点</a:t>
            </a:r>
          </a:p>
        </p:txBody>
      </p:sp>
      <p:sp>
        <p:nvSpPr>
          <p:cNvPr id="34" name="等腰三角形 83"/>
          <p:cNvSpPr/>
          <p:nvPr/>
        </p:nvSpPr>
        <p:spPr>
          <a:xfrm rot="18910698" flipH="1">
            <a:off x="8509646" y="2025025"/>
            <a:ext cx="2738102" cy="2738102"/>
          </a:xfrm>
          <a:prstGeom prst="teardrop">
            <a:avLst/>
          </a:prstGeom>
          <a:solidFill>
            <a:srgbClr val="2B303C"/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trike="noStrike" noProof="1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35" name="等腰三角形 83"/>
          <p:cNvSpPr/>
          <p:nvPr/>
        </p:nvSpPr>
        <p:spPr>
          <a:xfrm rot="2689302">
            <a:off x="944254" y="2025025"/>
            <a:ext cx="2738102" cy="2738102"/>
          </a:xfrm>
          <a:prstGeom prst="teardrop">
            <a:avLst/>
          </a:prstGeom>
          <a:solidFill>
            <a:srgbClr val="68B7E1"/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trike="noStrike" noProof="1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38" name="文本框 22"/>
          <p:cNvSpPr txBox="1"/>
          <p:nvPr/>
        </p:nvSpPr>
        <p:spPr>
          <a:xfrm flipH="1">
            <a:off x="1313196" y="3228977"/>
            <a:ext cx="2124075" cy="846001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just" fontAlgn="auto">
              <a:lnSpc>
                <a:spcPct val="12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</a:t>
            </a: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所有素材均可自由编辑替换移动。</a:t>
            </a:r>
          </a:p>
        </p:txBody>
      </p:sp>
      <p:sp>
        <p:nvSpPr>
          <p:cNvPr id="39" name="文本框 22"/>
          <p:cNvSpPr txBox="1"/>
          <p:nvPr/>
        </p:nvSpPr>
        <p:spPr>
          <a:xfrm flipH="1">
            <a:off x="8821428" y="3228977"/>
            <a:ext cx="2124075" cy="846001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just" fontAlgn="auto">
              <a:lnSpc>
                <a:spcPct val="12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</a:t>
            </a: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所有素材均可自由编辑替换移动。</a:t>
            </a:r>
          </a:p>
        </p:txBody>
      </p:sp>
      <p:sp>
        <p:nvSpPr>
          <p:cNvPr id="41" name="文本框 22"/>
          <p:cNvSpPr txBox="1"/>
          <p:nvPr/>
        </p:nvSpPr>
        <p:spPr>
          <a:xfrm flipH="1">
            <a:off x="730250" y="5681616"/>
            <a:ext cx="10731500" cy="587469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285750" indent="-2857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42" name="文本框 22"/>
          <p:cNvSpPr txBox="1"/>
          <p:nvPr/>
        </p:nvSpPr>
        <p:spPr>
          <a:xfrm flipH="1">
            <a:off x="4802982" y="2802071"/>
            <a:ext cx="2586037" cy="1364541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43" name="Freeform 38"/>
          <p:cNvSpPr>
            <a:spLocks noEditPoints="1"/>
          </p:cNvSpPr>
          <p:nvPr/>
        </p:nvSpPr>
        <p:spPr>
          <a:xfrm>
            <a:off x="9449422" y="2267746"/>
            <a:ext cx="868087" cy="647700"/>
          </a:xfrm>
          <a:custGeom>
            <a:avLst/>
            <a:gdLst/>
            <a:ahLst/>
            <a:cxnLst>
              <a:cxn ang="0">
                <a:pos x="297244" y="291843"/>
              </a:cxn>
              <a:cxn ang="0">
                <a:pos x="297244" y="308056"/>
              </a:cxn>
              <a:cxn ang="0">
                <a:pos x="423249" y="298328"/>
              </a:cxn>
              <a:cxn ang="0">
                <a:pos x="458789" y="259416"/>
              </a:cxn>
              <a:cxn ang="0">
                <a:pos x="368324" y="259416"/>
              </a:cxn>
              <a:cxn ang="0">
                <a:pos x="297244" y="259416"/>
              </a:cxn>
              <a:cxn ang="0">
                <a:pos x="297244" y="278872"/>
              </a:cxn>
              <a:cxn ang="0">
                <a:pos x="458789" y="278872"/>
              </a:cxn>
              <a:cxn ang="0">
                <a:pos x="458789" y="259416"/>
              </a:cxn>
              <a:cxn ang="0">
                <a:pos x="390940" y="230232"/>
              </a:cxn>
              <a:cxn ang="0">
                <a:pos x="361862" y="230232"/>
              </a:cxn>
              <a:cxn ang="0">
                <a:pos x="297244" y="230232"/>
              </a:cxn>
              <a:cxn ang="0">
                <a:pos x="297244" y="246445"/>
              </a:cxn>
              <a:cxn ang="0">
                <a:pos x="361862" y="246445"/>
              </a:cxn>
              <a:cxn ang="0">
                <a:pos x="390940" y="246445"/>
              </a:cxn>
              <a:cxn ang="0">
                <a:pos x="465251" y="236717"/>
              </a:cxn>
              <a:cxn ang="0">
                <a:pos x="274627" y="191319"/>
              </a:cxn>
              <a:cxn ang="0">
                <a:pos x="361862" y="191319"/>
              </a:cxn>
              <a:cxn ang="0">
                <a:pos x="468482" y="191319"/>
              </a:cxn>
              <a:cxn ang="0">
                <a:pos x="481406" y="194562"/>
              </a:cxn>
              <a:cxn ang="0">
                <a:pos x="484637" y="337241"/>
              </a:cxn>
              <a:cxn ang="0">
                <a:pos x="468482" y="343726"/>
              </a:cxn>
              <a:cxn ang="0">
                <a:pos x="274627" y="343726"/>
              </a:cxn>
              <a:cxn ang="0">
                <a:pos x="261704" y="340483"/>
              </a:cxn>
              <a:cxn ang="0">
                <a:pos x="261704" y="285358"/>
              </a:cxn>
              <a:cxn ang="0">
                <a:pos x="261704" y="197805"/>
              </a:cxn>
              <a:cxn ang="0">
                <a:pos x="264935" y="194562"/>
              </a:cxn>
              <a:cxn ang="0">
                <a:pos x="274627" y="191319"/>
              </a:cxn>
              <a:cxn ang="0">
                <a:pos x="35540" y="256173"/>
              </a:cxn>
              <a:cxn ang="0">
                <a:pos x="197086" y="194562"/>
              </a:cxn>
              <a:cxn ang="0">
                <a:pos x="245549" y="181591"/>
              </a:cxn>
              <a:cxn ang="0">
                <a:pos x="239087" y="256173"/>
              </a:cxn>
              <a:cxn ang="0">
                <a:pos x="29078" y="220504"/>
              </a:cxn>
              <a:cxn ang="0">
                <a:pos x="132467" y="145921"/>
              </a:cxn>
              <a:cxn ang="0">
                <a:pos x="287551" y="171863"/>
              </a:cxn>
              <a:cxn ang="0">
                <a:pos x="361862" y="68097"/>
              </a:cxn>
              <a:cxn ang="0">
                <a:pos x="287551" y="171863"/>
              </a:cxn>
              <a:cxn ang="0">
                <a:pos x="35540" y="32427"/>
              </a:cxn>
              <a:cxn ang="0">
                <a:pos x="42002" y="29184"/>
              </a:cxn>
              <a:cxn ang="0">
                <a:pos x="358631" y="32427"/>
              </a:cxn>
              <a:cxn ang="0">
                <a:pos x="229395" y="129708"/>
              </a:cxn>
              <a:cxn ang="0">
                <a:pos x="229395" y="129708"/>
              </a:cxn>
              <a:cxn ang="0">
                <a:pos x="352169" y="0"/>
              </a:cxn>
              <a:cxn ang="0">
                <a:pos x="0" y="35670"/>
              </a:cxn>
              <a:cxn ang="0">
                <a:pos x="42002" y="285358"/>
              </a:cxn>
              <a:cxn ang="0">
                <a:pos x="239087" y="337241"/>
              </a:cxn>
              <a:cxn ang="0">
                <a:pos x="274627" y="366425"/>
              </a:cxn>
              <a:cxn ang="0">
                <a:pos x="494329" y="359940"/>
              </a:cxn>
              <a:cxn ang="0">
                <a:pos x="507253" y="197805"/>
              </a:cxn>
              <a:cxn ang="0">
                <a:pos x="468482" y="171863"/>
              </a:cxn>
              <a:cxn ang="0">
                <a:pos x="390940" y="35670"/>
              </a:cxn>
            </a:cxnLst>
            <a:rect l="0" t="0" r="0" b="0"/>
            <a:pathLst>
              <a:path w="157" h="113">
                <a:moveTo>
                  <a:pt x="128" y="90"/>
                </a:moveTo>
                <a:cubicBezTo>
                  <a:pt x="92" y="90"/>
                  <a:pt x="92" y="90"/>
                  <a:pt x="92" y="90"/>
                </a:cubicBezTo>
                <a:cubicBezTo>
                  <a:pt x="91" y="90"/>
                  <a:pt x="90" y="91"/>
                  <a:pt x="90" y="92"/>
                </a:cubicBezTo>
                <a:cubicBezTo>
                  <a:pt x="90" y="94"/>
                  <a:pt x="91" y="95"/>
                  <a:pt x="92" y="95"/>
                </a:cubicBezTo>
                <a:cubicBezTo>
                  <a:pt x="128" y="95"/>
                  <a:pt x="128" y="95"/>
                  <a:pt x="128" y="95"/>
                </a:cubicBezTo>
                <a:cubicBezTo>
                  <a:pt x="130" y="95"/>
                  <a:pt x="131" y="94"/>
                  <a:pt x="131" y="92"/>
                </a:cubicBezTo>
                <a:cubicBezTo>
                  <a:pt x="131" y="91"/>
                  <a:pt x="130" y="90"/>
                  <a:pt x="128" y="90"/>
                </a:cubicBezTo>
                <a:moveTo>
                  <a:pt x="142" y="80"/>
                </a:moveTo>
                <a:cubicBezTo>
                  <a:pt x="120" y="80"/>
                  <a:pt x="120" y="80"/>
                  <a:pt x="120" y="80"/>
                </a:cubicBezTo>
                <a:cubicBezTo>
                  <a:pt x="114" y="80"/>
                  <a:pt x="114" y="80"/>
                  <a:pt x="114" y="80"/>
                </a:cubicBezTo>
                <a:cubicBezTo>
                  <a:pt x="111" y="80"/>
                  <a:pt x="111" y="80"/>
                  <a:pt x="111" y="80"/>
                </a:cubicBezTo>
                <a:cubicBezTo>
                  <a:pt x="92" y="80"/>
                  <a:pt x="92" y="80"/>
                  <a:pt x="92" y="80"/>
                </a:cubicBezTo>
                <a:cubicBezTo>
                  <a:pt x="91" y="80"/>
                  <a:pt x="90" y="81"/>
                  <a:pt x="90" y="83"/>
                </a:cubicBezTo>
                <a:cubicBezTo>
                  <a:pt x="90" y="84"/>
                  <a:pt x="91" y="86"/>
                  <a:pt x="92" y="86"/>
                </a:cubicBezTo>
                <a:cubicBezTo>
                  <a:pt x="116" y="86"/>
                  <a:pt x="116" y="86"/>
                  <a:pt x="116" y="86"/>
                </a:cubicBezTo>
                <a:cubicBezTo>
                  <a:pt x="142" y="86"/>
                  <a:pt x="142" y="86"/>
                  <a:pt x="142" y="86"/>
                </a:cubicBezTo>
                <a:cubicBezTo>
                  <a:pt x="143" y="86"/>
                  <a:pt x="144" y="84"/>
                  <a:pt x="144" y="83"/>
                </a:cubicBezTo>
                <a:cubicBezTo>
                  <a:pt x="144" y="81"/>
                  <a:pt x="143" y="80"/>
                  <a:pt x="142" y="80"/>
                </a:cubicBezTo>
                <a:moveTo>
                  <a:pt x="142" y="71"/>
                </a:moveTo>
                <a:cubicBezTo>
                  <a:pt x="121" y="71"/>
                  <a:pt x="121" y="71"/>
                  <a:pt x="121" y="71"/>
                </a:cubicBezTo>
                <a:cubicBezTo>
                  <a:pt x="114" y="71"/>
                  <a:pt x="114" y="71"/>
                  <a:pt x="114" y="71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97" y="71"/>
                  <a:pt x="97" y="71"/>
                  <a:pt x="97" y="71"/>
                </a:cubicBezTo>
                <a:cubicBezTo>
                  <a:pt x="92" y="71"/>
                  <a:pt x="92" y="71"/>
                  <a:pt x="92" y="71"/>
                </a:cubicBezTo>
                <a:cubicBezTo>
                  <a:pt x="91" y="71"/>
                  <a:pt x="90" y="72"/>
                  <a:pt x="90" y="73"/>
                </a:cubicBezTo>
                <a:cubicBezTo>
                  <a:pt x="90" y="75"/>
                  <a:pt x="91" y="76"/>
                  <a:pt x="92" y="76"/>
                </a:cubicBezTo>
                <a:cubicBezTo>
                  <a:pt x="105" y="76"/>
                  <a:pt x="105" y="76"/>
                  <a:pt x="105" y="76"/>
                </a:cubicBezTo>
                <a:cubicBezTo>
                  <a:pt x="112" y="76"/>
                  <a:pt x="112" y="76"/>
                  <a:pt x="112" y="76"/>
                </a:cubicBezTo>
                <a:cubicBezTo>
                  <a:pt x="117" y="76"/>
                  <a:pt x="117" y="76"/>
                  <a:pt x="117" y="76"/>
                </a:cubicBezTo>
                <a:cubicBezTo>
                  <a:pt x="121" y="76"/>
                  <a:pt x="121" y="76"/>
                  <a:pt x="121" y="76"/>
                </a:cubicBezTo>
                <a:cubicBezTo>
                  <a:pt x="142" y="76"/>
                  <a:pt x="142" y="76"/>
                  <a:pt x="142" y="76"/>
                </a:cubicBezTo>
                <a:cubicBezTo>
                  <a:pt x="143" y="76"/>
                  <a:pt x="144" y="75"/>
                  <a:pt x="144" y="73"/>
                </a:cubicBezTo>
                <a:cubicBezTo>
                  <a:pt x="144" y="72"/>
                  <a:pt x="143" y="71"/>
                  <a:pt x="142" y="71"/>
                </a:cubicBezTo>
                <a:moveTo>
                  <a:pt x="85" y="59"/>
                </a:moveTo>
                <a:cubicBezTo>
                  <a:pt x="98" y="59"/>
                  <a:pt x="98" y="59"/>
                  <a:pt x="98" y="59"/>
                </a:cubicBezTo>
                <a:cubicBezTo>
                  <a:pt x="112" y="59"/>
                  <a:pt x="112" y="59"/>
                  <a:pt x="112" y="59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145" y="59"/>
                  <a:pt x="145" y="59"/>
                  <a:pt x="145" y="59"/>
                </a:cubicBezTo>
                <a:cubicBezTo>
                  <a:pt x="145" y="59"/>
                  <a:pt x="145" y="59"/>
                  <a:pt x="145" y="59"/>
                </a:cubicBezTo>
                <a:cubicBezTo>
                  <a:pt x="147" y="59"/>
                  <a:pt x="148" y="60"/>
                  <a:pt x="149" y="60"/>
                </a:cubicBezTo>
                <a:cubicBezTo>
                  <a:pt x="150" y="61"/>
                  <a:pt x="150" y="61"/>
                  <a:pt x="150" y="61"/>
                </a:cubicBezTo>
                <a:cubicBezTo>
                  <a:pt x="150" y="104"/>
                  <a:pt x="150" y="104"/>
                  <a:pt x="150" y="104"/>
                </a:cubicBezTo>
                <a:cubicBezTo>
                  <a:pt x="150" y="104"/>
                  <a:pt x="150" y="104"/>
                  <a:pt x="149" y="105"/>
                </a:cubicBezTo>
                <a:cubicBezTo>
                  <a:pt x="148" y="106"/>
                  <a:pt x="147" y="106"/>
                  <a:pt x="145" y="106"/>
                </a:cubicBezTo>
                <a:cubicBezTo>
                  <a:pt x="145" y="106"/>
                  <a:pt x="145" y="106"/>
                  <a:pt x="145" y="106"/>
                </a:cubicBezTo>
                <a:cubicBezTo>
                  <a:pt x="85" y="106"/>
                  <a:pt x="85" y="106"/>
                  <a:pt x="85" y="106"/>
                </a:cubicBezTo>
                <a:cubicBezTo>
                  <a:pt x="85" y="106"/>
                  <a:pt x="85" y="106"/>
                  <a:pt x="85" y="106"/>
                </a:cubicBezTo>
                <a:cubicBezTo>
                  <a:pt x="84" y="106"/>
                  <a:pt x="82" y="106"/>
                  <a:pt x="81" y="105"/>
                </a:cubicBezTo>
                <a:cubicBezTo>
                  <a:pt x="81" y="104"/>
                  <a:pt x="81" y="104"/>
                  <a:pt x="81" y="104"/>
                </a:cubicBezTo>
                <a:cubicBezTo>
                  <a:pt x="81" y="88"/>
                  <a:pt x="81" y="88"/>
                  <a:pt x="81" y="88"/>
                </a:cubicBezTo>
                <a:cubicBezTo>
                  <a:pt x="81" y="79"/>
                  <a:pt x="81" y="79"/>
                  <a:pt x="81" y="79"/>
                </a:cubicBezTo>
                <a:cubicBezTo>
                  <a:pt x="81" y="61"/>
                  <a:pt x="81" y="61"/>
                  <a:pt x="81" y="61"/>
                </a:cubicBezTo>
                <a:cubicBezTo>
                  <a:pt x="81" y="61"/>
                  <a:pt x="81" y="61"/>
                  <a:pt x="81" y="60"/>
                </a:cubicBezTo>
                <a:cubicBezTo>
                  <a:pt x="82" y="60"/>
                  <a:pt x="82" y="60"/>
                  <a:pt x="82" y="60"/>
                </a:cubicBezTo>
                <a:cubicBezTo>
                  <a:pt x="83" y="60"/>
                  <a:pt x="84" y="59"/>
                  <a:pt x="85" y="59"/>
                </a:cubicBezTo>
                <a:cubicBezTo>
                  <a:pt x="85" y="59"/>
                  <a:pt x="85" y="59"/>
                  <a:pt x="85" y="59"/>
                </a:cubicBezTo>
                <a:moveTo>
                  <a:pt x="13" y="79"/>
                </a:moveTo>
                <a:cubicBezTo>
                  <a:pt x="12" y="79"/>
                  <a:pt x="11" y="79"/>
                  <a:pt x="11" y="79"/>
                </a:cubicBezTo>
                <a:cubicBezTo>
                  <a:pt x="50" y="51"/>
                  <a:pt x="50" y="51"/>
                  <a:pt x="50" y="51"/>
                </a:cubicBezTo>
                <a:cubicBezTo>
                  <a:pt x="61" y="60"/>
                  <a:pt x="61" y="60"/>
                  <a:pt x="61" y="60"/>
                </a:cubicBezTo>
                <a:cubicBezTo>
                  <a:pt x="71" y="52"/>
                  <a:pt x="71" y="52"/>
                  <a:pt x="71" y="52"/>
                </a:cubicBezTo>
                <a:cubicBezTo>
                  <a:pt x="76" y="56"/>
                  <a:pt x="76" y="56"/>
                  <a:pt x="76" y="56"/>
                </a:cubicBezTo>
                <a:cubicBezTo>
                  <a:pt x="75" y="57"/>
                  <a:pt x="74" y="59"/>
                  <a:pt x="74" y="61"/>
                </a:cubicBezTo>
                <a:cubicBezTo>
                  <a:pt x="74" y="79"/>
                  <a:pt x="74" y="79"/>
                  <a:pt x="74" y="79"/>
                </a:cubicBezTo>
                <a:cubicBezTo>
                  <a:pt x="13" y="79"/>
                  <a:pt x="13" y="79"/>
                  <a:pt x="13" y="79"/>
                </a:cubicBezTo>
                <a:moveTo>
                  <a:pt x="9" y="68"/>
                </a:moveTo>
                <a:cubicBezTo>
                  <a:pt x="9" y="21"/>
                  <a:pt x="9" y="21"/>
                  <a:pt x="9" y="21"/>
                </a:cubicBezTo>
                <a:cubicBezTo>
                  <a:pt x="41" y="45"/>
                  <a:pt x="41" y="45"/>
                  <a:pt x="41" y="45"/>
                </a:cubicBezTo>
                <a:cubicBezTo>
                  <a:pt x="9" y="68"/>
                  <a:pt x="9" y="68"/>
                  <a:pt x="9" y="68"/>
                </a:cubicBezTo>
                <a:moveTo>
                  <a:pt x="89" y="53"/>
                </a:moveTo>
                <a:cubicBezTo>
                  <a:pt x="79" y="46"/>
                  <a:pt x="79" y="46"/>
                  <a:pt x="79" y="46"/>
                </a:cubicBezTo>
                <a:cubicBezTo>
                  <a:pt x="112" y="21"/>
                  <a:pt x="112" y="21"/>
                  <a:pt x="112" y="21"/>
                </a:cubicBezTo>
                <a:cubicBezTo>
                  <a:pt x="112" y="53"/>
                  <a:pt x="112" y="53"/>
                  <a:pt x="112" y="53"/>
                </a:cubicBezTo>
                <a:cubicBezTo>
                  <a:pt x="89" y="53"/>
                  <a:pt x="89" y="53"/>
                  <a:pt x="89" y="53"/>
                </a:cubicBezTo>
                <a:moveTo>
                  <a:pt x="61" y="47"/>
                </a:moveTo>
                <a:cubicBezTo>
                  <a:pt x="11" y="10"/>
                  <a:pt x="11" y="10"/>
                  <a:pt x="11" y="10"/>
                </a:cubicBezTo>
                <a:cubicBezTo>
                  <a:pt x="11" y="9"/>
                  <a:pt x="12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09" y="9"/>
                  <a:pt x="109" y="9"/>
                  <a:pt x="109" y="9"/>
                </a:cubicBezTo>
                <a:cubicBezTo>
                  <a:pt x="109" y="9"/>
                  <a:pt x="110" y="9"/>
                  <a:pt x="111" y="10"/>
                </a:cubicBezTo>
                <a:cubicBezTo>
                  <a:pt x="110" y="10"/>
                  <a:pt x="110" y="10"/>
                  <a:pt x="110" y="10"/>
                </a:cubicBezTo>
                <a:cubicBezTo>
                  <a:pt x="71" y="40"/>
                  <a:pt x="71" y="40"/>
                  <a:pt x="71" y="40"/>
                </a:cubicBezTo>
                <a:cubicBezTo>
                  <a:pt x="71" y="40"/>
                  <a:pt x="71" y="40"/>
                  <a:pt x="71" y="40"/>
                </a:cubicBezTo>
                <a:cubicBezTo>
                  <a:pt x="71" y="40"/>
                  <a:pt x="71" y="40"/>
                  <a:pt x="71" y="40"/>
                </a:cubicBezTo>
                <a:cubicBezTo>
                  <a:pt x="61" y="47"/>
                  <a:pt x="61" y="47"/>
                  <a:pt x="61" y="47"/>
                </a:cubicBezTo>
                <a:moveTo>
                  <a:pt x="109" y="0"/>
                </a:move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1" y="5"/>
                  <a:pt x="0" y="11"/>
                </a:cubicBezTo>
                <a:cubicBezTo>
                  <a:pt x="0" y="77"/>
                  <a:pt x="0" y="77"/>
                  <a:pt x="0" y="77"/>
                </a:cubicBezTo>
                <a:cubicBezTo>
                  <a:pt x="1" y="84"/>
                  <a:pt x="6" y="88"/>
                  <a:pt x="13" y="88"/>
                </a:cubicBezTo>
                <a:cubicBezTo>
                  <a:pt x="74" y="88"/>
                  <a:pt x="74" y="88"/>
                  <a:pt x="74" y="88"/>
                </a:cubicBezTo>
                <a:cubicBezTo>
                  <a:pt x="74" y="104"/>
                  <a:pt x="74" y="104"/>
                  <a:pt x="74" y="104"/>
                </a:cubicBezTo>
                <a:cubicBezTo>
                  <a:pt x="74" y="107"/>
                  <a:pt x="75" y="109"/>
                  <a:pt x="78" y="111"/>
                </a:cubicBezTo>
                <a:cubicBezTo>
                  <a:pt x="80" y="112"/>
                  <a:pt x="82" y="113"/>
                  <a:pt x="85" y="113"/>
                </a:cubicBezTo>
                <a:cubicBezTo>
                  <a:pt x="145" y="113"/>
                  <a:pt x="145" y="113"/>
                  <a:pt x="145" y="113"/>
                </a:cubicBezTo>
                <a:cubicBezTo>
                  <a:pt x="148" y="113"/>
                  <a:pt x="151" y="112"/>
                  <a:pt x="153" y="111"/>
                </a:cubicBezTo>
                <a:cubicBezTo>
                  <a:pt x="155" y="109"/>
                  <a:pt x="157" y="107"/>
                  <a:pt x="157" y="104"/>
                </a:cubicBezTo>
                <a:cubicBezTo>
                  <a:pt x="157" y="61"/>
                  <a:pt x="157" y="61"/>
                  <a:pt x="157" y="61"/>
                </a:cubicBezTo>
                <a:cubicBezTo>
                  <a:pt x="157" y="59"/>
                  <a:pt x="155" y="56"/>
                  <a:pt x="153" y="55"/>
                </a:cubicBezTo>
                <a:cubicBezTo>
                  <a:pt x="151" y="53"/>
                  <a:pt x="148" y="53"/>
                  <a:pt x="145" y="53"/>
                </a:cubicBezTo>
                <a:cubicBezTo>
                  <a:pt x="121" y="53"/>
                  <a:pt x="121" y="53"/>
                  <a:pt x="121" y="53"/>
                </a:cubicBezTo>
                <a:cubicBezTo>
                  <a:pt x="121" y="11"/>
                  <a:pt x="121" y="11"/>
                  <a:pt x="121" y="11"/>
                </a:cubicBezTo>
                <a:cubicBezTo>
                  <a:pt x="121" y="5"/>
                  <a:pt x="115" y="0"/>
                  <a:pt x="109" y="0"/>
                </a:cubicBezTo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Freeform 493"/>
          <p:cNvSpPr/>
          <p:nvPr/>
        </p:nvSpPr>
        <p:spPr>
          <a:xfrm>
            <a:off x="2119179" y="2280446"/>
            <a:ext cx="512108" cy="635000"/>
          </a:xfrm>
          <a:custGeom>
            <a:avLst/>
            <a:gdLst>
              <a:gd name="connsiteX0" fmla="*/ 308670 w 487254"/>
              <a:gd name="connsiteY0" fmla="*/ 392838 h 604181"/>
              <a:gd name="connsiteX1" fmla="*/ 355568 w 487254"/>
              <a:gd name="connsiteY1" fmla="*/ 574617 h 604181"/>
              <a:gd name="connsiteX2" fmla="*/ 338569 w 487254"/>
              <a:gd name="connsiteY2" fmla="*/ 603423 h 604181"/>
              <a:gd name="connsiteX3" fmla="*/ 332650 w 487254"/>
              <a:gd name="connsiteY3" fmla="*/ 604181 h 604181"/>
              <a:gd name="connsiteX4" fmla="*/ 309581 w 487254"/>
              <a:gd name="connsiteY4" fmla="*/ 586443 h 604181"/>
              <a:gd name="connsiteX5" fmla="*/ 266173 w 487254"/>
              <a:gd name="connsiteY5" fmla="*/ 417853 h 604181"/>
              <a:gd name="connsiteX6" fmla="*/ 288939 w 487254"/>
              <a:gd name="connsiteY6" fmla="*/ 411031 h 604181"/>
              <a:gd name="connsiteX7" fmla="*/ 308670 w 487254"/>
              <a:gd name="connsiteY7" fmla="*/ 392838 h 604181"/>
              <a:gd name="connsiteX8" fmla="*/ 177814 w 487254"/>
              <a:gd name="connsiteY8" fmla="*/ 391150 h 604181"/>
              <a:gd name="connsiteX9" fmla="*/ 177825 w 487254"/>
              <a:gd name="connsiteY9" fmla="*/ 391161 h 604181"/>
              <a:gd name="connsiteX10" fmla="*/ 177825 w 487254"/>
              <a:gd name="connsiteY10" fmla="*/ 391163 h 604181"/>
              <a:gd name="connsiteX11" fmla="*/ 197242 w 487254"/>
              <a:gd name="connsiteY11" fmla="*/ 410555 h 604181"/>
              <a:gd name="connsiteX12" fmla="*/ 197248 w 487254"/>
              <a:gd name="connsiteY12" fmla="*/ 410557 h 604181"/>
              <a:gd name="connsiteX13" fmla="*/ 219844 w 487254"/>
              <a:gd name="connsiteY13" fmla="*/ 417676 h 604181"/>
              <a:gd name="connsiteX14" fmla="*/ 219846 w 487254"/>
              <a:gd name="connsiteY14" fmla="*/ 417668 h 604181"/>
              <a:gd name="connsiteX15" fmla="*/ 219876 w 487254"/>
              <a:gd name="connsiteY15" fmla="*/ 417677 h 604181"/>
              <a:gd name="connsiteX16" fmla="*/ 219864 w 487254"/>
              <a:gd name="connsiteY16" fmla="*/ 417723 h 604181"/>
              <a:gd name="connsiteX17" fmla="*/ 219869 w 487254"/>
              <a:gd name="connsiteY17" fmla="*/ 417723 h 604181"/>
              <a:gd name="connsiteX18" fmla="*/ 176441 w 487254"/>
              <a:gd name="connsiteY18" fmla="*/ 586441 h 604181"/>
              <a:gd name="connsiteX19" fmla="*/ 153505 w 487254"/>
              <a:gd name="connsiteY19" fmla="*/ 604181 h 604181"/>
              <a:gd name="connsiteX20" fmla="*/ 147582 w 487254"/>
              <a:gd name="connsiteY20" fmla="*/ 603423 h 604181"/>
              <a:gd name="connsiteX21" fmla="*/ 130570 w 487254"/>
              <a:gd name="connsiteY21" fmla="*/ 574614 h 604181"/>
              <a:gd name="connsiteX22" fmla="*/ 177801 w 487254"/>
              <a:gd name="connsiteY22" fmla="*/ 391171 h 604181"/>
              <a:gd name="connsiteX23" fmla="*/ 177804 w 487254"/>
              <a:gd name="connsiteY23" fmla="*/ 391189 h 604181"/>
              <a:gd name="connsiteX24" fmla="*/ 278019 w 487254"/>
              <a:gd name="connsiteY24" fmla="*/ 368294 h 604181"/>
              <a:gd name="connsiteX25" fmla="*/ 295884 w 487254"/>
              <a:gd name="connsiteY25" fmla="*/ 370886 h 604181"/>
              <a:gd name="connsiteX26" fmla="*/ 306831 w 487254"/>
              <a:gd name="connsiteY26" fmla="*/ 385402 h 604181"/>
              <a:gd name="connsiteX27" fmla="*/ 308653 w 487254"/>
              <a:gd name="connsiteY27" fmla="*/ 392824 h 604181"/>
              <a:gd name="connsiteX28" fmla="*/ 288914 w 487254"/>
              <a:gd name="connsiteY28" fmla="*/ 411001 h 604181"/>
              <a:gd name="connsiteX29" fmla="*/ 266159 w 487254"/>
              <a:gd name="connsiteY29" fmla="*/ 417811 h 604181"/>
              <a:gd name="connsiteX30" fmla="*/ 260861 w 487254"/>
              <a:gd name="connsiteY30" fmla="*/ 397254 h 604181"/>
              <a:gd name="connsiteX31" fmla="*/ 278019 w 487254"/>
              <a:gd name="connsiteY31" fmla="*/ 368294 h 604181"/>
              <a:gd name="connsiteX32" fmla="*/ 208172 w 487254"/>
              <a:gd name="connsiteY32" fmla="*/ 368294 h 604181"/>
              <a:gd name="connsiteX33" fmla="*/ 215512 w 487254"/>
              <a:gd name="connsiteY33" fmla="*/ 373846 h 604181"/>
              <a:gd name="connsiteX34" fmla="*/ 222632 w 487254"/>
              <a:gd name="connsiteY34" fmla="*/ 379233 h 604181"/>
              <a:gd name="connsiteX35" fmla="*/ 225153 w 487254"/>
              <a:gd name="connsiteY35" fmla="*/ 397223 h 604181"/>
              <a:gd name="connsiteX36" fmla="*/ 219846 w 487254"/>
              <a:gd name="connsiteY36" fmla="*/ 417668 h 604181"/>
              <a:gd name="connsiteX37" fmla="*/ 197249 w 487254"/>
              <a:gd name="connsiteY37" fmla="*/ 410552 h 604181"/>
              <a:gd name="connsiteX38" fmla="*/ 177825 w 487254"/>
              <a:gd name="connsiteY38" fmla="*/ 391161 h 604181"/>
              <a:gd name="connsiteX39" fmla="*/ 179342 w 487254"/>
              <a:gd name="connsiteY39" fmla="*/ 385406 h 604181"/>
              <a:gd name="connsiteX40" fmla="*/ 190162 w 487254"/>
              <a:gd name="connsiteY40" fmla="*/ 370890 h 604181"/>
              <a:gd name="connsiteX41" fmla="*/ 285137 w 487254"/>
              <a:gd name="connsiteY41" fmla="*/ 155738 h 604181"/>
              <a:gd name="connsiteX42" fmla="*/ 290454 w 487254"/>
              <a:gd name="connsiteY42" fmla="*/ 155738 h 604181"/>
              <a:gd name="connsiteX43" fmla="*/ 326153 w 487254"/>
              <a:gd name="connsiteY43" fmla="*/ 191205 h 604181"/>
              <a:gd name="connsiteX44" fmla="*/ 326153 w 487254"/>
              <a:gd name="connsiteY44" fmla="*/ 252440 h 604181"/>
              <a:gd name="connsiteX45" fmla="*/ 290454 w 487254"/>
              <a:gd name="connsiteY45" fmla="*/ 287907 h 604181"/>
              <a:gd name="connsiteX46" fmla="*/ 285137 w 487254"/>
              <a:gd name="connsiteY46" fmla="*/ 287907 h 604181"/>
              <a:gd name="connsiteX47" fmla="*/ 249590 w 487254"/>
              <a:gd name="connsiteY47" fmla="*/ 252440 h 604181"/>
              <a:gd name="connsiteX48" fmla="*/ 249590 w 487254"/>
              <a:gd name="connsiteY48" fmla="*/ 191205 h 604181"/>
              <a:gd name="connsiteX49" fmla="*/ 285137 w 487254"/>
              <a:gd name="connsiteY49" fmla="*/ 155738 h 604181"/>
              <a:gd name="connsiteX50" fmla="*/ 184336 w 487254"/>
              <a:gd name="connsiteY50" fmla="*/ 113257 h 604181"/>
              <a:gd name="connsiteX51" fmla="*/ 189648 w 487254"/>
              <a:gd name="connsiteY51" fmla="*/ 113257 h 604181"/>
              <a:gd name="connsiteX52" fmla="*/ 225315 w 487254"/>
              <a:gd name="connsiteY52" fmla="*/ 148733 h 604181"/>
              <a:gd name="connsiteX53" fmla="*/ 225315 w 487254"/>
              <a:gd name="connsiteY53" fmla="*/ 252430 h 604181"/>
              <a:gd name="connsiteX54" fmla="*/ 189648 w 487254"/>
              <a:gd name="connsiteY54" fmla="*/ 287906 h 604181"/>
              <a:gd name="connsiteX55" fmla="*/ 184336 w 487254"/>
              <a:gd name="connsiteY55" fmla="*/ 287906 h 604181"/>
              <a:gd name="connsiteX56" fmla="*/ 148822 w 487254"/>
              <a:gd name="connsiteY56" fmla="*/ 252430 h 604181"/>
              <a:gd name="connsiteX57" fmla="*/ 148822 w 487254"/>
              <a:gd name="connsiteY57" fmla="*/ 148733 h 604181"/>
              <a:gd name="connsiteX58" fmla="*/ 184336 w 487254"/>
              <a:gd name="connsiteY58" fmla="*/ 113257 h 604181"/>
              <a:gd name="connsiteX59" fmla="*/ 69998 w 487254"/>
              <a:gd name="connsiteY59" fmla="*/ 88700 h 604181"/>
              <a:gd name="connsiteX60" fmla="*/ 57092 w 487254"/>
              <a:gd name="connsiteY60" fmla="*/ 96129 h 604181"/>
              <a:gd name="connsiteX61" fmla="*/ 57092 w 487254"/>
              <a:gd name="connsiteY61" fmla="*/ 309919 h 604181"/>
              <a:gd name="connsiteX62" fmla="*/ 69998 w 487254"/>
              <a:gd name="connsiteY62" fmla="*/ 317197 h 604181"/>
              <a:gd name="connsiteX63" fmla="*/ 417256 w 487254"/>
              <a:gd name="connsiteY63" fmla="*/ 317197 h 604181"/>
              <a:gd name="connsiteX64" fmla="*/ 430162 w 487254"/>
              <a:gd name="connsiteY64" fmla="*/ 309919 h 604181"/>
              <a:gd name="connsiteX65" fmla="*/ 430162 w 487254"/>
              <a:gd name="connsiteY65" fmla="*/ 96129 h 604181"/>
              <a:gd name="connsiteX66" fmla="*/ 417256 w 487254"/>
              <a:gd name="connsiteY66" fmla="*/ 88700 h 604181"/>
              <a:gd name="connsiteX67" fmla="*/ 93533 w 487254"/>
              <a:gd name="connsiteY67" fmla="*/ 0 h 604181"/>
              <a:gd name="connsiteX68" fmla="*/ 174312 w 487254"/>
              <a:gd name="connsiteY68" fmla="*/ 0 h 604181"/>
              <a:gd name="connsiteX69" fmla="*/ 312942 w 487254"/>
              <a:gd name="connsiteY69" fmla="*/ 0 h 604181"/>
              <a:gd name="connsiteX70" fmla="*/ 393721 w 487254"/>
              <a:gd name="connsiteY70" fmla="*/ 0 h 604181"/>
              <a:gd name="connsiteX71" fmla="*/ 412245 w 487254"/>
              <a:gd name="connsiteY71" fmla="*/ 18498 h 604181"/>
              <a:gd name="connsiteX72" fmla="*/ 412245 w 487254"/>
              <a:gd name="connsiteY72" fmla="*/ 39271 h 604181"/>
              <a:gd name="connsiteX73" fmla="*/ 449750 w 487254"/>
              <a:gd name="connsiteY73" fmla="*/ 39271 h 604181"/>
              <a:gd name="connsiteX74" fmla="*/ 487254 w 487254"/>
              <a:gd name="connsiteY74" fmla="*/ 85364 h 604181"/>
              <a:gd name="connsiteX75" fmla="*/ 487254 w 487254"/>
              <a:gd name="connsiteY75" fmla="*/ 330236 h 604181"/>
              <a:gd name="connsiteX76" fmla="*/ 441095 w 487254"/>
              <a:gd name="connsiteY76" fmla="*/ 376330 h 604181"/>
              <a:gd name="connsiteX77" fmla="*/ 310665 w 487254"/>
              <a:gd name="connsiteY77" fmla="*/ 376330 h 604181"/>
              <a:gd name="connsiteX78" fmla="*/ 310665 w 487254"/>
              <a:gd name="connsiteY78" fmla="*/ 384518 h 604181"/>
              <a:gd name="connsiteX79" fmla="*/ 308691 w 487254"/>
              <a:gd name="connsiteY79" fmla="*/ 392857 h 604181"/>
              <a:gd name="connsiteX80" fmla="*/ 306869 w 487254"/>
              <a:gd name="connsiteY80" fmla="*/ 385428 h 604181"/>
              <a:gd name="connsiteX81" fmla="*/ 295917 w 487254"/>
              <a:gd name="connsiteY81" fmla="*/ 370891 h 604181"/>
              <a:gd name="connsiteX82" fmla="*/ 295884 w 487254"/>
              <a:gd name="connsiteY82" fmla="*/ 370886 h 604181"/>
              <a:gd name="connsiteX83" fmla="*/ 295880 w 487254"/>
              <a:gd name="connsiteY83" fmla="*/ 370880 h 604181"/>
              <a:gd name="connsiteX84" fmla="*/ 277981 w 487254"/>
              <a:gd name="connsiteY84" fmla="*/ 368286 h 604181"/>
              <a:gd name="connsiteX85" fmla="*/ 260823 w 487254"/>
              <a:gd name="connsiteY85" fmla="*/ 397217 h 604181"/>
              <a:gd name="connsiteX86" fmla="*/ 266137 w 487254"/>
              <a:gd name="connsiteY86" fmla="*/ 417817 h 604181"/>
              <a:gd name="connsiteX87" fmla="*/ 266159 w 487254"/>
              <a:gd name="connsiteY87" fmla="*/ 417811 h 604181"/>
              <a:gd name="connsiteX88" fmla="*/ 266175 w 487254"/>
              <a:gd name="connsiteY88" fmla="*/ 417875 h 604181"/>
              <a:gd name="connsiteX89" fmla="*/ 251295 w 487254"/>
              <a:gd name="connsiteY89" fmla="*/ 419088 h 604181"/>
              <a:gd name="connsiteX90" fmla="*/ 235959 w 487254"/>
              <a:gd name="connsiteY90" fmla="*/ 419088 h 604181"/>
              <a:gd name="connsiteX91" fmla="*/ 219869 w 487254"/>
              <a:gd name="connsiteY91" fmla="*/ 417723 h 604181"/>
              <a:gd name="connsiteX92" fmla="*/ 219881 w 487254"/>
              <a:gd name="connsiteY92" fmla="*/ 417679 h 604181"/>
              <a:gd name="connsiteX93" fmla="*/ 219876 w 487254"/>
              <a:gd name="connsiteY93" fmla="*/ 417677 h 604181"/>
              <a:gd name="connsiteX94" fmla="*/ 225178 w 487254"/>
              <a:gd name="connsiteY94" fmla="*/ 397254 h 604181"/>
              <a:gd name="connsiteX95" fmla="*/ 222654 w 487254"/>
              <a:gd name="connsiteY95" fmla="*/ 379249 h 604181"/>
              <a:gd name="connsiteX96" fmla="*/ 215512 w 487254"/>
              <a:gd name="connsiteY96" fmla="*/ 373846 h 604181"/>
              <a:gd name="connsiteX97" fmla="*/ 208164 w 487254"/>
              <a:gd name="connsiteY97" fmla="*/ 368287 h 604181"/>
              <a:gd name="connsiteX98" fmla="*/ 190169 w 487254"/>
              <a:gd name="connsiteY98" fmla="*/ 370881 h 604181"/>
              <a:gd name="connsiteX99" fmla="*/ 190162 w 487254"/>
              <a:gd name="connsiteY99" fmla="*/ 370890 h 604181"/>
              <a:gd name="connsiteX100" fmla="*/ 190160 w 487254"/>
              <a:gd name="connsiteY100" fmla="*/ 370891 h 604181"/>
              <a:gd name="connsiteX101" fmla="*/ 179323 w 487254"/>
              <a:gd name="connsiteY101" fmla="*/ 385428 h 604181"/>
              <a:gd name="connsiteX102" fmla="*/ 177814 w 487254"/>
              <a:gd name="connsiteY102" fmla="*/ 391150 h 604181"/>
              <a:gd name="connsiteX103" fmla="*/ 177808 w 487254"/>
              <a:gd name="connsiteY103" fmla="*/ 391144 h 604181"/>
              <a:gd name="connsiteX104" fmla="*/ 177801 w 487254"/>
              <a:gd name="connsiteY104" fmla="*/ 391171 h 604181"/>
              <a:gd name="connsiteX105" fmla="*/ 176589 w 487254"/>
              <a:gd name="connsiteY105" fmla="*/ 384518 h 604181"/>
              <a:gd name="connsiteX106" fmla="*/ 176589 w 487254"/>
              <a:gd name="connsiteY106" fmla="*/ 376330 h 604181"/>
              <a:gd name="connsiteX107" fmla="*/ 46159 w 487254"/>
              <a:gd name="connsiteY107" fmla="*/ 376330 h 604181"/>
              <a:gd name="connsiteX108" fmla="*/ 0 w 487254"/>
              <a:gd name="connsiteY108" fmla="*/ 330236 h 604181"/>
              <a:gd name="connsiteX109" fmla="*/ 0 w 487254"/>
              <a:gd name="connsiteY109" fmla="*/ 85364 h 604181"/>
              <a:gd name="connsiteX110" fmla="*/ 37504 w 487254"/>
              <a:gd name="connsiteY110" fmla="*/ 39271 h 604181"/>
              <a:gd name="connsiteX111" fmla="*/ 75009 w 487254"/>
              <a:gd name="connsiteY111" fmla="*/ 39271 h 604181"/>
              <a:gd name="connsiteX112" fmla="*/ 75009 w 487254"/>
              <a:gd name="connsiteY112" fmla="*/ 18498 h 604181"/>
              <a:gd name="connsiteX113" fmla="*/ 93533 w 487254"/>
              <a:gd name="connsiteY113" fmla="*/ 0 h 604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487254" h="604181">
                <a:moveTo>
                  <a:pt x="308670" y="392838"/>
                </a:moveTo>
                <a:lnTo>
                  <a:pt x="355568" y="574617"/>
                </a:lnTo>
                <a:cubicBezTo>
                  <a:pt x="358755" y="587352"/>
                  <a:pt x="351167" y="600239"/>
                  <a:pt x="338569" y="603423"/>
                </a:cubicBezTo>
                <a:cubicBezTo>
                  <a:pt x="336596" y="604029"/>
                  <a:pt x="334471" y="604181"/>
                  <a:pt x="332650" y="604181"/>
                </a:cubicBezTo>
                <a:cubicBezTo>
                  <a:pt x="322026" y="604181"/>
                  <a:pt x="312464" y="597055"/>
                  <a:pt x="309581" y="586443"/>
                </a:cubicBezTo>
                <a:lnTo>
                  <a:pt x="266173" y="417853"/>
                </a:lnTo>
                <a:cubicBezTo>
                  <a:pt x="274673" y="416489"/>
                  <a:pt x="282413" y="414215"/>
                  <a:pt x="288939" y="411031"/>
                </a:cubicBezTo>
                <a:cubicBezTo>
                  <a:pt x="298501" y="406331"/>
                  <a:pt x="305634" y="400115"/>
                  <a:pt x="308670" y="392838"/>
                </a:cubicBezTo>
                <a:close/>
                <a:moveTo>
                  <a:pt x="177814" y="391150"/>
                </a:moveTo>
                <a:lnTo>
                  <a:pt x="177825" y="391161"/>
                </a:lnTo>
                <a:lnTo>
                  <a:pt x="177825" y="391163"/>
                </a:lnTo>
                <a:cubicBezTo>
                  <a:pt x="180404" y="398890"/>
                  <a:pt x="187533" y="405556"/>
                  <a:pt x="197242" y="410555"/>
                </a:cubicBezTo>
                <a:lnTo>
                  <a:pt x="197248" y="410557"/>
                </a:lnTo>
                <a:lnTo>
                  <a:pt x="219844" y="417676"/>
                </a:lnTo>
                <a:lnTo>
                  <a:pt x="219846" y="417668"/>
                </a:lnTo>
                <a:lnTo>
                  <a:pt x="219876" y="417677"/>
                </a:lnTo>
                <a:lnTo>
                  <a:pt x="219864" y="417723"/>
                </a:lnTo>
                <a:lnTo>
                  <a:pt x="219869" y="417723"/>
                </a:lnTo>
                <a:lnTo>
                  <a:pt x="176441" y="586441"/>
                </a:lnTo>
                <a:cubicBezTo>
                  <a:pt x="173707" y="597054"/>
                  <a:pt x="163986" y="604181"/>
                  <a:pt x="153505" y="604181"/>
                </a:cubicBezTo>
                <a:cubicBezTo>
                  <a:pt x="151531" y="604181"/>
                  <a:pt x="149556" y="604029"/>
                  <a:pt x="147582" y="603423"/>
                </a:cubicBezTo>
                <a:cubicBezTo>
                  <a:pt x="134823" y="600239"/>
                  <a:pt x="127229" y="587350"/>
                  <a:pt x="130570" y="574614"/>
                </a:cubicBezTo>
                <a:lnTo>
                  <a:pt x="177801" y="391171"/>
                </a:lnTo>
                <a:lnTo>
                  <a:pt x="177804" y="391189"/>
                </a:lnTo>
                <a:close/>
                <a:moveTo>
                  <a:pt x="278019" y="368294"/>
                </a:moveTo>
                <a:lnTo>
                  <a:pt x="295884" y="370886"/>
                </a:lnTo>
                <a:lnTo>
                  <a:pt x="306831" y="385402"/>
                </a:lnTo>
                <a:lnTo>
                  <a:pt x="308653" y="392824"/>
                </a:lnTo>
                <a:cubicBezTo>
                  <a:pt x="305616" y="400095"/>
                  <a:pt x="298480" y="406305"/>
                  <a:pt x="288914" y="411001"/>
                </a:cubicBezTo>
                <a:lnTo>
                  <a:pt x="266159" y="417811"/>
                </a:lnTo>
                <a:lnTo>
                  <a:pt x="260861" y="397254"/>
                </a:lnTo>
                <a:cubicBezTo>
                  <a:pt x="257672" y="384518"/>
                  <a:pt x="265264" y="371630"/>
                  <a:pt x="278019" y="368294"/>
                </a:cubicBezTo>
                <a:close/>
                <a:moveTo>
                  <a:pt x="208172" y="368294"/>
                </a:moveTo>
                <a:lnTo>
                  <a:pt x="215512" y="373846"/>
                </a:lnTo>
                <a:lnTo>
                  <a:pt x="222632" y="379233"/>
                </a:lnTo>
                <a:cubicBezTo>
                  <a:pt x="225722" y="384459"/>
                  <a:pt x="226822" y="390860"/>
                  <a:pt x="225153" y="397223"/>
                </a:cubicBezTo>
                <a:lnTo>
                  <a:pt x="219846" y="417668"/>
                </a:lnTo>
                <a:lnTo>
                  <a:pt x="197249" y="410552"/>
                </a:lnTo>
                <a:lnTo>
                  <a:pt x="177825" y="391161"/>
                </a:lnTo>
                <a:lnTo>
                  <a:pt x="179342" y="385406"/>
                </a:lnTo>
                <a:lnTo>
                  <a:pt x="190162" y="370890"/>
                </a:lnTo>
                <a:close/>
                <a:moveTo>
                  <a:pt x="285137" y="155738"/>
                </a:moveTo>
                <a:lnTo>
                  <a:pt x="290454" y="155738"/>
                </a:lnTo>
                <a:cubicBezTo>
                  <a:pt x="310203" y="155738"/>
                  <a:pt x="326153" y="171653"/>
                  <a:pt x="326153" y="191205"/>
                </a:cubicBezTo>
                <a:lnTo>
                  <a:pt x="326153" y="252440"/>
                </a:lnTo>
                <a:cubicBezTo>
                  <a:pt x="326153" y="271992"/>
                  <a:pt x="310203" y="287907"/>
                  <a:pt x="290454" y="287907"/>
                </a:cubicBezTo>
                <a:lnTo>
                  <a:pt x="285137" y="287907"/>
                </a:lnTo>
                <a:cubicBezTo>
                  <a:pt x="265541" y="287907"/>
                  <a:pt x="249590" y="271992"/>
                  <a:pt x="249590" y="252440"/>
                </a:cubicBezTo>
                <a:lnTo>
                  <a:pt x="249590" y="191205"/>
                </a:lnTo>
                <a:cubicBezTo>
                  <a:pt x="249590" y="171653"/>
                  <a:pt x="265541" y="155738"/>
                  <a:pt x="285137" y="155738"/>
                </a:cubicBezTo>
                <a:close/>
                <a:moveTo>
                  <a:pt x="184336" y="113257"/>
                </a:moveTo>
                <a:lnTo>
                  <a:pt x="189648" y="113257"/>
                </a:lnTo>
                <a:cubicBezTo>
                  <a:pt x="209379" y="113257"/>
                  <a:pt x="225315" y="129176"/>
                  <a:pt x="225315" y="148733"/>
                </a:cubicBezTo>
                <a:lnTo>
                  <a:pt x="225315" y="252430"/>
                </a:lnTo>
                <a:cubicBezTo>
                  <a:pt x="225315" y="271987"/>
                  <a:pt x="209379" y="287906"/>
                  <a:pt x="189648" y="287906"/>
                </a:cubicBezTo>
                <a:lnTo>
                  <a:pt x="184336" y="287906"/>
                </a:lnTo>
                <a:cubicBezTo>
                  <a:pt x="164758" y="287906"/>
                  <a:pt x="148822" y="271987"/>
                  <a:pt x="148822" y="252430"/>
                </a:cubicBezTo>
                <a:lnTo>
                  <a:pt x="148822" y="148733"/>
                </a:lnTo>
                <a:cubicBezTo>
                  <a:pt x="148822" y="129176"/>
                  <a:pt x="164758" y="113257"/>
                  <a:pt x="184336" y="113257"/>
                </a:cubicBezTo>
                <a:close/>
                <a:moveTo>
                  <a:pt x="69998" y="88700"/>
                </a:moveTo>
                <a:cubicBezTo>
                  <a:pt x="62861" y="88700"/>
                  <a:pt x="57092" y="92036"/>
                  <a:pt x="57092" y="96129"/>
                </a:cubicBezTo>
                <a:lnTo>
                  <a:pt x="57092" y="309919"/>
                </a:lnTo>
                <a:cubicBezTo>
                  <a:pt x="57092" y="314013"/>
                  <a:pt x="62861" y="317197"/>
                  <a:pt x="69998" y="317197"/>
                </a:cubicBezTo>
                <a:lnTo>
                  <a:pt x="417256" y="317197"/>
                </a:lnTo>
                <a:cubicBezTo>
                  <a:pt x="424393" y="317197"/>
                  <a:pt x="430162" y="314013"/>
                  <a:pt x="430162" y="309919"/>
                </a:cubicBezTo>
                <a:lnTo>
                  <a:pt x="430162" y="96129"/>
                </a:lnTo>
                <a:cubicBezTo>
                  <a:pt x="430162" y="92036"/>
                  <a:pt x="424393" y="88700"/>
                  <a:pt x="417256" y="88700"/>
                </a:cubicBezTo>
                <a:close/>
                <a:moveTo>
                  <a:pt x="93533" y="0"/>
                </a:moveTo>
                <a:lnTo>
                  <a:pt x="174312" y="0"/>
                </a:lnTo>
                <a:lnTo>
                  <a:pt x="312942" y="0"/>
                </a:lnTo>
                <a:lnTo>
                  <a:pt x="393721" y="0"/>
                </a:lnTo>
                <a:cubicBezTo>
                  <a:pt x="404046" y="0"/>
                  <a:pt x="412245" y="8188"/>
                  <a:pt x="412245" y="18498"/>
                </a:cubicBezTo>
                <a:lnTo>
                  <a:pt x="412245" y="39271"/>
                </a:lnTo>
                <a:lnTo>
                  <a:pt x="449750" y="39271"/>
                </a:lnTo>
                <a:cubicBezTo>
                  <a:pt x="470552" y="39271"/>
                  <a:pt x="487254" y="59891"/>
                  <a:pt x="487254" y="85364"/>
                </a:cubicBezTo>
                <a:lnTo>
                  <a:pt x="487254" y="330236"/>
                </a:lnTo>
                <a:cubicBezTo>
                  <a:pt x="487254" y="355709"/>
                  <a:pt x="466604" y="376330"/>
                  <a:pt x="441095" y="376330"/>
                </a:cubicBezTo>
                <a:lnTo>
                  <a:pt x="310665" y="376330"/>
                </a:lnTo>
                <a:lnTo>
                  <a:pt x="310665" y="384518"/>
                </a:lnTo>
                <a:cubicBezTo>
                  <a:pt x="310665" y="387399"/>
                  <a:pt x="309905" y="390128"/>
                  <a:pt x="308691" y="392857"/>
                </a:cubicBezTo>
                <a:lnTo>
                  <a:pt x="306869" y="385428"/>
                </a:lnTo>
                <a:cubicBezTo>
                  <a:pt x="305198" y="379060"/>
                  <a:pt x="301137" y="373980"/>
                  <a:pt x="295917" y="370891"/>
                </a:cubicBezTo>
                <a:lnTo>
                  <a:pt x="295884" y="370886"/>
                </a:lnTo>
                <a:lnTo>
                  <a:pt x="295880" y="370880"/>
                </a:lnTo>
                <a:cubicBezTo>
                  <a:pt x="290660" y="367794"/>
                  <a:pt x="284283" y="366696"/>
                  <a:pt x="277981" y="368286"/>
                </a:cubicBezTo>
                <a:cubicBezTo>
                  <a:pt x="265226" y="371618"/>
                  <a:pt x="257634" y="384493"/>
                  <a:pt x="260823" y="397217"/>
                </a:cubicBezTo>
                <a:lnTo>
                  <a:pt x="266137" y="417817"/>
                </a:lnTo>
                <a:lnTo>
                  <a:pt x="266159" y="417811"/>
                </a:lnTo>
                <a:lnTo>
                  <a:pt x="266175" y="417875"/>
                </a:lnTo>
                <a:cubicBezTo>
                  <a:pt x="261468" y="418633"/>
                  <a:pt x="256610" y="419088"/>
                  <a:pt x="251295" y="419088"/>
                </a:cubicBezTo>
                <a:lnTo>
                  <a:pt x="235959" y="419088"/>
                </a:lnTo>
                <a:lnTo>
                  <a:pt x="219869" y="417723"/>
                </a:lnTo>
                <a:lnTo>
                  <a:pt x="219881" y="417679"/>
                </a:lnTo>
                <a:lnTo>
                  <a:pt x="219876" y="417677"/>
                </a:lnTo>
                <a:lnTo>
                  <a:pt x="225178" y="397254"/>
                </a:lnTo>
                <a:cubicBezTo>
                  <a:pt x="226849" y="390886"/>
                  <a:pt x="225748" y="384480"/>
                  <a:pt x="222654" y="379249"/>
                </a:cubicBezTo>
                <a:lnTo>
                  <a:pt x="215512" y="373846"/>
                </a:lnTo>
                <a:lnTo>
                  <a:pt x="208164" y="368287"/>
                </a:lnTo>
                <a:cubicBezTo>
                  <a:pt x="201793" y="366696"/>
                  <a:pt x="195383" y="367794"/>
                  <a:pt x="190169" y="370881"/>
                </a:cubicBezTo>
                <a:lnTo>
                  <a:pt x="190162" y="370890"/>
                </a:lnTo>
                <a:lnTo>
                  <a:pt x="190160" y="370891"/>
                </a:lnTo>
                <a:cubicBezTo>
                  <a:pt x="184941" y="373980"/>
                  <a:pt x="180917" y="379060"/>
                  <a:pt x="179323" y="385428"/>
                </a:cubicBezTo>
                <a:lnTo>
                  <a:pt x="177814" y="391150"/>
                </a:lnTo>
                <a:lnTo>
                  <a:pt x="177808" y="391144"/>
                </a:lnTo>
                <a:lnTo>
                  <a:pt x="177801" y="391171"/>
                </a:lnTo>
                <a:lnTo>
                  <a:pt x="176589" y="384518"/>
                </a:lnTo>
                <a:lnTo>
                  <a:pt x="176589" y="376330"/>
                </a:lnTo>
                <a:lnTo>
                  <a:pt x="46159" y="376330"/>
                </a:lnTo>
                <a:cubicBezTo>
                  <a:pt x="20650" y="376330"/>
                  <a:pt x="0" y="355709"/>
                  <a:pt x="0" y="330236"/>
                </a:cubicBezTo>
                <a:lnTo>
                  <a:pt x="0" y="85364"/>
                </a:lnTo>
                <a:cubicBezTo>
                  <a:pt x="0" y="59891"/>
                  <a:pt x="16702" y="39271"/>
                  <a:pt x="37504" y="39271"/>
                </a:cubicBezTo>
                <a:lnTo>
                  <a:pt x="75009" y="39271"/>
                </a:lnTo>
                <a:lnTo>
                  <a:pt x="75009" y="18498"/>
                </a:lnTo>
                <a:cubicBezTo>
                  <a:pt x="75009" y="8188"/>
                  <a:pt x="83360" y="0"/>
                  <a:pt x="93533" y="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Freeform 101"/>
          <p:cNvSpPr/>
          <p:nvPr/>
        </p:nvSpPr>
        <p:spPr>
          <a:xfrm>
            <a:off x="5813742" y="1940326"/>
            <a:ext cx="564515" cy="542925"/>
          </a:xfrm>
          <a:custGeom>
            <a:avLst/>
            <a:gdLst/>
            <a:ahLst/>
            <a:cxnLst>
              <a:cxn ang="0">
                <a:pos x="72890" y="69779"/>
              </a:cxn>
              <a:cxn ang="0">
                <a:pos x="142977" y="69779"/>
              </a:cxn>
              <a:cxn ang="0">
                <a:pos x="148584" y="58615"/>
              </a:cxn>
              <a:cxn ang="0">
                <a:pos x="137370" y="41868"/>
              </a:cxn>
              <a:cxn ang="0">
                <a:pos x="140174" y="8374"/>
              </a:cxn>
              <a:cxn ang="0">
                <a:pos x="162601" y="0"/>
              </a:cxn>
              <a:cxn ang="0">
                <a:pos x="187833" y="8374"/>
              </a:cxn>
              <a:cxn ang="0">
                <a:pos x="190636" y="41868"/>
              </a:cxn>
              <a:cxn ang="0">
                <a:pos x="179422" y="58615"/>
              </a:cxn>
              <a:cxn ang="0">
                <a:pos x="182226" y="69779"/>
              </a:cxn>
              <a:cxn ang="0">
                <a:pos x="255116" y="69779"/>
              </a:cxn>
              <a:cxn ang="0">
                <a:pos x="255116" y="136767"/>
              </a:cxn>
              <a:cxn ang="0">
                <a:pos x="243902" y="142350"/>
              </a:cxn>
              <a:cxn ang="0">
                <a:pos x="227081" y="131185"/>
              </a:cxn>
              <a:cxn ang="0">
                <a:pos x="196243" y="133976"/>
              </a:cxn>
              <a:cxn ang="0">
                <a:pos x="187833" y="156306"/>
              </a:cxn>
              <a:cxn ang="0">
                <a:pos x="196243" y="178635"/>
              </a:cxn>
              <a:cxn ang="0">
                <a:pos x="227081" y="181426"/>
              </a:cxn>
              <a:cxn ang="0">
                <a:pos x="243902" y="170261"/>
              </a:cxn>
              <a:cxn ang="0">
                <a:pos x="255116" y="173053"/>
              </a:cxn>
              <a:cxn ang="0">
                <a:pos x="255116" y="245623"/>
              </a:cxn>
              <a:cxn ang="0">
                <a:pos x="179422" y="245623"/>
              </a:cxn>
              <a:cxn ang="0">
                <a:pos x="176619" y="237249"/>
              </a:cxn>
              <a:cxn ang="0">
                <a:pos x="187833" y="220502"/>
              </a:cxn>
              <a:cxn ang="0">
                <a:pos x="185029" y="189800"/>
              </a:cxn>
              <a:cxn ang="0">
                <a:pos x="162601" y="184217"/>
              </a:cxn>
              <a:cxn ang="0">
                <a:pos x="140174" y="189800"/>
              </a:cxn>
              <a:cxn ang="0">
                <a:pos x="137370" y="220502"/>
              </a:cxn>
              <a:cxn ang="0">
                <a:pos x="148584" y="237249"/>
              </a:cxn>
              <a:cxn ang="0">
                <a:pos x="142977" y="245623"/>
              </a:cxn>
              <a:cxn ang="0">
                <a:pos x="72890" y="245623"/>
              </a:cxn>
              <a:cxn ang="0">
                <a:pos x="72890" y="178635"/>
              </a:cxn>
              <a:cxn ang="0">
                <a:pos x="61676" y="173053"/>
              </a:cxn>
              <a:cxn ang="0">
                <a:pos x="44856" y="187008"/>
              </a:cxn>
              <a:cxn ang="0">
                <a:pos x="11214" y="181426"/>
              </a:cxn>
              <a:cxn ang="0">
                <a:pos x="2803" y="159097"/>
              </a:cxn>
              <a:cxn ang="0">
                <a:pos x="11214" y="133976"/>
              </a:cxn>
              <a:cxn ang="0">
                <a:pos x="44856" y="131185"/>
              </a:cxn>
              <a:cxn ang="0">
                <a:pos x="61676" y="142350"/>
              </a:cxn>
              <a:cxn ang="0">
                <a:pos x="72890" y="136767"/>
              </a:cxn>
              <a:cxn ang="0">
                <a:pos x="72890" y="69779"/>
              </a:cxn>
            </a:cxnLst>
            <a:rect l="0" t="0" r="0" b="0"/>
            <a:pathLst>
              <a:path w="91" h="88">
                <a:moveTo>
                  <a:pt x="26" y="25"/>
                </a:moveTo>
                <a:cubicBezTo>
                  <a:pt x="51" y="25"/>
                  <a:pt x="51" y="25"/>
                  <a:pt x="51" y="25"/>
                </a:cubicBezTo>
                <a:cubicBezTo>
                  <a:pt x="52" y="24"/>
                  <a:pt x="54" y="23"/>
                  <a:pt x="53" y="21"/>
                </a:cubicBezTo>
                <a:cubicBezTo>
                  <a:pt x="52" y="19"/>
                  <a:pt x="50" y="17"/>
                  <a:pt x="49" y="15"/>
                </a:cubicBezTo>
                <a:cubicBezTo>
                  <a:pt x="46" y="12"/>
                  <a:pt x="47" y="6"/>
                  <a:pt x="50" y="3"/>
                </a:cubicBezTo>
                <a:cubicBezTo>
                  <a:pt x="53" y="0"/>
                  <a:pt x="58" y="0"/>
                  <a:pt x="58" y="0"/>
                </a:cubicBezTo>
                <a:cubicBezTo>
                  <a:pt x="58" y="0"/>
                  <a:pt x="64" y="0"/>
                  <a:pt x="67" y="3"/>
                </a:cubicBezTo>
                <a:cubicBezTo>
                  <a:pt x="70" y="6"/>
                  <a:pt x="70" y="12"/>
                  <a:pt x="68" y="15"/>
                </a:cubicBezTo>
                <a:cubicBezTo>
                  <a:pt x="67" y="17"/>
                  <a:pt x="65" y="19"/>
                  <a:pt x="64" y="21"/>
                </a:cubicBezTo>
                <a:cubicBezTo>
                  <a:pt x="63" y="23"/>
                  <a:pt x="64" y="24"/>
                  <a:pt x="65" y="25"/>
                </a:cubicBezTo>
                <a:cubicBezTo>
                  <a:pt x="91" y="25"/>
                  <a:pt x="91" y="25"/>
                  <a:pt x="91" y="25"/>
                </a:cubicBezTo>
                <a:cubicBezTo>
                  <a:pt x="91" y="49"/>
                  <a:pt x="91" y="49"/>
                  <a:pt x="91" y="49"/>
                </a:cubicBezTo>
                <a:cubicBezTo>
                  <a:pt x="90" y="50"/>
                  <a:pt x="89" y="51"/>
                  <a:pt x="87" y="51"/>
                </a:cubicBezTo>
                <a:cubicBezTo>
                  <a:pt x="85" y="50"/>
                  <a:pt x="83" y="48"/>
                  <a:pt x="81" y="47"/>
                </a:cubicBezTo>
                <a:cubicBezTo>
                  <a:pt x="78" y="44"/>
                  <a:pt x="73" y="45"/>
                  <a:pt x="70" y="48"/>
                </a:cubicBezTo>
                <a:cubicBezTo>
                  <a:pt x="67" y="51"/>
                  <a:pt x="67" y="56"/>
                  <a:pt x="67" y="56"/>
                </a:cubicBezTo>
                <a:cubicBezTo>
                  <a:pt x="67" y="56"/>
                  <a:pt x="67" y="61"/>
                  <a:pt x="70" y="64"/>
                </a:cubicBezTo>
                <a:cubicBezTo>
                  <a:pt x="73" y="67"/>
                  <a:pt x="78" y="67"/>
                  <a:pt x="81" y="65"/>
                </a:cubicBezTo>
                <a:cubicBezTo>
                  <a:pt x="83" y="64"/>
                  <a:pt x="85" y="62"/>
                  <a:pt x="87" y="61"/>
                </a:cubicBezTo>
                <a:cubicBezTo>
                  <a:pt x="89" y="60"/>
                  <a:pt x="90" y="61"/>
                  <a:pt x="91" y="62"/>
                </a:cubicBezTo>
                <a:cubicBezTo>
                  <a:pt x="91" y="88"/>
                  <a:pt x="91" y="88"/>
                  <a:pt x="91" y="88"/>
                </a:cubicBezTo>
                <a:cubicBezTo>
                  <a:pt x="64" y="88"/>
                  <a:pt x="64" y="88"/>
                  <a:pt x="64" y="88"/>
                </a:cubicBezTo>
                <a:cubicBezTo>
                  <a:pt x="63" y="88"/>
                  <a:pt x="62" y="86"/>
                  <a:pt x="63" y="85"/>
                </a:cubicBezTo>
                <a:cubicBezTo>
                  <a:pt x="63" y="83"/>
                  <a:pt x="65" y="81"/>
                  <a:pt x="67" y="79"/>
                </a:cubicBezTo>
                <a:cubicBezTo>
                  <a:pt x="69" y="76"/>
                  <a:pt x="68" y="71"/>
                  <a:pt x="66" y="68"/>
                </a:cubicBezTo>
                <a:cubicBezTo>
                  <a:pt x="63" y="65"/>
                  <a:pt x="58" y="66"/>
                  <a:pt x="58" y="66"/>
                </a:cubicBezTo>
                <a:cubicBezTo>
                  <a:pt x="58" y="66"/>
                  <a:pt x="53" y="65"/>
                  <a:pt x="50" y="68"/>
                </a:cubicBezTo>
                <a:cubicBezTo>
                  <a:pt x="47" y="71"/>
                  <a:pt x="46" y="76"/>
                  <a:pt x="49" y="79"/>
                </a:cubicBezTo>
                <a:cubicBezTo>
                  <a:pt x="50" y="81"/>
                  <a:pt x="52" y="83"/>
                  <a:pt x="53" y="85"/>
                </a:cubicBezTo>
                <a:cubicBezTo>
                  <a:pt x="53" y="86"/>
                  <a:pt x="52" y="88"/>
                  <a:pt x="51" y="88"/>
                </a:cubicBezTo>
                <a:cubicBezTo>
                  <a:pt x="26" y="88"/>
                  <a:pt x="26" y="88"/>
                  <a:pt x="26" y="88"/>
                </a:cubicBezTo>
                <a:cubicBezTo>
                  <a:pt x="26" y="64"/>
                  <a:pt x="26" y="64"/>
                  <a:pt x="26" y="64"/>
                </a:cubicBezTo>
                <a:cubicBezTo>
                  <a:pt x="26" y="63"/>
                  <a:pt x="24" y="61"/>
                  <a:pt x="22" y="62"/>
                </a:cubicBezTo>
                <a:cubicBezTo>
                  <a:pt x="20" y="63"/>
                  <a:pt x="18" y="65"/>
                  <a:pt x="16" y="67"/>
                </a:cubicBezTo>
                <a:cubicBezTo>
                  <a:pt x="12" y="69"/>
                  <a:pt x="7" y="69"/>
                  <a:pt x="4" y="65"/>
                </a:cubicBezTo>
                <a:cubicBezTo>
                  <a:pt x="0" y="62"/>
                  <a:pt x="1" y="57"/>
                  <a:pt x="1" y="57"/>
                </a:cubicBezTo>
                <a:cubicBezTo>
                  <a:pt x="1" y="57"/>
                  <a:pt x="0" y="51"/>
                  <a:pt x="4" y="48"/>
                </a:cubicBezTo>
                <a:cubicBezTo>
                  <a:pt x="7" y="45"/>
                  <a:pt x="12" y="44"/>
                  <a:pt x="16" y="47"/>
                </a:cubicBezTo>
                <a:cubicBezTo>
                  <a:pt x="18" y="48"/>
                  <a:pt x="20" y="50"/>
                  <a:pt x="22" y="51"/>
                </a:cubicBezTo>
                <a:cubicBezTo>
                  <a:pt x="24" y="52"/>
                  <a:pt x="26" y="51"/>
                  <a:pt x="26" y="49"/>
                </a:cubicBezTo>
                <a:lnTo>
                  <a:pt x="26" y="25"/>
                </a:lnTo>
                <a:close/>
              </a:path>
            </a:pathLst>
          </a:custGeom>
          <a:solidFill>
            <a:srgbClr val="FEE071"/>
          </a:solidFill>
          <a:ln w="9525"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3775906" y="2428696"/>
            <a:ext cx="4640188" cy="10045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8B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8B7E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81574" y="2376977"/>
            <a:ext cx="3428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68B7E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576605" y="3951671"/>
            <a:ext cx="5038791" cy="156067"/>
            <a:chOff x="3891126" y="3631108"/>
            <a:chExt cx="5038791" cy="156067"/>
          </a:xfrm>
        </p:grpSpPr>
        <p:sp>
          <p:nvSpPr>
            <p:cNvPr id="13" name="椭圆 12"/>
            <p:cNvSpPr/>
            <p:nvPr/>
          </p:nvSpPr>
          <p:spPr>
            <a:xfrm>
              <a:off x="3891126" y="3631108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773850" y="3631108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891126" y="3737318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研究内容与思路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研究内容</a:t>
            </a:r>
          </a:p>
        </p:txBody>
      </p:sp>
      <p:sp>
        <p:nvSpPr>
          <p:cNvPr id="31" name="矩形 30"/>
          <p:cNvSpPr/>
          <p:nvPr/>
        </p:nvSpPr>
        <p:spPr>
          <a:xfrm>
            <a:off x="606538" y="2434043"/>
            <a:ext cx="5006749" cy="443229"/>
          </a:xfrm>
          <a:prstGeom prst="rect">
            <a:avLst/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6538" y="4604473"/>
            <a:ext cx="5006749" cy="443229"/>
          </a:xfrm>
          <a:prstGeom prst="rect">
            <a:avLst/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578078" y="2423248"/>
            <a:ext cx="5006749" cy="443229"/>
          </a:xfrm>
          <a:prstGeom prst="rect">
            <a:avLst/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578078" y="4593678"/>
            <a:ext cx="5006749" cy="443229"/>
          </a:xfrm>
          <a:prstGeom prst="rect">
            <a:avLst/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1" name="文本框 20"/>
          <p:cNvSpPr txBox="1"/>
          <p:nvPr/>
        </p:nvSpPr>
        <p:spPr>
          <a:xfrm flipH="1">
            <a:off x="2357007" y="2434677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3" name="文本框 22"/>
          <p:cNvSpPr txBox="1"/>
          <p:nvPr/>
        </p:nvSpPr>
        <p:spPr>
          <a:xfrm flipH="1">
            <a:off x="2357007" y="2965600"/>
            <a:ext cx="3281680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5" name="文本框 20"/>
          <p:cNvSpPr txBox="1"/>
          <p:nvPr/>
        </p:nvSpPr>
        <p:spPr>
          <a:xfrm flipH="1">
            <a:off x="2400822" y="4604472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7" name="文本框 22"/>
          <p:cNvSpPr txBox="1"/>
          <p:nvPr/>
        </p:nvSpPr>
        <p:spPr>
          <a:xfrm flipH="1">
            <a:off x="2400822" y="5135395"/>
            <a:ext cx="323786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9" name="文本框 48"/>
          <p:cNvSpPr txBox="1"/>
          <p:nvPr/>
        </p:nvSpPr>
        <p:spPr>
          <a:xfrm flipH="1">
            <a:off x="8328547" y="2423882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51" name="文本框 50"/>
          <p:cNvSpPr txBox="1"/>
          <p:nvPr/>
        </p:nvSpPr>
        <p:spPr>
          <a:xfrm flipH="1">
            <a:off x="8328547" y="2954805"/>
            <a:ext cx="325691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53" name="文本框 20"/>
          <p:cNvSpPr txBox="1"/>
          <p:nvPr/>
        </p:nvSpPr>
        <p:spPr>
          <a:xfrm flipH="1">
            <a:off x="8372362" y="4593677"/>
            <a:ext cx="2012950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55" name="文本框 22"/>
          <p:cNvSpPr txBox="1"/>
          <p:nvPr/>
        </p:nvSpPr>
        <p:spPr>
          <a:xfrm flipH="1">
            <a:off x="8372362" y="5124600"/>
            <a:ext cx="321246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60" name="文本框 22"/>
          <p:cNvSpPr txBox="1"/>
          <p:nvPr/>
        </p:nvSpPr>
        <p:spPr>
          <a:xfrm flipH="1">
            <a:off x="690516" y="1447938"/>
            <a:ext cx="10894311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单击此处添加本章节的简要内容。本模板精心设计，模板所有素材均可自由编辑替换移动。</a:t>
            </a:r>
          </a:p>
        </p:txBody>
      </p:sp>
      <p:sp>
        <p:nvSpPr>
          <p:cNvPr id="61" name="Freeform 10"/>
          <p:cNvSpPr>
            <a:spLocks noEditPoints="1"/>
          </p:cNvSpPr>
          <p:nvPr/>
        </p:nvSpPr>
        <p:spPr>
          <a:xfrm>
            <a:off x="6730769" y="3068538"/>
            <a:ext cx="805019" cy="734068"/>
          </a:xfrm>
          <a:custGeom>
            <a:avLst/>
            <a:gdLst/>
            <a:ahLst/>
            <a:cxnLst>
              <a:cxn ang="0">
                <a:pos x="193413" y="0"/>
              </a:cxn>
              <a:cxn ang="0">
                <a:pos x="204093" y="11866"/>
              </a:cxn>
              <a:cxn ang="0">
                <a:pos x="185107" y="65262"/>
              </a:cxn>
              <a:cxn ang="0">
                <a:pos x="43904" y="20172"/>
              </a:cxn>
              <a:cxn ang="0">
                <a:pos x="53396" y="28478"/>
              </a:cxn>
              <a:cxn ang="0">
                <a:pos x="70009" y="42717"/>
              </a:cxn>
              <a:cxn ang="0">
                <a:pos x="43904" y="53396"/>
              </a:cxn>
              <a:cxn ang="0">
                <a:pos x="53396" y="61702"/>
              </a:cxn>
              <a:cxn ang="0">
                <a:pos x="70009" y="75941"/>
              </a:cxn>
              <a:cxn ang="0">
                <a:pos x="43904" y="87807"/>
              </a:cxn>
              <a:cxn ang="0">
                <a:pos x="53396" y="92554"/>
              </a:cxn>
              <a:cxn ang="0">
                <a:pos x="70009" y="106793"/>
              </a:cxn>
              <a:cxn ang="0">
                <a:pos x="43904" y="118658"/>
              </a:cxn>
              <a:cxn ang="0">
                <a:pos x="53396" y="123405"/>
              </a:cxn>
              <a:cxn ang="0">
                <a:pos x="70009" y="137644"/>
              </a:cxn>
              <a:cxn ang="0">
                <a:pos x="43904" y="151883"/>
              </a:cxn>
              <a:cxn ang="0">
                <a:pos x="53396" y="160189"/>
              </a:cxn>
              <a:cxn ang="0">
                <a:pos x="70009" y="174428"/>
              </a:cxn>
              <a:cxn ang="0">
                <a:pos x="43904" y="185107"/>
              </a:cxn>
              <a:cxn ang="0">
                <a:pos x="43904" y="207652"/>
              </a:cxn>
              <a:cxn ang="0">
                <a:pos x="185107" y="162562"/>
              </a:cxn>
              <a:cxn ang="0">
                <a:pos x="204093" y="215958"/>
              </a:cxn>
              <a:cxn ang="0">
                <a:pos x="193413" y="227824"/>
              </a:cxn>
              <a:cxn ang="0">
                <a:pos x="24918" y="227824"/>
              </a:cxn>
              <a:cxn ang="0">
                <a:pos x="24918" y="201719"/>
              </a:cxn>
              <a:cxn ang="0">
                <a:pos x="0" y="182734"/>
              </a:cxn>
              <a:cxn ang="0">
                <a:pos x="24918" y="166122"/>
              </a:cxn>
              <a:cxn ang="0">
                <a:pos x="0" y="149510"/>
              </a:cxn>
              <a:cxn ang="0">
                <a:pos x="24918" y="135271"/>
              </a:cxn>
              <a:cxn ang="0">
                <a:pos x="0" y="115099"/>
              </a:cxn>
              <a:cxn ang="0">
                <a:pos x="24918" y="104419"/>
              </a:cxn>
              <a:cxn ang="0">
                <a:pos x="0" y="84247"/>
              </a:cxn>
              <a:cxn ang="0">
                <a:pos x="24918" y="70008"/>
              </a:cxn>
              <a:cxn ang="0">
                <a:pos x="0" y="53396"/>
              </a:cxn>
              <a:cxn ang="0">
                <a:pos x="24918" y="11866"/>
              </a:cxn>
              <a:cxn ang="0">
                <a:pos x="35598" y="0"/>
              </a:cxn>
              <a:cxn ang="0">
                <a:pos x="86621" y="109166"/>
              </a:cxn>
              <a:cxn ang="0">
                <a:pos x="113912" y="121031"/>
              </a:cxn>
              <a:cxn ang="0">
                <a:pos x="86621" y="109166"/>
              </a:cxn>
              <a:cxn ang="0">
                <a:pos x="86621" y="84247"/>
              </a:cxn>
              <a:cxn ang="0">
                <a:pos x="136457" y="96113"/>
              </a:cxn>
              <a:cxn ang="0">
                <a:pos x="86621" y="84247"/>
              </a:cxn>
              <a:cxn ang="0">
                <a:pos x="86621" y="61702"/>
              </a:cxn>
              <a:cxn ang="0">
                <a:pos x="159002" y="73568"/>
              </a:cxn>
              <a:cxn ang="0">
                <a:pos x="86621" y="61702"/>
              </a:cxn>
              <a:cxn ang="0">
                <a:pos x="86621" y="39157"/>
              </a:cxn>
              <a:cxn ang="0">
                <a:pos x="159002" y="48650"/>
              </a:cxn>
              <a:cxn ang="0">
                <a:pos x="86621" y="39157"/>
              </a:cxn>
              <a:cxn ang="0">
                <a:pos x="113912" y="180361"/>
              </a:cxn>
              <a:cxn ang="0">
                <a:pos x="144763" y="180361"/>
              </a:cxn>
              <a:cxn ang="0">
                <a:pos x="117472" y="149510"/>
              </a:cxn>
              <a:cxn ang="0">
                <a:pos x="113912" y="180361"/>
              </a:cxn>
              <a:cxn ang="0">
                <a:pos x="220705" y="51023"/>
              </a:cxn>
              <a:cxn ang="0">
                <a:pos x="159002" y="166122"/>
              </a:cxn>
              <a:cxn ang="0">
                <a:pos x="220705" y="51023"/>
              </a:cxn>
            </a:cxnLst>
            <a:rect l="0" t="0" r="0" b="0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rgbClr val="FEE07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34"/>
          <p:cNvSpPr>
            <a:spLocks noEditPoints="1"/>
          </p:cNvSpPr>
          <p:nvPr/>
        </p:nvSpPr>
        <p:spPr>
          <a:xfrm>
            <a:off x="883563" y="2962567"/>
            <a:ext cx="602172" cy="946010"/>
          </a:xfrm>
          <a:custGeom>
            <a:avLst/>
            <a:gdLst/>
            <a:ahLst/>
            <a:cxnLst>
              <a:cxn ang="0">
                <a:pos x="159498" y="27985"/>
              </a:cxn>
              <a:cxn ang="0">
                <a:pos x="173489" y="142726"/>
              </a:cxn>
              <a:cxn ang="0">
                <a:pos x="142709" y="181906"/>
              </a:cxn>
              <a:cxn ang="0">
                <a:pos x="153901" y="181906"/>
              </a:cxn>
              <a:cxn ang="0">
                <a:pos x="159498" y="204294"/>
              </a:cxn>
              <a:cxn ang="0">
                <a:pos x="156700" y="221085"/>
              </a:cxn>
              <a:cxn ang="0">
                <a:pos x="159498" y="240675"/>
              </a:cxn>
              <a:cxn ang="0">
                <a:pos x="153901" y="260265"/>
              </a:cxn>
              <a:cxn ang="0">
                <a:pos x="41973" y="271459"/>
              </a:cxn>
              <a:cxn ang="0">
                <a:pos x="33579" y="263063"/>
              </a:cxn>
              <a:cxn ang="0">
                <a:pos x="33579" y="232279"/>
              </a:cxn>
              <a:cxn ang="0">
                <a:pos x="33579" y="229481"/>
              </a:cxn>
              <a:cxn ang="0">
                <a:pos x="33579" y="198697"/>
              </a:cxn>
              <a:cxn ang="0">
                <a:pos x="39175" y="193100"/>
              </a:cxn>
              <a:cxn ang="0">
                <a:pos x="44771" y="173510"/>
              </a:cxn>
              <a:cxn ang="0">
                <a:pos x="0" y="95151"/>
              </a:cxn>
              <a:cxn ang="0">
                <a:pos x="92341" y="0"/>
              </a:cxn>
              <a:cxn ang="0">
                <a:pos x="78350" y="111942"/>
              </a:cxn>
              <a:cxn ang="0">
                <a:pos x="83946" y="109143"/>
              </a:cxn>
              <a:cxn ang="0">
                <a:pos x="92341" y="114740"/>
              </a:cxn>
              <a:cxn ang="0">
                <a:pos x="100736" y="109143"/>
              </a:cxn>
              <a:cxn ang="0">
                <a:pos x="109130" y="114740"/>
              </a:cxn>
              <a:cxn ang="0">
                <a:pos x="120323" y="106345"/>
              </a:cxn>
              <a:cxn ang="0">
                <a:pos x="109130" y="142726"/>
              </a:cxn>
              <a:cxn ang="0">
                <a:pos x="123121" y="184704"/>
              </a:cxn>
              <a:cxn ang="0">
                <a:pos x="123121" y="162316"/>
              </a:cxn>
              <a:cxn ang="0">
                <a:pos x="156700" y="131532"/>
              </a:cxn>
              <a:cxn ang="0">
                <a:pos x="145507" y="41978"/>
              </a:cxn>
              <a:cxn ang="0">
                <a:pos x="39175" y="41978"/>
              </a:cxn>
              <a:cxn ang="0">
                <a:pos x="30780" y="131532"/>
              </a:cxn>
              <a:cxn ang="0">
                <a:pos x="64359" y="162316"/>
              </a:cxn>
              <a:cxn ang="0">
                <a:pos x="64359" y="187503"/>
              </a:cxn>
              <a:cxn ang="0">
                <a:pos x="81148" y="142726"/>
              </a:cxn>
              <a:cxn ang="0">
                <a:pos x="69955" y="106345"/>
              </a:cxn>
              <a:cxn ang="0">
                <a:pos x="111928" y="117539"/>
              </a:cxn>
              <a:cxn ang="0">
                <a:pos x="100736" y="114740"/>
              </a:cxn>
              <a:cxn ang="0">
                <a:pos x="83946" y="114740"/>
              </a:cxn>
              <a:cxn ang="0">
                <a:pos x="75552" y="117539"/>
              </a:cxn>
              <a:cxn ang="0">
                <a:pos x="89543" y="139927"/>
              </a:cxn>
              <a:cxn ang="0">
                <a:pos x="89543" y="187503"/>
              </a:cxn>
              <a:cxn ang="0">
                <a:pos x="97937" y="142726"/>
              </a:cxn>
              <a:cxn ang="0">
                <a:pos x="97937" y="139927"/>
              </a:cxn>
              <a:cxn ang="0">
                <a:pos x="120323" y="268661"/>
              </a:cxn>
              <a:cxn ang="0">
                <a:pos x="95139" y="296646"/>
              </a:cxn>
              <a:cxn ang="0">
                <a:pos x="120323" y="268661"/>
              </a:cxn>
              <a:cxn ang="0">
                <a:pos x="47570" y="246272"/>
              </a:cxn>
              <a:cxn ang="0">
                <a:pos x="47570" y="249071"/>
              </a:cxn>
              <a:cxn ang="0">
                <a:pos x="139910" y="240675"/>
              </a:cxn>
              <a:cxn ang="0">
                <a:pos x="139910" y="204294"/>
              </a:cxn>
              <a:cxn ang="0">
                <a:pos x="47570" y="212690"/>
              </a:cxn>
              <a:cxn ang="0">
                <a:pos x="139910" y="207092"/>
              </a:cxn>
              <a:cxn ang="0">
                <a:pos x="139910" y="204294"/>
              </a:cxn>
            </a:cxnLst>
            <a:rect l="0" t="0" r="0" b="0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4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5"/>
                  <a:pt x="56" y="59"/>
                  <a:pt x="51" y="62"/>
                </a:cubicBezTo>
                <a:cubicBezTo>
                  <a:pt x="51" y="65"/>
                  <a:pt x="51" y="65"/>
                  <a:pt x="51" y="65"/>
                </a:cubicBezTo>
                <a:cubicBezTo>
                  <a:pt x="52" y="65"/>
                  <a:pt x="52" y="65"/>
                  <a:pt x="52" y="65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7"/>
                  <a:pt x="56" y="67"/>
                  <a:pt x="56" y="67"/>
                </a:cubicBezTo>
                <a:cubicBezTo>
                  <a:pt x="57" y="69"/>
                  <a:pt x="57" y="71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79"/>
                  <a:pt x="56" y="79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89"/>
                  <a:pt x="56" y="91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3"/>
                  <a:pt x="53" y="93"/>
                  <a:pt x="53" y="93"/>
                </a:cubicBezTo>
                <a:cubicBezTo>
                  <a:pt x="15" y="97"/>
                  <a:pt x="15" y="97"/>
                  <a:pt x="15" y="97"/>
                </a:cubicBezTo>
                <a:cubicBezTo>
                  <a:pt x="12" y="97"/>
                  <a:pt x="12" y="97"/>
                  <a:pt x="12" y="97"/>
                </a:cubicBezTo>
                <a:cubicBezTo>
                  <a:pt x="12" y="94"/>
                  <a:pt x="12" y="94"/>
                  <a:pt x="12" y="94"/>
                </a:cubicBezTo>
                <a:cubicBezTo>
                  <a:pt x="11" y="93"/>
                  <a:pt x="10" y="91"/>
                  <a:pt x="10" y="89"/>
                </a:cubicBezTo>
                <a:cubicBezTo>
                  <a:pt x="10" y="87"/>
                  <a:pt x="11" y="85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0"/>
                  <a:pt x="10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4" y="69"/>
                  <a:pt x="14" y="69"/>
                  <a:pt x="14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2"/>
                  <a:pt x="16" y="62"/>
                  <a:pt x="16" y="62"/>
                </a:cubicBezTo>
                <a:cubicBezTo>
                  <a:pt x="11" y="60"/>
                  <a:pt x="7" y="56"/>
                  <a:pt x="5" y="51"/>
                </a:cubicBezTo>
                <a:cubicBezTo>
                  <a:pt x="1" y="46"/>
                  <a:pt x="0" y="40"/>
                  <a:pt x="0" y="34"/>
                </a:cubicBezTo>
                <a:cubicBezTo>
                  <a:pt x="0" y="24"/>
                  <a:pt x="3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6" y="40"/>
                  <a:pt x="27" y="40"/>
                  <a:pt x="28" y="40"/>
                </a:cubicBezTo>
                <a:cubicBezTo>
                  <a:pt x="28" y="40"/>
                  <a:pt x="29" y="40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0"/>
                  <a:pt x="32" y="41"/>
                  <a:pt x="33" y="41"/>
                </a:cubicBezTo>
                <a:cubicBezTo>
                  <a:pt x="34" y="41"/>
                  <a:pt x="35" y="40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0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1"/>
                  <a:pt x="39" y="51"/>
                  <a:pt x="39" y="51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1"/>
                  <a:pt x="56" y="47"/>
                </a:cubicBezTo>
                <a:cubicBezTo>
                  <a:pt x="58" y="43"/>
                  <a:pt x="60" y="39"/>
                  <a:pt x="60" y="34"/>
                </a:cubicBezTo>
                <a:cubicBezTo>
                  <a:pt x="60" y="26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4" y="15"/>
                </a:cubicBezTo>
                <a:cubicBezTo>
                  <a:pt x="10" y="20"/>
                  <a:pt x="7" y="26"/>
                  <a:pt x="7" y="34"/>
                </a:cubicBezTo>
                <a:cubicBezTo>
                  <a:pt x="7" y="39"/>
                  <a:pt x="8" y="43"/>
                  <a:pt x="11" y="47"/>
                </a:cubicBezTo>
                <a:cubicBezTo>
                  <a:pt x="13" y="52"/>
                  <a:pt x="17" y="55"/>
                  <a:pt x="21" y="57"/>
                </a:cubicBezTo>
                <a:cubicBezTo>
                  <a:pt x="23" y="58"/>
                  <a:pt x="23" y="58"/>
                  <a:pt x="23" y="58"/>
                </a:cubicBezTo>
                <a:cubicBezTo>
                  <a:pt x="23" y="60"/>
                  <a:pt x="23" y="60"/>
                  <a:pt x="23" y="60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1"/>
                  <a:pt x="29" y="51"/>
                  <a:pt x="29" y="51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2"/>
                </a:moveTo>
                <a:cubicBezTo>
                  <a:pt x="40" y="42"/>
                  <a:pt x="40" y="42"/>
                  <a:pt x="39" y="42"/>
                </a:cubicBezTo>
                <a:cubicBezTo>
                  <a:pt x="38" y="43"/>
                  <a:pt x="37" y="42"/>
                  <a:pt x="36" y="41"/>
                </a:cubicBezTo>
                <a:cubicBezTo>
                  <a:pt x="35" y="42"/>
                  <a:pt x="34" y="43"/>
                  <a:pt x="33" y="42"/>
                </a:cubicBezTo>
                <a:cubicBezTo>
                  <a:pt x="32" y="42"/>
                  <a:pt x="31" y="42"/>
                  <a:pt x="30" y="41"/>
                </a:cubicBezTo>
                <a:cubicBezTo>
                  <a:pt x="29" y="42"/>
                  <a:pt x="28" y="42"/>
                  <a:pt x="28" y="42"/>
                </a:cubicBezTo>
                <a:cubicBezTo>
                  <a:pt x="27" y="42"/>
                  <a:pt x="27" y="42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2"/>
                  <a:pt x="40" y="42"/>
                  <a:pt x="40" y="42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6"/>
                  <a:pt x="43" y="96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8"/>
                  <a:pt x="17" y="89"/>
                  <a:pt x="17" y="89"/>
                </a:cubicBezTo>
                <a:cubicBezTo>
                  <a:pt x="17" y="89"/>
                  <a:pt x="17" y="89"/>
                  <a:pt x="17" y="89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6"/>
                  <a:pt x="50" y="86"/>
                  <a:pt x="50" y="86"/>
                </a:cubicBezTo>
                <a:cubicBezTo>
                  <a:pt x="50" y="85"/>
                  <a:pt x="50" y="85"/>
                  <a:pt x="50" y="85"/>
                </a:cubicBezTo>
                <a:close/>
                <a:moveTo>
                  <a:pt x="50" y="73"/>
                </a:moveTo>
                <a:cubicBezTo>
                  <a:pt x="17" y="75"/>
                  <a:pt x="17" y="75"/>
                  <a:pt x="17" y="75"/>
                </a:cubicBezTo>
                <a:cubicBezTo>
                  <a:pt x="17" y="76"/>
                  <a:pt x="17" y="76"/>
                  <a:pt x="17" y="76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3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rgbClr val="FEE07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灯泡"/>
          <p:cNvSpPr/>
          <p:nvPr/>
        </p:nvSpPr>
        <p:spPr>
          <a:xfrm>
            <a:off x="757855" y="5131874"/>
            <a:ext cx="853587" cy="937824"/>
          </a:xfrm>
          <a:custGeom>
            <a:avLst/>
            <a:gdLst>
              <a:gd name="T0" fmla="*/ 461 w 536"/>
              <a:gd name="T1" fmla="*/ 441 h 590"/>
              <a:gd name="T2" fmla="*/ 404 w 536"/>
              <a:gd name="T3" fmla="*/ 467 h 590"/>
              <a:gd name="T4" fmla="*/ 175 w 536"/>
              <a:gd name="T5" fmla="*/ 427 h 590"/>
              <a:gd name="T6" fmla="*/ 339 w 536"/>
              <a:gd name="T7" fmla="*/ 337 h 590"/>
              <a:gd name="T8" fmla="*/ 381 w 536"/>
              <a:gd name="T9" fmla="*/ 350 h 590"/>
              <a:gd name="T10" fmla="*/ 456 w 536"/>
              <a:gd name="T11" fmla="*/ 275 h 590"/>
              <a:gd name="T12" fmla="*/ 381 w 536"/>
              <a:gd name="T13" fmla="*/ 201 h 590"/>
              <a:gd name="T14" fmla="*/ 362 w 536"/>
              <a:gd name="T15" fmla="*/ 203 h 590"/>
              <a:gd name="T16" fmla="*/ 260 w 536"/>
              <a:gd name="T17" fmla="*/ 105 h 590"/>
              <a:gd name="T18" fmla="*/ 267 w 536"/>
              <a:gd name="T19" fmla="*/ 75 h 590"/>
              <a:gd name="T20" fmla="*/ 192 w 536"/>
              <a:gd name="T21" fmla="*/ 0 h 590"/>
              <a:gd name="T22" fmla="*/ 117 w 536"/>
              <a:gd name="T23" fmla="*/ 75 h 590"/>
              <a:gd name="T24" fmla="*/ 192 w 536"/>
              <a:gd name="T25" fmla="*/ 150 h 590"/>
              <a:gd name="T26" fmla="*/ 209 w 536"/>
              <a:gd name="T27" fmla="*/ 148 h 590"/>
              <a:gd name="T28" fmla="*/ 312 w 536"/>
              <a:gd name="T29" fmla="*/ 248 h 590"/>
              <a:gd name="T30" fmla="*/ 307 w 536"/>
              <a:gd name="T31" fmla="*/ 275 h 590"/>
              <a:gd name="T32" fmla="*/ 307 w 536"/>
              <a:gd name="T33" fmla="*/ 279 h 590"/>
              <a:gd name="T34" fmla="*/ 114 w 536"/>
              <a:gd name="T35" fmla="*/ 385 h 590"/>
              <a:gd name="T36" fmla="*/ 75 w 536"/>
              <a:gd name="T37" fmla="*/ 374 h 590"/>
              <a:gd name="T38" fmla="*/ 0 w 536"/>
              <a:gd name="T39" fmla="*/ 449 h 590"/>
              <a:gd name="T40" fmla="*/ 75 w 536"/>
              <a:gd name="T41" fmla="*/ 524 h 590"/>
              <a:gd name="T42" fmla="*/ 138 w 536"/>
              <a:gd name="T43" fmla="*/ 489 h 590"/>
              <a:gd name="T44" fmla="*/ 389 w 536"/>
              <a:gd name="T45" fmla="*/ 532 h 590"/>
              <a:gd name="T46" fmla="*/ 462 w 536"/>
              <a:gd name="T47" fmla="*/ 590 h 590"/>
              <a:gd name="T48" fmla="*/ 536 w 536"/>
              <a:gd name="T49" fmla="*/ 515 h 590"/>
              <a:gd name="T50" fmla="*/ 461 w 536"/>
              <a:gd name="T51" fmla="*/ 441 h 590"/>
              <a:gd name="T52" fmla="*/ 416 w 536"/>
              <a:gd name="T53" fmla="*/ 275 h 590"/>
              <a:gd name="T54" fmla="*/ 381 w 536"/>
              <a:gd name="T55" fmla="*/ 310 h 590"/>
              <a:gd name="T56" fmla="*/ 347 w 536"/>
              <a:gd name="T57" fmla="*/ 275 h 590"/>
              <a:gd name="T58" fmla="*/ 381 w 536"/>
              <a:gd name="T59" fmla="*/ 241 h 590"/>
              <a:gd name="T60" fmla="*/ 416 w 536"/>
              <a:gd name="T61" fmla="*/ 275 h 590"/>
              <a:gd name="T62" fmla="*/ 157 w 536"/>
              <a:gd name="T63" fmla="*/ 75 h 590"/>
              <a:gd name="T64" fmla="*/ 192 w 536"/>
              <a:gd name="T65" fmla="*/ 40 h 590"/>
              <a:gd name="T66" fmla="*/ 227 w 536"/>
              <a:gd name="T67" fmla="*/ 75 h 590"/>
              <a:gd name="T68" fmla="*/ 192 w 536"/>
              <a:gd name="T69" fmla="*/ 110 h 590"/>
              <a:gd name="T70" fmla="*/ 157 w 536"/>
              <a:gd name="T71" fmla="*/ 75 h 590"/>
              <a:gd name="T72" fmla="*/ 75 w 536"/>
              <a:gd name="T73" fmla="*/ 484 h 590"/>
              <a:gd name="T74" fmla="*/ 40 w 536"/>
              <a:gd name="T75" fmla="*/ 449 h 590"/>
              <a:gd name="T76" fmla="*/ 75 w 536"/>
              <a:gd name="T77" fmla="*/ 414 h 590"/>
              <a:gd name="T78" fmla="*/ 110 w 536"/>
              <a:gd name="T79" fmla="*/ 449 h 590"/>
              <a:gd name="T80" fmla="*/ 75 w 536"/>
              <a:gd name="T81" fmla="*/ 484 h 590"/>
              <a:gd name="T82" fmla="*/ 461 w 536"/>
              <a:gd name="T83" fmla="*/ 550 h 590"/>
              <a:gd name="T84" fmla="*/ 427 w 536"/>
              <a:gd name="T85" fmla="*/ 515 h 590"/>
              <a:gd name="T86" fmla="*/ 461 w 536"/>
              <a:gd name="T87" fmla="*/ 481 h 590"/>
              <a:gd name="T88" fmla="*/ 496 w 536"/>
              <a:gd name="T89" fmla="*/ 515 h 590"/>
              <a:gd name="T90" fmla="*/ 461 w 536"/>
              <a:gd name="T91" fmla="*/ 550 h 5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36" h="590">
                <a:moveTo>
                  <a:pt x="461" y="441"/>
                </a:moveTo>
                <a:cubicBezTo>
                  <a:pt x="439" y="441"/>
                  <a:pt x="418" y="451"/>
                  <a:pt x="404" y="467"/>
                </a:cubicBezTo>
                <a:lnTo>
                  <a:pt x="175" y="427"/>
                </a:lnTo>
                <a:lnTo>
                  <a:pt x="339" y="337"/>
                </a:lnTo>
                <a:cubicBezTo>
                  <a:pt x="351" y="346"/>
                  <a:pt x="366" y="350"/>
                  <a:pt x="381" y="350"/>
                </a:cubicBezTo>
                <a:cubicBezTo>
                  <a:pt x="423" y="350"/>
                  <a:pt x="456" y="317"/>
                  <a:pt x="456" y="275"/>
                </a:cubicBezTo>
                <a:cubicBezTo>
                  <a:pt x="456" y="234"/>
                  <a:pt x="423" y="201"/>
                  <a:pt x="381" y="201"/>
                </a:cubicBezTo>
                <a:cubicBezTo>
                  <a:pt x="375" y="201"/>
                  <a:pt x="368" y="202"/>
                  <a:pt x="362" y="203"/>
                </a:cubicBezTo>
                <a:lnTo>
                  <a:pt x="260" y="105"/>
                </a:lnTo>
                <a:cubicBezTo>
                  <a:pt x="264" y="96"/>
                  <a:pt x="267" y="86"/>
                  <a:pt x="267" y="75"/>
                </a:cubicBezTo>
                <a:cubicBezTo>
                  <a:pt x="267" y="34"/>
                  <a:pt x="233" y="0"/>
                  <a:pt x="192" y="0"/>
                </a:cubicBezTo>
                <a:cubicBezTo>
                  <a:pt x="150" y="0"/>
                  <a:pt x="117" y="34"/>
                  <a:pt x="117" y="75"/>
                </a:cubicBezTo>
                <a:cubicBezTo>
                  <a:pt x="117" y="116"/>
                  <a:pt x="150" y="150"/>
                  <a:pt x="192" y="150"/>
                </a:cubicBezTo>
                <a:cubicBezTo>
                  <a:pt x="198" y="150"/>
                  <a:pt x="203" y="149"/>
                  <a:pt x="209" y="148"/>
                </a:cubicBezTo>
                <a:lnTo>
                  <a:pt x="312" y="248"/>
                </a:lnTo>
                <a:cubicBezTo>
                  <a:pt x="308" y="256"/>
                  <a:pt x="307" y="266"/>
                  <a:pt x="307" y="275"/>
                </a:cubicBezTo>
                <a:cubicBezTo>
                  <a:pt x="307" y="277"/>
                  <a:pt x="307" y="278"/>
                  <a:pt x="307" y="279"/>
                </a:cubicBezTo>
                <a:lnTo>
                  <a:pt x="114" y="385"/>
                </a:lnTo>
                <a:cubicBezTo>
                  <a:pt x="102" y="378"/>
                  <a:pt x="89" y="374"/>
                  <a:pt x="75" y="374"/>
                </a:cubicBezTo>
                <a:cubicBezTo>
                  <a:pt x="34" y="374"/>
                  <a:pt x="0" y="407"/>
                  <a:pt x="0" y="449"/>
                </a:cubicBezTo>
                <a:cubicBezTo>
                  <a:pt x="0" y="490"/>
                  <a:pt x="34" y="524"/>
                  <a:pt x="75" y="524"/>
                </a:cubicBezTo>
                <a:cubicBezTo>
                  <a:pt x="101" y="524"/>
                  <a:pt x="125" y="510"/>
                  <a:pt x="138" y="489"/>
                </a:cubicBezTo>
                <a:lnTo>
                  <a:pt x="389" y="532"/>
                </a:lnTo>
                <a:cubicBezTo>
                  <a:pt x="396" y="565"/>
                  <a:pt x="426" y="590"/>
                  <a:pt x="462" y="590"/>
                </a:cubicBezTo>
                <a:cubicBezTo>
                  <a:pt x="503" y="590"/>
                  <a:pt x="536" y="557"/>
                  <a:pt x="536" y="515"/>
                </a:cubicBezTo>
                <a:cubicBezTo>
                  <a:pt x="536" y="474"/>
                  <a:pt x="503" y="441"/>
                  <a:pt x="461" y="441"/>
                </a:cubicBezTo>
                <a:close/>
                <a:moveTo>
                  <a:pt x="416" y="275"/>
                </a:moveTo>
                <a:cubicBezTo>
                  <a:pt x="416" y="295"/>
                  <a:pt x="401" y="310"/>
                  <a:pt x="381" y="310"/>
                </a:cubicBezTo>
                <a:cubicBezTo>
                  <a:pt x="362" y="310"/>
                  <a:pt x="347" y="295"/>
                  <a:pt x="347" y="275"/>
                </a:cubicBezTo>
                <a:cubicBezTo>
                  <a:pt x="347" y="256"/>
                  <a:pt x="362" y="241"/>
                  <a:pt x="381" y="241"/>
                </a:cubicBezTo>
                <a:cubicBezTo>
                  <a:pt x="401" y="241"/>
                  <a:pt x="416" y="256"/>
                  <a:pt x="416" y="275"/>
                </a:cubicBezTo>
                <a:close/>
                <a:moveTo>
                  <a:pt x="157" y="75"/>
                </a:moveTo>
                <a:cubicBezTo>
                  <a:pt x="157" y="56"/>
                  <a:pt x="172" y="40"/>
                  <a:pt x="192" y="40"/>
                </a:cubicBezTo>
                <a:cubicBezTo>
                  <a:pt x="211" y="40"/>
                  <a:pt x="227" y="56"/>
                  <a:pt x="227" y="75"/>
                </a:cubicBezTo>
                <a:cubicBezTo>
                  <a:pt x="227" y="94"/>
                  <a:pt x="211" y="110"/>
                  <a:pt x="192" y="110"/>
                </a:cubicBezTo>
                <a:cubicBezTo>
                  <a:pt x="172" y="110"/>
                  <a:pt x="157" y="94"/>
                  <a:pt x="157" y="75"/>
                </a:cubicBezTo>
                <a:close/>
                <a:moveTo>
                  <a:pt x="75" y="484"/>
                </a:moveTo>
                <a:cubicBezTo>
                  <a:pt x="56" y="484"/>
                  <a:pt x="40" y="468"/>
                  <a:pt x="40" y="449"/>
                </a:cubicBezTo>
                <a:cubicBezTo>
                  <a:pt x="40" y="430"/>
                  <a:pt x="56" y="414"/>
                  <a:pt x="75" y="414"/>
                </a:cubicBezTo>
                <a:cubicBezTo>
                  <a:pt x="94" y="414"/>
                  <a:pt x="110" y="430"/>
                  <a:pt x="110" y="449"/>
                </a:cubicBezTo>
                <a:cubicBezTo>
                  <a:pt x="110" y="468"/>
                  <a:pt x="94" y="484"/>
                  <a:pt x="75" y="484"/>
                </a:cubicBezTo>
                <a:close/>
                <a:moveTo>
                  <a:pt x="461" y="550"/>
                </a:moveTo>
                <a:cubicBezTo>
                  <a:pt x="442" y="550"/>
                  <a:pt x="427" y="535"/>
                  <a:pt x="427" y="515"/>
                </a:cubicBezTo>
                <a:cubicBezTo>
                  <a:pt x="427" y="496"/>
                  <a:pt x="442" y="481"/>
                  <a:pt x="461" y="481"/>
                </a:cubicBezTo>
                <a:cubicBezTo>
                  <a:pt x="481" y="481"/>
                  <a:pt x="496" y="496"/>
                  <a:pt x="496" y="515"/>
                </a:cubicBezTo>
                <a:cubicBezTo>
                  <a:pt x="496" y="535"/>
                  <a:pt x="481" y="550"/>
                  <a:pt x="461" y="550"/>
                </a:cubicBezTo>
                <a:close/>
              </a:path>
            </a:pathLst>
          </a:cu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64" name="投影仪"/>
          <p:cNvSpPr/>
          <p:nvPr/>
        </p:nvSpPr>
        <p:spPr bwMode="auto">
          <a:xfrm>
            <a:off x="6730769" y="5152341"/>
            <a:ext cx="668225" cy="896890"/>
          </a:xfrm>
          <a:custGeom>
            <a:avLst/>
            <a:gdLst>
              <a:gd name="connsiteX0" fmla="*/ 0 w 452878"/>
              <a:gd name="connsiteY0" fmla="*/ 585552 h 607851"/>
              <a:gd name="connsiteX1" fmla="*/ 130362 w 452878"/>
              <a:gd name="connsiteY1" fmla="*/ 585552 h 607851"/>
              <a:gd name="connsiteX2" fmla="*/ 152839 w 452878"/>
              <a:gd name="connsiteY2" fmla="*/ 585552 h 607851"/>
              <a:gd name="connsiteX3" fmla="*/ 257969 w 452878"/>
              <a:gd name="connsiteY3" fmla="*/ 585552 h 607851"/>
              <a:gd name="connsiteX4" fmla="*/ 281606 w 452878"/>
              <a:gd name="connsiteY4" fmla="*/ 585552 h 607851"/>
              <a:gd name="connsiteX5" fmla="*/ 291176 w 452878"/>
              <a:gd name="connsiteY5" fmla="*/ 585552 h 607851"/>
              <a:gd name="connsiteX6" fmla="*/ 318438 w 452878"/>
              <a:gd name="connsiteY6" fmla="*/ 585552 h 607851"/>
              <a:gd name="connsiteX7" fmla="*/ 448655 w 452878"/>
              <a:gd name="connsiteY7" fmla="*/ 585552 h 607851"/>
              <a:gd name="connsiteX8" fmla="*/ 448655 w 452878"/>
              <a:gd name="connsiteY8" fmla="*/ 607851 h 607851"/>
              <a:gd name="connsiteX9" fmla="*/ 292481 w 452878"/>
              <a:gd name="connsiteY9" fmla="*/ 607851 h 607851"/>
              <a:gd name="connsiteX10" fmla="*/ 263190 w 452878"/>
              <a:gd name="connsiteY10" fmla="*/ 607851 h 607851"/>
              <a:gd name="connsiteX11" fmla="*/ 210117 w 452878"/>
              <a:gd name="connsiteY11" fmla="*/ 607851 h 607851"/>
              <a:gd name="connsiteX12" fmla="*/ 0 w 452878"/>
              <a:gd name="connsiteY12" fmla="*/ 607851 h 607851"/>
              <a:gd name="connsiteX13" fmla="*/ 143683 w 452878"/>
              <a:gd name="connsiteY13" fmla="*/ 0 h 607851"/>
              <a:gd name="connsiteX14" fmla="*/ 391963 w 452878"/>
              <a:gd name="connsiteY14" fmla="*/ 333181 h 607851"/>
              <a:gd name="connsiteX15" fmla="*/ 426914 w 452878"/>
              <a:gd name="connsiteY15" fmla="*/ 294520 h 607851"/>
              <a:gd name="connsiteX16" fmla="*/ 452873 w 452878"/>
              <a:gd name="connsiteY16" fmla="*/ 431064 h 607851"/>
              <a:gd name="connsiteX17" fmla="*/ 352807 w 452878"/>
              <a:gd name="connsiteY17" fmla="*/ 554288 h 607851"/>
              <a:gd name="connsiteX18" fmla="*/ 352807 w 452878"/>
              <a:gd name="connsiteY18" fmla="*/ 554143 h 607851"/>
              <a:gd name="connsiteX19" fmla="*/ 340335 w 452878"/>
              <a:gd name="connsiteY19" fmla="*/ 562396 h 607851"/>
              <a:gd name="connsiteX20" fmla="*/ 350776 w 452878"/>
              <a:gd name="connsiteY20" fmla="*/ 548930 h 607851"/>
              <a:gd name="connsiteX21" fmla="*/ 369339 w 452878"/>
              <a:gd name="connsiteY21" fmla="*/ 501726 h 607851"/>
              <a:gd name="connsiteX22" fmla="*/ 346716 w 452878"/>
              <a:gd name="connsiteY22" fmla="*/ 428168 h 607851"/>
              <a:gd name="connsiteX23" fmla="*/ 343380 w 452878"/>
              <a:gd name="connsiteY23" fmla="*/ 365326 h 607851"/>
              <a:gd name="connsiteX24" fmla="*/ 320467 w 452878"/>
              <a:gd name="connsiteY24" fmla="*/ 387914 h 607851"/>
              <a:gd name="connsiteX25" fmla="*/ 239543 w 452878"/>
              <a:gd name="connsiteY25" fmla="*/ 263678 h 607851"/>
              <a:gd name="connsiteX26" fmla="*/ 230842 w 452878"/>
              <a:gd name="connsiteY26" fmla="*/ 415137 h 607851"/>
              <a:gd name="connsiteX27" fmla="*/ 200532 w 452878"/>
              <a:gd name="connsiteY27" fmla="*/ 507373 h 607851"/>
              <a:gd name="connsiteX28" fmla="*/ 142668 w 452878"/>
              <a:gd name="connsiteY28" fmla="*/ 362140 h 607851"/>
              <a:gd name="connsiteX29" fmla="*/ 102206 w 452878"/>
              <a:gd name="connsiteY29" fmla="*/ 428748 h 607851"/>
              <a:gd name="connsiteX30" fmla="*/ 97856 w 452878"/>
              <a:gd name="connsiteY30" fmla="*/ 535029 h 607851"/>
              <a:gd name="connsiteX31" fmla="*/ 99161 w 452878"/>
              <a:gd name="connsiteY31" fmla="*/ 540966 h 607851"/>
              <a:gd name="connsiteX32" fmla="*/ 109893 w 452878"/>
              <a:gd name="connsiteY32" fmla="*/ 565582 h 607851"/>
              <a:gd name="connsiteX33" fmla="*/ 94230 w 452878"/>
              <a:gd name="connsiteY33" fmla="*/ 554143 h 607851"/>
              <a:gd name="connsiteX34" fmla="*/ 94085 w 452878"/>
              <a:gd name="connsiteY34" fmla="*/ 554288 h 607851"/>
              <a:gd name="connsiteX35" fmla="*/ 1850 w 452878"/>
              <a:gd name="connsiteY35" fmla="*/ 431064 h 607851"/>
              <a:gd name="connsiteX36" fmla="*/ 27809 w 452878"/>
              <a:gd name="connsiteY36" fmla="*/ 294520 h 607851"/>
              <a:gd name="connsiteX37" fmla="*/ 56669 w 452878"/>
              <a:gd name="connsiteY37" fmla="*/ 327823 h 607851"/>
              <a:gd name="connsiteX38" fmla="*/ 159636 w 452878"/>
              <a:gd name="connsiteY38" fmla="*/ 166952 h 607851"/>
              <a:gd name="connsiteX39" fmla="*/ 188350 w 452878"/>
              <a:gd name="connsiteY39" fmla="*/ 378213 h 607851"/>
              <a:gd name="connsiteX40" fmla="*/ 201692 w 452878"/>
              <a:gd name="connsiteY40" fmla="*/ 210247 h 607851"/>
              <a:gd name="connsiteX41" fmla="*/ 143683 w 452878"/>
              <a:gd name="connsiteY41" fmla="*/ 0 h 607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52878" h="607851">
                <a:moveTo>
                  <a:pt x="0" y="585552"/>
                </a:moveTo>
                <a:lnTo>
                  <a:pt x="130362" y="585552"/>
                </a:lnTo>
                <a:lnTo>
                  <a:pt x="152839" y="585552"/>
                </a:lnTo>
                <a:lnTo>
                  <a:pt x="257969" y="585552"/>
                </a:lnTo>
                <a:lnTo>
                  <a:pt x="281606" y="585552"/>
                </a:lnTo>
                <a:lnTo>
                  <a:pt x="291176" y="585552"/>
                </a:lnTo>
                <a:lnTo>
                  <a:pt x="318438" y="585552"/>
                </a:lnTo>
                <a:lnTo>
                  <a:pt x="448655" y="585552"/>
                </a:lnTo>
                <a:lnTo>
                  <a:pt x="448655" y="607851"/>
                </a:lnTo>
                <a:lnTo>
                  <a:pt x="292481" y="607851"/>
                </a:lnTo>
                <a:lnTo>
                  <a:pt x="263190" y="607851"/>
                </a:lnTo>
                <a:lnTo>
                  <a:pt x="210117" y="607851"/>
                </a:lnTo>
                <a:lnTo>
                  <a:pt x="0" y="607851"/>
                </a:lnTo>
                <a:close/>
                <a:moveTo>
                  <a:pt x="143683" y="0"/>
                </a:moveTo>
                <a:cubicBezTo>
                  <a:pt x="143683" y="0"/>
                  <a:pt x="345266" y="129160"/>
                  <a:pt x="391963" y="333181"/>
                </a:cubicBezTo>
                <a:cubicBezTo>
                  <a:pt x="411686" y="304945"/>
                  <a:pt x="428799" y="289452"/>
                  <a:pt x="426914" y="294520"/>
                </a:cubicBezTo>
                <a:cubicBezTo>
                  <a:pt x="405740" y="349109"/>
                  <a:pt x="453453" y="373435"/>
                  <a:pt x="452873" y="431064"/>
                </a:cubicBezTo>
                <a:cubicBezTo>
                  <a:pt x="452148" y="488549"/>
                  <a:pt x="352807" y="554288"/>
                  <a:pt x="352807" y="554288"/>
                </a:cubicBezTo>
                <a:cubicBezTo>
                  <a:pt x="352807" y="554288"/>
                  <a:pt x="352807" y="554288"/>
                  <a:pt x="352807" y="554143"/>
                </a:cubicBezTo>
                <a:cubicBezTo>
                  <a:pt x="348891" y="557039"/>
                  <a:pt x="344685" y="559790"/>
                  <a:pt x="340335" y="562396"/>
                </a:cubicBezTo>
                <a:cubicBezTo>
                  <a:pt x="344105" y="558052"/>
                  <a:pt x="347586" y="553564"/>
                  <a:pt x="350776" y="548930"/>
                </a:cubicBezTo>
                <a:cubicBezTo>
                  <a:pt x="361508" y="533581"/>
                  <a:pt x="369194" y="517364"/>
                  <a:pt x="369339" y="501726"/>
                </a:cubicBezTo>
                <a:cubicBezTo>
                  <a:pt x="369629" y="470884"/>
                  <a:pt x="356142" y="449599"/>
                  <a:pt x="346716" y="428168"/>
                </a:cubicBezTo>
                <a:cubicBezTo>
                  <a:pt x="338594" y="409489"/>
                  <a:pt x="333519" y="390666"/>
                  <a:pt x="343380" y="365326"/>
                </a:cubicBezTo>
                <a:cubicBezTo>
                  <a:pt x="344830" y="361272"/>
                  <a:pt x="334534" y="370104"/>
                  <a:pt x="320467" y="387914"/>
                </a:cubicBezTo>
                <a:cubicBezTo>
                  <a:pt x="292912" y="313488"/>
                  <a:pt x="239543" y="263678"/>
                  <a:pt x="239543" y="263678"/>
                </a:cubicBezTo>
                <a:cubicBezTo>
                  <a:pt x="239543" y="263678"/>
                  <a:pt x="265213" y="350267"/>
                  <a:pt x="230842" y="415137"/>
                </a:cubicBezTo>
                <a:cubicBezTo>
                  <a:pt x="198502" y="476097"/>
                  <a:pt x="200532" y="507373"/>
                  <a:pt x="200532" y="507373"/>
                </a:cubicBezTo>
                <a:cubicBezTo>
                  <a:pt x="141798" y="451336"/>
                  <a:pt x="142668" y="362140"/>
                  <a:pt x="142668" y="362140"/>
                </a:cubicBezTo>
                <a:cubicBezTo>
                  <a:pt x="121349" y="380819"/>
                  <a:pt x="109167" y="404711"/>
                  <a:pt x="102206" y="428748"/>
                </a:cubicBezTo>
                <a:cubicBezTo>
                  <a:pt x="87704" y="479137"/>
                  <a:pt x="97130" y="530106"/>
                  <a:pt x="97856" y="535029"/>
                </a:cubicBezTo>
                <a:cubicBezTo>
                  <a:pt x="98146" y="537057"/>
                  <a:pt x="98581" y="538939"/>
                  <a:pt x="99161" y="540966"/>
                </a:cubicBezTo>
                <a:cubicBezTo>
                  <a:pt x="101191" y="550233"/>
                  <a:pt x="104817" y="558342"/>
                  <a:pt x="109893" y="565582"/>
                </a:cubicBezTo>
                <a:cubicBezTo>
                  <a:pt x="104382" y="562107"/>
                  <a:pt x="99161" y="558342"/>
                  <a:pt x="94230" y="554143"/>
                </a:cubicBezTo>
                <a:cubicBezTo>
                  <a:pt x="94085" y="554288"/>
                  <a:pt x="94085" y="554288"/>
                  <a:pt x="94085" y="554288"/>
                </a:cubicBezTo>
                <a:cubicBezTo>
                  <a:pt x="94085" y="554288"/>
                  <a:pt x="2575" y="488549"/>
                  <a:pt x="1850" y="431064"/>
                </a:cubicBezTo>
                <a:cubicBezTo>
                  <a:pt x="1270" y="373579"/>
                  <a:pt x="48983" y="349109"/>
                  <a:pt x="27809" y="294520"/>
                </a:cubicBezTo>
                <a:cubicBezTo>
                  <a:pt x="26069" y="289886"/>
                  <a:pt x="39991" y="302918"/>
                  <a:pt x="56669" y="327823"/>
                </a:cubicBezTo>
                <a:cubicBezTo>
                  <a:pt x="73347" y="276565"/>
                  <a:pt x="104092" y="215894"/>
                  <a:pt x="159636" y="166952"/>
                </a:cubicBezTo>
                <a:cubicBezTo>
                  <a:pt x="159636" y="166952"/>
                  <a:pt x="129326" y="297560"/>
                  <a:pt x="188350" y="378213"/>
                </a:cubicBezTo>
                <a:cubicBezTo>
                  <a:pt x="188350" y="378213"/>
                  <a:pt x="167612" y="315226"/>
                  <a:pt x="201692" y="210247"/>
                </a:cubicBezTo>
                <a:cubicBezTo>
                  <a:pt x="235628" y="105413"/>
                  <a:pt x="143683" y="0"/>
                  <a:pt x="143683" y="0"/>
                </a:cubicBezTo>
                <a:close/>
              </a:path>
            </a:pathLst>
          </a:custGeom>
          <a:solidFill>
            <a:srgbClr val="FEE071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研究思路</a:t>
            </a:r>
          </a:p>
        </p:txBody>
      </p:sp>
      <p:sp>
        <p:nvSpPr>
          <p:cNvPr id="87" name="文本框 20"/>
          <p:cNvSpPr txBox="1"/>
          <p:nvPr/>
        </p:nvSpPr>
        <p:spPr>
          <a:xfrm flipH="1">
            <a:off x="1361850" y="2472053"/>
            <a:ext cx="1816798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88" name="文本框 87"/>
          <p:cNvSpPr txBox="1"/>
          <p:nvPr/>
        </p:nvSpPr>
        <p:spPr>
          <a:xfrm flipH="1">
            <a:off x="1361850" y="2946084"/>
            <a:ext cx="1929130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89" name="文本框 20"/>
          <p:cNvSpPr txBox="1"/>
          <p:nvPr/>
        </p:nvSpPr>
        <p:spPr>
          <a:xfrm flipH="1">
            <a:off x="4096795" y="2472053"/>
            <a:ext cx="1816798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90" name="文本框 89"/>
          <p:cNvSpPr txBox="1"/>
          <p:nvPr/>
        </p:nvSpPr>
        <p:spPr>
          <a:xfrm flipH="1">
            <a:off x="4096795" y="2946084"/>
            <a:ext cx="1929130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91" name="文本框 20"/>
          <p:cNvSpPr txBox="1"/>
          <p:nvPr/>
        </p:nvSpPr>
        <p:spPr>
          <a:xfrm flipH="1">
            <a:off x="6831740" y="2472053"/>
            <a:ext cx="1816798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92" name="文本框 91"/>
          <p:cNvSpPr txBox="1"/>
          <p:nvPr/>
        </p:nvSpPr>
        <p:spPr>
          <a:xfrm flipH="1">
            <a:off x="6831740" y="2946084"/>
            <a:ext cx="1929130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93" name="文本框 20"/>
          <p:cNvSpPr txBox="1"/>
          <p:nvPr/>
        </p:nvSpPr>
        <p:spPr>
          <a:xfrm flipH="1">
            <a:off x="9566685" y="2472053"/>
            <a:ext cx="1816798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94" name="文本框 93"/>
          <p:cNvSpPr txBox="1"/>
          <p:nvPr/>
        </p:nvSpPr>
        <p:spPr>
          <a:xfrm flipH="1">
            <a:off x="9566685" y="2946084"/>
            <a:ext cx="1929130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95" name="文本框 20"/>
          <p:cNvSpPr txBox="1"/>
          <p:nvPr/>
        </p:nvSpPr>
        <p:spPr>
          <a:xfrm flipH="1">
            <a:off x="911318" y="4685665"/>
            <a:ext cx="1995487" cy="70788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NO.1</a:t>
            </a:r>
          </a:p>
        </p:txBody>
      </p:sp>
      <p:sp>
        <p:nvSpPr>
          <p:cNvPr id="96" name="文本框 20"/>
          <p:cNvSpPr txBox="1"/>
          <p:nvPr/>
        </p:nvSpPr>
        <p:spPr>
          <a:xfrm flipH="1">
            <a:off x="3644675" y="4685665"/>
            <a:ext cx="1995170" cy="70788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NO.2</a:t>
            </a:r>
          </a:p>
        </p:txBody>
      </p:sp>
      <p:sp>
        <p:nvSpPr>
          <p:cNvPr id="97" name="文本框 20"/>
          <p:cNvSpPr txBox="1"/>
          <p:nvPr/>
        </p:nvSpPr>
        <p:spPr>
          <a:xfrm flipH="1">
            <a:off x="6377715" y="4685665"/>
            <a:ext cx="1995170" cy="70788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NO.3</a:t>
            </a:r>
          </a:p>
        </p:txBody>
      </p:sp>
      <p:sp>
        <p:nvSpPr>
          <p:cNvPr id="98" name="文本框 20"/>
          <p:cNvSpPr txBox="1"/>
          <p:nvPr/>
        </p:nvSpPr>
        <p:spPr>
          <a:xfrm flipH="1">
            <a:off x="9110755" y="4685665"/>
            <a:ext cx="1995170" cy="70788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NO.4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96186" y="1249381"/>
            <a:ext cx="2501342" cy="5201882"/>
            <a:chOff x="568248" y="1324013"/>
            <a:chExt cx="2501342" cy="5201882"/>
          </a:xfrm>
        </p:grpSpPr>
        <p:grpSp>
          <p:nvGrpSpPr>
            <p:cNvPr id="9" name="组合 8"/>
            <p:cNvGrpSpPr/>
            <p:nvPr/>
          </p:nvGrpSpPr>
          <p:grpSpPr>
            <a:xfrm>
              <a:off x="568248" y="1324013"/>
              <a:ext cx="2215548" cy="4130954"/>
              <a:chOff x="568248" y="1324013"/>
              <a:chExt cx="2215548" cy="4130954"/>
            </a:xfrm>
          </p:grpSpPr>
          <p:sp>
            <p:nvSpPr>
              <p:cNvPr id="64" name="灯泡"/>
              <p:cNvSpPr/>
              <p:nvPr/>
            </p:nvSpPr>
            <p:spPr bwMode="auto">
              <a:xfrm>
                <a:off x="568248" y="1324013"/>
                <a:ext cx="937529" cy="1383030"/>
              </a:xfrm>
              <a:custGeom>
                <a:avLst/>
                <a:gdLst>
                  <a:gd name="T0" fmla="*/ 839696 w 1358900"/>
                  <a:gd name="T1" fmla="*/ 2086152 h 2151063"/>
                  <a:gd name="T2" fmla="*/ 752405 w 1358900"/>
                  <a:gd name="T3" fmla="*/ 2140511 h 2151063"/>
                  <a:gd name="T4" fmla="*/ 632619 w 1358900"/>
                  <a:gd name="T5" fmla="*/ 2146906 h 2151063"/>
                  <a:gd name="T6" fmla="*/ 534815 w 1358900"/>
                  <a:gd name="T7" fmla="*/ 2102140 h 2151063"/>
                  <a:gd name="T8" fmla="*/ 492444 w 1358900"/>
                  <a:gd name="T9" fmla="*/ 2023160 h 2151063"/>
                  <a:gd name="T10" fmla="*/ 978873 w 1358900"/>
                  <a:gd name="T11" fmla="*/ 1877587 h 2151063"/>
                  <a:gd name="T12" fmla="*/ 975704 w 1358900"/>
                  <a:gd name="T13" fmla="*/ 1949593 h 2151063"/>
                  <a:gd name="T14" fmla="*/ 411711 w 1358900"/>
                  <a:gd name="T15" fmla="*/ 1968795 h 2151063"/>
                  <a:gd name="T16" fmla="*/ 369887 w 1358900"/>
                  <a:gd name="T17" fmla="*/ 1911190 h 2151063"/>
                  <a:gd name="T18" fmla="*/ 411711 w 1358900"/>
                  <a:gd name="T19" fmla="*/ 1853585 h 2151063"/>
                  <a:gd name="T20" fmla="*/ 971585 w 1358900"/>
                  <a:gd name="T21" fmla="*/ 1709923 h 2151063"/>
                  <a:gd name="T22" fmla="*/ 981725 w 1358900"/>
                  <a:gd name="T23" fmla="*/ 1781479 h 2151063"/>
                  <a:gd name="T24" fmla="*/ 423435 w 1358900"/>
                  <a:gd name="T25" fmla="*/ 1812604 h 2151063"/>
                  <a:gd name="T26" fmla="*/ 370837 w 1358900"/>
                  <a:gd name="T27" fmla="*/ 1764793 h 2151063"/>
                  <a:gd name="T28" fmla="*/ 401255 w 1358900"/>
                  <a:gd name="T29" fmla="*/ 1699655 h 2151063"/>
                  <a:gd name="T30" fmla="*/ 1212263 w 1358900"/>
                  <a:gd name="T31" fmla="*/ 1027536 h 2151063"/>
                  <a:gd name="T32" fmla="*/ 1162712 w 1358900"/>
                  <a:gd name="T33" fmla="*/ 1009170 h 2151063"/>
                  <a:gd name="T34" fmla="*/ 1164344 w 1358900"/>
                  <a:gd name="T35" fmla="*/ 1001189 h 2151063"/>
                  <a:gd name="T36" fmla="*/ 686421 w 1358900"/>
                  <a:gd name="T37" fmla="*/ 65405 h 2151063"/>
                  <a:gd name="T38" fmla="*/ 812725 w 1358900"/>
                  <a:gd name="T39" fmla="*/ 98736 h 2151063"/>
                  <a:gd name="T40" fmla="*/ 977427 w 1358900"/>
                  <a:gd name="T41" fmla="*/ 180633 h 2151063"/>
                  <a:gd name="T42" fmla="*/ 1110078 w 1358900"/>
                  <a:gd name="T43" fmla="*/ 304113 h 2151063"/>
                  <a:gd name="T44" fmla="*/ 1201791 w 1358900"/>
                  <a:gd name="T45" fmla="*/ 459019 h 2151063"/>
                  <a:gd name="T46" fmla="*/ 1244633 w 1358900"/>
                  <a:gd name="T47" fmla="*/ 632970 h 2151063"/>
                  <a:gd name="T48" fmla="*/ 1235747 w 1358900"/>
                  <a:gd name="T49" fmla="*/ 811683 h 2151063"/>
                  <a:gd name="T50" fmla="*/ 1175451 w 1358900"/>
                  <a:gd name="T51" fmla="*/ 981191 h 2151063"/>
                  <a:gd name="T52" fmla="*/ 1166089 w 1358900"/>
                  <a:gd name="T53" fmla="*/ 998015 h 2151063"/>
                  <a:gd name="T54" fmla="*/ 1093258 w 1358900"/>
                  <a:gd name="T55" fmla="*/ 1114194 h 2151063"/>
                  <a:gd name="T56" fmla="*/ 995199 w 1358900"/>
                  <a:gd name="T57" fmla="*/ 1298621 h 2151063"/>
                  <a:gd name="T58" fmla="*/ 972667 w 1358900"/>
                  <a:gd name="T59" fmla="*/ 1488761 h 2151063"/>
                  <a:gd name="T60" fmla="*/ 1011066 w 1358900"/>
                  <a:gd name="T61" fmla="*/ 1334490 h 2151063"/>
                  <a:gd name="T62" fmla="*/ 1111982 w 1358900"/>
                  <a:gd name="T63" fmla="*/ 1164665 h 2151063"/>
                  <a:gd name="T64" fmla="*/ 1213215 w 1358900"/>
                  <a:gd name="T65" fmla="*/ 1025948 h 2151063"/>
                  <a:gd name="T66" fmla="*/ 1270338 w 1358900"/>
                  <a:gd name="T67" fmla="*/ 912626 h 2151063"/>
                  <a:gd name="T68" fmla="*/ 1310640 w 1358900"/>
                  <a:gd name="T69" fmla="*/ 718359 h 2151063"/>
                  <a:gd name="T70" fmla="*/ 1289061 w 1358900"/>
                  <a:gd name="T71" fmla="*/ 521235 h 2151063"/>
                  <a:gd name="T72" fmla="*/ 1207503 w 1358900"/>
                  <a:gd name="T73" fmla="*/ 340935 h 2151063"/>
                  <a:gd name="T74" fmla="*/ 1074535 w 1358900"/>
                  <a:gd name="T75" fmla="*/ 196187 h 2151063"/>
                  <a:gd name="T76" fmla="*/ 904755 w 1358900"/>
                  <a:gd name="T77" fmla="*/ 100640 h 2151063"/>
                  <a:gd name="T78" fmla="*/ 715934 w 1358900"/>
                  <a:gd name="T79" fmla="*/ 65405 h 2151063"/>
                  <a:gd name="T80" fmla="*/ 865159 w 1358900"/>
                  <a:gd name="T81" fmla="*/ 25723 h 2151063"/>
                  <a:gd name="T82" fmla="*/ 1059288 w 1358900"/>
                  <a:gd name="T83" fmla="*/ 116228 h 2151063"/>
                  <a:gd name="T84" fmla="*/ 1214019 w 1358900"/>
                  <a:gd name="T85" fmla="*/ 260084 h 2151063"/>
                  <a:gd name="T86" fmla="*/ 1317596 w 1358900"/>
                  <a:gd name="T87" fmla="*/ 445858 h 2151063"/>
                  <a:gd name="T88" fmla="*/ 1358582 w 1358900"/>
                  <a:gd name="T89" fmla="*/ 661800 h 2151063"/>
                  <a:gd name="T90" fmla="*/ 1344285 w 1358900"/>
                  <a:gd name="T91" fmla="*/ 819629 h 2151063"/>
                  <a:gd name="T92" fmla="*/ 1261359 w 1358900"/>
                  <a:gd name="T93" fmla="*/ 1030172 h 2151063"/>
                  <a:gd name="T94" fmla="*/ 1147932 w 1358900"/>
                  <a:gd name="T95" fmla="*/ 1196575 h 2151063"/>
                  <a:gd name="T96" fmla="*/ 1054839 w 1358900"/>
                  <a:gd name="T97" fmla="*/ 1399815 h 2151063"/>
                  <a:gd name="T98" fmla="*/ 1037047 w 1358900"/>
                  <a:gd name="T99" fmla="*/ 1560184 h 2151063"/>
                  <a:gd name="T100" fmla="*/ 997649 w 1358900"/>
                  <a:gd name="T101" fmla="*/ 1613217 h 2151063"/>
                  <a:gd name="T102" fmla="*/ 338057 w 1358900"/>
                  <a:gd name="T103" fmla="*/ 1599562 h 2151063"/>
                  <a:gd name="T104" fmla="*/ 318358 w 1358900"/>
                  <a:gd name="T105" fmla="*/ 1492543 h 2151063"/>
                  <a:gd name="T106" fmla="*/ 276419 w 1358900"/>
                  <a:gd name="T107" fmla="*/ 1314391 h 2151063"/>
                  <a:gd name="T108" fmla="*/ 137892 w 1358900"/>
                  <a:gd name="T109" fmla="*/ 1097178 h 2151063"/>
                  <a:gd name="T110" fmla="*/ 65133 w 1358900"/>
                  <a:gd name="T111" fmla="*/ 970471 h 2151063"/>
                  <a:gd name="T112" fmla="*/ 6354 w 1358900"/>
                  <a:gd name="T113" fmla="*/ 773900 h 2151063"/>
                  <a:gd name="T114" fmla="*/ 5084 w 1358900"/>
                  <a:gd name="T115" fmla="*/ 592571 h 2151063"/>
                  <a:gd name="T116" fmla="*/ 66722 w 1358900"/>
                  <a:gd name="T117" fmla="*/ 384886 h 2151063"/>
                  <a:gd name="T118" fmla="*/ 187456 w 1358900"/>
                  <a:gd name="T119" fmla="*/ 210861 h 2151063"/>
                  <a:gd name="T120" fmla="*/ 355532 w 1358900"/>
                  <a:gd name="T121" fmla="*/ 82249 h 2151063"/>
                  <a:gd name="T122" fmla="*/ 558874 w 1358900"/>
                  <a:gd name="T123" fmla="*/ 10797 h 215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58900" h="2151063">
                    <a:moveTo>
                      <a:pt x="492125" y="2016125"/>
                    </a:moveTo>
                    <a:lnTo>
                      <a:pt x="866775" y="2016125"/>
                    </a:lnTo>
                    <a:lnTo>
                      <a:pt x="866775" y="2023160"/>
                    </a:lnTo>
                    <a:lnTo>
                      <a:pt x="865819" y="2029875"/>
                    </a:lnTo>
                    <a:lnTo>
                      <a:pt x="864864" y="2036590"/>
                    </a:lnTo>
                    <a:lnTo>
                      <a:pt x="863271" y="2043305"/>
                    </a:lnTo>
                    <a:lnTo>
                      <a:pt x="861041" y="2050020"/>
                    </a:lnTo>
                    <a:lnTo>
                      <a:pt x="858811" y="2056415"/>
                    </a:lnTo>
                    <a:lnTo>
                      <a:pt x="855625" y="2062810"/>
                    </a:lnTo>
                    <a:lnTo>
                      <a:pt x="852120" y="2068565"/>
                    </a:lnTo>
                    <a:lnTo>
                      <a:pt x="848616" y="2074961"/>
                    </a:lnTo>
                    <a:lnTo>
                      <a:pt x="844156" y="2080397"/>
                    </a:lnTo>
                    <a:lnTo>
                      <a:pt x="839696" y="2086152"/>
                    </a:lnTo>
                    <a:lnTo>
                      <a:pt x="834917" y="2091588"/>
                    </a:lnTo>
                    <a:lnTo>
                      <a:pt x="829820" y="2097024"/>
                    </a:lnTo>
                    <a:lnTo>
                      <a:pt x="824404" y="2102140"/>
                    </a:lnTo>
                    <a:lnTo>
                      <a:pt x="818351" y="2106936"/>
                    </a:lnTo>
                    <a:lnTo>
                      <a:pt x="812298" y="2111733"/>
                    </a:lnTo>
                    <a:lnTo>
                      <a:pt x="805608" y="2116209"/>
                    </a:lnTo>
                    <a:lnTo>
                      <a:pt x="798918" y="2120366"/>
                    </a:lnTo>
                    <a:lnTo>
                      <a:pt x="791590" y="2124523"/>
                    </a:lnTo>
                    <a:lnTo>
                      <a:pt x="784263" y="2128041"/>
                    </a:lnTo>
                    <a:lnTo>
                      <a:pt x="776936" y="2131878"/>
                    </a:lnTo>
                    <a:lnTo>
                      <a:pt x="768971" y="2135075"/>
                    </a:lnTo>
                    <a:lnTo>
                      <a:pt x="760688" y="2137953"/>
                    </a:lnTo>
                    <a:lnTo>
                      <a:pt x="752405" y="2140511"/>
                    </a:lnTo>
                    <a:lnTo>
                      <a:pt x="743803" y="2142749"/>
                    </a:lnTo>
                    <a:lnTo>
                      <a:pt x="735202" y="2145307"/>
                    </a:lnTo>
                    <a:lnTo>
                      <a:pt x="726281" y="2146906"/>
                    </a:lnTo>
                    <a:lnTo>
                      <a:pt x="717361" y="2148505"/>
                    </a:lnTo>
                    <a:lnTo>
                      <a:pt x="708122" y="2149784"/>
                    </a:lnTo>
                    <a:lnTo>
                      <a:pt x="698565" y="2150424"/>
                    </a:lnTo>
                    <a:lnTo>
                      <a:pt x="689007" y="2151063"/>
                    </a:lnTo>
                    <a:lnTo>
                      <a:pt x="679769" y="2151063"/>
                    </a:lnTo>
                    <a:lnTo>
                      <a:pt x="669893" y="2151063"/>
                    </a:lnTo>
                    <a:lnTo>
                      <a:pt x="660335" y="2150424"/>
                    </a:lnTo>
                    <a:lnTo>
                      <a:pt x="650778" y="2149784"/>
                    </a:lnTo>
                    <a:lnTo>
                      <a:pt x="641539" y="2148505"/>
                    </a:lnTo>
                    <a:lnTo>
                      <a:pt x="632619" y="2146906"/>
                    </a:lnTo>
                    <a:lnTo>
                      <a:pt x="623699" y="2145307"/>
                    </a:lnTo>
                    <a:lnTo>
                      <a:pt x="615097" y="2142749"/>
                    </a:lnTo>
                    <a:lnTo>
                      <a:pt x="606495" y="2140511"/>
                    </a:lnTo>
                    <a:lnTo>
                      <a:pt x="598212" y="2137953"/>
                    </a:lnTo>
                    <a:lnTo>
                      <a:pt x="590248" y="2135075"/>
                    </a:lnTo>
                    <a:lnTo>
                      <a:pt x="582283" y="2131878"/>
                    </a:lnTo>
                    <a:lnTo>
                      <a:pt x="574637" y="2128041"/>
                    </a:lnTo>
                    <a:lnTo>
                      <a:pt x="567310" y="2124523"/>
                    </a:lnTo>
                    <a:lnTo>
                      <a:pt x="559983" y="2120366"/>
                    </a:lnTo>
                    <a:lnTo>
                      <a:pt x="553292" y="2116209"/>
                    </a:lnTo>
                    <a:lnTo>
                      <a:pt x="546921" y="2111733"/>
                    </a:lnTo>
                    <a:lnTo>
                      <a:pt x="540868" y="2106936"/>
                    </a:lnTo>
                    <a:lnTo>
                      <a:pt x="534815" y="2102140"/>
                    </a:lnTo>
                    <a:lnTo>
                      <a:pt x="529399" y="2097024"/>
                    </a:lnTo>
                    <a:lnTo>
                      <a:pt x="523983" y="2091588"/>
                    </a:lnTo>
                    <a:lnTo>
                      <a:pt x="519204" y="2086152"/>
                    </a:lnTo>
                    <a:lnTo>
                      <a:pt x="514744" y="2080397"/>
                    </a:lnTo>
                    <a:lnTo>
                      <a:pt x="510284" y="2074961"/>
                    </a:lnTo>
                    <a:lnTo>
                      <a:pt x="506780" y="2068565"/>
                    </a:lnTo>
                    <a:lnTo>
                      <a:pt x="503594" y="2062810"/>
                    </a:lnTo>
                    <a:lnTo>
                      <a:pt x="500408" y="2056415"/>
                    </a:lnTo>
                    <a:lnTo>
                      <a:pt x="497860" y="2050020"/>
                    </a:lnTo>
                    <a:lnTo>
                      <a:pt x="495629" y="2043305"/>
                    </a:lnTo>
                    <a:lnTo>
                      <a:pt x="494037" y="2036590"/>
                    </a:lnTo>
                    <a:lnTo>
                      <a:pt x="493081" y="2029875"/>
                    </a:lnTo>
                    <a:lnTo>
                      <a:pt x="492444" y="2023160"/>
                    </a:lnTo>
                    <a:lnTo>
                      <a:pt x="492125" y="2016125"/>
                    </a:lnTo>
                    <a:close/>
                    <a:moveTo>
                      <a:pt x="429455" y="1851025"/>
                    </a:moveTo>
                    <a:lnTo>
                      <a:pt x="929444" y="1851025"/>
                    </a:lnTo>
                    <a:lnTo>
                      <a:pt x="935464" y="1851345"/>
                    </a:lnTo>
                    <a:lnTo>
                      <a:pt x="941485" y="1852305"/>
                    </a:lnTo>
                    <a:lnTo>
                      <a:pt x="947188" y="1853585"/>
                    </a:lnTo>
                    <a:lnTo>
                      <a:pt x="952574" y="1855825"/>
                    </a:lnTo>
                    <a:lnTo>
                      <a:pt x="957644" y="1858066"/>
                    </a:lnTo>
                    <a:lnTo>
                      <a:pt x="963030" y="1861266"/>
                    </a:lnTo>
                    <a:lnTo>
                      <a:pt x="967466" y="1864786"/>
                    </a:lnTo>
                    <a:lnTo>
                      <a:pt x="971585" y="1868626"/>
                    </a:lnTo>
                    <a:lnTo>
                      <a:pt x="975704" y="1873107"/>
                    </a:lnTo>
                    <a:lnTo>
                      <a:pt x="978873" y="1877587"/>
                    </a:lnTo>
                    <a:lnTo>
                      <a:pt x="981725" y="1882388"/>
                    </a:lnTo>
                    <a:lnTo>
                      <a:pt x="984259" y="1887828"/>
                    </a:lnTo>
                    <a:lnTo>
                      <a:pt x="986477" y="1893268"/>
                    </a:lnTo>
                    <a:lnTo>
                      <a:pt x="988062" y="1899029"/>
                    </a:lnTo>
                    <a:lnTo>
                      <a:pt x="988695" y="1905109"/>
                    </a:lnTo>
                    <a:lnTo>
                      <a:pt x="989012" y="1911190"/>
                    </a:lnTo>
                    <a:lnTo>
                      <a:pt x="988695" y="1917270"/>
                    </a:lnTo>
                    <a:lnTo>
                      <a:pt x="988062" y="1923351"/>
                    </a:lnTo>
                    <a:lnTo>
                      <a:pt x="986477" y="1929111"/>
                    </a:lnTo>
                    <a:lnTo>
                      <a:pt x="984259" y="1934872"/>
                    </a:lnTo>
                    <a:lnTo>
                      <a:pt x="981725" y="1939992"/>
                    </a:lnTo>
                    <a:lnTo>
                      <a:pt x="978873" y="1945113"/>
                    </a:lnTo>
                    <a:lnTo>
                      <a:pt x="975704" y="1949593"/>
                    </a:lnTo>
                    <a:lnTo>
                      <a:pt x="971585" y="1953753"/>
                    </a:lnTo>
                    <a:lnTo>
                      <a:pt x="967466" y="1957914"/>
                    </a:lnTo>
                    <a:lnTo>
                      <a:pt x="963030" y="1961114"/>
                    </a:lnTo>
                    <a:lnTo>
                      <a:pt x="957644" y="1963994"/>
                    </a:lnTo>
                    <a:lnTo>
                      <a:pt x="952574" y="1966554"/>
                    </a:lnTo>
                    <a:lnTo>
                      <a:pt x="947188" y="1968795"/>
                    </a:lnTo>
                    <a:lnTo>
                      <a:pt x="941485" y="1970395"/>
                    </a:lnTo>
                    <a:lnTo>
                      <a:pt x="935464" y="1971355"/>
                    </a:lnTo>
                    <a:lnTo>
                      <a:pt x="929444" y="1971675"/>
                    </a:lnTo>
                    <a:lnTo>
                      <a:pt x="429455" y="1971675"/>
                    </a:lnTo>
                    <a:lnTo>
                      <a:pt x="423435" y="1971355"/>
                    </a:lnTo>
                    <a:lnTo>
                      <a:pt x="417414" y="1970395"/>
                    </a:lnTo>
                    <a:lnTo>
                      <a:pt x="411711" y="1968795"/>
                    </a:lnTo>
                    <a:lnTo>
                      <a:pt x="406325" y="1966554"/>
                    </a:lnTo>
                    <a:lnTo>
                      <a:pt x="401255" y="1963994"/>
                    </a:lnTo>
                    <a:lnTo>
                      <a:pt x="396185" y="1961114"/>
                    </a:lnTo>
                    <a:lnTo>
                      <a:pt x="391433" y="1957914"/>
                    </a:lnTo>
                    <a:lnTo>
                      <a:pt x="387314" y="1953753"/>
                    </a:lnTo>
                    <a:lnTo>
                      <a:pt x="383511" y="1949593"/>
                    </a:lnTo>
                    <a:lnTo>
                      <a:pt x="380026" y="1945113"/>
                    </a:lnTo>
                    <a:lnTo>
                      <a:pt x="377174" y="1939992"/>
                    </a:lnTo>
                    <a:lnTo>
                      <a:pt x="374323" y="1934872"/>
                    </a:lnTo>
                    <a:lnTo>
                      <a:pt x="372422" y="1929111"/>
                    </a:lnTo>
                    <a:lnTo>
                      <a:pt x="370837" y="1923351"/>
                    </a:lnTo>
                    <a:lnTo>
                      <a:pt x="370204" y="1917270"/>
                    </a:lnTo>
                    <a:lnTo>
                      <a:pt x="369887" y="1911190"/>
                    </a:lnTo>
                    <a:lnTo>
                      <a:pt x="370204" y="1905109"/>
                    </a:lnTo>
                    <a:lnTo>
                      <a:pt x="370837" y="1899029"/>
                    </a:lnTo>
                    <a:lnTo>
                      <a:pt x="372422" y="1893268"/>
                    </a:lnTo>
                    <a:lnTo>
                      <a:pt x="374323" y="1887828"/>
                    </a:lnTo>
                    <a:lnTo>
                      <a:pt x="377174" y="1882388"/>
                    </a:lnTo>
                    <a:lnTo>
                      <a:pt x="380026" y="1877587"/>
                    </a:lnTo>
                    <a:lnTo>
                      <a:pt x="383511" y="1873107"/>
                    </a:lnTo>
                    <a:lnTo>
                      <a:pt x="387314" y="1868626"/>
                    </a:lnTo>
                    <a:lnTo>
                      <a:pt x="391433" y="1864786"/>
                    </a:lnTo>
                    <a:lnTo>
                      <a:pt x="396185" y="1861266"/>
                    </a:lnTo>
                    <a:lnTo>
                      <a:pt x="401255" y="1858066"/>
                    </a:lnTo>
                    <a:lnTo>
                      <a:pt x="406325" y="1855825"/>
                    </a:lnTo>
                    <a:lnTo>
                      <a:pt x="411711" y="1853585"/>
                    </a:lnTo>
                    <a:lnTo>
                      <a:pt x="417414" y="1852305"/>
                    </a:lnTo>
                    <a:lnTo>
                      <a:pt x="423435" y="1851345"/>
                    </a:lnTo>
                    <a:lnTo>
                      <a:pt x="429455" y="1851025"/>
                    </a:lnTo>
                    <a:close/>
                    <a:moveTo>
                      <a:pt x="429455" y="1692275"/>
                    </a:moveTo>
                    <a:lnTo>
                      <a:pt x="929444" y="1692275"/>
                    </a:lnTo>
                    <a:lnTo>
                      <a:pt x="935464" y="1692596"/>
                    </a:lnTo>
                    <a:lnTo>
                      <a:pt x="941485" y="1693238"/>
                    </a:lnTo>
                    <a:lnTo>
                      <a:pt x="947188" y="1694842"/>
                    </a:lnTo>
                    <a:lnTo>
                      <a:pt x="952574" y="1697088"/>
                    </a:lnTo>
                    <a:lnTo>
                      <a:pt x="957644" y="1699655"/>
                    </a:lnTo>
                    <a:lnTo>
                      <a:pt x="963030" y="1702543"/>
                    </a:lnTo>
                    <a:lnTo>
                      <a:pt x="967466" y="1706073"/>
                    </a:lnTo>
                    <a:lnTo>
                      <a:pt x="971585" y="1709923"/>
                    </a:lnTo>
                    <a:lnTo>
                      <a:pt x="975704" y="1714095"/>
                    </a:lnTo>
                    <a:lnTo>
                      <a:pt x="978873" y="1718908"/>
                    </a:lnTo>
                    <a:lnTo>
                      <a:pt x="981725" y="1724042"/>
                    </a:lnTo>
                    <a:lnTo>
                      <a:pt x="984259" y="1729176"/>
                    </a:lnTo>
                    <a:lnTo>
                      <a:pt x="986477" y="1734631"/>
                    </a:lnTo>
                    <a:lnTo>
                      <a:pt x="988062" y="1740407"/>
                    </a:lnTo>
                    <a:lnTo>
                      <a:pt x="988695" y="1746503"/>
                    </a:lnTo>
                    <a:lnTo>
                      <a:pt x="989012" y="1752600"/>
                    </a:lnTo>
                    <a:lnTo>
                      <a:pt x="988695" y="1759017"/>
                    </a:lnTo>
                    <a:lnTo>
                      <a:pt x="988062" y="1764793"/>
                    </a:lnTo>
                    <a:lnTo>
                      <a:pt x="986477" y="1770569"/>
                    </a:lnTo>
                    <a:lnTo>
                      <a:pt x="984259" y="1776024"/>
                    </a:lnTo>
                    <a:lnTo>
                      <a:pt x="981725" y="1781479"/>
                    </a:lnTo>
                    <a:lnTo>
                      <a:pt x="978873" y="1786292"/>
                    </a:lnTo>
                    <a:lnTo>
                      <a:pt x="975704" y="1791426"/>
                    </a:lnTo>
                    <a:lnTo>
                      <a:pt x="971585" y="1795598"/>
                    </a:lnTo>
                    <a:lnTo>
                      <a:pt x="967466" y="1799127"/>
                    </a:lnTo>
                    <a:lnTo>
                      <a:pt x="963030" y="1802657"/>
                    </a:lnTo>
                    <a:lnTo>
                      <a:pt x="957644" y="1805866"/>
                    </a:lnTo>
                    <a:lnTo>
                      <a:pt x="952574" y="1808433"/>
                    </a:lnTo>
                    <a:lnTo>
                      <a:pt x="947188" y="1810358"/>
                    </a:lnTo>
                    <a:lnTo>
                      <a:pt x="941485" y="1811641"/>
                    </a:lnTo>
                    <a:lnTo>
                      <a:pt x="935464" y="1812604"/>
                    </a:lnTo>
                    <a:lnTo>
                      <a:pt x="929444" y="1812925"/>
                    </a:lnTo>
                    <a:lnTo>
                      <a:pt x="429455" y="1812925"/>
                    </a:lnTo>
                    <a:lnTo>
                      <a:pt x="423435" y="1812604"/>
                    </a:lnTo>
                    <a:lnTo>
                      <a:pt x="417414" y="1811641"/>
                    </a:lnTo>
                    <a:lnTo>
                      <a:pt x="411711" y="1810358"/>
                    </a:lnTo>
                    <a:lnTo>
                      <a:pt x="406325" y="1808433"/>
                    </a:lnTo>
                    <a:lnTo>
                      <a:pt x="401255" y="1805866"/>
                    </a:lnTo>
                    <a:lnTo>
                      <a:pt x="396185" y="1802657"/>
                    </a:lnTo>
                    <a:lnTo>
                      <a:pt x="391433" y="1799127"/>
                    </a:lnTo>
                    <a:lnTo>
                      <a:pt x="387314" y="1795598"/>
                    </a:lnTo>
                    <a:lnTo>
                      <a:pt x="383511" y="1791426"/>
                    </a:lnTo>
                    <a:lnTo>
                      <a:pt x="380026" y="1786292"/>
                    </a:lnTo>
                    <a:lnTo>
                      <a:pt x="377174" y="1781479"/>
                    </a:lnTo>
                    <a:lnTo>
                      <a:pt x="374323" y="1776024"/>
                    </a:lnTo>
                    <a:lnTo>
                      <a:pt x="372422" y="1770569"/>
                    </a:lnTo>
                    <a:lnTo>
                      <a:pt x="370837" y="1764793"/>
                    </a:lnTo>
                    <a:lnTo>
                      <a:pt x="370204" y="1759017"/>
                    </a:lnTo>
                    <a:lnTo>
                      <a:pt x="369887" y="1752600"/>
                    </a:lnTo>
                    <a:lnTo>
                      <a:pt x="370204" y="1746503"/>
                    </a:lnTo>
                    <a:lnTo>
                      <a:pt x="370837" y="1740407"/>
                    </a:lnTo>
                    <a:lnTo>
                      <a:pt x="372422" y="1734631"/>
                    </a:lnTo>
                    <a:lnTo>
                      <a:pt x="374323" y="1729176"/>
                    </a:lnTo>
                    <a:lnTo>
                      <a:pt x="377174" y="1724042"/>
                    </a:lnTo>
                    <a:lnTo>
                      <a:pt x="380026" y="1718908"/>
                    </a:lnTo>
                    <a:lnTo>
                      <a:pt x="383511" y="1714095"/>
                    </a:lnTo>
                    <a:lnTo>
                      <a:pt x="387314" y="1709923"/>
                    </a:lnTo>
                    <a:lnTo>
                      <a:pt x="391433" y="1706073"/>
                    </a:lnTo>
                    <a:lnTo>
                      <a:pt x="396185" y="1702543"/>
                    </a:lnTo>
                    <a:lnTo>
                      <a:pt x="401255" y="1699655"/>
                    </a:lnTo>
                    <a:lnTo>
                      <a:pt x="406325" y="1697088"/>
                    </a:lnTo>
                    <a:lnTo>
                      <a:pt x="411711" y="1694842"/>
                    </a:lnTo>
                    <a:lnTo>
                      <a:pt x="417414" y="1693238"/>
                    </a:lnTo>
                    <a:lnTo>
                      <a:pt x="423435" y="1692596"/>
                    </a:lnTo>
                    <a:lnTo>
                      <a:pt x="429455" y="1692275"/>
                    </a:lnTo>
                    <a:close/>
                    <a:moveTo>
                      <a:pt x="1217103" y="1013330"/>
                    </a:moveTo>
                    <a:lnTo>
                      <a:pt x="1217023" y="1014521"/>
                    </a:lnTo>
                    <a:lnTo>
                      <a:pt x="1216389" y="1018965"/>
                    </a:lnTo>
                    <a:lnTo>
                      <a:pt x="1215437" y="1022139"/>
                    </a:lnTo>
                    <a:lnTo>
                      <a:pt x="1214802" y="1023409"/>
                    </a:lnTo>
                    <a:lnTo>
                      <a:pt x="1214167" y="1024361"/>
                    </a:lnTo>
                    <a:lnTo>
                      <a:pt x="1213850" y="1024679"/>
                    </a:lnTo>
                    <a:lnTo>
                      <a:pt x="1212263" y="1027536"/>
                    </a:lnTo>
                    <a:lnTo>
                      <a:pt x="1210676" y="1029440"/>
                    </a:lnTo>
                    <a:lnTo>
                      <a:pt x="1213215" y="1024996"/>
                    </a:lnTo>
                    <a:lnTo>
                      <a:pt x="1215119" y="1020870"/>
                    </a:lnTo>
                    <a:lnTo>
                      <a:pt x="1216389" y="1017378"/>
                    </a:lnTo>
                    <a:lnTo>
                      <a:pt x="1217023" y="1013886"/>
                    </a:lnTo>
                    <a:lnTo>
                      <a:pt x="1217103" y="1013330"/>
                    </a:lnTo>
                    <a:close/>
                    <a:moveTo>
                      <a:pt x="1217341" y="1009442"/>
                    </a:moveTo>
                    <a:lnTo>
                      <a:pt x="1217658" y="1010077"/>
                    </a:lnTo>
                    <a:lnTo>
                      <a:pt x="1217341" y="1011664"/>
                    </a:lnTo>
                    <a:lnTo>
                      <a:pt x="1217103" y="1013330"/>
                    </a:lnTo>
                    <a:lnTo>
                      <a:pt x="1217341" y="1009760"/>
                    </a:lnTo>
                    <a:lnTo>
                      <a:pt x="1217341" y="1009442"/>
                    </a:lnTo>
                    <a:close/>
                    <a:moveTo>
                      <a:pt x="1162712" y="1009170"/>
                    </a:moveTo>
                    <a:lnTo>
                      <a:pt x="1162440" y="1013251"/>
                    </a:lnTo>
                    <a:lnTo>
                      <a:pt x="1162440" y="1012934"/>
                    </a:lnTo>
                    <a:lnTo>
                      <a:pt x="1162440" y="1011347"/>
                    </a:lnTo>
                    <a:lnTo>
                      <a:pt x="1162712" y="1009170"/>
                    </a:lnTo>
                    <a:close/>
                    <a:moveTo>
                      <a:pt x="1167137" y="996491"/>
                    </a:moveTo>
                    <a:lnTo>
                      <a:pt x="1166565" y="997380"/>
                    </a:lnTo>
                    <a:lnTo>
                      <a:pt x="1164661" y="1001506"/>
                    </a:lnTo>
                    <a:lnTo>
                      <a:pt x="1163392" y="1005633"/>
                    </a:lnTo>
                    <a:lnTo>
                      <a:pt x="1162757" y="1008807"/>
                    </a:lnTo>
                    <a:lnTo>
                      <a:pt x="1162712" y="1009170"/>
                    </a:lnTo>
                    <a:lnTo>
                      <a:pt x="1162757" y="1008490"/>
                    </a:lnTo>
                    <a:lnTo>
                      <a:pt x="1163392" y="1004681"/>
                    </a:lnTo>
                    <a:lnTo>
                      <a:pt x="1164344" y="1001189"/>
                    </a:lnTo>
                    <a:lnTo>
                      <a:pt x="1164767" y="1000448"/>
                    </a:lnTo>
                    <a:lnTo>
                      <a:pt x="1164979" y="1000237"/>
                    </a:lnTo>
                    <a:lnTo>
                      <a:pt x="1164979" y="1000078"/>
                    </a:lnTo>
                    <a:lnTo>
                      <a:pt x="1165613" y="998967"/>
                    </a:lnTo>
                    <a:lnTo>
                      <a:pt x="1166089" y="998015"/>
                    </a:lnTo>
                    <a:lnTo>
                      <a:pt x="1166756" y="996872"/>
                    </a:lnTo>
                    <a:lnTo>
                      <a:pt x="1167137" y="996491"/>
                    </a:lnTo>
                    <a:close/>
                    <a:moveTo>
                      <a:pt x="1167517" y="995899"/>
                    </a:moveTo>
                    <a:lnTo>
                      <a:pt x="1167517" y="996110"/>
                    </a:lnTo>
                    <a:lnTo>
                      <a:pt x="1167137" y="996491"/>
                    </a:lnTo>
                    <a:lnTo>
                      <a:pt x="1167517" y="995899"/>
                    </a:lnTo>
                    <a:close/>
                    <a:moveTo>
                      <a:pt x="701019" y="65088"/>
                    </a:moveTo>
                    <a:lnTo>
                      <a:pt x="686421" y="65405"/>
                    </a:lnTo>
                    <a:lnTo>
                      <a:pt x="671823" y="66358"/>
                    </a:lnTo>
                    <a:lnTo>
                      <a:pt x="657225" y="67310"/>
                    </a:lnTo>
                    <a:lnTo>
                      <a:pt x="671823" y="68897"/>
                    </a:lnTo>
                    <a:lnTo>
                      <a:pt x="686104" y="70484"/>
                    </a:lnTo>
                    <a:lnTo>
                      <a:pt x="700384" y="72389"/>
                    </a:lnTo>
                    <a:lnTo>
                      <a:pt x="714982" y="74611"/>
                    </a:lnTo>
                    <a:lnTo>
                      <a:pt x="729263" y="77468"/>
                    </a:lnTo>
                    <a:lnTo>
                      <a:pt x="743226" y="80325"/>
                    </a:lnTo>
                    <a:lnTo>
                      <a:pt x="757189" y="83499"/>
                    </a:lnTo>
                    <a:lnTo>
                      <a:pt x="771152" y="86673"/>
                    </a:lnTo>
                    <a:lnTo>
                      <a:pt x="785433" y="90800"/>
                    </a:lnTo>
                    <a:lnTo>
                      <a:pt x="799079" y="94609"/>
                    </a:lnTo>
                    <a:lnTo>
                      <a:pt x="812725" y="98736"/>
                    </a:lnTo>
                    <a:lnTo>
                      <a:pt x="826053" y="103497"/>
                    </a:lnTo>
                    <a:lnTo>
                      <a:pt x="839382" y="108259"/>
                    </a:lnTo>
                    <a:lnTo>
                      <a:pt x="852710" y="113655"/>
                    </a:lnTo>
                    <a:lnTo>
                      <a:pt x="865721" y="119051"/>
                    </a:lnTo>
                    <a:lnTo>
                      <a:pt x="878733" y="125082"/>
                    </a:lnTo>
                    <a:lnTo>
                      <a:pt x="892061" y="130796"/>
                    </a:lnTo>
                    <a:lnTo>
                      <a:pt x="904755" y="137462"/>
                    </a:lnTo>
                    <a:lnTo>
                      <a:pt x="917131" y="143811"/>
                    </a:lnTo>
                    <a:lnTo>
                      <a:pt x="929508" y="150794"/>
                    </a:lnTo>
                    <a:lnTo>
                      <a:pt x="941884" y="157778"/>
                    </a:lnTo>
                    <a:lnTo>
                      <a:pt x="953944" y="165078"/>
                    </a:lnTo>
                    <a:lnTo>
                      <a:pt x="965685" y="173014"/>
                    </a:lnTo>
                    <a:lnTo>
                      <a:pt x="977427" y="180633"/>
                    </a:lnTo>
                    <a:lnTo>
                      <a:pt x="988852" y="188886"/>
                    </a:lnTo>
                    <a:lnTo>
                      <a:pt x="1000276" y="197139"/>
                    </a:lnTo>
                    <a:lnTo>
                      <a:pt x="1011383" y="206027"/>
                    </a:lnTo>
                    <a:lnTo>
                      <a:pt x="1022173" y="214598"/>
                    </a:lnTo>
                    <a:lnTo>
                      <a:pt x="1032963" y="223803"/>
                    </a:lnTo>
                    <a:lnTo>
                      <a:pt x="1043118" y="233008"/>
                    </a:lnTo>
                    <a:lnTo>
                      <a:pt x="1053590" y="242531"/>
                    </a:lnTo>
                    <a:lnTo>
                      <a:pt x="1063428" y="252054"/>
                    </a:lnTo>
                    <a:lnTo>
                      <a:pt x="1073266" y="262212"/>
                    </a:lnTo>
                    <a:lnTo>
                      <a:pt x="1083103" y="272370"/>
                    </a:lnTo>
                    <a:lnTo>
                      <a:pt x="1092306" y="282845"/>
                    </a:lnTo>
                    <a:lnTo>
                      <a:pt x="1101192" y="293320"/>
                    </a:lnTo>
                    <a:lnTo>
                      <a:pt x="1110078" y="304113"/>
                    </a:lnTo>
                    <a:lnTo>
                      <a:pt x="1118963" y="315223"/>
                    </a:lnTo>
                    <a:lnTo>
                      <a:pt x="1127214" y="326333"/>
                    </a:lnTo>
                    <a:lnTo>
                      <a:pt x="1135148" y="337760"/>
                    </a:lnTo>
                    <a:lnTo>
                      <a:pt x="1143082" y="349188"/>
                    </a:lnTo>
                    <a:lnTo>
                      <a:pt x="1151015" y="360615"/>
                    </a:lnTo>
                    <a:lnTo>
                      <a:pt x="1157997" y="372360"/>
                    </a:lnTo>
                    <a:lnTo>
                      <a:pt x="1165296" y="384423"/>
                    </a:lnTo>
                    <a:lnTo>
                      <a:pt x="1171960" y="396485"/>
                    </a:lnTo>
                    <a:lnTo>
                      <a:pt x="1178625" y="408865"/>
                    </a:lnTo>
                    <a:lnTo>
                      <a:pt x="1184971" y="421244"/>
                    </a:lnTo>
                    <a:lnTo>
                      <a:pt x="1190684" y="433624"/>
                    </a:lnTo>
                    <a:lnTo>
                      <a:pt x="1196713" y="446321"/>
                    </a:lnTo>
                    <a:lnTo>
                      <a:pt x="1201791" y="459019"/>
                    </a:lnTo>
                    <a:lnTo>
                      <a:pt x="1206868" y="471716"/>
                    </a:lnTo>
                    <a:lnTo>
                      <a:pt x="1211629" y="484730"/>
                    </a:lnTo>
                    <a:lnTo>
                      <a:pt x="1216071" y="497745"/>
                    </a:lnTo>
                    <a:lnTo>
                      <a:pt x="1220514" y="511077"/>
                    </a:lnTo>
                    <a:lnTo>
                      <a:pt x="1224322" y="524409"/>
                    </a:lnTo>
                    <a:lnTo>
                      <a:pt x="1227813" y="537741"/>
                    </a:lnTo>
                    <a:lnTo>
                      <a:pt x="1230987" y="551073"/>
                    </a:lnTo>
                    <a:lnTo>
                      <a:pt x="1234160" y="564405"/>
                    </a:lnTo>
                    <a:lnTo>
                      <a:pt x="1237016" y="578055"/>
                    </a:lnTo>
                    <a:lnTo>
                      <a:pt x="1239238" y="591704"/>
                    </a:lnTo>
                    <a:lnTo>
                      <a:pt x="1241142" y="605671"/>
                    </a:lnTo>
                    <a:lnTo>
                      <a:pt x="1243046" y="619321"/>
                    </a:lnTo>
                    <a:lnTo>
                      <a:pt x="1244633" y="632970"/>
                    </a:lnTo>
                    <a:lnTo>
                      <a:pt x="1245902" y="646620"/>
                    </a:lnTo>
                    <a:lnTo>
                      <a:pt x="1246537" y="660269"/>
                    </a:lnTo>
                    <a:lnTo>
                      <a:pt x="1247171" y="674236"/>
                    </a:lnTo>
                    <a:lnTo>
                      <a:pt x="1247489" y="688203"/>
                    </a:lnTo>
                    <a:lnTo>
                      <a:pt x="1247171" y="701852"/>
                    </a:lnTo>
                    <a:lnTo>
                      <a:pt x="1246854" y="715819"/>
                    </a:lnTo>
                    <a:lnTo>
                      <a:pt x="1246219" y="729469"/>
                    </a:lnTo>
                    <a:lnTo>
                      <a:pt x="1245267" y="743118"/>
                    </a:lnTo>
                    <a:lnTo>
                      <a:pt x="1243998" y="756768"/>
                    </a:lnTo>
                    <a:lnTo>
                      <a:pt x="1242094" y="771052"/>
                    </a:lnTo>
                    <a:lnTo>
                      <a:pt x="1240190" y="784702"/>
                    </a:lnTo>
                    <a:lnTo>
                      <a:pt x="1237968" y="798034"/>
                    </a:lnTo>
                    <a:lnTo>
                      <a:pt x="1235747" y="811683"/>
                    </a:lnTo>
                    <a:lnTo>
                      <a:pt x="1232891" y="825333"/>
                    </a:lnTo>
                    <a:lnTo>
                      <a:pt x="1229400" y="838665"/>
                    </a:lnTo>
                    <a:lnTo>
                      <a:pt x="1226226" y="852314"/>
                    </a:lnTo>
                    <a:lnTo>
                      <a:pt x="1222418" y="865646"/>
                    </a:lnTo>
                    <a:lnTo>
                      <a:pt x="1218293" y="878661"/>
                    </a:lnTo>
                    <a:lnTo>
                      <a:pt x="1214167" y="891993"/>
                    </a:lnTo>
                    <a:lnTo>
                      <a:pt x="1209407" y="905008"/>
                    </a:lnTo>
                    <a:lnTo>
                      <a:pt x="1204330" y="918022"/>
                    </a:lnTo>
                    <a:lnTo>
                      <a:pt x="1199252" y="930720"/>
                    </a:lnTo>
                    <a:lnTo>
                      <a:pt x="1193540" y="943417"/>
                    </a:lnTo>
                    <a:lnTo>
                      <a:pt x="1187828" y="956114"/>
                    </a:lnTo>
                    <a:lnTo>
                      <a:pt x="1181481" y="968811"/>
                    </a:lnTo>
                    <a:lnTo>
                      <a:pt x="1175451" y="981191"/>
                    </a:lnTo>
                    <a:lnTo>
                      <a:pt x="1168469" y="993253"/>
                    </a:lnTo>
                    <a:lnTo>
                      <a:pt x="1167094" y="996004"/>
                    </a:lnTo>
                    <a:lnTo>
                      <a:pt x="1166565" y="996745"/>
                    </a:lnTo>
                    <a:lnTo>
                      <a:pt x="1166883" y="996428"/>
                    </a:lnTo>
                    <a:lnTo>
                      <a:pt x="1167094" y="996004"/>
                    </a:lnTo>
                    <a:lnTo>
                      <a:pt x="1168152" y="994523"/>
                    </a:lnTo>
                    <a:lnTo>
                      <a:pt x="1169422" y="992936"/>
                    </a:lnTo>
                    <a:lnTo>
                      <a:pt x="1167517" y="995899"/>
                    </a:lnTo>
                    <a:lnTo>
                      <a:pt x="1167517" y="995793"/>
                    </a:lnTo>
                    <a:lnTo>
                      <a:pt x="1167200" y="996110"/>
                    </a:lnTo>
                    <a:lnTo>
                      <a:pt x="1166756" y="996872"/>
                    </a:lnTo>
                    <a:lnTo>
                      <a:pt x="1166565" y="997062"/>
                    </a:lnTo>
                    <a:lnTo>
                      <a:pt x="1166089" y="998015"/>
                    </a:lnTo>
                    <a:lnTo>
                      <a:pt x="1164979" y="999919"/>
                    </a:lnTo>
                    <a:lnTo>
                      <a:pt x="1164979" y="1000078"/>
                    </a:lnTo>
                    <a:lnTo>
                      <a:pt x="1164767" y="1000448"/>
                    </a:lnTo>
                    <a:lnTo>
                      <a:pt x="1164344" y="1000872"/>
                    </a:lnTo>
                    <a:lnTo>
                      <a:pt x="1161488" y="1007220"/>
                    </a:lnTo>
                    <a:lnTo>
                      <a:pt x="1155141" y="1019282"/>
                    </a:lnTo>
                    <a:lnTo>
                      <a:pt x="1148159" y="1031345"/>
                    </a:lnTo>
                    <a:lnTo>
                      <a:pt x="1141495" y="1043407"/>
                    </a:lnTo>
                    <a:lnTo>
                      <a:pt x="1133879" y="1055152"/>
                    </a:lnTo>
                    <a:lnTo>
                      <a:pt x="1126262" y="1066897"/>
                    </a:lnTo>
                    <a:lnTo>
                      <a:pt x="1118329" y="1078959"/>
                    </a:lnTo>
                    <a:lnTo>
                      <a:pt x="1109760" y="1090704"/>
                    </a:lnTo>
                    <a:lnTo>
                      <a:pt x="1093258" y="1114194"/>
                    </a:lnTo>
                    <a:lnTo>
                      <a:pt x="1076439" y="1138319"/>
                    </a:lnTo>
                    <a:lnTo>
                      <a:pt x="1068188" y="1150698"/>
                    </a:lnTo>
                    <a:lnTo>
                      <a:pt x="1059937" y="1163396"/>
                    </a:lnTo>
                    <a:lnTo>
                      <a:pt x="1052003" y="1175775"/>
                    </a:lnTo>
                    <a:lnTo>
                      <a:pt x="1044704" y="1188790"/>
                    </a:lnTo>
                    <a:lnTo>
                      <a:pt x="1037088" y="1201805"/>
                    </a:lnTo>
                    <a:lnTo>
                      <a:pt x="1029789" y="1214819"/>
                    </a:lnTo>
                    <a:lnTo>
                      <a:pt x="1023125" y="1228786"/>
                    </a:lnTo>
                    <a:lnTo>
                      <a:pt x="1016461" y="1242118"/>
                    </a:lnTo>
                    <a:lnTo>
                      <a:pt x="1010748" y="1256085"/>
                    </a:lnTo>
                    <a:lnTo>
                      <a:pt x="1005036" y="1269735"/>
                    </a:lnTo>
                    <a:lnTo>
                      <a:pt x="999959" y="1284019"/>
                    </a:lnTo>
                    <a:lnTo>
                      <a:pt x="995199" y="1298621"/>
                    </a:lnTo>
                    <a:lnTo>
                      <a:pt x="991073" y="1312905"/>
                    </a:lnTo>
                    <a:lnTo>
                      <a:pt x="987265" y="1327189"/>
                    </a:lnTo>
                    <a:lnTo>
                      <a:pt x="983774" y="1341791"/>
                    </a:lnTo>
                    <a:lnTo>
                      <a:pt x="980918" y="1356393"/>
                    </a:lnTo>
                    <a:lnTo>
                      <a:pt x="978379" y="1370995"/>
                    </a:lnTo>
                    <a:lnTo>
                      <a:pt x="976475" y="1385597"/>
                    </a:lnTo>
                    <a:lnTo>
                      <a:pt x="974888" y="1400198"/>
                    </a:lnTo>
                    <a:lnTo>
                      <a:pt x="973619" y="1415118"/>
                    </a:lnTo>
                    <a:lnTo>
                      <a:pt x="972350" y="1430037"/>
                    </a:lnTo>
                    <a:lnTo>
                      <a:pt x="972032" y="1444639"/>
                    </a:lnTo>
                    <a:lnTo>
                      <a:pt x="971715" y="1459240"/>
                    </a:lnTo>
                    <a:lnTo>
                      <a:pt x="972032" y="1474160"/>
                    </a:lnTo>
                    <a:lnTo>
                      <a:pt x="972667" y="1488761"/>
                    </a:lnTo>
                    <a:lnTo>
                      <a:pt x="973619" y="1503363"/>
                    </a:lnTo>
                    <a:lnTo>
                      <a:pt x="975523" y="1488761"/>
                    </a:lnTo>
                    <a:lnTo>
                      <a:pt x="977110" y="1474477"/>
                    </a:lnTo>
                    <a:lnTo>
                      <a:pt x="979331" y="1459875"/>
                    </a:lnTo>
                    <a:lnTo>
                      <a:pt x="981553" y="1445591"/>
                    </a:lnTo>
                    <a:lnTo>
                      <a:pt x="984091" y="1431306"/>
                    </a:lnTo>
                    <a:lnTo>
                      <a:pt x="987265" y="1417022"/>
                    </a:lnTo>
                    <a:lnTo>
                      <a:pt x="990438" y="1402738"/>
                    </a:lnTo>
                    <a:lnTo>
                      <a:pt x="993929" y="1389088"/>
                    </a:lnTo>
                    <a:lnTo>
                      <a:pt x="997737" y="1375121"/>
                    </a:lnTo>
                    <a:lnTo>
                      <a:pt x="1001863" y="1361472"/>
                    </a:lnTo>
                    <a:lnTo>
                      <a:pt x="1005988" y="1347822"/>
                    </a:lnTo>
                    <a:lnTo>
                      <a:pt x="1011066" y="1334490"/>
                    </a:lnTo>
                    <a:lnTo>
                      <a:pt x="1016143" y="1321476"/>
                    </a:lnTo>
                    <a:lnTo>
                      <a:pt x="1021856" y="1308144"/>
                    </a:lnTo>
                    <a:lnTo>
                      <a:pt x="1027568" y="1295129"/>
                    </a:lnTo>
                    <a:lnTo>
                      <a:pt x="1033915" y="1282432"/>
                    </a:lnTo>
                    <a:lnTo>
                      <a:pt x="1040262" y="1269735"/>
                    </a:lnTo>
                    <a:lnTo>
                      <a:pt x="1047243" y="1257672"/>
                    </a:lnTo>
                    <a:lnTo>
                      <a:pt x="1054225" y="1245293"/>
                    </a:lnTo>
                    <a:lnTo>
                      <a:pt x="1061841" y="1233548"/>
                    </a:lnTo>
                    <a:lnTo>
                      <a:pt x="1069775" y="1221803"/>
                    </a:lnTo>
                    <a:lnTo>
                      <a:pt x="1077391" y="1210058"/>
                    </a:lnTo>
                    <a:lnTo>
                      <a:pt x="1085959" y="1198630"/>
                    </a:lnTo>
                    <a:lnTo>
                      <a:pt x="1094528" y="1187203"/>
                    </a:lnTo>
                    <a:lnTo>
                      <a:pt x="1111982" y="1164665"/>
                    </a:lnTo>
                    <a:lnTo>
                      <a:pt x="1130071" y="1142128"/>
                    </a:lnTo>
                    <a:lnTo>
                      <a:pt x="1148477" y="1119273"/>
                    </a:lnTo>
                    <a:lnTo>
                      <a:pt x="1166883" y="1096100"/>
                    </a:lnTo>
                    <a:lnTo>
                      <a:pt x="1175768" y="1084038"/>
                    </a:lnTo>
                    <a:lnTo>
                      <a:pt x="1184971" y="1071658"/>
                    </a:lnTo>
                    <a:lnTo>
                      <a:pt x="1193222" y="1059279"/>
                    </a:lnTo>
                    <a:lnTo>
                      <a:pt x="1201473" y="1046264"/>
                    </a:lnTo>
                    <a:lnTo>
                      <a:pt x="1205599" y="1039915"/>
                    </a:lnTo>
                    <a:lnTo>
                      <a:pt x="1209724" y="1032932"/>
                    </a:lnTo>
                    <a:lnTo>
                      <a:pt x="1212263" y="1027853"/>
                    </a:lnTo>
                    <a:lnTo>
                      <a:pt x="1213215" y="1026583"/>
                    </a:lnTo>
                    <a:lnTo>
                      <a:pt x="1213850" y="1025314"/>
                    </a:lnTo>
                    <a:lnTo>
                      <a:pt x="1213215" y="1025948"/>
                    </a:lnTo>
                    <a:lnTo>
                      <a:pt x="1213850" y="1024679"/>
                    </a:lnTo>
                    <a:lnTo>
                      <a:pt x="1213850" y="1025313"/>
                    </a:lnTo>
                    <a:lnTo>
                      <a:pt x="1214167" y="1024679"/>
                    </a:lnTo>
                    <a:lnTo>
                      <a:pt x="1214802" y="1023409"/>
                    </a:lnTo>
                    <a:lnTo>
                      <a:pt x="1216071" y="1021504"/>
                    </a:lnTo>
                    <a:lnTo>
                      <a:pt x="1224005" y="1008490"/>
                    </a:lnTo>
                    <a:lnTo>
                      <a:pt x="1231939" y="995475"/>
                    </a:lnTo>
                    <a:lnTo>
                      <a:pt x="1238920" y="982143"/>
                    </a:lnTo>
                    <a:lnTo>
                      <a:pt x="1245902" y="968176"/>
                    </a:lnTo>
                    <a:lnTo>
                      <a:pt x="1252566" y="954527"/>
                    </a:lnTo>
                    <a:lnTo>
                      <a:pt x="1258913" y="940560"/>
                    </a:lnTo>
                    <a:lnTo>
                      <a:pt x="1264625" y="926593"/>
                    </a:lnTo>
                    <a:lnTo>
                      <a:pt x="1270338" y="912626"/>
                    </a:lnTo>
                    <a:lnTo>
                      <a:pt x="1275732" y="898342"/>
                    </a:lnTo>
                    <a:lnTo>
                      <a:pt x="1280810" y="883422"/>
                    </a:lnTo>
                    <a:lnTo>
                      <a:pt x="1285253" y="869138"/>
                    </a:lnTo>
                    <a:lnTo>
                      <a:pt x="1289378" y="854219"/>
                    </a:lnTo>
                    <a:lnTo>
                      <a:pt x="1293186" y="839300"/>
                    </a:lnTo>
                    <a:lnTo>
                      <a:pt x="1296677" y="824380"/>
                    </a:lnTo>
                    <a:lnTo>
                      <a:pt x="1299533" y="809461"/>
                    </a:lnTo>
                    <a:lnTo>
                      <a:pt x="1302707" y="794542"/>
                    </a:lnTo>
                    <a:lnTo>
                      <a:pt x="1304928" y="779305"/>
                    </a:lnTo>
                    <a:lnTo>
                      <a:pt x="1306832" y="764069"/>
                    </a:lnTo>
                    <a:lnTo>
                      <a:pt x="1308419" y="749150"/>
                    </a:lnTo>
                    <a:lnTo>
                      <a:pt x="1309688" y="733596"/>
                    </a:lnTo>
                    <a:lnTo>
                      <a:pt x="1310640" y="718359"/>
                    </a:lnTo>
                    <a:lnTo>
                      <a:pt x="1311275" y="703122"/>
                    </a:lnTo>
                    <a:lnTo>
                      <a:pt x="1311275" y="687886"/>
                    </a:lnTo>
                    <a:lnTo>
                      <a:pt x="1311275" y="672331"/>
                    </a:lnTo>
                    <a:lnTo>
                      <a:pt x="1310640" y="657412"/>
                    </a:lnTo>
                    <a:lnTo>
                      <a:pt x="1309688" y="642176"/>
                    </a:lnTo>
                    <a:lnTo>
                      <a:pt x="1308419" y="626622"/>
                    </a:lnTo>
                    <a:lnTo>
                      <a:pt x="1306832" y="611385"/>
                    </a:lnTo>
                    <a:lnTo>
                      <a:pt x="1304928" y="596466"/>
                    </a:lnTo>
                    <a:lnTo>
                      <a:pt x="1302707" y="580912"/>
                    </a:lnTo>
                    <a:lnTo>
                      <a:pt x="1299533" y="565992"/>
                    </a:lnTo>
                    <a:lnTo>
                      <a:pt x="1296677" y="551073"/>
                    </a:lnTo>
                    <a:lnTo>
                      <a:pt x="1293186" y="536154"/>
                    </a:lnTo>
                    <a:lnTo>
                      <a:pt x="1289061" y="521235"/>
                    </a:lnTo>
                    <a:lnTo>
                      <a:pt x="1284935" y="506633"/>
                    </a:lnTo>
                    <a:lnTo>
                      <a:pt x="1280493" y="492031"/>
                    </a:lnTo>
                    <a:lnTo>
                      <a:pt x="1275415" y="477747"/>
                    </a:lnTo>
                    <a:lnTo>
                      <a:pt x="1270338" y="463145"/>
                    </a:lnTo>
                    <a:lnTo>
                      <a:pt x="1264625" y="448861"/>
                    </a:lnTo>
                    <a:lnTo>
                      <a:pt x="1258913" y="434894"/>
                    </a:lnTo>
                    <a:lnTo>
                      <a:pt x="1252249" y="420927"/>
                    </a:lnTo>
                    <a:lnTo>
                      <a:pt x="1245902" y="407278"/>
                    </a:lnTo>
                    <a:lnTo>
                      <a:pt x="1238603" y="393628"/>
                    </a:lnTo>
                    <a:lnTo>
                      <a:pt x="1231304" y="379979"/>
                    </a:lnTo>
                    <a:lnTo>
                      <a:pt x="1224005" y="366646"/>
                    </a:lnTo>
                    <a:lnTo>
                      <a:pt x="1215754" y="353632"/>
                    </a:lnTo>
                    <a:lnTo>
                      <a:pt x="1207503" y="340935"/>
                    </a:lnTo>
                    <a:lnTo>
                      <a:pt x="1199252" y="328237"/>
                    </a:lnTo>
                    <a:lnTo>
                      <a:pt x="1190366" y="315858"/>
                    </a:lnTo>
                    <a:lnTo>
                      <a:pt x="1181163" y="303795"/>
                    </a:lnTo>
                    <a:lnTo>
                      <a:pt x="1171643" y="291733"/>
                    </a:lnTo>
                    <a:lnTo>
                      <a:pt x="1162123" y="280306"/>
                    </a:lnTo>
                    <a:lnTo>
                      <a:pt x="1151967" y="268561"/>
                    </a:lnTo>
                    <a:lnTo>
                      <a:pt x="1141812" y="257451"/>
                    </a:lnTo>
                    <a:lnTo>
                      <a:pt x="1131023" y="246658"/>
                    </a:lnTo>
                    <a:lnTo>
                      <a:pt x="1120233" y="235865"/>
                    </a:lnTo>
                    <a:lnTo>
                      <a:pt x="1109126" y="225390"/>
                    </a:lnTo>
                    <a:lnTo>
                      <a:pt x="1097701" y="215232"/>
                    </a:lnTo>
                    <a:lnTo>
                      <a:pt x="1086277" y="205709"/>
                    </a:lnTo>
                    <a:lnTo>
                      <a:pt x="1074535" y="196187"/>
                    </a:lnTo>
                    <a:lnTo>
                      <a:pt x="1062476" y="186664"/>
                    </a:lnTo>
                    <a:lnTo>
                      <a:pt x="1050417" y="177776"/>
                    </a:lnTo>
                    <a:lnTo>
                      <a:pt x="1038040" y="168888"/>
                    </a:lnTo>
                    <a:lnTo>
                      <a:pt x="1025664" y="160952"/>
                    </a:lnTo>
                    <a:lnTo>
                      <a:pt x="1012653" y="152699"/>
                    </a:lnTo>
                    <a:lnTo>
                      <a:pt x="999959" y="145080"/>
                    </a:lnTo>
                    <a:lnTo>
                      <a:pt x="986630" y="137779"/>
                    </a:lnTo>
                    <a:lnTo>
                      <a:pt x="973619" y="130479"/>
                    </a:lnTo>
                    <a:lnTo>
                      <a:pt x="959656" y="124130"/>
                    </a:lnTo>
                    <a:lnTo>
                      <a:pt x="946327" y="117464"/>
                    </a:lnTo>
                    <a:lnTo>
                      <a:pt x="932364" y="111750"/>
                    </a:lnTo>
                    <a:lnTo>
                      <a:pt x="918718" y="105719"/>
                    </a:lnTo>
                    <a:lnTo>
                      <a:pt x="904755" y="100640"/>
                    </a:lnTo>
                    <a:lnTo>
                      <a:pt x="890474" y="95561"/>
                    </a:lnTo>
                    <a:lnTo>
                      <a:pt x="876194" y="91117"/>
                    </a:lnTo>
                    <a:lnTo>
                      <a:pt x="861913" y="86673"/>
                    </a:lnTo>
                    <a:lnTo>
                      <a:pt x="847633" y="82864"/>
                    </a:lnTo>
                    <a:lnTo>
                      <a:pt x="833352" y="79690"/>
                    </a:lnTo>
                    <a:lnTo>
                      <a:pt x="818437" y="76516"/>
                    </a:lnTo>
                    <a:lnTo>
                      <a:pt x="803839" y="73659"/>
                    </a:lnTo>
                    <a:lnTo>
                      <a:pt x="789241" y="71437"/>
                    </a:lnTo>
                    <a:lnTo>
                      <a:pt x="774643" y="69215"/>
                    </a:lnTo>
                    <a:lnTo>
                      <a:pt x="759728" y="67627"/>
                    </a:lnTo>
                    <a:lnTo>
                      <a:pt x="745130" y="66675"/>
                    </a:lnTo>
                    <a:lnTo>
                      <a:pt x="730532" y="65723"/>
                    </a:lnTo>
                    <a:lnTo>
                      <a:pt x="715934" y="65405"/>
                    </a:lnTo>
                    <a:lnTo>
                      <a:pt x="701019" y="65088"/>
                    </a:lnTo>
                    <a:close/>
                    <a:moveTo>
                      <a:pt x="679609" y="0"/>
                    </a:moveTo>
                    <a:lnTo>
                      <a:pt x="696766" y="318"/>
                    </a:lnTo>
                    <a:lnTo>
                      <a:pt x="714241" y="953"/>
                    </a:lnTo>
                    <a:lnTo>
                      <a:pt x="731715" y="2223"/>
                    </a:lnTo>
                    <a:lnTo>
                      <a:pt x="748555" y="3493"/>
                    </a:lnTo>
                    <a:lnTo>
                      <a:pt x="766030" y="5399"/>
                    </a:lnTo>
                    <a:lnTo>
                      <a:pt x="782551" y="7939"/>
                    </a:lnTo>
                    <a:lnTo>
                      <a:pt x="799708" y="10797"/>
                    </a:lnTo>
                    <a:lnTo>
                      <a:pt x="816230" y="13973"/>
                    </a:lnTo>
                    <a:lnTo>
                      <a:pt x="833069" y="17784"/>
                    </a:lnTo>
                    <a:lnTo>
                      <a:pt x="849273" y="21594"/>
                    </a:lnTo>
                    <a:lnTo>
                      <a:pt x="865159" y="25723"/>
                    </a:lnTo>
                    <a:lnTo>
                      <a:pt x="881363" y="30804"/>
                    </a:lnTo>
                    <a:lnTo>
                      <a:pt x="897249" y="35885"/>
                    </a:lnTo>
                    <a:lnTo>
                      <a:pt x="912817" y="41601"/>
                    </a:lnTo>
                    <a:lnTo>
                      <a:pt x="928704" y="47317"/>
                    </a:lnTo>
                    <a:lnTo>
                      <a:pt x="943954" y="53668"/>
                    </a:lnTo>
                    <a:lnTo>
                      <a:pt x="958887" y="60019"/>
                    </a:lnTo>
                    <a:lnTo>
                      <a:pt x="974138" y="67323"/>
                    </a:lnTo>
                    <a:lnTo>
                      <a:pt x="988753" y="74310"/>
                    </a:lnTo>
                    <a:lnTo>
                      <a:pt x="1003051" y="82249"/>
                    </a:lnTo>
                    <a:lnTo>
                      <a:pt x="1017348" y="90188"/>
                    </a:lnTo>
                    <a:lnTo>
                      <a:pt x="1031646" y="98444"/>
                    </a:lnTo>
                    <a:lnTo>
                      <a:pt x="1045626" y="107019"/>
                    </a:lnTo>
                    <a:lnTo>
                      <a:pt x="1059288" y="116228"/>
                    </a:lnTo>
                    <a:lnTo>
                      <a:pt x="1072632" y="125437"/>
                    </a:lnTo>
                    <a:lnTo>
                      <a:pt x="1085976" y="135282"/>
                    </a:lnTo>
                    <a:lnTo>
                      <a:pt x="1098685" y="144808"/>
                    </a:lnTo>
                    <a:lnTo>
                      <a:pt x="1111394" y="155288"/>
                    </a:lnTo>
                    <a:lnTo>
                      <a:pt x="1123785" y="165768"/>
                    </a:lnTo>
                    <a:lnTo>
                      <a:pt x="1136177" y="176565"/>
                    </a:lnTo>
                    <a:lnTo>
                      <a:pt x="1147932" y="187679"/>
                    </a:lnTo>
                    <a:lnTo>
                      <a:pt x="1159688" y="199112"/>
                    </a:lnTo>
                    <a:lnTo>
                      <a:pt x="1171126" y="210861"/>
                    </a:lnTo>
                    <a:lnTo>
                      <a:pt x="1182246" y="222611"/>
                    </a:lnTo>
                    <a:lnTo>
                      <a:pt x="1193049" y="234996"/>
                    </a:lnTo>
                    <a:lnTo>
                      <a:pt x="1203534" y="247381"/>
                    </a:lnTo>
                    <a:lnTo>
                      <a:pt x="1214019" y="260084"/>
                    </a:lnTo>
                    <a:lnTo>
                      <a:pt x="1223868" y="272786"/>
                    </a:lnTo>
                    <a:lnTo>
                      <a:pt x="1233717" y="286124"/>
                    </a:lnTo>
                    <a:lnTo>
                      <a:pt x="1242614" y="299779"/>
                    </a:lnTo>
                    <a:lnTo>
                      <a:pt x="1251828" y="313434"/>
                    </a:lnTo>
                    <a:lnTo>
                      <a:pt x="1260406" y="327089"/>
                    </a:lnTo>
                    <a:lnTo>
                      <a:pt x="1268985" y="341380"/>
                    </a:lnTo>
                    <a:lnTo>
                      <a:pt x="1276610" y="355670"/>
                    </a:lnTo>
                    <a:lnTo>
                      <a:pt x="1284553" y="370278"/>
                    </a:lnTo>
                    <a:lnTo>
                      <a:pt x="1291861" y="384886"/>
                    </a:lnTo>
                    <a:lnTo>
                      <a:pt x="1298851" y="399811"/>
                    </a:lnTo>
                    <a:lnTo>
                      <a:pt x="1305523" y="414737"/>
                    </a:lnTo>
                    <a:lnTo>
                      <a:pt x="1311560" y="430297"/>
                    </a:lnTo>
                    <a:lnTo>
                      <a:pt x="1317596" y="445858"/>
                    </a:lnTo>
                    <a:lnTo>
                      <a:pt x="1322998" y="461418"/>
                    </a:lnTo>
                    <a:lnTo>
                      <a:pt x="1328399" y="477614"/>
                    </a:lnTo>
                    <a:lnTo>
                      <a:pt x="1333165" y="493492"/>
                    </a:lnTo>
                    <a:lnTo>
                      <a:pt x="1337295" y="509370"/>
                    </a:lnTo>
                    <a:lnTo>
                      <a:pt x="1341425" y="525883"/>
                    </a:lnTo>
                    <a:lnTo>
                      <a:pt x="1344920" y="542397"/>
                    </a:lnTo>
                    <a:lnTo>
                      <a:pt x="1348098" y="559227"/>
                    </a:lnTo>
                    <a:lnTo>
                      <a:pt x="1351275" y="576058"/>
                    </a:lnTo>
                    <a:lnTo>
                      <a:pt x="1353499" y="592571"/>
                    </a:lnTo>
                    <a:lnTo>
                      <a:pt x="1355405" y="610037"/>
                    </a:lnTo>
                    <a:lnTo>
                      <a:pt x="1356676" y="626868"/>
                    </a:lnTo>
                    <a:lnTo>
                      <a:pt x="1357947" y="644334"/>
                    </a:lnTo>
                    <a:lnTo>
                      <a:pt x="1358582" y="661800"/>
                    </a:lnTo>
                    <a:lnTo>
                      <a:pt x="1358900" y="679266"/>
                    </a:lnTo>
                    <a:lnTo>
                      <a:pt x="1358582" y="691333"/>
                    </a:lnTo>
                    <a:lnTo>
                      <a:pt x="1358265" y="703401"/>
                    </a:lnTo>
                    <a:lnTo>
                      <a:pt x="1357947" y="715151"/>
                    </a:lnTo>
                    <a:lnTo>
                      <a:pt x="1356994" y="726900"/>
                    </a:lnTo>
                    <a:lnTo>
                      <a:pt x="1356358" y="738968"/>
                    </a:lnTo>
                    <a:lnTo>
                      <a:pt x="1355088" y="750718"/>
                    </a:lnTo>
                    <a:lnTo>
                      <a:pt x="1353817" y="762150"/>
                    </a:lnTo>
                    <a:lnTo>
                      <a:pt x="1352546" y="773900"/>
                    </a:lnTo>
                    <a:lnTo>
                      <a:pt x="1350639" y="785332"/>
                    </a:lnTo>
                    <a:lnTo>
                      <a:pt x="1348415" y="796764"/>
                    </a:lnTo>
                    <a:lnTo>
                      <a:pt x="1346509" y="808196"/>
                    </a:lnTo>
                    <a:lnTo>
                      <a:pt x="1344285" y="819629"/>
                    </a:lnTo>
                    <a:lnTo>
                      <a:pt x="1342061" y="831061"/>
                    </a:lnTo>
                    <a:lnTo>
                      <a:pt x="1339201" y="842175"/>
                    </a:lnTo>
                    <a:lnTo>
                      <a:pt x="1336342" y="853290"/>
                    </a:lnTo>
                    <a:lnTo>
                      <a:pt x="1333165" y="864405"/>
                    </a:lnTo>
                    <a:lnTo>
                      <a:pt x="1326810" y="885999"/>
                    </a:lnTo>
                    <a:lnTo>
                      <a:pt x="1319503" y="907593"/>
                    </a:lnTo>
                    <a:lnTo>
                      <a:pt x="1311242" y="928870"/>
                    </a:lnTo>
                    <a:lnTo>
                      <a:pt x="1302981" y="949829"/>
                    </a:lnTo>
                    <a:lnTo>
                      <a:pt x="1293449" y="970471"/>
                    </a:lnTo>
                    <a:lnTo>
                      <a:pt x="1283282" y="990477"/>
                    </a:lnTo>
                    <a:lnTo>
                      <a:pt x="1272797" y="1010484"/>
                    </a:lnTo>
                    <a:lnTo>
                      <a:pt x="1261359" y="1029855"/>
                    </a:lnTo>
                    <a:lnTo>
                      <a:pt x="1261359" y="1030172"/>
                    </a:lnTo>
                    <a:lnTo>
                      <a:pt x="1261042" y="1030490"/>
                    </a:lnTo>
                    <a:lnTo>
                      <a:pt x="1261042" y="1030808"/>
                    </a:lnTo>
                    <a:lnTo>
                      <a:pt x="1260724" y="1031443"/>
                    </a:lnTo>
                    <a:lnTo>
                      <a:pt x="1253099" y="1045098"/>
                    </a:lnTo>
                    <a:lnTo>
                      <a:pt x="1245791" y="1058753"/>
                    </a:lnTo>
                    <a:lnTo>
                      <a:pt x="1237530" y="1071773"/>
                    </a:lnTo>
                    <a:lnTo>
                      <a:pt x="1229269" y="1084476"/>
                    </a:lnTo>
                    <a:lnTo>
                      <a:pt x="1220691" y="1097178"/>
                    </a:lnTo>
                    <a:lnTo>
                      <a:pt x="1212112" y="1109563"/>
                    </a:lnTo>
                    <a:lnTo>
                      <a:pt x="1194002" y="1134333"/>
                    </a:lnTo>
                    <a:lnTo>
                      <a:pt x="1175892" y="1158785"/>
                    </a:lnTo>
                    <a:lnTo>
                      <a:pt x="1157146" y="1183873"/>
                    </a:lnTo>
                    <a:lnTo>
                      <a:pt x="1147932" y="1196575"/>
                    </a:lnTo>
                    <a:lnTo>
                      <a:pt x="1139354" y="1209913"/>
                    </a:lnTo>
                    <a:lnTo>
                      <a:pt x="1130458" y="1223250"/>
                    </a:lnTo>
                    <a:lnTo>
                      <a:pt x="1121561" y="1236906"/>
                    </a:lnTo>
                    <a:lnTo>
                      <a:pt x="1112983" y="1251513"/>
                    </a:lnTo>
                    <a:lnTo>
                      <a:pt x="1105040" y="1266439"/>
                    </a:lnTo>
                    <a:lnTo>
                      <a:pt x="1097097" y="1281682"/>
                    </a:lnTo>
                    <a:lnTo>
                      <a:pt x="1089153" y="1297560"/>
                    </a:lnTo>
                    <a:lnTo>
                      <a:pt x="1082164" y="1314391"/>
                    </a:lnTo>
                    <a:lnTo>
                      <a:pt x="1075174" y="1331857"/>
                    </a:lnTo>
                    <a:lnTo>
                      <a:pt x="1068819" y="1350275"/>
                    </a:lnTo>
                    <a:lnTo>
                      <a:pt x="1062783" y="1369329"/>
                    </a:lnTo>
                    <a:lnTo>
                      <a:pt x="1057699" y="1389336"/>
                    </a:lnTo>
                    <a:lnTo>
                      <a:pt x="1054839" y="1399815"/>
                    </a:lnTo>
                    <a:lnTo>
                      <a:pt x="1052615" y="1410295"/>
                    </a:lnTo>
                    <a:lnTo>
                      <a:pt x="1050391" y="1421092"/>
                    </a:lnTo>
                    <a:lnTo>
                      <a:pt x="1048485" y="1432524"/>
                    </a:lnTo>
                    <a:lnTo>
                      <a:pt x="1046579" y="1443956"/>
                    </a:lnTo>
                    <a:lnTo>
                      <a:pt x="1044672" y="1455706"/>
                    </a:lnTo>
                    <a:lnTo>
                      <a:pt x="1042766" y="1467456"/>
                    </a:lnTo>
                    <a:lnTo>
                      <a:pt x="1041495" y="1479841"/>
                    </a:lnTo>
                    <a:lnTo>
                      <a:pt x="1040224" y="1492543"/>
                    </a:lnTo>
                    <a:lnTo>
                      <a:pt x="1039271" y="1505246"/>
                    </a:lnTo>
                    <a:lnTo>
                      <a:pt x="1038636" y="1518583"/>
                    </a:lnTo>
                    <a:lnTo>
                      <a:pt x="1037682" y="1531921"/>
                    </a:lnTo>
                    <a:lnTo>
                      <a:pt x="1037365" y="1546211"/>
                    </a:lnTo>
                    <a:lnTo>
                      <a:pt x="1037047" y="1560184"/>
                    </a:lnTo>
                    <a:lnTo>
                      <a:pt x="1036729" y="1565583"/>
                    </a:lnTo>
                    <a:lnTo>
                      <a:pt x="1035776" y="1571299"/>
                    </a:lnTo>
                    <a:lnTo>
                      <a:pt x="1034505" y="1576697"/>
                    </a:lnTo>
                    <a:lnTo>
                      <a:pt x="1032599" y="1582096"/>
                    </a:lnTo>
                    <a:lnTo>
                      <a:pt x="1030057" y="1586542"/>
                    </a:lnTo>
                    <a:lnTo>
                      <a:pt x="1027198" y="1591305"/>
                    </a:lnTo>
                    <a:lnTo>
                      <a:pt x="1024020" y="1595751"/>
                    </a:lnTo>
                    <a:lnTo>
                      <a:pt x="1020208" y="1599562"/>
                    </a:lnTo>
                    <a:lnTo>
                      <a:pt x="1016395" y="1603055"/>
                    </a:lnTo>
                    <a:lnTo>
                      <a:pt x="1012265" y="1606548"/>
                    </a:lnTo>
                    <a:lnTo>
                      <a:pt x="1007499" y="1609089"/>
                    </a:lnTo>
                    <a:lnTo>
                      <a:pt x="1002733" y="1611629"/>
                    </a:lnTo>
                    <a:lnTo>
                      <a:pt x="997649" y="1613217"/>
                    </a:lnTo>
                    <a:lnTo>
                      <a:pt x="992248" y="1614805"/>
                    </a:lnTo>
                    <a:lnTo>
                      <a:pt x="986847" y="1615758"/>
                    </a:lnTo>
                    <a:lnTo>
                      <a:pt x="980810" y="1616075"/>
                    </a:lnTo>
                    <a:lnTo>
                      <a:pt x="679609" y="1616075"/>
                    </a:lnTo>
                    <a:lnTo>
                      <a:pt x="377772" y="1616075"/>
                    </a:lnTo>
                    <a:lnTo>
                      <a:pt x="371736" y="1615758"/>
                    </a:lnTo>
                    <a:lnTo>
                      <a:pt x="366334" y="1614805"/>
                    </a:lnTo>
                    <a:lnTo>
                      <a:pt x="360933" y="1613217"/>
                    </a:lnTo>
                    <a:lnTo>
                      <a:pt x="355850" y="1611629"/>
                    </a:lnTo>
                    <a:lnTo>
                      <a:pt x="351084" y="1609089"/>
                    </a:lnTo>
                    <a:lnTo>
                      <a:pt x="346318" y="1606548"/>
                    </a:lnTo>
                    <a:lnTo>
                      <a:pt x="342187" y="1603055"/>
                    </a:lnTo>
                    <a:lnTo>
                      <a:pt x="338057" y="1599562"/>
                    </a:lnTo>
                    <a:lnTo>
                      <a:pt x="334562" y="1595751"/>
                    </a:lnTo>
                    <a:lnTo>
                      <a:pt x="331385" y="1591305"/>
                    </a:lnTo>
                    <a:lnTo>
                      <a:pt x="328525" y="1586859"/>
                    </a:lnTo>
                    <a:lnTo>
                      <a:pt x="325984" y="1582096"/>
                    </a:lnTo>
                    <a:lnTo>
                      <a:pt x="324077" y="1576697"/>
                    </a:lnTo>
                    <a:lnTo>
                      <a:pt x="322806" y="1571616"/>
                    </a:lnTo>
                    <a:lnTo>
                      <a:pt x="321853" y="1565900"/>
                    </a:lnTo>
                    <a:lnTo>
                      <a:pt x="321535" y="1560184"/>
                    </a:lnTo>
                    <a:lnTo>
                      <a:pt x="321218" y="1546211"/>
                    </a:lnTo>
                    <a:lnTo>
                      <a:pt x="320900" y="1531921"/>
                    </a:lnTo>
                    <a:lnTo>
                      <a:pt x="320265" y="1518583"/>
                    </a:lnTo>
                    <a:lnTo>
                      <a:pt x="319311" y="1505246"/>
                    </a:lnTo>
                    <a:lnTo>
                      <a:pt x="318358" y="1492543"/>
                    </a:lnTo>
                    <a:lnTo>
                      <a:pt x="317087" y="1479841"/>
                    </a:lnTo>
                    <a:lnTo>
                      <a:pt x="315816" y="1467456"/>
                    </a:lnTo>
                    <a:lnTo>
                      <a:pt x="313910" y="1455706"/>
                    </a:lnTo>
                    <a:lnTo>
                      <a:pt x="312004" y="1443956"/>
                    </a:lnTo>
                    <a:lnTo>
                      <a:pt x="310415" y="1432524"/>
                    </a:lnTo>
                    <a:lnTo>
                      <a:pt x="308191" y="1421409"/>
                    </a:lnTo>
                    <a:lnTo>
                      <a:pt x="305967" y="1410295"/>
                    </a:lnTo>
                    <a:lnTo>
                      <a:pt x="303743" y="1399815"/>
                    </a:lnTo>
                    <a:lnTo>
                      <a:pt x="301201" y="1389336"/>
                    </a:lnTo>
                    <a:lnTo>
                      <a:pt x="295800" y="1369329"/>
                    </a:lnTo>
                    <a:lnTo>
                      <a:pt x="289763" y="1350275"/>
                    </a:lnTo>
                    <a:lnTo>
                      <a:pt x="283409" y="1331857"/>
                    </a:lnTo>
                    <a:lnTo>
                      <a:pt x="276419" y="1314391"/>
                    </a:lnTo>
                    <a:lnTo>
                      <a:pt x="269429" y="1297560"/>
                    </a:lnTo>
                    <a:lnTo>
                      <a:pt x="261804" y="1281682"/>
                    </a:lnTo>
                    <a:lnTo>
                      <a:pt x="253543" y="1266439"/>
                    </a:lnTo>
                    <a:lnTo>
                      <a:pt x="245600" y="1251513"/>
                    </a:lnTo>
                    <a:lnTo>
                      <a:pt x="237021" y="1236906"/>
                    </a:lnTo>
                    <a:lnTo>
                      <a:pt x="228125" y="1223250"/>
                    </a:lnTo>
                    <a:lnTo>
                      <a:pt x="219229" y="1209913"/>
                    </a:lnTo>
                    <a:lnTo>
                      <a:pt x="210650" y="1196575"/>
                    </a:lnTo>
                    <a:lnTo>
                      <a:pt x="201436" y="1183873"/>
                    </a:lnTo>
                    <a:lnTo>
                      <a:pt x="183008" y="1158785"/>
                    </a:lnTo>
                    <a:lnTo>
                      <a:pt x="164580" y="1134333"/>
                    </a:lnTo>
                    <a:lnTo>
                      <a:pt x="146470" y="1109563"/>
                    </a:lnTo>
                    <a:lnTo>
                      <a:pt x="137892" y="1097178"/>
                    </a:lnTo>
                    <a:lnTo>
                      <a:pt x="129313" y="1084476"/>
                    </a:lnTo>
                    <a:lnTo>
                      <a:pt x="121052" y="1071773"/>
                    </a:lnTo>
                    <a:lnTo>
                      <a:pt x="112792" y="1058753"/>
                    </a:lnTo>
                    <a:lnTo>
                      <a:pt x="105484" y="1045098"/>
                    </a:lnTo>
                    <a:lnTo>
                      <a:pt x="97859" y="1031443"/>
                    </a:lnTo>
                    <a:lnTo>
                      <a:pt x="97541" y="1030808"/>
                    </a:lnTo>
                    <a:lnTo>
                      <a:pt x="97223" y="1030490"/>
                    </a:lnTo>
                    <a:lnTo>
                      <a:pt x="97541" y="1030490"/>
                    </a:lnTo>
                    <a:lnTo>
                      <a:pt x="97541" y="1030172"/>
                    </a:lnTo>
                    <a:lnTo>
                      <a:pt x="97223" y="1029855"/>
                    </a:lnTo>
                    <a:lnTo>
                      <a:pt x="85785" y="1010484"/>
                    </a:lnTo>
                    <a:lnTo>
                      <a:pt x="75300" y="990477"/>
                    </a:lnTo>
                    <a:lnTo>
                      <a:pt x="65133" y="970471"/>
                    </a:lnTo>
                    <a:lnTo>
                      <a:pt x="55602" y="949829"/>
                    </a:lnTo>
                    <a:lnTo>
                      <a:pt x="47341" y="928870"/>
                    </a:lnTo>
                    <a:lnTo>
                      <a:pt x="39080" y="907593"/>
                    </a:lnTo>
                    <a:lnTo>
                      <a:pt x="31772" y="885999"/>
                    </a:lnTo>
                    <a:lnTo>
                      <a:pt x="25418" y="864405"/>
                    </a:lnTo>
                    <a:lnTo>
                      <a:pt x="22241" y="853290"/>
                    </a:lnTo>
                    <a:lnTo>
                      <a:pt x="19381" y="842175"/>
                    </a:lnTo>
                    <a:lnTo>
                      <a:pt x="16839" y="831061"/>
                    </a:lnTo>
                    <a:lnTo>
                      <a:pt x="14298" y="819629"/>
                    </a:lnTo>
                    <a:lnTo>
                      <a:pt x="12073" y="808196"/>
                    </a:lnTo>
                    <a:lnTo>
                      <a:pt x="10167" y="796764"/>
                    </a:lnTo>
                    <a:lnTo>
                      <a:pt x="7943" y="785332"/>
                    </a:lnTo>
                    <a:lnTo>
                      <a:pt x="6354" y="773900"/>
                    </a:lnTo>
                    <a:lnTo>
                      <a:pt x="4766" y="762150"/>
                    </a:lnTo>
                    <a:lnTo>
                      <a:pt x="3495" y="750718"/>
                    </a:lnTo>
                    <a:lnTo>
                      <a:pt x="2224" y="738968"/>
                    </a:lnTo>
                    <a:lnTo>
                      <a:pt x="1589" y="726900"/>
                    </a:lnTo>
                    <a:lnTo>
                      <a:pt x="635" y="715151"/>
                    </a:lnTo>
                    <a:lnTo>
                      <a:pt x="318" y="703401"/>
                    </a:lnTo>
                    <a:lnTo>
                      <a:pt x="0" y="691333"/>
                    </a:lnTo>
                    <a:lnTo>
                      <a:pt x="0" y="679266"/>
                    </a:lnTo>
                    <a:lnTo>
                      <a:pt x="0" y="661800"/>
                    </a:lnTo>
                    <a:lnTo>
                      <a:pt x="635" y="644334"/>
                    </a:lnTo>
                    <a:lnTo>
                      <a:pt x="1906" y="626868"/>
                    </a:lnTo>
                    <a:lnTo>
                      <a:pt x="3177" y="610037"/>
                    </a:lnTo>
                    <a:lnTo>
                      <a:pt x="5084" y="592571"/>
                    </a:lnTo>
                    <a:lnTo>
                      <a:pt x="7625" y="576058"/>
                    </a:lnTo>
                    <a:lnTo>
                      <a:pt x="10485" y="559227"/>
                    </a:lnTo>
                    <a:lnTo>
                      <a:pt x="13662" y="542397"/>
                    </a:lnTo>
                    <a:lnTo>
                      <a:pt x="17157" y="525883"/>
                    </a:lnTo>
                    <a:lnTo>
                      <a:pt x="21287" y="509370"/>
                    </a:lnTo>
                    <a:lnTo>
                      <a:pt x="25736" y="493492"/>
                    </a:lnTo>
                    <a:lnTo>
                      <a:pt x="30184" y="477614"/>
                    </a:lnTo>
                    <a:lnTo>
                      <a:pt x="35585" y="461418"/>
                    </a:lnTo>
                    <a:lnTo>
                      <a:pt x="40986" y="445858"/>
                    </a:lnTo>
                    <a:lnTo>
                      <a:pt x="47023" y="430297"/>
                    </a:lnTo>
                    <a:lnTo>
                      <a:pt x="53060" y="414737"/>
                    </a:lnTo>
                    <a:lnTo>
                      <a:pt x="59732" y="399811"/>
                    </a:lnTo>
                    <a:lnTo>
                      <a:pt x="66722" y="384886"/>
                    </a:lnTo>
                    <a:lnTo>
                      <a:pt x="74029" y="370278"/>
                    </a:lnTo>
                    <a:lnTo>
                      <a:pt x="81973" y="355670"/>
                    </a:lnTo>
                    <a:lnTo>
                      <a:pt x="89598" y="341380"/>
                    </a:lnTo>
                    <a:lnTo>
                      <a:pt x="98176" y="327089"/>
                    </a:lnTo>
                    <a:lnTo>
                      <a:pt x="106755" y="313434"/>
                    </a:lnTo>
                    <a:lnTo>
                      <a:pt x="115969" y="299779"/>
                    </a:lnTo>
                    <a:lnTo>
                      <a:pt x="124865" y="286124"/>
                    </a:lnTo>
                    <a:lnTo>
                      <a:pt x="134714" y="272786"/>
                    </a:lnTo>
                    <a:lnTo>
                      <a:pt x="144564" y="260084"/>
                    </a:lnTo>
                    <a:lnTo>
                      <a:pt x="155049" y="247381"/>
                    </a:lnTo>
                    <a:lnTo>
                      <a:pt x="165534" y="234996"/>
                    </a:lnTo>
                    <a:lnTo>
                      <a:pt x="176336" y="222611"/>
                    </a:lnTo>
                    <a:lnTo>
                      <a:pt x="187456" y="210861"/>
                    </a:lnTo>
                    <a:lnTo>
                      <a:pt x="198894" y="199112"/>
                    </a:lnTo>
                    <a:lnTo>
                      <a:pt x="210650" y="187679"/>
                    </a:lnTo>
                    <a:lnTo>
                      <a:pt x="222406" y="176565"/>
                    </a:lnTo>
                    <a:lnTo>
                      <a:pt x="234797" y="165768"/>
                    </a:lnTo>
                    <a:lnTo>
                      <a:pt x="247188" y="155288"/>
                    </a:lnTo>
                    <a:lnTo>
                      <a:pt x="259897" y="144808"/>
                    </a:lnTo>
                    <a:lnTo>
                      <a:pt x="272606" y="135282"/>
                    </a:lnTo>
                    <a:lnTo>
                      <a:pt x="285951" y="125437"/>
                    </a:lnTo>
                    <a:lnTo>
                      <a:pt x="299295" y="116228"/>
                    </a:lnTo>
                    <a:lnTo>
                      <a:pt x="312957" y="107019"/>
                    </a:lnTo>
                    <a:lnTo>
                      <a:pt x="326937" y="98444"/>
                    </a:lnTo>
                    <a:lnTo>
                      <a:pt x="341234" y="90188"/>
                    </a:lnTo>
                    <a:lnTo>
                      <a:pt x="355532" y="82249"/>
                    </a:lnTo>
                    <a:lnTo>
                      <a:pt x="369829" y="74310"/>
                    </a:lnTo>
                    <a:lnTo>
                      <a:pt x="384445" y="67323"/>
                    </a:lnTo>
                    <a:lnTo>
                      <a:pt x="399695" y="60019"/>
                    </a:lnTo>
                    <a:lnTo>
                      <a:pt x="414946" y="53668"/>
                    </a:lnTo>
                    <a:lnTo>
                      <a:pt x="430197" y="47317"/>
                    </a:lnTo>
                    <a:lnTo>
                      <a:pt x="445765" y="41601"/>
                    </a:lnTo>
                    <a:lnTo>
                      <a:pt x="461333" y="35885"/>
                    </a:lnTo>
                    <a:lnTo>
                      <a:pt x="477220" y="30804"/>
                    </a:lnTo>
                    <a:lnTo>
                      <a:pt x="493423" y="25723"/>
                    </a:lnTo>
                    <a:lnTo>
                      <a:pt x="509310" y="21594"/>
                    </a:lnTo>
                    <a:lnTo>
                      <a:pt x="525831" y="17784"/>
                    </a:lnTo>
                    <a:lnTo>
                      <a:pt x="542353" y="13973"/>
                    </a:lnTo>
                    <a:lnTo>
                      <a:pt x="558874" y="10797"/>
                    </a:lnTo>
                    <a:lnTo>
                      <a:pt x="576031" y="7939"/>
                    </a:lnTo>
                    <a:lnTo>
                      <a:pt x="592871" y="5399"/>
                    </a:lnTo>
                    <a:lnTo>
                      <a:pt x="610028" y="3493"/>
                    </a:lnTo>
                    <a:lnTo>
                      <a:pt x="626867" y="2223"/>
                    </a:lnTo>
                    <a:lnTo>
                      <a:pt x="644342" y="953"/>
                    </a:lnTo>
                    <a:lnTo>
                      <a:pt x="661816" y="318"/>
                    </a:lnTo>
                    <a:lnTo>
                      <a:pt x="679609" y="0"/>
                    </a:lnTo>
                    <a:close/>
                  </a:path>
                </a:pathLst>
              </a:custGeom>
              <a:solidFill>
                <a:srgbClr val="FEE0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bIns="720000"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000" dirty="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027567" y="2707043"/>
                <a:ext cx="1756229" cy="2747924"/>
                <a:chOff x="1027567" y="2707043"/>
                <a:chExt cx="1756229" cy="2747924"/>
              </a:xfrm>
            </p:grpSpPr>
            <p:cxnSp>
              <p:nvCxnSpPr>
                <p:cNvPr id="4" name="直接连接符 3"/>
                <p:cNvCxnSpPr/>
                <p:nvPr/>
              </p:nvCxnSpPr>
              <p:spPr>
                <a:xfrm>
                  <a:off x="1027567" y="2707043"/>
                  <a:ext cx="0" cy="1978622"/>
                </a:xfrm>
                <a:prstGeom prst="line">
                  <a:avLst/>
                </a:prstGeom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 flipH="1">
                  <a:off x="1027567" y="4685665"/>
                  <a:ext cx="1744662" cy="0"/>
                </a:xfrm>
                <a:prstGeom prst="line">
                  <a:avLst/>
                </a:prstGeom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>
                <a:xfrm>
                  <a:off x="2783796" y="4685665"/>
                  <a:ext cx="0" cy="769302"/>
                </a:xfrm>
                <a:prstGeom prst="line">
                  <a:avLst/>
                </a:prstGeom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1" name="组合 100"/>
            <p:cNvGrpSpPr/>
            <p:nvPr/>
          </p:nvGrpSpPr>
          <p:grpSpPr>
            <a:xfrm>
              <a:off x="2499360" y="5422900"/>
              <a:ext cx="570230" cy="1102995"/>
              <a:chOff x="3936" y="8540"/>
              <a:chExt cx="898" cy="1737"/>
            </a:xfrm>
            <a:solidFill>
              <a:srgbClr val="FEE071"/>
            </a:solidFill>
          </p:grpSpPr>
          <p:sp>
            <p:nvSpPr>
              <p:cNvPr id="102" name="插头"/>
              <p:cNvSpPr/>
              <p:nvPr/>
            </p:nvSpPr>
            <p:spPr bwMode="auto">
              <a:xfrm rot="5400000">
                <a:off x="3542" y="8985"/>
                <a:ext cx="1687" cy="898"/>
              </a:xfrm>
              <a:custGeom>
                <a:avLst/>
                <a:gdLst>
                  <a:gd name="T0" fmla="*/ 1800397 w 4087"/>
                  <a:gd name="T1" fmla="*/ 516163 h 2112"/>
                  <a:gd name="T2" fmla="*/ 1800397 w 4087"/>
                  <a:gd name="T3" fmla="*/ 414781 h 2112"/>
                  <a:gd name="T4" fmla="*/ 1267370 w 4087"/>
                  <a:gd name="T5" fmla="*/ 414781 h 2112"/>
                  <a:gd name="T6" fmla="*/ 1267370 w 4087"/>
                  <a:gd name="T7" fmla="*/ 250368 h 2112"/>
                  <a:gd name="T8" fmla="*/ 1658550 w 4087"/>
                  <a:gd name="T9" fmla="*/ 250368 h 2112"/>
                  <a:gd name="T10" fmla="*/ 1658550 w 4087"/>
                  <a:gd name="T11" fmla="*/ 148986 h 2112"/>
                  <a:gd name="T12" fmla="*/ 1267370 w 4087"/>
                  <a:gd name="T13" fmla="*/ 148986 h 2112"/>
                  <a:gd name="T14" fmla="*/ 1267370 w 4087"/>
                  <a:gd name="T15" fmla="*/ 0 h 2112"/>
                  <a:gd name="T16" fmla="*/ 733022 w 4087"/>
                  <a:gd name="T17" fmla="*/ 0 h 2112"/>
                  <a:gd name="T18" fmla="*/ 270919 w 4087"/>
                  <a:gd name="T19" fmla="*/ 414781 h 2112"/>
                  <a:gd name="T20" fmla="*/ 0 w 4087"/>
                  <a:gd name="T21" fmla="*/ 414781 h 2112"/>
                  <a:gd name="T22" fmla="*/ 0 w 4087"/>
                  <a:gd name="T23" fmla="*/ 516163 h 2112"/>
                  <a:gd name="T24" fmla="*/ 270919 w 4087"/>
                  <a:gd name="T25" fmla="*/ 516163 h 2112"/>
                  <a:gd name="T26" fmla="*/ 733022 w 4087"/>
                  <a:gd name="T27" fmla="*/ 930944 h 2112"/>
                  <a:gd name="T28" fmla="*/ 1267370 w 4087"/>
                  <a:gd name="T29" fmla="*/ 930944 h 2112"/>
                  <a:gd name="T30" fmla="*/ 1267370 w 4087"/>
                  <a:gd name="T31" fmla="*/ 783280 h 2112"/>
                  <a:gd name="T32" fmla="*/ 1658550 w 4087"/>
                  <a:gd name="T33" fmla="*/ 783280 h 2112"/>
                  <a:gd name="T34" fmla="*/ 1658550 w 4087"/>
                  <a:gd name="T35" fmla="*/ 681899 h 2112"/>
                  <a:gd name="T36" fmla="*/ 1267370 w 4087"/>
                  <a:gd name="T37" fmla="*/ 681899 h 2112"/>
                  <a:gd name="T38" fmla="*/ 1267370 w 4087"/>
                  <a:gd name="T39" fmla="*/ 516163 h 2112"/>
                  <a:gd name="T40" fmla="*/ 1800397 w 4087"/>
                  <a:gd name="T41" fmla="*/ 516163 h 2112"/>
                  <a:gd name="T42" fmla="*/ 369154 w 4087"/>
                  <a:gd name="T43" fmla="*/ 465472 h 2112"/>
                  <a:gd name="T44" fmla="*/ 733022 w 4087"/>
                  <a:gd name="T45" fmla="*/ 101822 h 2112"/>
                  <a:gd name="T46" fmla="*/ 1166051 w 4087"/>
                  <a:gd name="T47" fmla="*/ 101822 h 2112"/>
                  <a:gd name="T48" fmla="*/ 1166051 w 4087"/>
                  <a:gd name="T49" fmla="*/ 829122 h 2112"/>
                  <a:gd name="T50" fmla="*/ 733022 w 4087"/>
                  <a:gd name="T51" fmla="*/ 829122 h 2112"/>
                  <a:gd name="T52" fmla="*/ 369154 w 4087"/>
                  <a:gd name="T53" fmla="*/ 465472 h 211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087" h="2112">
                    <a:moveTo>
                      <a:pt x="4087" y="1171"/>
                    </a:moveTo>
                    <a:cubicBezTo>
                      <a:pt x="4087" y="941"/>
                      <a:pt x="4087" y="941"/>
                      <a:pt x="4087" y="941"/>
                    </a:cubicBezTo>
                    <a:cubicBezTo>
                      <a:pt x="2877" y="941"/>
                      <a:pt x="2877" y="941"/>
                      <a:pt x="2877" y="941"/>
                    </a:cubicBezTo>
                    <a:cubicBezTo>
                      <a:pt x="2877" y="568"/>
                      <a:pt x="2877" y="568"/>
                      <a:pt x="2877" y="568"/>
                    </a:cubicBezTo>
                    <a:cubicBezTo>
                      <a:pt x="3765" y="568"/>
                      <a:pt x="3765" y="568"/>
                      <a:pt x="3765" y="568"/>
                    </a:cubicBezTo>
                    <a:cubicBezTo>
                      <a:pt x="3765" y="338"/>
                      <a:pt x="3765" y="338"/>
                      <a:pt x="3765" y="338"/>
                    </a:cubicBezTo>
                    <a:cubicBezTo>
                      <a:pt x="2877" y="338"/>
                      <a:pt x="2877" y="338"/>
                      <a:pt x="2877" y="338"/>
                    </a:cubicBezTo>
                    <a:cubicBezTo>
                      <a:pt x="2877" y="0"/>
                      <a:pt x="2877" y="0"/>
                      <a:pt x="2877" y="0"/>
                    </a:cubicBezTo>
                    <a:cubicBezTo>
                      <a:pt x="1664" y="0"/>
                      <a:pt x="1664" y="0"/>
                      <a:pt x="1664" y="0"/>
                    </a:cubicBezTo>
                    <a:cubicBezTo>
                      <a:pt x="1121" y="0"/>
                      <a:pt x="672" y="413"/>
                      <a:pt x="615" y="941"/>
                    </a:cubicBezTo>
                    <a:cubicBezTo>
                      <a:pt x="0" y="941"/>
                      <a:pt x="0" y="941"/>
                      <a:pt x="0" y="941"/>
                    </a:cubicBezTo>
                    <a:cubicBezTo>
                      <a:pt x="0" y="1171"/>
                      <a:pt x="0" y="1171"/>
                      <a:pt x="0" y="1171"/>
                    </a:cubicBezTo>
                    <a:cubicBezTo>
                      <a:pt x="615" y="1171"/>
                      <a:pt x="615" y="1171"/>
                      <a:pt x="615" y="1171"/>
                    </a:cubicBezTo>
                    <a:cubicBezTo>
                      <a:pt x="672" y="1699"/>
                      <a:pt x="1121" y="2112"/>
                      <a:pt x="1664" y="2112"/>
                    </a:cubicBezTo>
                    <a:cubicBezTo>
                      <a:pt x="2877" y="2112"/>
                      <a:pt x="2877" y="2112"/>
                      <a:pt x="2877" y="2112"/>
                    </a:cubicBezTo>
                    <a:cubicBezTo>
                      <a:pt x="2877" y="1777"/>
                      <a:pt x="2877" y="1777"/>
                      <a:pt x="2877" y="1777"/>
                    </a:cubicBezTo>
                    <a:cubicBezTo>
                      <a:pt x="3765" y="1777"/>
                      <a:pt x="3765" y="1777"/>
                      <a:pt x="3765" y="1777"/>
                    </a:cubicBezTo>
                    <a:cubicBezTo>
                      <a:pt x="3765" y="1547"/>
                      <a:pt x="3765" y="1547"/>
                      <a:pt x="3765" y="1547"/>
                    </a:cubicBezTo>
                    <a:cubicBezTo>
                      <a:pt x="2877" y="1547"/>
                      <a:pt x="2877" y="1547"/>
                      <a:pt x="2877" y="1547"/>
                    </a:cubicBezTo>
                    <a:cubicBezTo>
                      <a:pt x="2877" y="1171"/>
                      <a:pt x="2877" y="1171"/>
                      <a:pt x="2877" y="1171"/>
                    </a:cubicBezTo>
                    <a:cubicBezTo>
                      <a:pt x="4087" y="1171"/>
                      <a:pt x="4087" y="1171"/>
                      <a:pt x="4087" y="1171"/>
                    </a:cubicBezTo>
                    <a:close/>
                    <a:moveTo>
                      <a:pt x="838" y="1056"/>
                    </a:moveTo>
                    <a:cubicBezTo>
                      <a:pt x="838" y="601"/>
                      <a:pt x="1209" y="231"/>
                      <a:pt x="1664" y="231"/>
                    </a:cubicBezTo>
                    <a:cubicBezTo>
                      <a:pt x="2647" y="231"/>
                      <a:pt x="2647" y="231"/>
                      <a:pt x="2647" y="231"/>
                    </a:cubicBezTo>
                    <a:cubicBezTo>
                      <a:pt x="2647" y="1881"/>
                      <a:pt x="2647" y="1881"/>
                      <a:pt x="2647" y="1881"/>
                    </a:cubicBezTo>
                    <a:cubicBezTo>
                      <a:pt x="1664" y="1881"/>
                      <a:pt x="1664" y="1881"/>
                      <a:pt x="1664" y="1881"/>
                    </a:cubicBezTo>
                    <a:cubicBezTo>
                      <a:pt x="1209" y="1881"/>
                      <a:pt x="838" y="1511"/>
                      <a:pt x="838" y="10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4200" y="8540"/>
                <a:ext cx="360" cy="1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</p:grpSp>
      <p:grpSp>
        <p:nvGrpSpPr>
          <p:cNvPr id="139" name="组合 138"/>
          <p:cNvGrpSpPr/>
          <p:nvPr/>
        </p:nvGrpSpPr>
        <p:grpSpPr>
          <a:xfrm>
            <a:off x="3424838" y="1249381"/>
            <a:ext cx="2501342" cy="5201882"/>
            <a:chOff x="568248" y="1324013"/>
            <a:chExt cx="2501342" cy="5201882"/>
          </a:xfrm>
          <a:solidFill>
            <a:srgbClr val="68B7E1"/>
          </a:solidFill>
        </p:grpSpPr>
        <p:grpSp>
          <p:nvGrpSpPr>
            <p:cNvPr id="140" name="组合 139"/>
            <p:cNvGrpSpPr/>
            <p:nvPr/>
          </p:nvGrpSpPr>
          <p:grpSpPr>
            <a:xfrm>
              <a:off x="568248" y="1324013"/>
              <a:ext cx="2215548" cy="4130954"/>
              <a:chOff x="568248" y="1324013"/>
              <a:chExt cx="2215548" cy="4130954"/>
            </a:xfrm>
            <a:grpFill/>
          </p:grpSpPr>
          <p:sp>
            <p:nvSpPr>
              <p:cNvPr id="144" name="灯泡"/>
              <p:cNvSpPr/>
              <p:nvPr/>
            </p:nvSpPr>
            <p:spPr bwMode="auto">
              <a:xfrm>
                <a:off x="568248" y="1324013"/>
                <a:ext cx="937529" cy="1383030"/>
              </a:xfrm>
              <a:custGeom>
                <a:avLst/>
                <a:gdLst>
                  <a:gd name="T0" fmla="*/ 839696 w 1358900"/>
                  <a:gd name="T1" fmla="*/ 2086152 h 2151063"/>
                  <a:gd name="T2" fmla="*/ 752405 w 1358900"/>
                  <a:gd name="T3" fmla="*/ 2140511 h 2151063"/>
                  <a:gd name="T4" fmla="*/ 632619 w 1358900"/>
                  <a:gd name="T5" fmla="*/ 2146906 h 2151063"/>
                  <a:gd name="T6" fmla="*/ 534815 w 1358900"/>
                  <a:gd name="T7" fmla="*/ 2102140 h 2151063"/>
                  <a:gd name="T8" fmla="*/ 492444 w 1358900"/>
                  <a:gd name="T9" fmla="*/ 2023160 h 2151063"/>
                  <a:gd name="T10" fmla="*/ 978873 w 1358900"/>
                  <a:gd name="T11" fmla="*/ 1877587 h 2151063"/>
                  <a:gd name="T12" fmla="*/ 975704 w 1358900"/>
                  <a:gd name="T13" fmla="*/ 1949593 h 2151063"/>
                  <a:gd name="T14" fmla="*/ 411711 w 1358900"/>
                  <a:gd name="T15" fmla="*/ 1968795 h 2151063"/>
                  <a:gd name="T16" fmla="*/ 369887 w 1358900"/>
                  <a:gd name="T17" fmla="*/ 1911190 h 2151063"/>
                  <a:gd name="T18" fmla="*/ 411711 w 1358900"/>
                  <a:gd name="T19" fmla="*/ 1853585 h 2151063"/>
                  <a:gd name="T20" fmla="*/ 971585 w 1358900"/>
                  <a:gd name="T21" fmla="*/ 1709923 h 2151063"/>
                  <a:gd name="T22" fmla="*/ 981725 w 1358900"/>
                  <a:gd name="T23" fmla="*/ 1781479 h 2151063"/>
                  <a:gd name="T24" fmla="*/ 423435 w 1358900"/>
                  <a:gd name="T25" fmla="*/ 1812604 h 2151063"/>
                  <a:gd name="T26" fmla="*/ 370837 w 1358900"/>
                  <a:gd name="T27" fmla="*/ 1764793 h 2151063"/>
                  <a:gd name="T28" fmla="*/ 401255 w 1358900"/>
                  <a:gd name="T29" fmla="*/ 1699655 h 2151063"/>
                  <a:gd name="T30" fmla="*/ 1212263 w 1358900"/>
                  <a:gd name="T31" fmla="*/ 1027536 h 2151063"/>
                  <a:gd name="T32" fmla="*/ 1162712 w 1358900"/>
                  <a:gd name="T33" fmla="*/ 1009170 h 2151063"/>
                  <a:gd name="T34" fmla="*/ 1164344 w 1358900"/>
                  <a:gd name="T35" fmla="*/ 1001189 h 2151063"/>
                  <a:gd name="T36" fmla="*/ 686421 w 1358900"/>
                  <a:gd name="T37" fmla="*/ 65405 h 2151063"/>
                  <a:gd name="T38" fmla="*/ 812725 w 1358900"/>
                  <a:gd name="T39" fmla="*/ 98736 h 2151063"/>
                  <a:gd name="T40" fmla="*/ 977427 w 1358900"/>
                  <a:gd name="T41" fmla="*/ 180633 h 2151063"/>
                  <a:gd name="T42" fmla="*/ 1110078 w 1358900"/>
                  <a:gd name="T43" fmla="*/ 304113 h 2151063"/>
                  <a:gd name="T44" fmla="*/ 1201791 w 1358900"/>
                  <a:gd name="T45" fmla="*/ 459019 h 2151063"/>
                  <a:gd name="T46" fmla="*/ 1244633 w 1358900"/>
                  <a:gd name="T47" fmla="*/ 632970 h 2151063"/>
                  <a:gd name="T48" fmla="*/ 1235747 w 1358900"/>
                  <a:gd name="T49" fmla="*/ 811683 h 2151063"/>
                  <a:gd name="T50" fmla="*/ 1175451 w 1358900"/>
                  <a:gd name="T51" fmla="*/ 981191 h 2151063"/>
                  <a:gd name="T52" fmla="*/ 1166089 w 1358900"/>
                  <a:gd name="T53" fmla="*/ 998015 h 2151063"/>
                  <a:gd name="T54" fmla="*/ 1093258 w 1358900"/>
                  <a:gd name="T55" fmla="*/ 1114194 h 2151063"/>
                  <a:gd name="T56" fmla="*/ 995199 w 1358900"/>
                  <a:gd name="T57" fmla="*/ 1298621 h 2151063"/>
                  <a:gd name="T58" fmla="*/ 972667 w 1358900"/>
                  <a:gd name="T59" fmla="*/ 1488761 h 2151063"/>
                  <a:gd name="T60" fmla="*/ 1011066 w 1358900"/>
                  <a:gd name="T61" fmla="*/ 1334490 h 2151063"/>
                  <a:gd name="T62" fmla="*/ 1111982 w 1358900"/>
                  <a:gd name="T63" fmla="*/ 1164665 h 2151063"/>
                  <a:gd name="T64" fmla="*/ 1213215 w 1358900"/>
                  <a:gd name="T65" fmla="*/ 1025948 h 2151063"/>
                  <a:gd name="T66" fmla="*/ 1270338 w 1358900"/>
                  <a:gd name="T67" fmla="*/ 912626 h 2151063"/>
                  <a:gd name="T68" fmla="*/ 1310640 w 1358900"/>
                  <a:gd name="T69" fmla="*/ 718359 h 2151063"/>
                  <a:gd name="T70" fmla="*/ 1289061 w 1358900"/>
                  <a:gd name="T71" fmla="*/ 521235 h 2151063"/>
                  <a:gd name="T72" fmla="*/ 1207503 w 1358900"/>
                  <a:gd name="T73" fmla="*/ 340935 h 2151063"/>
                  <a:gd name="T74" fmla="*/ 1074535 w 1358900"/>
                  <a:gd name="T75" fmla="*/ 196187 h 2151063"/>
                  <a:gd name="T76" fmla="*/ 904755 w 1358900"/>
                  <a:gd name="T77" fmla="*/ 100640 h 2151063"/>
                  <a:gd name="T78" fmla="*/ 715934 w 1358900"/>
                  <a:gd name="T79" fmla="*/ 65405 h 2151063"/>
                  <a:gd name="T80" fmla="*/ 865159 w 1358900"/>
                  <a:gd name="T81" fmla="*/ 25723 h 2151063"/>
                  <a:gd name="T82" fmla="*/ 1059288 w 1358900"/>
                  <a:gd name="T83" fmla="*/ 116228 h 2151063"/>
                  <a:gd name="T84" fmla="*/ 1214019 w 1358900"/>
                  <a:gd name="T85" fmla="*/ 260084 h 2151063"/>
                  <a:gd name="T86" fmla="*/ 1317596 w 1358900"/>
                  <a:gd name="T87" fmla="*/ 445858 h 2151063"/>
                  <a:gd name="T88" fmla="*/ 1358582 w 1358900"/>
                  <a:gd name="T89" fmla="*/ 661800 h 2151063"/>
                  <a:gd name="T90" fmla="*/ 1344285 w 1358900"/>
                  <a:gd name="T91" fmla="*/ 819629 h 2151063"/>
                  <a:gd name="T92" fmla="*/ 1261359 w 1358900"/>
                  <a:gd name="T93" fmla="*/ 1030172 h 2151063"/>
                  <a:gd name="T94" fmla="*/ 1147932 w 1358900"/>
                  <a:gd name="T95" fmla="*/ 1196575 h 2151063"/>
                  <a:gd name="T96" fmla="*/ 1054839 w 1358900"/>
                  <a:gd name="T97" fmla="*/ 1399815 h 2151063"/>
                  <a:gd name="T98" fmla="*/ 1037047 w 1358900"/>
                  <a:gd name="T99" fmla="*/ 1560184 h 2151063"/>
                  <a:gd name="T100" fmla="*/ 997649 w 1358900"/>
                  <a:gd name="T101" fmla="*/ 1613217 h 2151063"/>
                  <a:gd name="T102" fmla="*/ 338057 w 1358900"/>
                  <a:gd name="T103" fmla="*/ 1599562 h 2151063"/>
                  <a:gd name="T104" fmla="*/ 318358 w 1358900"/>
                  <a:gd name="T105" fmla="*/ 1492543 h 2151063"/>
                  <a:gd name="T106" fmla="*/ 276419 w 1358900"/>
                  <a:gd name="T107" fmla="*/ 1314391 h 2151063"/>
                  <a:gd name="T108" fmla="*/ 137892 w 1358900"/>
                  <a:gd name="T109" fmla="*/ 1097178 h 2151063"/>
                  <a:gd name="T110" fmla="*/ 65133 w 1358900"/>
                  <a:gd name="T111" fmla="*/ 970471 h 2151063"/>
                  <a:gd name="T112" fmla="*/ 6354 w 1358900"/>
                  <a:gd name="T113" fmla="*/ 773900 h 2151063"/>
                  <a:gd name="T114" fmla="*/ 5084 w 1358900"/>
                  <a:gd name="T115" fmla="*/ 592571 h 2151063"/>
                  <a:gd name="T116" fmla="*/ 66722 w 1358900"/>
                  <a:gd name="T117" fmla="*/ 384886 h 2151063"/>
                  <a:gd name="T118" fmla="*/ 187456 w 1358900"/>
                  <a:gd name="T119" fmla="*/ 210861 h 2151063"/>
                  <a:gd name="T120" fmla="*/ 355532 w 1358900"/>
                  <a:gd name="T121" fmla="*/ 82249 h 2151063"/>
                  <a:gd name="T122" fmla="*/ 558874 w 1358900"/>
                  <a:gd name="T123" fmla="*/ 10797 h 215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58900" h="2151063">
                    <a:moveTo>
                      <a:pt x="492125" y="2016125"/>
                    </a:moveTo>
                    <a:lnTo>
                      <a:pt x="866775" y="2016125"/>
                    </a:lnTo>
                    <a:lnTo>
                      <a:pt x="866775" y="2023160"/>
                    </a:lnTo>
                    <a:lnTo>
                      <a:pt x="865819" y="2029875"/>
                    </a:lnTo>
                    <a:lnTo>
                      <a:pt x="864864" y="2036590"/>
                    </a:lnTo>
                    <a:lnTo>
                      <a:pt x="863271" y="2043305"/>
                    </a:lnTo>
                    <a:lnTo>
                      <a:pt x="861041" y="2050020"/>
                    </a:lnTo>
                    <a:lnTo>
                      <a:pt x="858811" y="2056415"/>
                    </a:lnTo>
                    <a:lnTo>
                      <a:pt x="855625" y="2062810"/>
                    </a:lnTo>
                    <a:lnTo>
                      <a:pt x="852120" y="2068565"/>
                    </a:lnTo>
                    <a:lnTo>
                      <a:pt x="848616" y="2074961"/>
                    </a:lnTo>
                    <a:lnTo>
                      <a:pt x="844156" y="2080397"/>
                    </a:lnTo>
                    <a:lnTo>
                      <a:pt x="839696" y="2086152"/>
                    </a:lnTo>
                    <a:lnTo>
                      <a:pt x="834917" y="2091588"/>
                    </a:lnTo>
                    <a:lnTo>
                      <a:pt x="829820" y="2097024"/>
                    </a:lnTo>
                    <a:lnTo>
                      <a:pt x="824404" y="2102140"/>
                    </a:lnTo>
                    <a:lnTo>
                      <a:pt x="818351" y="2106936"/>
                    </a:lnTo>
                    <a:lnTo>
                      <a:pt x="812298" y="2111733"/>
                    </a:lnTo>
                    <a:lnTo>
                      <a:pt x="805608" y="2116209"/>
                    </a:lnTo>
                    <a:lnTo>
                      <a:pt x="798918" y="2120366"/>
                    </a:lnTo>
                    <a:lnTo>
                      <a:pt x="791590" y="2124523"/>
                    </a:lnTo>
                    <a:lnTo>
                      <a:pt x="784263" y="2128041"/>
                    </a:lnTo>
                    <a:lnTo>
                      <a:pt x="776936" y="2131878"/>
                    </a:lnTo>
                    <a:lnTo>
                      <a:pt x="768971" y="2135075"/>
                    </a:lnTo>
                    <a:lnTo>
                      <a:pt x="760688" y="2137953"/>
                    </a:lnTo>
                    <a:lnTo>
                      <a:pt x="752405" y="2140511"/>
                    </a:lnTo>
                    <a:lnTo>
                      <a:pt x="743803" y="2142749"/>
                    </a:lnTo>
                    <a:lnTo>
                      <a:pt x="735202" y="2145307"/>
                    </a:lnTo>
                    <a:lnTo>
                      <a:pt x="726281" y="2146906"/>
                    </a:lnTo>
                    <a:lnTo>
                      <a:pt x="717361" y="2148505"/>
                    </a:lnTo>
                    <a:lnTo>
                      <a:pt x="708122" y="2149784"/>
                    </a:lnTo>
                    <a:lnTo>
                      <a:pt x="698565" y="2150424"/>
                    </a:lnTo>
                    <a:lnTo>
                      <a:pt x="689007" y="2151063"/>
                    </a:lnTo>
                    <a:lnTo>
                      <a:pt x="679769" y="2151063"/>
                    </a:lnTo>
                    <a:lnTo>
                      <a:pt x="669893" y="2151063"/>
                    </a:lnTo>
                    <a:lnTo>
                      <a:pt x="660335" y="2150424"/>
                    </a:lnTo>
                    <a:lnTo>
                      <a:pt x="650778" y="2149784"/>
                    </a:lnTo>
                    <a:lnTo>
                      <a:pt x="641539" y="2148505"/>
                    </a:lnTo>
                    <a:lnTo>
                      <a:pt x="632619" y="2146906"/>
                    </a:lnTo>
                    <a:lnTo>
                      <a:pt x="623699" y="2145307"/>
                    </a:lnTo>
                    <a:lnTo>
                      <a:pt x="615097" y="2142749"/>
                    </a:lnTo>
                    <a:lnTo>
                      <a:pt x="606495" y="2140511"/>
                    </a:lnTo>
                    <a:lnTo>
                      <a:pt x="598212" y="2137953"/>
                    </a:lnTo>
                    <a:lnTo>
                      <a:pt x="590248" y="2135075"/>
                    </a:lnTo>
                    <a:lnTo>
                      <a:pt x="582283" y="2131878"/>
                    </a:lnTo>
                    <a:lnTo>
                      <a:pt x="574637" y="2128041"/>
                    </a:lnTo>
                    <a:lnTo>
                      <a:pt x="567310" y="2124523"/>
                    </a:lnTo>
                    <a:lnTo>
                      <a:pt x="559983" y="2120366"/>
                    </a:lnTo>
                    <a:lnTo>
                      <a:pt x="553292" y="2116209"/>
                    </a:lnTo>
                    <a:lnTo>
                      <a:pt x="546921" y="2111733"/>
                    </a:lnTo>
                    <a:lnTo>
                      <a:pt x="540868" y="2106936"/>
                    </a:lnTo>
                    <a:lnTo>
                      <a:pt x="534815" y="2102140"/>
                    </a:lnTo>
                    <a:lnTo>
                      <a:pt x="529399" y="2097024"/>
                    </a:lnTo>
                    <a:lnTo>
                      <a:pt x="523983" y="2091588"/>
                    </a:lnTo>
                    <a:lnTo>
                      <a:pt x="519204" y="2086152"/>
                    </a:lnTo>
                    <a:lnTo>
                      <a:pt x="514744" y="2080397"/>
                    </a:lnTo>
                    <a:lnTo>
                      <a:pt x="510284" y="2074961"/>
                    </a:lnTo>
                    <a:lnTo>
                      <a:pt x="506780" y="2068565"/>
                    </a:lnTo>
                    <a:lnTo>
                      <a:pt x="503594" y="2062810"/>
                    </a:lnTo>
                    <a:lnTo>
                      <a:pt x="500408" y="2056415"/>
                    </a:lnTo>
                    <a:lnTo>
                      <a:pt x="497860" y="2050020"/>
                    </a:lnTo>
                    <a:lnTo>
                      <a:pt x="495629" y="2043305"/>
                    </a:lnTo>
                    <a:lnTo>
                      <a:pt x="494037" y="2036590"/>
                    </a:lnTo>
                    <a:lnTo>
                      <a:pt x="493081" y="2029875"/>
                    </a:lnTo>
                    <a:lnTo>
                      <a:pt x="492444" y="2023160"/>
                    </a:lnTo>
                    <a:lnTo>
                      <a:pt x="492125" y="2016125"/>
                    </a:lnTo>
                    <a:close/>
                    <a:moveTo>
                      <a:pt x="429455" y="1851025"/>
                    </a:moveTo>
                    <a:lnTo>
                      <a:pt x="929444" y="1851025"/>
                    </a:lnTo>
                    <a:lnTo>
                      <a:pt x="935464" y="1851345"/>
                    </a:lnTo>
                    <a:lnTo>
                      <a:pt x="941485" y="1852305"/>
                    </a:lnTo>
                    <a:lnTo>
                      <a:pt x="947188" y="1853585"/>
                    </a:lnTo>
                    <a:lnTo>
                      <a:pt x="952574" y="1855825"/>
                    </a:lnTo>
                    <a:lnTo>
                      <a:pt x="957644" y="1858066"/>
                    </a:lnTo>
                    <a:lnTo>
                      <a:pt x="963030" y="1861266"/>
                    </a:lnTo>
                    <a:lnTo>
                      <a:pt x="967466" y="1864786"/>
                    </a:lnTo>
                    <a:lnTo>
                      <a:pt x="971585" y="1868626"/>
                    </a:lnTo>
                    <a:lnTo>
                      <a:pt x="975704" y="1873107"/>
                    </a:lnTo>
                    <a:lnTo>
                      <a:pt x="978873" y="1877587"/>
                    </a:lnTo>
                    <a:lnTo>
                      <a:pt x="981725" y="1882388"/>
                    </a:lnTo>
                    <a:lnTo>
                      <a:pt x="984259" y="1887828"/>
                    </a:lnTo>
                    <a:lnTo>
                      <a:pt x="986477" y="1893268"/>
                    </a:lnTo>
                    <a:lnTo>
                      <a:pt x="988062" y="1899029"/>
                    </a:lnTo>
                    <a:lnTo>
                      <a:pt x="988695" y="1905109"/>
                    </a:lnTo>
                    <a:lnTo>
                      <a:pt x="989012" y="1911190"/>
                    </a:lnTo>
                    <a:lnTo>
                      <a:pt x="988695" y="1917270"/>
                    </a:lnTo>
                    <a:lnTo>
                      <a:pt x="988062" y="1923351"/>
                    </a:lnTo>
                    <a:lnTo>
                      <a:pt x="986477" y="1929111"/>
                    </a:lnTo>
                    <a:lnTo>
                      <a:pt x="984259" y="1934872"/>
                    </a:lnTo>
                    <a:lnTo>
                      <a:pt x="981725" y="1939992"/>
                    </a:lnTo>
                    <a:lnTo>
                      <a:pt x="978873" y="1945113"/>
                    </a:lnTo>
                    <a:lnTo>
                      <a:pt x="975704" y="1949593"/>
                    </a:lnTo>
                    <a:lnTo>
                      <a:pt x="971585" y="1953753"/>
                    </a:lnTo>
                    <a:lnTo>
                      <a:pt x="967466" y="1957914"/>
                    </a:lnTo>
                    <a:lnTo>
                      <a:pt x="963030" y="1961114"/>
                    </a:lnTo>
                    <a:lnTo>
                      <a:pt x="957644" y="1963994"/>
                    </a:lnTo>
                    <a:lnTo>
                      <a:pt x="952574" y="1966554"/>
                    </a:lnTo>
                    <a:lnTo>
                      <a:pt x="947188" y="1968795"/>
                    </a:lnTo>
                    <a:lnTo>
                      <a:pt x="941485" y="1970395"/>
                    </a:lnTo>
                    <a:lnTo>
                      <a:pt x="935464" y="1971355"/>
                    </a:lnTo>
                    <a:lnTo>
                      <a:pt x="929444" y="1971675"/>
                    </a:lnTo>
                    <a:lnTo>
                      <a:pt x="429455" y="1971675"/>
                    </a:lnTo>
                    <a:lnTo>
                      <a:pt x="423435" y="1971355"/>
                    </a:lnTo>
                    <a:lnTo>
                      <a:pt x="417414" y="1970395"/>
                    </a:lnTo>
                    <a:lnTo>
                      <a:pt x="411711" y="1968795"/>
                    </a:lnTo>
                    <a:lnTo>
                      <a:pt x="406325" y="1966554"/>
                    </a:lnTo>
                    <a:lnTo>
                      <a:pt x="401255" y="1963994"/>
                    </a:lnTo>
                    <a:lnTo>
                      <a:pt x="396185" y="1961114"/>
                    </a:lnTo>
                    <a:lnTo>
                      <a:pt x="391433" y="1957914"/>
                    </a:lnTo>
                    <a:lnTo>
                      <a:pt x="387314" y="1953753"/>
                    </a:lnTo>
                    <a:lnTo>
                      <a:pt x="383511" y="1949593"/>
                    </a:lnTo>
                    <a:lnTo>
                      <a:pt x="380026" y="1945113"/>
                    </a:lnTo>
                    <a:lnTo>
                      <a:pt x="377174" y="1939992"/>
                    </a:lnTo>
                    <a:lnTo>
                      <a:pt x="374323" y="1934872"/>
                    </a:lnTo>
                    <a:lnTo>
                      <a:pt x="372422" y="1929111"/>
                    </a:lnTo>
                    <a:lnTo>
                      <a:pt x="370837" y="1923351"/>
                    </a:lnTo>
                    <a:lnTo>
                      <a:pt x="370204" y="1917270"/>
                    </a:lnTo>
                    <a:lnTo>
                      <a:pt x="369887" y="1911190"/>
                    </a:lnTo>
                    <a:lnTo>
                      <a:pt x="370204" y="1905109"/>
                    </a:lnTo>
                    <a:lnTo>
                      <a:pt x="370837" y="1899029"/>
                    </a:lnTo>
                    <a:lnTo>
                      <a:pt x="372422" y="1893268"/>
                    </a:lnTo>
                    <a:lnTo>
                      <a:pt x="374323" y="1887828"/>
                    </a:lnTo>
                    <a:lnTo>
                      <a:pt x="377174" y="1882388"/>
                    </a:lnTo>
                    <a:lnTo>
                      <a:pt x="380026" y="1877587"/>
                    </a:lnTo>
                    <a:lnTo>
                      <a:pt x="383511" y="1873107"/>
                    </a:lnTo>
                    <a:lnTo>
                      <a:pt x="387314" y="1868626"/>
                    </a:lnTo>
                    <a:lnTo>
                      <a:pt x="391433" y="1864786"/>
                    </a:lnTo>
                    <a:lnTo>
                      <a:pt x="396185" y="1861266"/>
                    </a:lnTo>
                    <a:lnTo>
                      <a:pt x="401255" y="1858066"/>
                    </a:lnTo>
                    <a:lnTo>
                      <a:pt x="406325" y="1855825"/>
                    </a:lnTo>
                    <a:lnTo>
                      <a:pt x="411711" y="1853585"/>
                    </a:lnTo>
                    <a:lnTo>
                      <a:pt x="417414" y="1852305"/>
                    </a:lnTo>
                    <a:lnTo>
                      <a:pt x="423435" y="1851345"/>
                    </a:lnTo>
                    <a:lnTo>
                      <a:pt x="429455" y="1851025"/>
                    </a:lnTo>
                    <a:close/>
                    <a:moveTo>
                      <a:pt x="429455" y="1692275"/>
                    </a:moveTo>
                    <a:lnTo>
                      <a:pt x="929444" y="1692275"/>
                    </a:lnTo>
                    <a:lnTo>
                      <a:pt x="935464" y="1692596"/>
                    </a:lnTo>
                    <a:lnTo>
                      <a:pt x="941485" y="1693238"/>
                    </a:lnTo>
                    <a:lnTo>
                      <a:pt x="947188" y="1694842"/>
                    </a:lnTo>
                    <a:lnTo>
                      <a:pt x="952574" y="1697088"/>
                    </a:lnTo>
                    <a:lnTo>
                      <a:pt x="957644" y="1699655"/>
                    </a:lnTo>
                    <a:lnTo>
                      <a:pt x="963030" y="1702543"/>
                    </a:lnTo>
                    <a:lnTo>
                      <a:pt x="967466" y="1706073"/>
                    </a:lnTo>
                    <a:lnTo>
                      <a:pt x="971585" y="1709923"/>
                    </a:lnTo>
                    <a:lnTo>
                      <a:pt x="975704" y="1714095"/>
                    </a:lnTo>
                    <a:lnTo>
                      <a:pt x="978873" y="1718908"/>
                    </a:lnTo>
                    <a:lnTo>
                      <a:pt x="981725" y="1724042"/>
                    </a:lnTo>
                    <a:lnTo>
                      <a:pt x="984259" y="1729176"/>
                    </a:lnTo>
                    <a:lnTo>
                      <a:pt x="986477" y="1734631"/>
                    </a:lnTo>
                    <a:lnTo>
                      <a:pt x="988062" y="1740407"/>
                    </a:lnTo>
                    <a:lnTo>
                      <a:pt x="988695" y="1746503"/>
                    </a:lnTo>
                    <a:lnTo>
                      <a:pt x="989012" y="1752600"/>
                    </a:lnTo>
                    <a:lnTo>
                      <a:pt x="988695" y="1759017"/>
                    </a:lnTo>
                    <a:lnTo>
                      <a:pt x="988062" y="1764793"/>
                    </a:lnTo>
                    <a:lnTo>
                      <a:pt x="986477" y="1770569"/>
                    </a:lnTo>
                    <a:lnTo>
                      <a:pt x="984259" y="1776024"/>
                    </a:lnTo>
                    <a:lnTo>
                      <a:pt x="981725" y="1781479"/>
                    </a:lnTo>
                    <a:lnTo>
                      <a:pt x="978873" y="1786292"/>
                    </a:lnTo>
                    <a:lnTo>
                      <a:pt x="975704" y="1791426"/>
                    </a:lnTo>
                    <a:lnTo>
                      <a:pt x="971585" y="1795598"/>
                    </a:lnTo>
                    <a:lnTo>
                      <a:pt x="967466" y="1799127"/>
                    </a:lnTo>
                    <a:lnTo>
                      <a:pt x="963030" y="1802657"/>
                    </a:lnTo>
                    <a:lnTo>
                      <a:pt x="957644" y="1805866"/>
                    </a:lnTo>
                    <a:lnTo>
                      <a:pt x="952574" y="1808433"/>
                    </a:lnTo>
                    <a:lnTo>
                      <a:pt x="947188" y="1810358"/>
                    </a:lnTo>
                    <a:lnTo>
                      <a:pt x="941485" y="1811641"/>
                    </a:lnTo>
                    <a:lnTo>
                      <a:pt x="935464" y="1812604"/>
                    </a:lnTo>
                    <a:lnTo>
                      <a:pt x="929444" y="1812925"/>
                    </a:lnTo>
                    <a:lnTo>
                      <a:pt x="429455" y="1812925"/>
                    </a:lnTo>
                    <a:lnTo>
                      <a:pt x="423435" y="1812604"/>
                    </a:lnTo>
                    <a:lnTo>
                      <a:pt x="417414" y="1811641"/>
                    </a:lnTo>
                    <a:lnTo>
                      <a:pt x="411711" y="1810358"/>
                    </a:lnTo>
                    <a:lnTo>
                      <a:pt x="406325" y="1808433"/>
                    </a:lnTo>
                    <a:lnTo>
                      <a:pt x="401255" y="1805866"/>
                    </a:lnTo>
                    <a:lnTo>
                      <a:pt x="396185" y="1802657"/>
                    </a:lnTo>
                    <a:lnTo>
                      <a:pt x="391433" y="1799127"/>
                    </a:lnTo>
                    <a:lnTo>
                      <a:pt x="387314" y="1795598"/>
                    </a:lnTo>
                    <a:lnTo>
                      <a:pt x="383511" y="1791426"/>
                    </a:lnTo>
                    <a:lnTo>
                      <a:pt x="380026" y="1786292"/>
                    </a:lnTo>
                    <a:lnTo>
                      <a:pt x="377174" y="1781479"/>
                    </a:lnTo>
                    <a:lnTo>
                      <a:pt x="374323" y="1776024"/>
                    </a:lnTo>
                    <a:lnTo>
                      <a:pt x="372422" y="1770569"/>
                    </a:lnTo>
                    <a:lnTo>
                      <a:pt x="370837" y="1764793"/>
                    </a:lnTo>
                    <a:lnTo>
                      <a:pt x="370204" y="1759017"/>
                    </a:lnTo>
                    <a:lnTo>
                      <a:pt x="369887" y="1752600"/>
                    </a:lnTo>
                    <a:lnTo>
                      <a:pt x="370204" y="1746503"/>
                    </a:lnTo>
                    <a:lnTo>
                      <a:pt x="370837" y="1740407"/>
                    </a:lnTo>
                    <a:lnTo>
                      <a:pt x="372422" y="1734631"/>
                    </a:lnTo>
                    <a:lnTo>
                      <a:pt x="374323" y="1729176"/>
                    </a:lnTo>
                    <a:lnTo>
                      <a:pt x="377174" y="1724042"/>
                    </a:lnTo>
                    <a:lnTo>
                      <a:pt x="380026" y="1718908"/>
                    </a:lnTo>
                    <a:lnTo>
                      <a:pt x="383511" y="1714095"/>
                    </a:lnTo>
                    <a:lnTo>
                      <a:pt x="387314" y="1709923"/>
                    </a:lnTo>
                    <a:lnTo>
                      <a:pt x="391433" y="1706073"/>
                    </a:lnTo>
                    <a:lnTo>
                      <a:pt x="396185" y="1702543"/>
                    </a:lnTo>
                    <a:lnTo>
                      <a:pt x="401255" y="1699655"/>
                    </a:lnTo>
                    <a:lnTo>
                      <a:pt x="406325" y="1697088"/>
                    </a:lnTo>
                    <a:lnTo>
                      <a:pt x="411711" y="1694842"/>
                    </a:lnTo>
                    <a:lnTo>
                      <a:pt x="417414" y="1693238"/>
                    </a:lnTo>
                    <a:lnTo>
                      <a:pt x="423435" y="1692596"/>
                    </a:lnTo>
                    <a:lnTo>
                      <a:pt x="429455" y="1692275"/>
                    </a:lnTo>
                    <a:close/>
                    <a:moveTo>
                      <a:pt x="1217103" y="1013330"/>
                    </a:moveTo>
                    <a:lnTo>
                      <a:pt x="1217023" y="1014521"/>
                    </a:lnTo>
                    <a:lnTo>
                      <a:pt x="1216389" y="1018965"/>
                    </a:lnTo>
                    <a:lnTo>
                      <a:pt x="1215437" y="1022139"/>
                    </a:lnTo>
                    <a:lnTo>
                      <a:pt x="1214802" y="1023409"/>
                    </a:lnTo>
                    <a:lnTo>
                      <a:pt x="1214167" y="1024361"/>
                    </a:lnTo>
                    <a:lnTo>
                      <a:pt x="1213850" y="1024679"/>
                    </a:lnTo>
                    <a:lnTo>
                      <a:pt x="1212263" y="1027536"/>
                    </a:lnTo>
                    <a:lnTo>
                      <a:pt x="1210676" y="1029440"/>
                    </a:lnTo>
                    <a:lnTo>
                      <a:pt x="1213215" y="1024996"/>
                    </a:lnTo>
                    <a:lnTo>
                      <a:pt x="1215119" y="1020870"/>
                    </a:lnTo>
                    <a:lnTo>
                      <a:pt x="1216389" y="1017378"/>
                    </a:lnTo>
                    <a:lnTo>
                      <a:pt x="1217023" y="1013886"/>
                    </a:lnTo>
                    <a:lnTo>
                      <a:pt x="1217103" y="1013330"/>
                    </a:lnTo>
                    <a:close/>
                    <a:moveTo>
                      <a:pt x="1217341" y="1009442"/>
                    </a:moveTo>
                    <a:lnTo>
                      <a:pt x="1217658" y="1010077"/>
                    </a:lnTo>
                    <a:lnTo>
                      <a:pt x="1217341" y="1011664"/>
                    </a:lnTo>
                    <a:lnTo>
                      <a:pt x="1217103" y="1013330"/>
                    </a:lnTo>
                    <a:lnTo>
                      <a:pt x="1217341" y="1009760"/>
                    </a:lnTo>
                    <a:lnTo>
                      <a:pt x="1217341" y="1009442"/>
                    </a:lnTo>
                    <a:close/>
                    <a:moveTo>
                      <a:pt x="1162712" y="1009170"/>
                    </a:moveTo>
                    <a:lnTo>
                      <a:pt x="1162440" y="1013251"/>
                    </a:lnTo>
                    <a:lnTo>
                      <a:pt x="1162440" y="1012934"/>
                    </a:lnTo>
                    <a:lnTo>
                      <a:pt x="1162440" y="1011347"/>
                    </a:lnTo>
                    <a:lnTo>
                      <a:pt x="1162712" y="1009170"/>
                    </a:lnTo>
                    <a:close/>
                    <a:moveTo>
                      <a:pt x="1167137" y="996491"/>
                    </a:moveTo>
                    <a:lnTo>
                      <a:pt x="1166565" y="997380"/>
                    </a:lnTo>
                    <a:lnTo>
                      <a:pt x="1164661" y="1001506"/>
                    </a:lnTo>
                    <a:lnTo>
                      <a:pt x="1163392" y="1005633"/>
                    </a:lnTo>
                    <a:lnTo>
                      <a:pt x="1162757" y="1008807"/>
                    </a:lnTo>
                    <a:lnTo>
                      <a:pt x="1162712" y="1009170"/>
                    </a:lnTo>
                    <a:lnTo>
                      <a:pt x="1162757" y="1008490"/>
                    </a:lnTo>
                    <a:lnTo>
                      <a:pt x="1163392" y="1004681"/>
                    </a:lnTo>
                    <a:lnTo>
                      <a:pt x="1164344" y="1001189"/>
                    </a:lnTo>
                    <a:lnTo>
                      <a:pt x="1164767" y="1000448"/>
                    </a:lnTo>
                    <a:lnTo>
                      <a:pt x="1164979" y="1000237"/>
                    </a:lnTo>
                    <a:lnTo>
                      <a:pt x="1164979" y="1000078"/>
                    </a:lnTo>
                    <a:lnTo>
                      <a:pt x="1165613" y="998967"/>
                    </a:lnTo>
                    <a:lnTo>
                      <a:pt x="1166089" y="998015"/>
                    </a:lnTo>
                    <a:lnTo>
                      <a:pt x="1166756" y="996872"/>
                    </a:lnTo>
                    <a:lnTo>
                      <a:pt x="1167137" y="996491"/>
                    </a:lnTo>
                    <a:close/>
                    <a:moveTo>
                      <a:pt x="1167517" y="995899"/>
                    </a:moveTo>
                    <a:lnTo>
                      <a:pt x="1167517" y="996110"/>
                    </a:lnTo>
                    <a:lnTo>
                      <a:pt x="1167137" y="996491"/>
                    </a:lnTo>
                    <a:lnTo>
                      <a:pt x="1167517" y="995899"/>
                    </a:lnTo>
                    <a:close/>
                    <a:moveTo>
                      <a:pt x="701019" y="65088"/>
                    </a:moveTo>
                    <a:lnTo>
                      <a:pt x="686421" y="65405"/>
                    </a:lnTo>
                    <a:lnTo>
                      <a:pt x="671823" y="66358"/>
                    </a:lnTo>
                    <a:lnTo>
                      <a:pt x="657225" y="67310"/>
                    </a:lnTo>
                    <a:lnTo>
                      <a:pt x="671823" y="68897"/>
                    </a:lnTo>
                    <a:lnTo>
                      <a:pt x="686104" y="70484"/>
                    </a:lnTo>
                    <a:lnTo>
                      <a:pt x="700384" y="72389"/>
                    </a:lnTo>
                    <a:lnTo>
                      <a:pt x="714982" y="74611"/>
                    </a:lnTo>
                    <a:lnTo>
                      <a:pt x="729263" y="77468"/>
                    </a:lnTo>
                    <a:lnTo>
                      <a:pt x="743226" y="80325"/>
                    </a:lnTo>
                    <a:lnTo>
                      <a:pt x="757189" y="83499"/>
                    </a:lnTo>
                    <a:lnTo>
                      <a:pt x="771152" y="86673"/>
                    </a:lnTo>
                    <a:lnTo>
                      <a:pt x="785433" y="90800"/>
                    </a:lnTo>
                    <a:lnTo>
                      <a:pt x="799079" y="94609"/>
                    </a:lnTo>
                    <a:lnTo>
                      <a:pt x="812725" y="98736"/>
                    </a:lnTo>
                    <a:lnTo>
                      <a:pt x="826053" y="103497"/>
                    </a:lnTo>
                    <a:lnTo>
                      <a:pt x="839382" y="108259"/>
                    </a:lnTo>
                    <a:lnTo>
                      <a:pt x="852710" y="113655"/>
                    </a:lnTo>
                    <a:lnTo>
                      <a:pt x="865721" y="119051"/>
                    </a:lnTo>
                    <a:lnTo>
                      <a:pt x="878733" y="125082"/>
                    </a:lnTo>
                    <a:lnTo>
                      <a:pt x="892061" y="130796"/>
                    </a:lnTo>
                    <a:lnTo>
                      <a:pt x="904755" y="137462"/>
                    </a:lnTo>
                    <a:lnTo>
                      <a:pt x="917131" y="143811"/>
                    </a:lnTo>
                    <a:lnTo>
                      <a:pt x="929508" y="150794"/>
                    </a:lnTo>
                    <a:lnTo>
                      <a:pt x="941884" y="157778"/>
                    </a:lnTo>
                    <a:lnTo>
                      <a:pt x="953944" y="165078"/>
                    </a:lnTo>
                    <a:lnTo>
                      <a:pt x="965685" y="173014"/>
                    </a:lnTo>
                    <a:lnTo>
                      <a:pt x="977427" y="180633"/>
                    </a:lnTo>
                    <a:lnTo>
                      <a:pt x="988852" y="188886"/>
                    </a:lnTo>
                    <a:lnTo>
                      <a:pt x="1000276" y="197139"/>
                    </a:lnTo>
                    <a:lnTo>
                      <a:pt x="1011383" y="206027"/>
                    </a:lnTo>
                    <a:lnTo>
                      <a:pt x="1022173" y="214598"/>
                    </a:lnTo>
                    <a:lnTo>
                      <a:pt x="1032963" y="223803"/>
                    </a:lnTo>
                    <a:lnTo>
                      <a:pt x="1043118" y="233008"/>
                    </a:lnTo>
                    <a:lnTo>
                      <a:pt x="1053590" y="242531"/>
                    </a:lnTo>
                    <a:lnTo>
                      <a:pt x="1063428" y="252054"/>
                    </a:lnTo>
                    <a:lnTo>
                      <a:pt x="1073266" y="262212"/>
                    </a:lnTo>
                    <a:lnTo>
                      <a:pt x="1083103" y="272370"/>
                    </a:lnTo>
                    <a:lnTo>
                      <a:pt x="1092306" y="282845"/>
                    </a:lnTo>
                    <a:lnTo>
                      <a:pt x="1101192" y="293320"/>
                    </a:lnTo>
                    <a:lnTo>
                      <a:pt x="1110078" y="304113"/>
                    </a:lnTo>
                    <a:lnTo>
                      <a:pt x="1118963" y="315223"/>
                    </a:lnTo>
                    <a:lnTo>
                      <a:pt x="1127214" y="326333"/>
                    </a:lnTo>
                    <a:lnTo>
                      <a:pt x="1135148" y="337760"/>
                    </a:lnTo>
                    <a:lnTo>
                      <a:pt x="1143082" y="349188"/>
                    </a:lnTo>
                    <a:lnTo>
                      <a:pt x="1151015" y="360615"/>
                    </a:lnTo>
                    <a:lnTo>
                      <a:pt x="1157997" y="372360"/>
                    </a:lnTo>
                    <a:lnTo>
                      <a:pt x="1165296" y="384423"/>
                    </a:lnTo>
                    <a:lnTo>
                      <a:pt x="1171960" y="396485"/>
                    </a:lnTo>
                    <a:lnTo>
                      <a:pt x="1178625" y="408865"/>
                    </a:lnTo>
                    <a:lnTo>
                      <a:pt x="1184971" y="421244"/>
                    </a:lnTo>
                    <a:lnTo>
                      <a:pt x="1190684" y="433624"/>
                    </a:lnTo>
                    <a:lnTo>
                      <a:pt x="1196713" y="446321"/>
                    </a:lnTo>
                    <a:lnTo>
                      <a:pt x="1201791" y="459019"/>
                    </a:lnTo>
                    <a:lnTo>
                      <a:pt x="1206868" y="471716"/>
                    </a:lnTo>
                    <a:lnTo>
                      <a:pt x="1211629" y="484730"/>
                    </a:lnTo>
                    <a:lnTo>
                      <a:pt x="1216071" y="497745"/>
                    </a:lnTo>
                    <a:lnTo>
                      <a:pt x="1220514" y="511077"/>
                    </a:lnTo>
                    <a:lnTo>
                      <a:pt x="1224322" y="524409"/>
                    </a:lnTo>
                    <a:lnTo>
                      <a:pt x="1227813" y="537741"/>
                    </a:lnTo>
                    <a:lnTo>
                      <a:pt x="1230987" y="551073"/>
                    </a:lnTo>
                    <a:lnTo>
                      <a:pt x="1234160" y="564405"/>
                    </a:lnTo>
                    <a:lnTo>
                      <a:pt x="1237016" y="578055"/>
                    </a:lnTo>
                    <a:lnTo>
                      <a:pt x="1239238" y="591704"/>
                    </a:lnTo>
                    <a:lnTo>
                      <a:pt x="1241142" y="605671"/>
                    </a:lnTo>
                    <a:lnTo>
                      <a:pt x="1243046" y="619321"/>
                    </a:lnTo>
                    <a:lnTo>
                      <a:pt x="1244633" y="632970"/>
                    </a:lnTo>
                    <a:lnTo>
                      <a:pt x="1245902" y="646620"/>
                    </a:lnTo>
                    <a:lnTo>
                      <a:pt x="1246537" y="660269"/>
                    </a:lnTo>
                    <a:lnTo>
                      <a:pt x="1247171" y="674236"/>
                    </a:lnTo>
                    <a:lnTo>
                      <a:pt x="1247489" y="688203"/>
                    </a:lnTo>
                    <a:lnTo>
                      <a:pt x="1247171" y="701852"/>
                    </a:lnTo>
                    <a:lnTo>
                      <a:pt x="1246854" y="715819"/>
                    </a:lnTo>
                    <a:lnTo>
                      <a:pt x="1246219" y="729469"/>
                    </a:lnTo>
                    <a:lnTo>
                      <a:pt x="1245267" y="743118"/>
                    </a:lnTo>
                    <a:lnTo>
                      <a:pt x="1243998" y="756768"/>
                    </a:lnTo>
                    <a:lnTo>
                      <a:pt x="1242094" y="771052"/>
                    </a:lnTo>
                    <a:lnTo>
                      <a:pt x="1240190" y="784702"/>
                    </a:lnTo>
                    <a:lnTo>
                      <a:pt x="1237968" y="798034"/>
                    </a:lnTo>
                    <a:lnTo>
                      <a:pt x="1235747" y="811683"/>
                    </a:lnTo>
                    <a:lnTo>
                      <a:pt x="1232891" y="825333"/>
                    </a:lnTo>
                    <a:lnTo>
                      <a:pt x="1229400" y="838665"/>
                    </a:lnTo>
                    <a:lnTo>
                      <a:pt x="1226226" y="852314"/>
                    </a:lnTo>
                    <a:lnTo>
                      <a:pt x="1222418" y="865646"/>
                    </a:lnTo>
                    <a:lnTo>
                      <a:pt x="1218293" y="878661"/>
                    </a:lnTo>
                    <a:lnTo>
                      <a:pt x="1214167" y="891993"/>
                    </a:lnTo>
                    <a:lnTo>
                      <a:pt x="1209407" y="905008"/>
                    </a:lnTo>
                    <a:lnTo>
                      <a:pt x="1204330" y="918022"/>
                    </a:lnTo>
                    <a:lnTo>
                      <a:pt x="1199252" y="930720"/>
                    </a:lnTo>
                    <a:lnTo>
                      <a:pt x="1193540" y="943417"/>
                    </a:lnTo>
                    <a:lnTo>
                      <a:pt x="1187828" y="956114"/>
                    </a:lnTo>
                    <a:lnTo>
                      <a:pt x="1181481" y="968811"/>
                    </a:lnTo>
                    <a:lnTo>
                      <a:pt x="1175451" y="981191"/>
                    </a:lnTo>
                    <a:lnTo>
                      <a:pt x="1168469" y="993253"/>
                    </a:lnTo>
                    <a:lnTo>
                      <a:pt x="1167094" y="996004"/>
                    </a:lnTo>
                    <a:lnTo>
                      <a:pt x="1166565" y="996745"/>
                    </a:lnTo>
                    <a:lnTo>
                      <a:pt x="1166883" y="996428"/>
                    </a:lnTo>
                    <a:lnTo>
                      <a:pt x="1167094" y="996004"/>
                    </a:lnTo>
                    <a:lnTo>
                      <a:pt x="1168152" y="994523"/>
                    </a:lnTo>
                    <a:lnTo>
                      <a:pt x="1169422" y="992936"/>
                    </a:lnTo>
                    <a:lnTo>
                      <a:pt x="1167517" y="995899"/>
                    </a:lnTo>
                    <a:lnTo>
                      <a:pt x="1167517" y="995793"/>
                    </a:lnTo>
                    <a:lnTo>
                      <a:pt x="1167200" y="996110"/>
                    </a:lnTo>
                    <a:lnTo>
                      <a:pt x="1166756" y="996872"/>
                    </a:lnTo>
                    <a:lnTo>
                      <a:pt x="1166565" y="997062"/>
                    </a:lnTo>
                    <a:lnTo>
                      <a:pt x="1166089" y="998015"/>
                    </a:lnTo>
                    <a:lnTo>
                      <a:pt x="1164979" y="999919"/>
                    </a:lnTo>
                    <a:lnTo>
                      <a:pt x="1164979" y="1000078"/>
                    </a:lnTo>
                    <a:lnTo>
                      <a:pt x="1164767" y="1000448"/>
                    </a:lnTo>
                    <a:lnTo>
                      <a:pt x="1164344" y="1000872"/>
                    </a:lnTo>
                    <a:lnTo>
                      <a:pt x="1161488" y="1007220"/>
                    </a:lnTo>
                    <a:lnTo>
                      <a:pt x="1155141" y="1019282"/>
                    </a:lnTo>
                    <a:lnTo>
                      <a:pt x="1148159" y="1031345"/>
                    </a:lnTo>
                    <a:lnTo>
                      <a:pt x="1141495" y="1043407"/>
                    </a:lnTo>
                    <a:lnTo>
                      <a:pt x="1133879" y="1055152"/>
                    </a:lnTo>
                    <a:lnTo>
                      <a:pt x="1126262" y="1066897"/>
                    </a:lnTo>
                    <a:lnTo>
                      <a:pt x="1118329" y="1078959"/>
                    </a:lnTo>
                    <a:lnTo>
                      <a:pt x="1109760" y="1090704"/>
                    </a:lnTo>
                    <a:lnTo>
                      <a:pt x="1093258" y="1114194"/>
                    </a:lnTo>
                    <a:lnTo>
                      <a:pt x="1076439" y="1138319"/>
                    </a:lnTo>
                    <a:lnTo>
                      <a:pt x="1068188" y="1150698"/>
                    </a:lnTo>
                    <a:lnTo>
                      <a:pt x="1059937" y="1163396"/>
                    </a:lnTo>
                    <a:lnTo>
                      <a:pt x="1052003" y="1175775"/>
                    </a:lnTo>
                    <a:lnTo>
                      <a:pt x="1044704" y="1188790"/>
                    </a:lnTo>
                    <a:lnTo>
                      <a:pt x="1037088" y="1201805"/>
                    </a:lnTo>
                    <a:lnTo>
                      <a:pt x="1029789" y="1214819"/>
                    </a:lnTo>
                    <a:lnTo>
                      <a:pt x="1023125" y="1228786"/>
                    </a:lnTo>
                    <a:lnTo>
                      <a:pt x="1016461" y="1242118"/>
                    </a:lnTo>
                    <a:lnTo>
                      <a:pt x="1010748" y="1256085"/>
                    </a:lnTo>
                    <a:lnTo>
                      <a:pt x="1005036" y="1269735"/>
                    </a:lnTo>
                    <a:lnTo>
                      <a:pt x="999959" y="1284019"/>
                    </a:lnTo>
                    <a:lnTo>
                      <a:pt x="995199" y="1298621"/>
                    </a:lnTo>
                    <a:lnTo>
                      <a:pt x="991073" y="1312905"/>
                    </a:lnTo>
                    <a:lnTo>
                      <a:pt x="987265" y="1327189"/>
                    </a:lnTo>
                    <a:lnTo>
                      <a:pt x="983774" y="1341791"/>
                    </a:lnTo>
                    <a:lnTo>
                      <a:pt x="980918" y="1356393"/>
                    </a:lnTo>
                    <a:lnTo>
                      <a:pt x="978379" y="1370995"/>
                    </a:lnTo>
                    <a:lnTo>
                      <a:pt x="976475" y="1385597"/>
                    </a:lnTo>
                    <a:lnTo>
                      <a:pt x="974888" y="1400198"/>
                    </a:lnTo>
                    <a:lnTo>
                      <a:pt x="973619" y="1415118"/>
                    </a:lnTo>
                    <a:lnTo>
                      <a:pt x="972350" y="1430037"/>
                    </a:lnTo>
                    <a:lnTo>
                      <a:pt x="972032" y="1444639"/>
                    </a:lnTo>
                    <a:lnTo>
                      <a:pt x="971715" y="1459240"/>
                    </a:lnTo>
                    <a:lnTo>
                      <a:pt x="972032" y="1474160"/>
                    </a:lnTo>
                    <a:lnTo>
                      <a:pt x="972667" y="1488761"/>
                    </a:lnTo>
                    <a:lnTo>
                      <a:pt x="973619" y="1503363"/>
                    </a:lnTo>
                    <a:lnTo>
                      <a:pt x="975523" y="1488761"/>
                    </a:lnTo>
                    <a:lnTo>
                      <a:pt x="977110" y="1474477"/>
                    </a:lnTo>
                    <a:lnTo>
                      <a:pt x="979331" y="1459875"/>
                    </a:lnTo>
                    <a:lnTo>
                      <a:pt x="981553" y="1445591"/>
                    </a:lnTo>
                    <a:lnTo>
                      <a:pt x="984091" y="1431306"/>
                    </a:lnTo>
                    <a:lnTo>
                      <a:pt x="987265" y="1417022"/>
                    </a:lnTo>
                    <a:lnTo>
                      <a:pt x="990438" y="1402738"/>
                    </a:lnTo>
                    <a:lnTo>
                      <a:pt x="993929" y="1389088"/>
                    </a:lnTo>
                    <a:lnTo>
                      <a:pt x="997737" y="1375121"/>
                    </a:lnTo>
                    <a:lnTo>
                      <a:pt x="1001863" y="1361472"/>
                    </a:lnTo>
                    <a:lnTo>
                      <a:pt x="1005988" y="1347822"/>
                    </a:lnTo>
                    <a:lnTo>
                      <a:pt x="1011066" y="1334490"/>
                    </a:lnTo>
                    <a:lnTo>
                      <a:pt x="1016143" y="1321476"/>
                    </a:lnTo>
                    <a:lnTo>
                      <a:pt x="1021856" y="1308144"/>
                    </a:lnTo>
                    <a:lnTo>
                      <a:pt x="1027568" y="1295129"/>
                    </a:lnTo>
                    <a:lnTo>
                      <a:pt x="1033915" y="1282432"/>
                    </a:lnTo>
                    <a:lnTo>
                      <a:pt x="1040262" y="1269735"/>
                    </a:lnTo>
                    <a:lnTo>
                      <a:pt x="1047243" y="1257672"/>
                    </a:lnTo>
                    <a:lnTo>
                      <a:pt x="1054225" y="1245293"/>
                    </a:lnTo>
                    <a:lnTo>
                      <a:pt x="1061841" y="1233548"/>
                    </a:lnTo>
                    <a:lnTo>
                      <a:pt x="1069775" y="1221803"/>
                    </a:lnTo>
                    <a:lnTo>
                      <a:pt x="1077391" y="1210058"/>
                    </a:lnTo>
                    <a:lnTo>
                      <a:pt x="1085959" y="1198630"/>
                    </a:lnTo>
                    <a:lnTo>
                      <a:pt x="1094528" y="1187203"/>
                    </a:lnTo>
                    <a:lnTo>
                      <a:pt x="1111982" y="1164665"/>
                    </a:lnTo>
                    <a:lnTo>
                      <a:pt x="1130071" y="1142128"/>
                    </a:lnTo>
                    <a:lnTo>
                      <a:pt x="1148477" y="1119273"/>
                    </a:lnTo>
                    <a:lnTo>
                      <a:pt x="1166883" y="1096100"/>
                    </a:lnTo>
                    <a:lnTo>
                      <a:pt x="1175768" y="1084038"/>
                    </a:lnTo>
                    <a:lnTo>
                      <a:pt x="1184971" y="1071658"/>
                    </a:lnTo>
                    <a:lnTo>
                      <a:pt x="1193222" y="1059279"/>
                    </a:lnTo>
                    <a:lnTo>
                      <a:pt x="1201473" y="1046264"/>
                    </a:lnTo>
                    <a:lnTo>
                      <a:pt x="1205599" y="1039915"/>
                    </a:lnTo>
                    <a:lnTo>
                      <a:pt x="1209724" y="1032932"/>
                    </a:lnTo>
                    <a:lnTo>
                      <a:pt x="1212263" y="1027853"/>
                    </a:lnTo>
                    <a:lnTo>
                      <a:pt x="1213215" y="1026583"/>
                    </a:lnTo>
                    <a:lnTo>
                      <a:pt x="1213850" y="1025314"/>
                    </a:lnTo>
                    <a:lnTo>
                      <a:pt x="1213215" y="1025948"/>
                    </a:lnTo>
                    <a:lnTo>
                      <a:pt x="1213850" y="1024679"/>
                    </a:lnTo>
                    <a:lnTo>
                      <a:pt x="1213850" y="1025313"/>
                    </a:lnTo>
                    <a:lnTo>
                      <a:pt x="1214167" y="1024679"/>
                    </a:lnTo>
                    <a:lnTo>
                      <a:pt x="1214802" y="1023409"/>
                    </a:lnTo>
                    <a:lnTo>
                      <a:pt x="1216071" y="1021504"/>
                    </a:lnTo>
                    <a:lnTo>
                      <a:pt x="1224005" y="1008490"/>
                    </a:lnTo>
                    <a:lnTo>
                      <a:pt x="1231939" y="995475"/>
                    </a:lnTo>
                    <a:lnTo>
                      <a:pt x="1238920" y="982143"/>
                    </a:lnTo>
                    <a:lnTo>
                      <a:pt x="1245902" y="968176"/>
                    </a:lnTo>
                    <a:lnTo>
                      <a:pt x="1252566" y="954527"/>
                    </a:lnTo>
                    <a:lnTo>
                      <a:pt x="1258913" y="940560"/>
                    </a:lnTo>
                    <a:lnTo>
                      <a:pt x="1264625" y="926593"/>
                    </a:lnTo>
                    <a:lnTo>
                      <a:pt x="1270338" y="912626"/>
                    </a:lnTo>
                    <a:lnTo>
                      <a:pt x="1275732" y="898342"/>
                    </a:lnTo>
                    <a:lnTo>
                      <a:pt x="1280810" y="883422"/>
                    </a:lnTo>
                    <a:lnTo>
                      <a:pt x="1285253" y="869138"/>
                    </a:lnTo>
                    <a:lnTo>
                      <a:pt x="1289378" y="854219"/>
                    </a:lnTo>
                    <a:lnTo>
                      <a:pt x="1293186" y="839300"/>
                    </a:lnTo>
                    <a:lnTo>
                      <a:pt x="1296677" y="824380"/>
                    </a:lnTo>
                    <a:lnTo>
                      <a:pt x="1299533" y="809461"/>
                    </a:lnTo>
                    <a:lnTo>
                      <a:pt x="1302707" y="794542"/>
                    </a:lnTo>
                    <a:lnTo>
                      <a:pt x="1304928" y="779305"/>
                    </a:lnTo>
                    <a:lnTo>
                      <a:pt x="1306832" y="764069"/>
                    </a:lnTo>
                    <a:lnTo>
                      <a:pt x="1308419" y="749150"/>
                    </a:lnTo>
                    <a:lnTo>
                      <a:pt x="1309688" y="733596"/>
                    </a:lnTo>
                    <a:lnTo>
                      <a:pt x="1310640" y="718359"/>
                    </a:lnTo>
                    <a:lnTo>
                      <a:pt x="1311275" y="703122"/>
                    </a:lnTo>
                    <a:lnTo>
                      <a:pt x="1311275" y="687886"/>
                    </a:lnTo>
                    <a:lnTo>
                      <a:pt x="1311275" y="672331"/>
                    </a:lnTo>
                    <a:lnTo>
                      <a:pt x="1310640" y="657412"/>
                    </a:lnTo>
                    <a:lnTo>
                      <a:pt x="1309688" y="642176"/>
                    </a:lnTo>
                    <a:lnTo>
                      <a:pt x="1308419" y="626622"/>
                    </a:lnTo>
                    <a:lnTo>
                      <a:pt x="1306832" y="611385"/>
                    </a:lnTo>
                    <a:lnTo>
                      <a:pt x="1304928" y="596466"/>
                    </a:lnTo>
                    <a:lnTo>
                      <a:pt x="1302707" y="580912"/>
                    </a:lnTo>
                    <a:lnTo>
                      <a:pt x="1299533" y="565992"/>
                    </a:lnTo>
                    <a:lnTo>
                      <a:pt x="1296677" y="551073"/>
                    </a:lnTo>
                    <a:lnTo>
                      <a:pt x="1293186" y="536154"/>
                    </a:lnTo>
                    <a:lnTo>
                      <a:pt x="1289061" y="521235"/>
                    </a:lnTo>
                    <a:lnTo>
                      <a:pt x="1284935" y="506633"/>
                    </a:lnTo>
                    <a:lnTo>
                      <a:pt x="1280493" y="492031"/>
                    </a:lnTo>
                    <a:lnTo>
                      <a:pt x="1275415" y="477747"/>
                    </a:lnTo>
                    <a:lnTo>
                      <a:pt x="1270338" y="463145"/>
                    </a:lnTo>
                    <a:lnTo>
                      <a:pt x="1264625" y="448861"/>
                    </a:lnTo>
                    <a:lnTo>
                      <a:pt x="1258913" y="434894"/>
                    </a:lnTo>
                    <a:lnTo>
                      <a:pt x="1252249" y="420927"/>
                    </a:lnTo>
                    <a:lnTo>
                      <a:pt x="1245902" y="407278"/>
                    </a:lnTo>
                    <a:lnTo>
                      <a:pt x="1238603" y="393628"/>
                    </a:lnTo>
                    <a:lnTo>
                      <a:pt x="1231304" y="379979"/>
                    </a:lnTo>
                    <a:lnTo>
                      <a:pt x="1224005" y="366646"/>
                    </a:lnTo>
                    <a:lnTo>
                      <a:pt x="1215754" y="353632"/>
                    </a:lnTo>
                    <a:lnTo>
                      <a:pt x="1207503" y="340935"/>
                    </a:lnTo>
                    <a:lnTo>
                      <a:pt x="1199252" y="328237"/>
                    </a:lnTo>
                    <a:lnTo>
                      <a:pt x="1190366" y="315858"/>
                    </a:lnTo>
                    <a:lnTo>
                      <a:pt x="1181163" y="303795"/>
                    </a:lnTo>
                    <a:lnTo>
                      <a:pt x="1171643" y="291733"/>
                    </a:lnTo>
                    <a:lnTo>
                      <a:pt x="1162123" y="280306"/>
                    </a:lnTo>
                    <a:lnTo>
                      <a:pt x="1151967" y="268561"/>
                    </a:lnTo>
                    <a:lnTo>
                      <a:pt x="1141812" y="257451"/>
                    </a:lnTo>
                    <a:lnTo>
                      <a:pt x="1131023" y="246658"/>
                    </a:lnTo>
                    <a:lnTo>
                      <a:pt x="1120233" y="235865"/>
                    </a:lnTo>
                    <a:lnTo>
                      <a:pt x="1109126" y="225390"/>
                    </a:lnTo>
                    <a:lnTo>
                      <a:pt x="1097701" y="215232"/>
                    </a:lnTo>
                    <a:lnTo>
                      <a:pt x="1086277" y="205709"/>
                    </a:lnTo>
                    <a:lnTo>
                      <a:pt x="1074535" y="196187"/>
                    </a:lnTo>
                    <a:lnTo>
                      <a:pt x="1062476" y="186664"/>
                    </a:lnTo>
                    <a:lnTo>
                      <a:pt x="1050417" y="177776"/>
                    </a:lnTo>
                    <a:lnTo>
                      <a:pt x="1038040" y="168888"/>
                    </a:lnTo>
                    <a:lnTo>
                      <a:pt x="1025664" y="160952"/>
                    </a:lnTo>
                    <a:lnTo>
                      <a:pt x="1012653" y="152699"/>
                    </a:lnTo>
                    <a:lnTo>
                      <a:pt x="999959" y="145080"/>
                    </a:lnTo>
                    <a:lnTo>
                      <a:pt x="986630" y="137779"/>
                    </a:lnTo>
                    <a:lnTo>
                      <a:pt x="973619" y="130479"/>
                    </a:lnTo>
                    <a:lnTo>
                      <a:pt x="959656" y="124130"/>
                    </a:lnTo>
                    <a:lnTo>
                      <a:pt x="946327" y="117464"/>
                    </a:lnTo>
                    <a:lnTo>
                      <a:pt x="932364" y="111750"/>
                    </a:lnTo>
                    <a:lnTo>
                      <a:pt x="918718" y="105719"/>
                    </a:lnTo>
                    <a:lnTo>
                      <a:pt x="904755" y="100640"/>
                    </a:lnTo>
                    <a:lnTo>
                      <a:pt x="890474" y="95561"/>
                    </a:lnTo>
                    <a:lnTo>
                      <a:pt x="876194" y="91117"/>
                    </a:lnTo>
                    <a:lnTo>
                      <a:pt x="861913" y="86673"/>
                    </a:lnTo>
                    <a:lnTo>
                      <a:pt x="847633" y="82864"/>
                    </a:lnTo>
                    <a:lnTo>
                      <a:pt x="833352" y="79690"/>
                    </a:lnTo>
                    <a:lnTo>
                      <a:pt x="818437" y="76516"/>
                    </a:lnTo>
                    <a:lnTo>
                      <a:pt x="803839" y="73659"/>
                    </a:lnTo>
                    <a:lnTo>
                      <a:pt x="789241" y="71437"/>
                    </a:lnTo>
                    <a:lnTo>
                      <a:pt x="774643" y="69215"/>
                    </a:lnTo>
                    <a:lnTo>
                      <a:pt x="759728" y="67627"/>
                    </a:lnTo>
                    <a:lnTo>
                      <a:pt x="745130" y="66675"/>
                    </a:lnTo>
                    <a:lnTo>
                      <a:pt x="730532" y="65723"/>
                    </a:lnTo>
                    <a:lnTo>
                      <a:pt x="715934" y="65405"/>
                    </a:lnTo>
                    <a:lnTo>
                      <a:pt x="701019" y="65088"/>
                    </a:lnTo>
                    <a:close/>
                    <a:moveTo>
                      <a:pt x="679609" y="0"/>
                    </a:moveTo>
                    <a:lnTo>
                      <a:pt x="696766" y="318"/>
                    </a:lnTo>
                    <a:lnTo>
                      <a:pt x="714241" y="953"/>
                    </a:lnTo>
                    <a:lnTo>
                      <a:pt x="731715" y="2223"/>
                    </a:lnTo>
                    <a:lnTo>
                      <a:pt x="748555" y="3493"/>
                    </a:lnTo>
                    <a:lnTo>
                      <a:pt x="766030" y="5399"/>
                    </a:lnTo>
                    <a:lnTo>
                      <a:pt x="782551" y="7939"/>
                    </a:lnTo>
                    <a:lnTo>
                      <a:pt x="799708" y="10797"/>
                    </a:lnTo>
                    <a:lnTo>
                      <a:pt x="816230" y="13973"/>
                    </a:lnTo>
                    <a:lnTo>
                      <a:pt x="833069" y="17784"/>
                    </a:lnTo>
                    <a:lnTo>
                      <a:pt x="849273" y="21594"/>
                    </a:lnTo>
                    <a:lnTo>
                      <a:pt x="865159" y="25723"/>
                    </a:lnTo>
                    <a:lnTo>
                      <a:pt x="881363" y="30804"/>
                    </a:lnTo>
                    <a:lnTo>
                      <a:pt x="897249" y="35885"/>
                    </a:lnTo>
                    <a:lnTo>
                      <a:pt x="912817" y="41601"/>
                    </a:lnTo>
                    <a:lnTo>
                      <a:pt x="928704" y="47317"/>
                    </a:lnTo>
                    <a:lnTo>
                      <a:pt x="943954" y="53668"/>
                    </a:lnTo>
                    <a:lnTo>
                      <a:pt x="958887" y="60019"/>
                    </a:lnTo>
                    <a:lnTo>
                      <a:pt x="974138" y="67323"/>
                    </a:lnTo>
                    <a:lnTo>
                      <a:pt x="988753" y="74310"/>
                    </a:lnTo>
                    <a:lnTo>
                      <a:pt x="1003051" y="82249"/>
                    </a:lnTo>
                    <a:lnTo>
                      <a:pt x="1017348" y="90188"/>
                    </a:lnTo>
                    <a:lnTo>
                      <a:pt x="1031646" y="98444"/>
                    </a:lnTo>
                    <a:lnTo>
                      <a:pt x="1045626" y="107019"/>
                    </a:lnTo>
                    <a:lnTo>
                      <a:pt x="1059288" y="116228"/>
                    </a:lnTo>
                    <a:lnTo>
                      <a:pt x="1072632" y="125437"/>
                    </a:lnTo>
                    <a:lnTo>
                      <a:pt x="1085976" y="135282"/>
                    </a:lnTo>
                    <a:lnTo>
                      <a:pt x="1098685" y="144808"/>
                    </a:lnTo>
                    <a:lnTo>
                      <a:pt x="1111394" y="155288"/>
                    </a:lnTo>
                    <a:lnTo>
                      <a:pt x="1123785" y="165768"/>
                    </a:lnTo>
                    <a:lnTo>
                      <a:pt x="1136177" y="176565"/>
                    </a:lnTo>
                    <a:lnTo>
                      <a:pt x="1147932" y="187679"/>
                    </a:lnTo>
                    <a:lnTo>
                      <a:pt x="1159688" y="199112"/>
                    </a:lnTo>
                    <a:lnTo>
                      <a:pt x="1171126" y="210861"/>
                    </a:lnTo>
                    <a:lnTo>
                      <a:pt x="1182246" y="222611"/>
                    </a:lnTo>
                    <a:lnTo>
                      <a:pt x="1193049" y="234996"/>
                    </a:lnTo>
                    <a:lnTo>
                      <a:pt x="1203534" y="247381"/>
                    </a:lnTo>
                    <a:lnTo>
                      <a:pt x="1214019" y="260084"/>
                    </a:lnTo>
                    <a:lnTo>
                      <a:pt x="1223868" y="272786"/>
                    </a:lnTo>
                    <a:lnTo>
                      <a:pt x="1233717" y="286124"/>
                    </a:lnTo>
                    <a:lnTo>
                      <a:pt x="1242614" y="299779"/>
                    </a:lnTo>
                    <a:lnTo>
                      <a:pt x="1251828" y="313434"/>
                    </a:lnTo>
                    <a:lnTo>
                      <a:pt x="1260406" y="327089"/>
                    </a:lnTo>
                    <a:lnTo>
                      <a:pt x="1268985" y="341380"/>
                    </a:lnTo>
                    <a:lnTo>
                      <a:pt x="1276610" y="355670"/>
                    </a:lnTo>
                    <a:lnTo>
                      <a:pt x="1284553" y="370278"/>
                    </a:lnTo>
                    <a:lnTo>
                      <a:pt x="1291861" y="384886"/>
                    </a:lnTo>
                    <a:lnTo>
                      <a:pt x="1298851" y="399811"/>
                    </a:lnTo>
                    <a:lnTo>
                      <a:pt x="1305523" y="414737"/>
                    </a:lnTo>
                    <a:lnTo>
                      <a:pt x="1311560" y="430297"/>
                    </a:lnTo>
                    <a:lnTo>
                      <a:pt x="1317596" y="445858"/>
                    </a:lnTo>
                    <a:lnTo>
                      <a:pt x="1322998" y="461418"/>
                    </a:lnTo>
                    <a:lnTo>
                      <a:pt x="1328399" y="477614"/>
                    </a:lnTo>
                    <a:lnTo>
                      <a:pt x="1333165" y="493492"/>
                    </a:lnTo>
                    <a:lnTo>
                      <a:pt x="1337295" y="509370"/>
                    </a:lnTo>
                    <a:lnTo>
                      <a:pt x="1341425" y="525883"/>
                    </a:lnTo>
                    <a:lnTo>
                      <a:pt x="1344920" y="542397"/>
                    </a:lnTo>
                    <a:lnTo>
                      <a:pt x="1348098" y="559227"/>
                    </a:lnTo>
                    <a:lnTo>
                      <a:pt x="1351275" y="576058"/>
                    </a:lnTo>
                    <a:lnTo>
                      <a:pt x="1353499" y="592571"/>
                    </a:lnTo>
                    <a:lnTo>
                      <a:pt x="1355405" y="610037"/>
                    </a:lnTo>
                    <a:lnTo>
                      <a:pt x="1356676" y="626868"/>
                    </a:lnTo>
                    <a:lnTo>
                      <a:pt x="1357947" y="644334"/>
                    </a:lnTo>
                    <a:lnTo>
                      <a:pt x="1358582" y="661800"/>
                    </a:lnTo>
                    <a:lnTo>
                      <a:pt x="1358900" y="679266"/>
                    </a:lnTo>
                    <a:lnTo>
                      <a:pt x="1358582" y="691333"/>
                    </a:lnTo>
                    <a:lnTo>
                      <a:pt x="1358265" y="703401"/>
                    </a:lnTo>
                    <a:lnTo>
                      <a:pt x="1357947" y="715151"/>
                    </a:lnTo>
                    <a:lnTo>
                      <a:pt x="1356994" y="726900"/>
                    </a:lnTo>
                    <a:lnTo>
                      <a:pt x="1356358" y="738968"/>
                    </a:lnTo>
                    <a:lnTo>
                      <a:pt x="1355088" y="750718"/>
                    </a:lnTo>
                    <a:lnTo>
                      <a:pt x="1353817" y="762150"/>
                    </a:lnTo>
                    <a:lnTo>
                      <a:pt x="1352546" y="773900"/>
                    </a:lnTo>
                    <a:lnTo>
                      <a:pt x="1350639" y="785332"/>
                    </a:lnTo>
                    <a:lnTo>
                      <a:pt x="1348415" y="796764"/>
                    </a:lnTo>
                    <a:lnTo>
                      <a:pt x="1346509" y="808196"/>
                    </a:lnTo>
                    <a:lnTo>
                      <a:pt x="1344285" y="819629"/>
                    </a:lnTo>
                    <a:lnTo>
                      <a:pt x="1342061" y="831061"/>
                    </a:lnTo>
                    <a:lnTo>
                      <a:pt x="1339201" y="842175"/>
                    </a:lnTo>
                    <a:lnTo>
                      <a:pt x="1336342" y="853290"/>
                    </a:lnTo>
                    <a:lnTo>
                      <a:pt x="1333165" y="864405"/>
                    </a:lnTo>
                    <a:lnTo>
                      <a:pt x="1326810" y="885999"/>
                    </a:lnTo>
                    <a:lnTo>
                      <a:pt x="1319503" y="907593"/>
                    </a:lnTo>
                    <a:lnTo>
                      <a:pt x="1311242" y="928870"/>
                    </a:lnTo>
                    <a:lnTo>
                      <a:pt x="1302981" y="949829"/>
                    </a:lnTo>
                    <a:lnTo>
                      <a:pt x="1293449" y="970471"/>
                    </a:lnTo>
                    <a:lnTo>
                      <a:pt x="1283282" y="990477"/>
                    </a:lnTo>
                    <a:lnTo>
                      <a:pt x="1272797" y="1010484"/>
                    </a:lnTo>
                    <a:lnTo>
                      <a:pt x="1261359" y="1029855"/>
                    </a:lnTo>
                    <a:lnTo>
                      <a:pt x="1261359" y="1030172"/>
                    </a:lnTo>
                    <a:lnTo>
                      <a:pt x="1261042" y="1030490"/>
                    </a:lnTo>
                    <a:lnTo>
                      <a:pt x="1261042" y="1030808"/>
                    </a:lnTo>
                    <a:lnTo>
                      <a:pt x="1260724" y="1031443"/>
                    </a:lnTo>
                    <a:lnTo>
                      <a:pt x="1253099" y="1045098"/>
                    </a:lnTo>
                    <a:lnTo>
                      <a:pt x="1245791" y="1058753"/>
                    </a:lnTo>
                    <a:lnTo>
                      <a:pt x="1237530" y="1071773"/>
                    </a:lnTo>
                    <a:lnTo>
                      <a:pt x="1229269" y="1084476"/>
                    </a:lnTo>
                    <a:lnTo>
                      <a:pt x="1220691" y="1097178"/>
                    </a:lnTo>
                    <a:lnTo>
                      <a:pt x="1212112" y="1109563"/>
                    </a:lnTo>
                    <a:lnTo>
                      <a:pt x="1194002" y="1134333"/>
                    </a:lnTo>
                    <a:lnTo>
                      <a:pt x="1175892" y="1158785"/>
                    </a:lnTo>
                    <a:lnTo>
                      <a:pt x="1157146" y="1183873"/>
                    </a:lnTo>
                    <a:lnTo>
                      <a:pt x="1147932" y="1196575"/>
                    </a:lnTo>
                    <a:lnTo>
                      <a:pt x="1139354" y="1209913"/>
                    </a:lnTo>
                    <a:lnTo>
                      <a:pt x="1130458" y="1223250"/>
                    </a:lnTo>
                    <a:lnTo>
                      <a:pt x="1121561" y="1236906"/>
                    </a:lnTo>
                    <a:lnTo>
                      <a:pt x="1112983" y="1251513"/>
                    </a:lnTo>
                    <a:lnTo>
                      <a:pt x="1105040" y="1266439"/>
                    </a:lnTo>
                    <a:lnTo>
                      <a:pt x="1097097" y="1281682"/>
                    </a:lnTo>
                    <a:lnTo>
                      <a:pt x="1089153" y="1297560"/>
                    </a:lnTo>
                    <a:lnTo>
                      <a:pt x="1082164" y="1314391"/>
                    </a:lnTo>
                    <a:lnTo>
                      <a:pt x="1075174" y="1331857"/>
                    </a:lnTo>
                    <a:lnTo>
                      <a:pt x="1068819" y="1350275"/>
                    </a:lnTo>
                    <a:lnTo>
                      <a:pt x="1062783" y="1369329"/>
                    </a:lnTo>
                    <a:lnTo>
                      <a:pt x="1057699" y="1389336"/>
                    </a:lnTo>
                    <a:lnTo>
                      <a:pt x="1054839" y="1399815"/>
                    </a:lnTo>
                    <a:lnTo>
                      <a:pt x="1052615" y="1410295"/>
                    </a:lnTo>
                    <a:lnTo>
                      <a:pt x="1050391" y="1421092"/>
                    </a:lnTo>
                    <a:lnTo>
                      <a:pt x="1048485" y="1432524"/>
                    </a:lnTo>
                    <a:lnTo>
                      <a:pt x="1046579" y="1443956"/>
                    </a:lnTo>
                    <a:lnTo>
                      <a:pt x="1044672" y="1455706"/>
                    </a:lnTo>
                    <a:lnTo>
                      <a:pt x="1042766" y="1467456"/>
                    </a:lnTo>
                    <a:lnTo>
                      <a:pt x="1041495" y="1479841"/>
                    </a:lnTo>
                    <a:lnTo>
                      <a:pt x="1040224" y="1492543"/>
                    </a:lnTo>
                    <a:lnTo>
                      <a:pt x="1039271" y="1505246"/>
                    </a:lnTo>
                    <a:lnTo>
                      <a:pt x="1038636" y="1518583"/>
                    </a:lnTo>
                    <a:lnTo>
                      <a:pt x="1037682" y="1531921"/>
                    </a:lnTo>
                    <a:lnTo>
                      <a:pt x="1037365" y="1546211"/>
                    </a:lnTo>
                    <a:lnTo>
                      <a:pt x="1037047" y="1560184"/>
                    </a:lnTo>
                    <a:lnTo>
                      <a:pt x="1036729" y="1565583"/>
                    </a:lnTo>
                    <a:lnTo>
                      <a:pt x="1035776" y="1571299"/>
                    </a:lnTo>
                    <a:lnTo>
                      <a:pt x="1034505" y="1576697"/>
                    </a:lnTo>
                    <a:lnTo>
                      <a:pt x="1032599" y="1582096"/>
                    </a:lnTo>
                    <a:lnTo>
                      <a:pt x="1030057" y="1586542"/>
                    </a:lnTo>
                    <a:lnTo>
                      <a:pt x="1027198" y="1591305"/>
                    </a:lnTo>
                    <a:lnTo>
                      <a:pt x="1024020" y="1595751"/>
                    </a:lnTo>
                    <a:lnTo>
                      <a:pt x="1020208" y="1599562"/>
                    </a:lnTo>
                    <a:lnTo>
                      <a:pt x="1016395" y="1603055"/>
                    </a:lnTo>
                    <a:lnTo>
                      <a:pt x="1012265" y="1606548"/>
                    </a:lnTo>
                    <a:lnTo>
                      <a:pt x="1007499" y="1609089"/>
                    </a:lnTo>
                    <a:lnTo>
                      <a:pt x="1002733" y="1611629"/>
                    </a:lnTo>
                    <a:lnTo>
                      <a:pt x="997649" y="1613217"/>
                    </a:lnTo>
                    <a:lnTo>
                      <a:pt x="992248" y="1614805"/>
                    </a:lnTo>
                    <a:lnTo>
                      <a:pt x="986847" y="1615758"/>
                    </a:lnTo>
                    <a:lnTo>
                      <a:pt x="980810" y="1616075"/>
                    </a:lnTo>
                    <a:lnTo>
                      <a:pt x="679609" y="1616075"/>
                    </a:lnTo>
                    <a:lnTo>
                      <a:pt x="377772" y="1616075"/>
                    </a:lnTo>
                    <a:lnTo>
                      <a:pt x="371736" y="1615758"/>
                    </a:lnTo>
                    <a:lnTo>
                      <a:pt x="366334" y="1614805"/>
                    </a:lnTo>
                    <a:lnTo>
                      <a:pt x="360933" y="1613217"/>
                    </a:lnTo>
                    <a:lnTo>
                      <a:pt x="355850" y="1611629"/>
                    </a:lnTo>
                    <a:lnTo>
                      <a:pt x="351084" y="1609089"/>
                    </a:lnTo>
                    <a:lnTo>
                      <a:pt x="346318" y="1606548"/>
                    </a:lnTo>
                    <a:lnTo>
                      <a:pt x="342187" y="1603055"/>
                    </a:lnTo>
                    <a:lnTo>
                      <a:pt x="338057" y="1599562"/>
                    </a:lnTo>
                    <a:lnTo>
                      <a:pt x="334562" y="1595751"/>
                    </a:lnTo>
                    <a:lnTo>
                      <a:pt x="331385" y="1591305"/>
                    </a:lnTo>
                    <a:lnTo>
                      <a:pt x="328525" y="1586859"/>
                    </a:lnTo>
                    <a:lnTo>
                      <a:pt x="325984" y="1582096"/>
                    </a:lnTo>
                    <a:lnTo>
                      <a:pt x="324077" y="1576697"/>
                    </a:lnTo>
                    <a:lnTo>
                      <a:pt x="322806" y="1571616"/>
                    </a:lnTo>
                    <a:lnTo>
                      <a:pt x="321853" y="1565900"/>
                    </a:lnTo>
                    <a:lnTo>
                      <a:pt x="321535" y="1560184"/>
                    </a:lnTo>
                    <a:lnTo>
                      <a:pt x="321218" y="1546211"/>
                    </a:lnTo>
                    <a:lnTo>
                      <a:pt x="320900" y="1531921"/>
                    </a:lnTo>
                    <a:lnTo>
                      <a:pt x="320265" y="1518583"/>
                    </a:lnTo>
                    <a:lnTo>
                      <a:pt x="319311" y="1505246"/>
                    </a:lnTo>
                    <a:lnTo>
                      <a:pt x="318358" y="1492543"/>
                    </a:lnTo>
                    <a:lnTo>
                      <a:pt x="317087" y="1479841"/>
                    </a:lnTo>
                    <a:lnTo>
                      <a:pt x="315816" y="1467456"/>
                    </a:lnTo>
                    <a:lnTo>
                      <a:pt x="313910" y="1455706"/>
                    </a:lnTo>
                    <a:lnTo>
                      <a:pt x="312004" y="1443956"/>
                    </a:lnTo>
                    <a:lnTo>
                      <a:pt x="310415" y="1432524"/>
                    </a:lnTo>
                    <a:lnTo>
                      <a:pt x="308191" y="1421409"/>
                    </a:lnTo>
                    <a:lnTo>
                      <a:pt x="305967" y="1410295"/>
                    </a:lnTo>
                    <a:lnTo>
                      <a:pt x="303743" y="1399815"/>
                    </a:lnTo>
                    <a:lnTo>
                      <a:pt x="301201" y="1389336"/>
                    </a:lnTo>
                    <a:lnTo>
                      <a:pt x="295800" y="1369329"/>
                    </a:lnTo>
                    <a:lnTo>
                      <a:pt x="289763" y="1350275"/>
                    </a:lnTo>
                    <a:lnTo>
                      <a:pt x="283409" y="1331857"/>
                    </a:lnTo>
                    <a:lnTo>
                      <a:pt x="276419" y="1314391"/>
                    </a:lnTo>
                    <a:lnTo>
                      <a:pt x="269429" y="1297560"/>
                    </a:lnTo>
                    <a:lnTo>
                      <a:pt x="261804" y="1281682"/>
                    </a:lnTo>
                    <a:lnTo>
                      <a:pt x="253543" y="1266439"/>
                    </a:lnTo>
                    <a:lnTo>
                      <a:pt x="245600" y="1251513"/>
                    </a:lnTo>
                    <a:lnTo>
                      <a:pt x="237021" y="1236906"/>
                    </a:lnTo>
                    <a:lnTo>
                      <a:pt x="228125" y="1223250"/>
                    </a:lnTo>
                    <a:lnTo>
                      <a:pt x="219229" y="1209913"/>
                    </a:lnTo>
                    <a:lnTo>
                      <a:pt x="210650" y="1196575"/>
                    </a:lnTo>
                    <a:lnTo>
                      <a:pt x="201436" y="1183873"/>
                    </a:lnTo>
                    <a:lnTo>
                      <a:pt x="183008" y="1158785"/>
                    </a:lnTo>
                    <a:lnTo>
                      <a:pt x="164580" y="1134333"/>
                    </a:lnTo>
                    <a:lnTo>
                      <a:pt x="146470" y="1109563"/>
                    </a:lnTo>
                    <a:lnTo>
                      <a:pt x="137892" y="1097178"/>
                    </a:lnTo>
                    <a:lnTo>
                      <a:pt x="129313" y="1084476"/>
                    </a:lnTo>
                    <a:lnTo>
                      <a:pt x="121052" y="1071773"/>
                    </a:lnTo>
                    <a:lnTo>
                      <a:pt x="112792" y="1058753"/>
                    </a:lnTo>
                    <a:lnTo>
                      <a:pt x="105484" y="1045098"/>
                    </a:lnTo>
                    <a:lnTo>
                      <a:pt x="97859" y="1031443"/>
                    </a:lnTo>
                    <a:lnTo>
                      <a:pt x="97541" y="1030808"/>
                    </a:lnTo>
                    <a:lnTo>
                      <a:pt x="97223" y="1030490"/>
                    </a:lnTo>
                    <a:lnTo>
                      <a:pt x="97541" y="1030490"/>
                    </a:lnTo>
                    <a:lnTo>
                      <a:pt x="97541" y="1030172"/>
                    </a:lnTo>
                    <a:lnTo>
                      <a:pt x="97223" y="1029855"/>
                    </a:lnTo>
                    <a:lnTo>
                      <a:pt x="85785" y="1010484"/>
                    </a:lnTo>
                    <a:lnTo>
                      <a:pt x="75300" y="990477"/>
                    </a:lnTo>
                    <a:lnTo>
                      <a:pt x="65133" y="970471"/>
                    </a:lnTo>
                    <a:lnTo>
                      <a:pt x="55602" y="949829"/>
                    </a:lnTo>
                    <a:lnTo>
                      <a:pt x="47341" y="928870"/>
                    </a:lnTo>
                    <a:lnTo>
                      <a:pt x="39080" y="907593"/>
                    </a:lnTo>
                    <a:lnTo>
                      <a:pt x="31772" y="885999"/>
                    </a:lnTo>
                    <a:lnTo>
                      <a:pt x="25418" y="864405"/>
                    </a:lnTo>
                    <a:lnTo>
                      <a:pt x="22241" y="853290"/>
                    </a:lnTo>
                    <a:lnTo>
                      <a:pt x="19381" y="842175"/>
                    </a:lnTo>
                    <a:lnTo>
                      <a:pt x="16839" y="831061"/>
                    </a:lnTo>
                    <a:lnTo>
                      <a:pt x="14298" y="819629"/>
                    </a:lnTo>
                    <a:lnTo>
                      <a:pt x="12073" y="808196"/>
                    </a:lnTo>
                    <a:lnTo>
                      <a:pt x="10167" y="796764"/>
                    </a:lnTo>
                    <a:lnTo>
                      <a:pt x="7943" y="785332"/>
                    </a:lnTo>
                    <a:lnTo>
                      <a:pt x="6354" y="773900"/>
                    </a:lnTo>
                    <a:lnTo>
                      <a:pt x="4766" y="762150"/>
                    </a:lnTo>
                    <a:lnTo>
                      <a:pt x="3495" y="750718"/>
                    </a:lnTo>
                    <a:lnTo>
                      <a:pt x="2224" y="738968"/>
                    </a:lnTo>
                    <a:lnTo>
                      <a:pt x="1589" y="726900"/>
                    </a:lnTo>
                    <a:lnTo>
                      <a:pt x="635" y="715151"/>
                    </a:lnTo>
                    <a:lnTo>
                      <a:pt x="318" y="703401"/>
                    </a:lnTo>
                    <a:lnTo>
                      <a:pt x="0" y="691333"/>
                    </a:lnTo>
                    <a:lnTo>
                      <a:pt x="0" y="679266"/>
                    </a:lnTo>
                    <a:lnTo>
                      <a:pt x="0" y="661800"/>
                    </a:lnTo>
                    <a:lnTo>
                      <a:pt x="635" y="644334"/>
                    </a:lnTo>
                    <a:lnTo>
                      <a:pt x="1906" y="626868"/>
                    </a:lnTo>
                    <a:lnTo>
                      <a:pt x="3177" y="610037"/>
                    </a:lnTo>
                    <a:lnTo>
                      <a:pt x="5084" y="592571"/>
                    </a:lnTo>
                    <a:lnTo>
                      <a:pt x="7625" y="576058"/>
                    </a:lnTo>
                    <a:lnTo>
                      <a:pt x="10485" y="559227"/>
                    </a:lnTo>
                    <a:lnTo>
                      <a:pt x="13662" y="542397"/>
                    </a:lnTo>
                    <a:lnTo>
                      <a:pt x="17157" y="525883"/>
                    </a:lnTo>
                    <a:lnTo>
                      <a:pt x="21287" y="509370"/>
                    </a:lnTo>
                    <a:lnTo>
                      <a:pt x="25736" y="493492"/>
                    </a:lnTo>
                    <a:lnTo>
                      <a:pt x="30184" y="477614"/>
                    </a:lnTo>
                    <a:lnTo>
                      <a:pt x="35585" y="461418"/>
                    </a:lnTo>
                    <a:lnTo>
                      <a:pt x="40986" y="445858"/>
                    </a:lnTo>
                    <a:lnTo>
                      <a:pt x="47023" y="430297"/>
                    </a:lnTo>
                    <a:lnTo>
                      <a:pt x="53060" y="414737"/>
                    </a:lnTo>
                    <a:lnTo>
                      <a:pt x="59732" y="399811"/>
                    </a:lnTo>
                    <a:lnTo>
                      <a:pt x="66722" y="384886"/>
                    </a:lnTo>
                    <a:lnTo>
                      <a:pt x="74029" y="370278"/>
                    </a:lnTo>
                    <a:lnTo>
                      <a:pt x="81973" y="355670"/>
                    </a:lnTo>
                    <a:lnTo>
                      <a:pt x="89598" y="341380"/>
                    </a:lnTo>
                    <a:lnTo>
                      <a:pt x="98176" y="327089"/>
                    </a:lnTo>
                    <a:lnTo>
                      <a:pt x="106755" y="313434"/>
                    </a:lnTo>
                    <a:lnTo>
                      <a:pt x="115969" y="299779"/>
                    </a:lnTo>
                    <a:lnTo>
                      <a:pt x="124865" y="286124"/>
                    </a:lnTo>
                    <a:lnTo>
                      <a:pt x="134714" y="272786"/>
                    </a:lnTo>
                    <a:lnTo>
                      <a:pt x="144564" y="260084"/>
                    </a:lnTo>
                    <a:lnTo>
                      <a:pt x="155049" y="247381"/>
                    </a:lnTo>
                    <a:lnTo>
                      <a:pt x="165534" y="234996"/>
                    </a:lnTo>
                    <a:lnTo>
                      <a:pt x="176336" y="222611"/>
                    </a:lnTo>
                    <a:lnTo>
                      <a:pt x="187456" y="210861"/>
                    </a:lnTo>
                    <a:lnTo>
                      <a:pt x="198894" y="199112"/>
                    </a:lnTo>
                    <a:lnTo>
                      <a:pt x="210650" y="187679"/>
                    </a:lnTo>
                    <a:lnTo>
                      <a:pt x="222406" y="176565"/>
                    </a:lnTo>
                    <a:lnTo>
                      <a:pt x="234797" y="165768"/>
                    </a:lnTo>
                    <a:lnTo>
                      <a:pt x="247188" y="155288"/>
                    </a:lnTo>
                    <a:lnTo>
                      <a:pt x="259897" y="144808"/>
                    </a:lnTo>
                    <a:lnTo>
                      <a:pt x="272606" y="135282"/>
                    </a:lnTo>
                    <a:lnTo>
                      <a:pt x="285951" y="125437"/>
                    </a:lnTo>
                    <a:lnTo>
                      <a:pt x="299295" y="116228"/>
                    </a:lnTo>
                    <a:lnTo>
                      <a:pt x="312957" y="107019"/>
                    </a:lnTo>
                    <a:lnTo>
                      <a:pt x="326937" y="98444"/>
                    </a:lnTo>
                    <a:lnTo>
                      <a:pt x="341234" y="90188"/>
                    </a:lnTo>
                    <a:lnTo>
                      <a:pt x="355532" y="82249"/>
                    </a:lnTo>
                    <a:lnTo>
                      <a:pt x="369829" y="74310"/>
                    </a:lnTo>
                    <a:lnTo>
                      <a:pt x="384445" y="67323"/>
                    </a:lnTo>
                    <a:lnTo>
                      <a:pt x="399695" y="60019"/>
                    </a:lnTo>
                    <a:lnTo>
                      <a:pt x="414946" y="53668"/>
                    </a:lnTo>
                    <a:lnTo>
                      <a:pt x="430197" y="47317"/>
                    </a:lnTo>
                    <a:lnTo>
                      <a:pt x="445765" y="41601"/>
                    </a:lnTo>
                    <a:lnTo>
                      <a:pt x="461333" y="35885"/>
                    </a:lnTo>
                    <a:lnTo>
                      <a:pt x="477220" y="30804"/>
                    </a:lnTo>
                    <a:lnTo>
                      <a:pt x="493423" y="25723"/>
                    </a:lnTo>
                    <a:lnTo>
                      <a:pt x="509310" y="21594"/>
                    </a:lnTo>
                    <a:lnTo>
                      <a:pt x="525831" y="17784"/>
                    </a:lnTo>
                    <a:lnTo>
                      <a:pt x="542353" y="13973"/>
                    </a:lnTo>
                    <a:lnTo>
                      <a:pt x="558874" y="10797"/>
                    </a:lnTo>
                    <a:lnTo>
                      <a:pt x="576031" y="7939"/>
                    </a:lnTo>
                    <a:lnTo>
                      <a:pt x="592871" y="5399"/>
                    </a:lnTo>
                    <a:lnTo>
                      <a:pt x="610028" y="3493"/>
                    </a:lnTo>
                    <a:lnTo>
                      <a:pt x="626867" y="2223"/>
                    </a:lnTo>
                    <a:lnTo>
                      <a:pt x="644342" y="953"/>
                    </a:lnTo>
                    <a:lnTo>
                      <a:pt x="661816" y="318"/>
                    </a:lnTo>
                    <a:lnTo>
                      <a:pt x="67960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bIns="720000"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000" dirty="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45" name="组合 144"/>
              <p:cNvGrpSpPr/>
              <p:nvPr/>
            </p:nvGrpSpPr>
            <p:grpSpPr>
              <a:xfrm>
                <a:off x="1027567" y="2707043"/>
                <a:ext cx="1756229" cy="2747924"/>
                <a:chOff x="1027567" y="2707043"/>
                <a:chExt cx="1756229" cy="2747924"/>
              </a:xfrm>
              <a:grpFill/>
            </p:grpSpPr>
            <p:cxnSp>
              <p:nvCxnSpPr>
                <p:cNvPr id="146" name="直接连接符 145"/>
                <p:cNvCxnSpPr/>
                <p:nvPr/>
              </p:nvCxnSpPr>
              <p:spPr>
                <a:xfrm>
                  <a:off x="1027567" y="2707043"/>
                  <a:ext cx="0" cy="1978622"/>
                </a:xfrm>
                <a:prstGeom prst="line">
                  <a:avLst/>
                </a:prstGeom>
                <a:grpFill/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连接符 146"/>
                <p:cNvCxnSpPr/>
                <p:nvPr/>
              </p:nvCxnSpPr>
              <p:spPr>
                <a:xfrm flipH="1">
                  <a:off x="1027567" y="4685665"/>
                  <a:ext cx="1744662" cy="0"/>
                </a:xfrm>
                <a:prstGeom prst="line">
                  <a:avLst/>
                </a:prstGeom>
                <a:grpFill/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连接符 147"/>
                <p:cNvCxnSpPr/>
                <p:nvPr/>
              </p:nvCxnSpPr>
              <p:spPr>
                <a:xfrm>
                  <a:off x="2783796" y="4685665"/>
                  <a:ext cx="0" cy="769302"/>
                </a:xfrm>
                <a:prstGeom prst="line">
                  <a:avLst/>
                </a:prstGeom>
                <a:grpFill/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41" name="组合 140"/>
            <p:cNvGrpSpPr/>
            <p:nvPr/>
          </p:nvGrpSpPr>
          <p:grpSpPr>
            <a:xfrm>
              <a:off x="2499360" y="5422900"/>
              <a:ext cx="570230" cy="1102995"/>
              <a:chOff x="3936" y="8540"/>
              <a:chExt cx="898" cy="1737"/>
            </a:xfrm>
            <a:grpFill/>
          </p:grpSpPr>
          <p:sp>
            <p:nvSpPr>
              <p:cNvPr id="142" name="插头"/>
              <p:cNvSpPr/>
              <p:nvPr/>
            </p:nvSpPr>
            <p:spPr bwMode="auto">
              <a:xfrm rot="5400000">
                <a:off x="3542" y="8985"/>
                <a:ext cx="1687" cy="898"/>
              </a:xfrm>
              <a:custGeom>
                <a:avLst/>
                <a:gdLst>
                  <a:gd name="T0" fmla="*/ 1800397 w 4087"/>
                  <a:gd name="T1" fmla="*/ 516163 h 2112"/>
                  <a:gd name="T2" fmla="*/ 1800397 w 4087"/>
                  <a:gd name="T3" fmla="*/ 414781 h 2112"/>
                  <a:gd name="T4" fmla="*/ 1267370 w 4087"/>
                  <a:gd name="T5" fmla="*/ 414781 h 2112"/>
                  <a:gd name="T6" fmla="*/ 1267370 w 4087"/>
                  <a:gd name="T7" fmla="*/ 250368 h 2112"/>
                  <a:gd name="T8" fmla="*/ 1658550 w 4087"/>
                  <a:gd name="T9" fmla="*/ 250368 h 2112"/>
                  <a:gd name="T10" fmla="*/ 1658550 w 4087"/>
                  <a:gd name="T11" fmla="*/ 148986 h 2112"/>
                  <a:gd name="T12" fmla="*/ 1267370 w 4087"/>
                  <a:gd name="T13" fmla="*/ 148986 h 2112"/>
                  <a:gd name="T14" fmla="*/ 1267370 w 4087"/>
                  <a:gd name="T15" fmla="*/ 0 h 2112"/>
                  <a:gd name="T16" fmla="*/ 733022 w 4087"/>
                  <a:gd name="T17" fmla="*/ 0 h 2112"/>
                  <a:gd name="T18" fmla="*/ 270919 w 4087"/>
                  <a:gd name="T19" fmla="*/ 414781 h 2112"/>
                  <a:gd name="T20" fmla="*/ 0 w 4087"/>
                  <a:gd name="T21" fmla="*/ 414781 h 2112"/>
                  <a:gd name="T22" fmla="*/ 0 w 4087"/>
                  <a:gd name="T23" fmla="*/ 516163 h 2112"/>
                  <a:gd name="T24" fmla="*/ 270919 w 4087"/>
                  <a:gd name="T25" fmla="*/ 516163 h 2112"/>
                  <a:gd name="T26" fmla="*/ 733022 w 4087"/>
                  <a:gd name="T27" fmla="*/ 930944 h 2112"/>
                  <a:gd name="T28" fmla="*/ 1267370 w 4087"/>
                  <a:gd name="T29" fmla="*/ 930944 h 2112"/>
                  <a:gd name="T30" fmla="*/ 1267370 w 4087"/>
                  <a:gd name="T31" fmla="*/ 783280 h 2112"/>
                  <a:gd name="T32" fmla="*/ 1658550 w 4087"/>
                  <a:gd name="T33" fmla="*/ 783280 h 2112"/>
                  <a:gd name="T34" fmla="*/ 1658550 w 4087"/>
                  <a:gd name="T35" fmla="*/ 681899 h 2112"/>
                  <a:gd name="T36" fmla="*/ 1267370 w 4087"/>
                  <a:gd name="T37" fmla="*/ 681899 h 2112"/>
                  <a:gd name="T38" fmla="*/ 1267370 w 4087"/>
                  <a:gd name="T39" fmla="*/ 516163 h 2112"/>
                  <a:gd name="T40" fmla="*/ 1800397 w 4087"/>
                  <a:gd name="T41" fmla="*/ 516163 h 2112"/>
                  <a:gd name="T42" fmla="*/ 369154 w 4087"/>
                  <a:gd name="T43" fmla="*/ 465472 h 2112"/>
                  <a:gd name="T44" fmla="*/ 733022 w 4087"/>
                  <a:gd name="T45" fmla="*/ 101822 h 2112"/>
                  <a:gd name="T46" fmla="*/ 1166051 w 4087"/>
                  <a:gd name="T47" fmla="*/ 101822 h 2112"/>
                  <a:gd name="T48" fmla="*/ 1166051 w 4087"/>
                  <a:gd name="T49" fmla="*/ 829122 h 2112"/>
                  <a:gd name="T50" fmla="*/ 733022 w 4087"/>
                  <a:gd name="T51" fmla="*/ 829122 h 2112"/>
                  <a:gd name="T52" fmla="*/ 369154 w 4087"/>
                  <a:gd name="T53" fmla="*/ 465472 h 211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087" h="2112">
                    <a:moveTo>
                      <a:pt x="4087" y="1171"/>
                    </a:moveTo>
                    <a:cubicBezTo>
                      <a:pt x="4087" y="941"/>
                      <a:pt x="4087" y="941"/>
                      <a:pt x="4087" y="941"/>
                    </a:cubicBezTo>
                    <a:cubicBezTo>
                      <a:pt x="2877" y="941"/>
                      <a:pt x="2877" y="941"/>
                      <a:pt x="2877" y="941"/>
                    </a:cubicBezTo>
                    <a:cubicBezTo>
                      <a:pt x="2877" y="568"/>
                      <a:pt x="2877" y="568"/>
                      <a:pt x="2877" y="568"/>
                    </a:cubicBezTo>
                    <a:cubicBezTo>
                      <a:pt x="3765" y="568"/>
                      <a:pt x="3765" y="568"/>
                      <a:pt x="3765" y="568"/>
                    </a:cubicBezTo>
                    <a:cubicBezTo>
                      <a:pt x="3765" y="338"/>
                      <a:pt x="3765" y="338"/>
                      <a:pt x="3765" y="338"/>
                    </a:cubicBezTo>
                    <a:cubicBezTo>
                      <a:pt x="2877" y="338"/>
                      <a:pt x="2877" y="338"/>
                      <a:pt x="2877" y="338"/>
                    </a:cubicBezTo>
                    <a:cubicBezTo>
                      <a:pt x="2877" y="0"/>
                      <a:pt x="2877" y="0"/>
                      <a:pt x="2877" y="0"/>
                    </a:cubicBezTo>
                    <a:cubicBezTo>
                      <a:pt x="1664" y="0"/>
                      <a:pt x="1664" y="0"/>
                      <a:pt x="1664" y="0"/>
                    </a:cubicBezTo>
                    <a:cubicBezTo>
                      <a:pt x="1121" y="0"/>
                      <a:pt x="672" y="413"/>
                      <a:pt x="615" y="941"/>
                    </a:cubicBezTo>
                    <a:cubicBezTo>
                      <a:pt x="0" y="941"/>
                      <a:pt x="0" y="941"/>
                      <a:pt x="0" y="941"/>
                    </a:cubicBezTo>
                    <a:cubicBezTo>
                      <a:pt x="0" y="1171"/>
                      <a:pt x="0" y="1171"/>
                      <a:pt x="0" y="1171"/>
                    </a:cubicBezTo>
                    <a:cubicBezTo>
                      <a:pt x="615" y="1171"/>
                      <a:pt x="615" y="1171"/>
                      <a:pt x="615" y="1171"/>
                    </a:cubicBezTo>
                    <a:cubicBezTo>
                      <a:pt x="672" y="1699"/>
                      <a:pt x="1121" y="2112"/>
                      <a:pt x="1664" y="2112"/>
                    </a:cubicBezTo>
                    <a:cubicBezTo>
                      <a:pt x="2877" y="2112"/>
                      <a:pt x="2877" y="2112"/>
                      <a:pt x="2877" y="2112"/>
                    </a:cubicBezTo>
                    <a:cubicBezTo>
                      <a:pt x="2877" y="1777"/>
                      <a:pt x="2877" y="1777"/>
                      <a:pt x="2877" y="1777"/>
                    </a:cubicBezTo>
                    <a:cubicBezTo>
                      <a:pt x="3765" y="1777"/>
                      <a:pt x="3765" y="1777"/>
                      <a:pt x="3765" y="1777"/>
                    </a:cubicBezTo>
                    <a:cubicBezTo>
                      <a:pt x="3765" y="1547"/>
                      <a:pt x="3765" y="1547"/>
                      <a:pt x="3765" y="1547"/>
                    </a:cubicBezTo>
                    <a:cubicBezTo>
                      <a:pt x="2877" y="1547"/>
                      <a:pt x="2877" y="1547"/>
                      <a:pt x="2877" y="1547"/>
                    </a:cubicBezTo>
                    <a:cubicBezTo>
                      <a:pt x="2877" y="1171"/>
                      <a:pt x="2877" y="1171"/>
                      <a:pt x="2877" y="1171"/>
                    </a:cubicBezTo>
                    <a:cubicBezTo>
                      <a:pt x="4087" y="1171"/>
                      <a:pt x="4087" y="1171"/>
                      <a:pt x="4087" y="1171"/>
                    </a:cubicBezTo>
                    <a:close/>
                    <a:moveTo>
                      <a:pt x="838" y="1056"/>
                    </a:moveTo>
                    <a:cubicBezTo>
                      <a:pt x="838" y="601"/>
                      <a:pt x="1209" y="231"/>
                      <a:pt x="1664" y="231"/>
                    </a:cubicBezTo>
                    <a:cubicBezTo>
                      <a:pt x="2647" y="231"/>
                      <a:pt x="2647" y="231"/>
                      <a:pt x="2647" y="231"/>
                    </a:cubicBezTo>
                    <a:cubicBezTo>
                      <a:pt x="2647" y="1881"/>
                      <a:pt x="2647" y="1881"/>
                      <a:pt x="2647" y="1881"/>
                    </a:cubicBezTo>
                    <a:cubicBezTo>
                      <a:pt x="1664" y="1881"/>
                      <a:pt x="1664" y="1881"/>
                      <a:pt x="1664" y="1881"/>
                    </a:cubicBezTo>
                    <a:cubicBezTo>
                      <a:pt x="1209" y="1881"/>
                      <a:pt x="838" y="1511"/>
                      <a:pt x="838" y="10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43" name="矩形 142"/>
              <p:cNvSpPr/>
              <p:nvPr/>
            </p:nvSpPr>
            <p:spPr>
              <a:xfrm>
                <a:off x="4200" y="8540"/>
                <a:ext cx="360" cy="1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</p:grpSp>
      <p:grpSp>
        <p:nvGrpSpPr>
          <p:cNvPr id="149" name="组合 148"/>
          <p:cNvGrpSpPr/>
          <p:nvPr/>
        </p:nvGrpSpPr>
        <p:grpSpPr>
          <a:xfrm>
            <a:off x="6153490" y="1249381"/>
            <a:ext cx="2501342" cy="5201882"/>
            <a:chOff x="568248" y="1324013"/>
            <a:chExt cx="2501342" cy="5201882"/>
          </a:xfrm>
        </p:grpSpPr>
        <p:grpSp>
          <p:nvGrpSpPr>
            <p:cNvPr id="150" name="组合 149"/>
            <p:cNvGrpSpPr/>
            <p:nvPr/>
          </p:nvGrpSpPr>
          <p:grpSpPr>
            <a:xfrm>
              <a:off x="568248" y="1324013"/>
              <a:ext cx="2215548" cy="4130954"/>
              <a:chOff x="568248" y="1324013"/>
              <a:chExt cx="2215548" cy="4130954"/>
            </a:xfrm>
          </p:grpSpPr>
          <p:sp>
            <p:nvSpPr>
              <p:cNvPr id="154" name="灯泡"/>
              <p:cNvSpPr/>
              <p:nvPr/>
            </p:nvSpPr>
            <p:spPr bwMode="auto">
              <a:xfrm>
                <a:off x="568248" y="1324013"/>
                <a:ext cx="937529" cy="1383030"/>
              </a:xfrm>
              <a:custGeom>
                <a:avLst/>
                <a:gdLst>
                  <a:gd name="T0" fmla="*/ 839696 w 1358900"/>
                  <a:gd name="T1" fmla="*/ 2086152 h 2151063"/>
                  <a:gd name="T2" fmla="*/ 752405 w 1358900"/>
                  <a:gd name="T3" fmla="*/ 2140511 h 2151063"/>
                  <a:gd name="T4" fmla="*/ 632619 w 1358900"/>
                  <a:gd name="T5" fmla="*/ 2146906 h 2151063"/>
                  <a:gd name="T6" fmla="*/ 534815 w 1358900"/>
                  <a:gd name="T7" fmla="*/ 2102140 h 2151063"/>
                  <a:gd name="T8" fmla="*/ 492444 w 1358900"/>
                  <a:gd name="T9" fmla="*/ 2023160 h 2151063"/>
                  <a:gd name="T10" fmla="*/ 978873 w 1358900"/>
                  <a:gd name="T11" fmla="*/ 1877587 h 2151063"/>
                  <a:gd name="T12" fmla="*/ 975704 w 1358900"/>
                  <a:gd name="T13" fmla="*/ 1949593 h 2151063"/>
                  <a:gd name="T14" fmla="*/ 411711 w 1358900"/>
                  <a:gd name="T15" fmla="*/ 1968795 h 2151063"/>
                  <a:gd name="T16" fmla="*/ 369887 w 1358900"/>
                  <a:gd name="T17" fmla="*/ 1911190 h 2151063"/>
                  <a:gd name="T18" fmla="*/ 411711 w 1358900"/>
                  <a:gd name="T19" fmla="*/ 1853585 h 2151063"/>
                  <a:gd name="T20" fmla="*/ 971585 w 1358900"/>
                  <a:gd name="T21" fmla="*/ 1709923 h 2151063"/>
                  <a:gd name="T22" fmla="*/ 981725 w 1358900"/>
                  <a:gd name="T23" fmla="*/ 1781479 h 2151063"/>
                  <a:gd name="T24" fmla="*/ 423435 w 1358900"/>
                  <a:gd name="T25" fmla="*/ 1812604 h 2151063"/>
                  <a:gd name="T26" fmla="*/ 370837 w 1358900"/>
                  <a:gd name="T27" fmla="*/ 1764793 h 2151063"/>
                  <a:gd name="T28" fmla="*/ 401255 w 1358900"/>
                  <a:gd name="T29" fmla="*/ 1699655 h 2151063"/>
                  <a:gd name="T30" fmla="*/ 1212263 w 1358900"/>
                  <a:gd name="T31" fmla="*/ 1027536 h 2151063"/>
                  <a:gd name="T32" fmla="*/ 1162712 w 1358900"/>
                  <a:gd name="T33" fmla="*/ 1009170 h 2151063"/>
                  <a:gd name="T34" fmla="*/ 1164344 w 1358900"/>
                  <a:gd name="T35" fmla="*/ 1001189 h 2151063"/>
                  <a:gd name="T36" fmla="*/ 686421 w 1358900"/>
                  <a:gd name="T37" fmla="*/ 65405 h 2151063"/>
                  <a:gd name="T38" fmla="*/ 812725 w 1358900"/>
                  <a:gd name="T39" fmla="*/ 98736 h 2151063"/>
                  <a:gd name="T40" fmla="*/ 977427 w 1358900"/>
                  <a:gd name="T41" fmla="*/ 180633 h 2151063"/>
                  <a:gd name="T42" fmla="*/ 1110078 w 1358900"/>
                  <a:gd name="T43" fmla="*/ 304113 h 2151063"/>
                  <a:gd name="T44" fmla="*/ 1201791 w 1358900"/>
                  <a:gd name="T45" fmla="*/ 459019 h 2151063"/>
                  <a:gd name="T46" fmla="*/ 1244633 w 1358900"/>
                  <a:gd name="T47" fmla="*/ 632970 h 2151063"/>
                  <a:gd name="T48" fmla="*/ 1235747 w 1358900"/>
                  <a:gd name="T49" fmla="*/ 811683 h 2151063"/>
                  <a:gd name="T50" fmla="*/ 1175451 w 1358900"/>
                  <a:gd name="T51" fmla="*/ 981191 h 2151063"/>
                  <a:gd name="T52" fmla="*/ 1166089 w 1358900"/>
                  <a:gd name="T53" fmla="*/ 998015 h 2151063"/>
                  <a:gd name="T54" fmla="*/ 1093258 w 1358900"/>
                  <a:gd name="T55" fmla="*/ 1114194 h 2151063"/>
                  <a:gd name="T56" fmla="*/ 995199 w 1358900"/>
                  <a:gd name="T57" fmla="*/ 1298621 h 2151063"/>
                  <a:gd name="T58" fmla="*/ 972667 w 1358900"/>
                  <a:gd name="T59" fmla="*/ 1488761 h 2151063"/>
                  <a:gd name="T60" fmla="*/ 1011066 w 1358900"/>
                  <a:gd name="T61" fmla="*/ 1334490 h 2151063"/>
                  <a:gd name="T62" fmla="*/ 1111982 w 1358900"/>
                  <a:gd name="T63" fmla="*/ 1164665 h 2151063"/>
                  <a:gd name="T64" fmla="*/ 1213215 w 1358900"/>
                  <a:gd name="T65" fmla="*/ 1025948 h 2151063"/>
                  <a:gd name="T66" fmla="*/ 1270338 w 1358900"/>
                  <a:gd name="T67" fmla="*/ 912626 h 2151063"/>
                  <a:gd name="T68" fmla="*/ 1310640 w 1358900"/>
                  <a:gd name="T69" fmla="*/ 718359 h 2151063"/>
                  <a:gd name="T70" fmla="*/ 1289061 w 1358900"/>
                  <a:gd name="T71" fmla="*/ 521235 h 2151063"/>
                  <a:gd name="T72" fmla="*/ 1207503 w 1358900"/>
                  <a:gd name="T73" fmla="*/ 340935 h 2151063"/>
                  <a:gd name="T74" fmla="*/ 1074535 w 1358900"/>
                  <a:gd name="T75" fmla="*/ 196187 h 2151063"/>
                  <a:gd name="T76" fmla="*/ 904755 w 1358900"/>
                  <a:gd name="T77" fmla="*/ 100640 h 2151063"/>
                  <a:gd name="T78" fmla="*/ 715934 w 1358900"/>
                  <a:gd name="T79" fmla="*/ 65405 h 2151063"/>
                  <a:gd name="T80" fmla="*/ 865159 w 1358900"/>
                  <a:gd name="T81" fmla="*/ 25723 h 2151063"/>
                  <a:gd name="T82" fmla="*/ 1059288 w 1358900"/>
                  <a:gd name="T83" fmla="*/ 116228 h 2151063"/>
                  <a:gd name="T84" fmla="*/ 1214019 w 1358900"/>
                  <a:gd name="T85" fmla="*/ 260084 h 2151063"/>
                  <a:gd name="T86" fmla="*/ 1317596 w 1358900"/>
                  <a:gd name="T87" fmla="*/ 445858 h 2151063"/>
                  <a:gd name="T88" fmla="*/ 1358582 w 1358900"/>
                  <a:gd name="T89" fmla="*/ 661800 h 2151063"/>
                  <a:gd name="T90" fmla="*/ 1344285 w 1358900"/>
                  <a:gd name="T91" fmla="*/ 819629 h 2151063"/>
                  <a:gd name="T92" fmla="*/ 1261359 w 1358900"/>
                  <a:gd name="T93" fmla="*/ 1030172 h 2151063"/>
                  <a:gd name="T94" fmla="*/ 1147932 w 1358900"/>
                  <a:gd name="T95" fmla="*/ 1196575 h 2151063"/>
                  <a:gd name="T96" fmla="*/ 1054839 w 1358900"/>
                  <a:gd name="T97" fmla="*/ 1399815 h 2151063"/>
                  <a:gd name="T98" fmla="*/ 1037047 w 1358900"/>
                  <a:gd name="T99" fmla="*/ 1560184 h 2151063"/>
                  <a:gd name="T100" fmla="*/ 997649 w 1358900"/>
                  <a:gd name="T101" fmla="*/ 1613217 h 2151063"/>
                  <a:gd name="T102" fmla="*/ 338057 w 1358900"/>
                  <a:gd name="T103" fmla="*/ 1599562 h 2151063"/>
                  <a:gd name="T104" fmla="*/ 318358 w 1358900"/>
                  <a:gd name="T105" fmla="*/ 1492543 h 2151063"/>
                  <a:gd name="T106" fmla="*/ 276419 w 1358900"/>
                  <a:gd name="T107" fmla="*/ 1314391 h 2151063"/>
                  <a:gd name="T108" fmla="*/ 137892 w 1358900"/>
                  <a:gd name="T109" fmla="*/ 1097178 h 2151063"/>
                  <a:gd name="T110" fmla="*/ 65133 w 1358900"/>
                  <a:gd name="T111" fmla="*/ 970471 h 2151063"/>
                  <a:gd name="T112" fmla="*/ 6354 w 1358900"/>
                  <a:gd name="T113" fmla="*/ 773900 h 2151063"/>
                  <a:gd name="T114" fmla="*/ 5084 w 1358900"/>
                  <a:gd name="T115" fmla="*/ 592571 h 2151063"/>
                  <a:gd name="T116" fmla="*/ 66722 w 1358900"/>
                  <a:gd name="T117" fmla="*/ 384886 h 2151063"/>
                  <a:gd name="T118" fmla="*/ 187456 w 1358900"/>
                  <a:gd name="T119" fmla="*/ 210861 h 2151063"/>
                  <a:gd name="T120" fmla="*/ 355532 w 1358900"/>
                  <a:gd name="T121" fmla="*/ 82249 h 2151063"/>
                  <a:gd name="T122" fmla="*/ 558874 w 1358900"/>
                  <a:gd name="T123" fmla="*/ 10797 h 215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58900" h="2151063">
                    <a:moveTo>
                      <a:pt x="492125" y="2016125"/>
                    </a:moveTo>
                    <a:lnTo>
                      <a:pt x="866775" y="2016125"/>
                    </a:lnTo>
                    <a:lnTo>
                      <a:pt x="866775" y="2023160"/>
                    </a:lnTo>
                    <a:lnTo>
                      <a:pt x="865819" y="2029875"/>
                    </a:lnTo>
                    <a:lnTo>
                      <a:pt x="864864" y="2036590"/>
                    </a:lnTo>
                    <a:lnTo>
                      <a:pt x="863271" y="2043305"/>
                    </a:lnTo>
                    <a:lnTo>
                      <a:pt x="861041" y="2050020"/>
                    </a:lnTo>
                    <a:lnTo>
                      <a:pt x="858811" y="2056415"/>
                    </a:lnTo>
                    <a:lnTo>
                      <a:pt x="855625" y="2062810"/>
                    </a:lnTo>
                    <a:lnTo>
                      <a:pt x="852120" y="2068565"/>
                    </a:lnTo>
                    <a:lnTo>
                      <a:pt x="848616" y="2074961"/>
                    </a:lnTo>
                    <a:lnTo>
                      <a:pt x="844156" y="2080397"/>
                    </a:lnTo>
                    <a:lnTo>
                      <a:pt x="839696" y="2086152"/>
                    </a:lnTo>
                    <a:lnTo>
                      <a:pt x="834917" y="2091588"/>
                    </a:lnTo>
                    <a:lnTo>
                      <a:pt x="829820" y="2097024"/>
                    </a:lnTo>
                    <a:lnTo>
                      <a:pt x="824404" y="2102140"/>
                    </a:lnTo>
                    <a:lnTo>
                      <a:pt x="818351" y="2106936"/>
                    </a:lnTo>
                    <a:lnTo>
                      <a:pt x="812298" y="2111733"/>
                    </a:lnTo>
                    <a:lnTo>
                      <a:pt x="805608" y="2116209"/>
                    </a:lnTo>
                    <a:lnTo>
                      <a:pt x="798918" y="2120366"/>
                    </a:lnTo>
                    <a:lnTo>
                      <a:pt x="791590" y="2124523"/>
                    </a:lnTo>
                    <a:lnTo>
                      <a:pt x="784263" y="2128041"/>
                    </a:lnTo>
                    <a:lnTo>
                      <a:pt x="776936" y="2131878"/>
                    </a:lnTo>
                    <a:lnTo>
                      <a:pt x="768971" y="2135075"/>
                    </a:lnTo>
                    <a:lnTo>
                      <a:pt x="760688" y="2137953"/>
                    </a:lnTo>
                    <a:lnTo>
                      <a:pt x="752405" y="2140511"/>
                    </a:lnTo>
                    <a:lnTo>
                      <a:pt x="743803" y="2142749"/>
                    </a:lnTo>
                    <a:lnTo>
                      <a:pt x="735202" y="2145307"/>
                    </a:lnTo>
                    <a:lnTo>
                      <a:pt x="726281" y="2146906"/>
                    </a:lnTo>
                    <a:lnTo>
                      <a:pt x="717361" y="2148505"/>
                    </a:lnTo>
                    <a:lnTo>
                      <a:pt x="708122" y="2149784"/>
                    </a:lnTo>
                    <a:lnTo>
                      <a:pt x="698565" y="2150424"/>
                    </a:lnTo>
                    <a:lnTo>
                      <a:pt x="689007" y="2151063"/>
                    </a:lnTo>
                    <a:lnTo>
                      <a:pt x="679769" y="2151063"/>
                    </a:lnTo>
                    <a:lnTo>
                      <a:pt x="669893" y="2151063"/>
                    </a:lnTo>
                    <a:lnTo>
                      <a:pt x="660335" y="2150424"/>
                    </a:lnTo>
                    <a:lnTo>
                      <a:pt x="650778" y="2149784"/>
                    </a:lnTo>
                    <a:lnTo>
                      <a:pt x="641539" y="2148505"/>
                    </a:lnTo>
                    <a:lnTo>
                      <a:pt x="632619" y="2146906"/>
                    </a:lnTo>
                    <a:lnTo>
                      <a:pt x="623699" y="2145307"/>
                    </a:lnTo>
                    <a:lnTo>
                      <a:pt x="615097" y="2142749"/>
                    </a:lnTo>
                    <a:lnTo>
                      <a:pt x="606495" y="2140511"/>
                    </a:lnTo>
                    <a:lnTo>
                      <a:pt x="598212" y="2137953"/>
                    </a:lnTo>
                    <a:lnTo>
                      <a:pt x="590248" y="2135075"/>
                    </a:lnTo>
                    <a:lnTo>
                      <a:pt x="582283" y="2131878"/>
                    </a:lnTo>
                    <a:lnTo>
                      <a:pt x="574637" y="2128041"/>
                    </a:lnTo>
                    <a:lnTo>
                      <a:pt x="567310" y="2124523"/>
                    </a:lnTo>
                    <a:lnTo>
                      <a:pt x="559983" y="2120366"/>
                    </a:lnTo>
                    <a:lnTo>
                      <a:pt x="553292" y="2116209"/>
                    </a:lnTo>
                    <a:lnTo>
                      <a:pt x="546921" y="2111733"/>
                    </a:lnTo>
                    <a:lnTo>
                      <a:pt x="540868" y="2106936"/>
                    </a:lnTo>
                    <a:lnTo>
                      <a:pt x="534815" y="2102140"/>
                    </a:lnTo>
                    <a:lnTo>
                      <a:pt x="529399" y="2097024"/>
                    </a:lnTo>
                    <a:lnTo>
                      <a:pt x="523983" y="2091588"/>
                    </a:lnTo>
                    <a:lnTo>
                      <a:pt x="519204" y="2086152"/>
                    </a:lnTo>
                    <a:lnTo>
                      <a:pt x="514744" y="2080397"/>
                    </a:lnTo>
                    <a:lnTo>
                      <a:pt x="510284" y="2074961"/>
                    </a:lnTo>
                    <a:lnTo>
                      <a:pt x="506780" y="2068565"/>
                    </a:lnTo>
                    <a:lnTo>
                      <a:pt x="503594" y="2062810"/>
                    </a:lnTo>
                    <a:lnTo>
                      <a:pt x="500408" y="2056415"/>
                    </a:lnTo>
                    <a:lnTo>
                      <a:pt x="497860" y="2050020"/>
                    </a:lnTo>
                    <a:lnTo>
                      <a:pt x="495629" y="2043305"/>
                    </a:lnTo>
                    <a:lnTo>
                      <a:pt x="494037" y="2036590"/>
                    </a:lnTo>
                    <a:lnTo>
                      <a:pt x="493081" y="2029875"/>
                    </a:lnTo>
                    <a:lnTo>
                      <a:pt x="492444" y="2023160"/>
                    </a:lnTo>
                    <a:lnTo>
                      <a:pt x="492125" y="2016125"/>
                    </a:lnTo>
                    <a:close/>
                    <a:moveTo>
                      <a:pt x="429455" y="1851025"/>
                    </a:moveTo>
                    <a:lnTo>
                      <a:pt x="929444" y="1851025"/>
                    </a:lnTo>
                    <a:lnTo>
                      <a:pt x="935464" y="1851345"/>
                    </a:lnTo>
                    <a:lnTo>
                      <a:pt x="941485" y="1852305"/>
                    </a:lnTo>
                    <a:lnTo>
                      <a:pt x="947188" y="1853585"/>
                    </a:lnTo>
                    <a:lnTo>
                      <a:pt x="952574" y="1855825"/>
                    </a:lnTo>
                    <a:lnTo>
                      <a:pt x="957644" y="1858066"/>
                    </a:lnTo>
                    <a:lnTo>
                      <a:pt x="963030" y="1861266"/>
                    </a:lnTo>
                    <a:lnTo>
                      <a:pt x="967466" y="1864786"/>
                    </a:lnTo>
                    <a:lnTo>
                      <a:pt x="971585" y="1868626"/>
                    </a:lnTo>
                    <a:lnTo>
                      <a:pt x="975704" y="1873107"/>
                    </a:lnTo>
                    <a:lnTo>
                      <a:pt x="978873" y="1877587"/>
                    </a:lnTo>
                    <a:lnTo>
                      <a:pt x="981725" y="1882388"/>
                    </a:lnTo>
                    <a:lnTo>
                      <a:pt x="984259" y="1887828"/>
                    </a:lnTo>
                    <a:lnTo>
                      <a:pt x="986477" y="1893268"/>
                    </a:lnTo>
                    <a:lnTo>
                      <a:pt x="988062" y="1899029"/>
                    </a:lnTo>
                    <a:lnTo>
                      <a:pt x="988695" y="1905109"/>
                    </a:lnTo>
                    <a:lnTo>
                      <a:pt x="989012" y="1911190"/>
                    </a:lnTo>
                    <a:lnTo>
                      <a:pt x="988695" y="1917270"/>
                    </a:lnTo>
                    <a:lnTo>
                      <a:pt x="988062" y="1923351"/>
                    </a:lnTo>
                    <a:lnTo>
                      <a:pt x="986477" y="1929111"/>
                    </a:lnTo>
                    <a:lnTo>
                      <a:pt x="984259" y="1934872"/>
                    </a:lnTo>
                    <a:lnTo>
                      <a:pt x="981725" y="1939992"/>
                    </a:lnTo>
                    <a:lnTo>
                      <a:pt x="978873" y="1945113"/>
                    </a:lnTo>
                    <a:lnTo>
                      <a:pt x="975704" y="1949593"/>
                    </a:lnTo>
                    <a:lnTo>
                      <a:pt x="971585" y="1953753"/>
                    </a:lnTo>
                    <a:lnTo>
                      <a:pt x="967466" y="1957914"/>
                    </a:lnTo>
                    <a:lnTo>
                      <a:pt x="963030" y="1961114"/>
                    </a:lnTo>
                    <a:lnTo>
                      <a:pt x="957644" y="1963994"/>
                    </a:lnTo>
                    <a:lnTo>
                      <a:pt x="952574" y="1966554"/>
                    </a:lnTo>
                    <a:lnTo>
                      <a:pt x="947188" y="1968795"/>
                    </a:lnTo>
                    <a:lnTo>
                      <a:pt x="941485" y="1970395"/>
                    </a:lnTo>
                    <a:lnTo>
                      <a:pt x="935464" y="1971355"/>
                    </a:lnTo>
                    <a:lnTo>
                      <a:pt x="929444" y="1971675"/>
                    </a:lnTo>
                    <a:lnTo>
                      <a:pt x="429455" y="1971675"/>
                    </a:lnTo>
                    <a:lnTo>
                      <a:pt x="423435" y="1971355"/>
                    </a:lnTo>
                    <a:lnTo>
                      <a:pt x="417414" y="1970395"/>
                    </a:lnTo>
                    <a:lnTo>
                      <a:pt x="411711" y="1968795"/>
                    </a:lnTo>
                    <a:lnTo>
                      <a:pt x="406325" y="1966554"/>
                    </a:lnTo>
                    <a:lnTo>
                      <a:pt x="401255" y="1963994"/>
                    </a:lnTo>
                    <a:lnTo>
                      <a:pt x="396185" y="1961114"/>
                    </a:lnTo>
                    <a:lnTo>
                      <a:pt x="391433" y="1957914"/>
                    </a:lnTo>
                    <a:lnTo>
                      <a:pt x="387314" y="1953753"/>
                    </a:lnTo>
                    <a:lnTo>
                      <a:pt x="383511" y="1949593"/>
                    </a:lnTo>
                    <a:lnTo>
                      <a:pt x="380026" y="1945113"/>
                    </a:lnTo>
                    <a:lnTo>
                      <a:pt x="377174" y="1939992"/>
                    </a:lnTo>
                    <a:lnTo>
                      <a:pt x="374323" y="1934872"/>
                    </a:lnTo>
                    <a:lnTo>
                      <a:pt x="372422" y="1929111"/>
                    </a:lnTo>
                    <a:lnTo>
                      <a:pt x="370837" y="1923351"/>
                    </a:lnTo>
                    <a:lnTo>
                      <a:pt x="370204" y="1917270"/>
                    </a:lnTo>
                    <a:lnTo>
                      <a:pt x="369887" y="1911190"/>
                    </a:lnTo>
                    <a:lnTo>
                      <a:pt x="370204" y="1905109"/>
                    </a:lnTo>
                    <a:lnTo>
                      <a:pt x="370837" y="1899029"/>
                    </a:lnTo>
                    <a:lnTo>
                      <a:pt x="372422" y="1893268"/>
                    </a:lnTo>
                    <a:lnTo>
                      <a:pt x="374323" y="1887828"/>
                    </a:lnTo>
                    <a:lnTo>
                      <a:pt x="377174" y="1882388"/>
                    </a:lnTo>
                    <a:lnTo>
                      <a:pt x="380026" y="1877587"/>
                    </a:lnTo>
                    <a:lnTo>
                      <a:pt x="383511" y="1873107"/>
                    </a:lnTo>
                    <a:lnTo>
                      <a:pt x="387314" y="1868626"/>
                    </a:lnTo>
                    <a:lnTo>
                      <a:pt x="391433" y="1864786"/>
                    </a:lnTo>
                    <a:lnTo>
                      <a:pt x="396185" y="1861266"/>
                    </a:lnTo>
                    <a:lnTo>
                      <a:pt x="401255" y="1858066"/>
                    </a:lnTo>
                    <a:lnTo>
                      <a:pt x="406325" y="1855825"/>
                    </a:lnTo>
                    <a:lnTo>
                      <a:pt x="411711" y="1853585"/>
                    </a:lnTo>
                    <a:lnTo>
                      <a:pt x="417414" y="1852305"/>
                    </a:lnTo>
                    <a:lnTo>
                      <a:pt x="423435" y="1851345"/>
                    </a:lnTo>
                    <a:lnTo>
                      <a:pt x="429455" y="1851025"/>
                    </a:lnTo>
                    <a:close/>
                    <a:moveTo>
                      <a:pt x="429455" y="1692275"/>
                    </a:moveTo>
                    <a:lnTo>
                      <a:pt x="929444" y="1692275"/>
                    </a:lnTo>
                    <a:lnTo>
                      <a:pt x="935464" y="1692596"/>
                    </a:lnTo>
                    <a:lnTo>
                      <a:pt x="941485" y="1693238"/>
                    </a:lnTo>
                    <a:lnTo>
                      <a:pt x="947188" y="1694842"/>
                    </a:lnTo>
                    <a:lnTo>
                      <a:pt x="952574" y="1697088"/>
                    </a:lnTo>
                    <a:lnTo>
                      <a:pt x="957644" y="1699655"/>
                    </a:lnTo>
                    <a:lnTo>
                      <a:pt x="963030" y="1702543"/>
                    </a:lnTo>
                    <a:lnTo>
                      <a:pt x="967466" y="1706073"/>
                    </a:lnTo>
                    <a:lnTo>
                      <a:pt x="971585" y="1709923"/>
                    </a:lnTo>
                    <a:lnTo>
                      <a:pt x="975704" y="1714095"/>
                    </a:lnTo>
                    <a:lnTo>
                      <a:pt x="978873" y="1718908"/>
                    </a:lnTo>
                    <a:lnTo>
                      <a:pt x="981725" y="1724042"/>
                    </a:lnTo>
                    <a:lnTo>
                      <a:pt x="984259" y="1729176"/>
                    </a:lnTo>
                    <a:lnTo>
                      <a:pt x="986477" y="1734631"/>
                    </a:lnTo>
                    <a:lnTo>
                      <a:pt x="988062" y="1740407"/>
                    </a:lnTo>
                    <a:lnTo>
                      <a:pt x="988695" y="1746503"/>
                    </a:lnTo>
                    <a:lnTo>
                      <a:pt x="989012" y="1752600"/>
                    </a:lnTo>
                    <a:lnTo>
                      <a:pt x="988695" y="1759017"/>
                    </a:lnTo>
                    <a:lnTo>
                      <a:pt x="988062" y="1764793"/>
                    </a:lnTo>
                    <a:lnTo>
                      <a:pt x="986477" y="1770569"/>
                    </a:lnTo>
                    <a:lnTo>
                      <a:pt x="984259" y="1776024"/>
                    </a:lnTo>
                    <a:lnTo>
                      <a:pt x="981725" y="1781479"/>
                    </a:lnTo>
                    <a:lnTo>
                      <a:pt x="978873" y="1786292"/>
                    </a:lnTo>
                    <a:lnTo>
                      <a:pt x="975704" y="1791426"/>
                    </a:lnTo>
                    <a:lnTo>
                      <a:pt x="971585" y="1795598"/>
                    </a:lnTo>
                    <a:lnTo>
                      <a:pt x="967466" y="1799127"/>
                    </a:lnTo>
                    <a:lnTo>
                      <a:pt x="963030" y="1802657"/>
                    </a:lnTo>
                    <a:lnTo>
                      <a:pt x="957644" y="1805866"/>
                    </a:lnTo>
                    <a:lnTo>
                      <a:pt x="952574" y="1808433"/>
                    </a:lnTo>
                    <a:lnTo>
                      <a:pt x="947188" y="1810358"/>
                    </a:lnTo>
                    <a:lnTo>
                      <a:pt x="941485" y="1811641"/>
                    </a:lnTo>
                    <a:lnTo>
                      <a:pt x="935464" y="1812604"/>
                    </a:lnTo>
                    <a:lnTo>
                      <a:pt x="929444" y="1812925"/>
                    </a:lnTo>
                    <a:lnTo>
                      <a:pt x="429455" y="1812925"/>
                    </a:lnTo>
                    <a:lnTo>
                      <a:pt x="423435" y="1812604"/>
                    </a:lnTo>
                    <a:lnTo>
                      <a:pt x="417414" y="1811641"/>
                    </a:lnTo>
                    <a:lnTo>
                      <a:pt x="411711" y="1810358"/>
                    </a:lnTo>
                    <a:lnTo>
                      <a:pt x="406325" y="1808433"/>
                    </a:lnTo>
                    <a:lnTo>
                      <a:pt x="401255" y="1805866"/>
                    </a:lnTo>
                    <a:lnTo>
                      <a:pt x="396185" y="1802657"/>
                    </a:lnTo>
                    <a:lnTo>
                      <a:pt x="391433" y="1799127"/>
                    </a:lnTo>
                    <a:lnTo>
                      <a:pt x="387314" y="1795598"/>
                    </a:lnTo>
                    <a:lnTo>
                      <a:pt x="383511" y="1791426"/>
                    </a:lnTo>
                    <a:lnTo>
                      <a:pt x="380026" y="1786292"/>
                    </a:lnTo>
                    <a:lnTo>
                      <a:pt x="377174" y="1781479"/>
                    </a:lnTo>
                    <a:lnTo>
                      <a:pt x="374323" y="1776024"/>
                    </a:lnTo>
                    <a:lnTo>
                      <a:pt x="372422" y="1770569"/>
                    </a:lnTo>
                    <a:lnTo>
                      <a:pt x="370837" y="1764793"/>
                    </a:lnTo>
                    <a:lnTo>
                      <a:pt x="370204" y="1759017"/>
                    </a:lnTo>
                    <a:lnTo>
                      <a:pt x="369887" y="1752600"/>
                    </a:lnTo>
                    <a:lnTo>
                      <a:pt x="370204" y="1746503"/>
                    </a:lnTo>
                    <a:lnTo>
                      <a:pt x="370837" y="1740407"/>
                    </a:lnTo>
                    <a:lnTo>
                      <a:pt x="372422" y="1734631"/>
                    </a:lnTo>
                    <a:lnTo>
                      <a:pt x="374323" y="1729176"/>
                    </a:lnTo>
                    <a:lnTo>
                      <a:pt x="377174" y="1724042"/>
                    </a:lnTo>
                    <a:lnTo>
                      <a:pt x="380026" y="1718908"/>
                    </a:lnTo>
                    <a:lnTo>
                      <a:pt x="383511" y="1714095"/>
                    </a:lnTo>
                    <a:lnTo>
                      <a:pt x="387314" y="1709923"/>
                    </a:lnTo>
                    <a:lnTo>
                      <a:pt x="391433" y="1706073"/>
                    </a:lnTo>
                    <a:lnTo>
                      <a:pt x="396185" y="1702543"/>
                    </a:lnTo>
                    <a:lnTo>
                      <a:pt x="401255" y="1699655"/>
                    </a:lnTo>
                    <a:lnTo>
                      <a:pt x="406325" y="1697088"/>
                    </a:lnTo>
                    <a:lnTo>
                      <a:pt x="411711" y="1694842"/>
                    </a:lnTo>
                    <a:lnTo>
                      <a:pt x="417414" y="1693238"/>
                    </a:lnTo>
                    <a:lnTo>
                      <a:pt x="423435" y="1692596"/>
                    </a:lnTo>
                    <a:lnTo>
                      <a:pt x="429455" y="1692275"/>
                    </a:lnTo>
                    <a:close/>
                    <a:moveTo>
                      <a:pt x="1217103" y="1013330"/>
                    </a:moveTo>
                    <a:lnTo>
                      <a:pt x="1217023" y="1014521"/>
                    </a:lnTo>
                    <a:lnTo>
                      <a:pt x="1216389" y="1018965"/>
                    </a:lnTo>
                    <a:lnTo>
                      <a:pt x="1215437" y="1022139"/>
                    </a:lnTo>
                    <a:lnTo>
                      <a:pt x="1214802" y="1023409"/>
                    </a:lnTo>
                    <a:lnTo>
                      <a:pt x="1214167" y="1024361"/>
                    </a:lnTo>
                    <a:lnTo>
                      <a:pt x="1213850" y="1024679"/>
                    </a:lnTo>
                    <a:lnTo>
                      <a:pt x="1212263" y="1027536"/>
                    </a:lnTo>
                    <a:lnTo>
                      <a:pt x="1210676" y="1029440"/>
                    </a:lnTo>
                    <a:lnTo>
                      <a:pt x="1213215" y="1024996"/>
                    </a:lnTo>
                    <a:lnTo>
                      <a:pt x="1215119" y="1020870"/>
                    </a:lnTo>
                    <a:lnTo>
                      <a:pt x="1216389" y="1017378"/>
                    </a:lnTo>
                    <a:lnTo>
                      <a:pt x="1217023" y="1013886"/>
                    </a:lnTo>
                    <a:lnTo>
                      <a:pt x="1217103" y="1013330"/>
                    </a:lnTo>
                    <a:close/>
                    <a:moveTo>
                      <a:pt x="1217341" y="1009442"/>
                    </a:moveTo>
                    <a:lnTo>
                      <a:pt x="1217658" y="1010077"/>
                    </a:lnTo>
                    <a:lnTo>
                      <a:pt x="1217341" y="1011664"/>
                    </a:lnTo>
                    <a:lnTo>
                      <a:pt x="1217103" y="1013330"/>
                    </a:lnTo>
                    <a:lnTo>
                      <a:pt x="1217341" y="1009760"/>
                    </a:lnTo>
                    <a:lnTo>
                      <a:pt x="1217341" y="1009442"/>
                    </a:lnTo>
                    <a:close/>
                    <a:moveTo>
                      <a:pt x="1162712" y="1009170"/>
                    </a:moveTo>
                    <a:lnTo>
                      <a:pt x="1162440" y="1013251"/>
                    </a:lnTo>
                    <a:lnTo>
                      <a:pt x="1162440" y="1012934"/>
                    </a:lnTo>
                    <a:lnTo>
                      <a:pt x="1162440" y="1011347"/>
                    </a:lnTo>
                    <a:lnTo>
                      <a:pt x="1162712" y="1009170"/>
                    </a:lnTo>
                    <a:close/>
                    <a:moveTo>
                      <a:pt x="1167137" y="996491"/>
                    </a:moveTo>
                    <a:lnTo>
                      <a:pt x="1166565" y="997380"/>
                    </a:lnTo>
                    <a:lnTo>
                      <a:pt x="1164661" y="1001506"/>
                    </a:lnTo>
                    <a:lnTo>
                      <a:pt x="1163392" y="1005633"/>
                    </a:lnTo>
                    <a:lnTo>
                      <a:pt x="1162757" y="1008807"/>
                    </a:lnTo>
                    <a:lnTo>
                      <a:pt x="1162712" y="1009170"/>
                    </a:lnTo>
                    <a:lnTo>
                      <a:pt x="1162757" y="1008490"/>
                    </a:lnTo>
                    <a:lnTo>
                      <a:pt x="1163392" y="1004681"/>
                    </a:lnTo>
                    <a:lnTo>
                      <a:pt x="1164344" y="1001189"/>
                    </a:lnTo>
                    <a:lnTo>
                      <a:pt x="1164767" y="1000448"/>
                    </a:lnTo>
                    <a:lnTo>
                      <a:pt x="1164979" y="1000237"/>
                    </a:lnTo>
                    <a:lnTo>
                      <a:pt x="1164979" y="1000078"/>
                    </a:lnTo>
                    <a:lnTo>
                      <a:pt x="1165613" y="998967"/>
                    </a:lnTo>
                    <a:lnTo>
                      <a:pt x="1166089" y="998015"/>
                    </a:lnTo>
                    <a:lnTo>
                      <a:pt x="1166756" y="996872"/>
                    </a:lnTo>
                    <a:lnTo>
                      <a:pt x="1167137" y="996491"/>
                    </a:lnTo>
                    <a:close/>
                    <a:moveTo>
                      <a:pt x="1167517" y="995899"/>
                    </a:moveTo>
                    <a:lnTo>
                      <a:pt x="1167517" y="996110"/>
                    </a:lnTo>
                    <a:lnTo>
                      <a:pt x="1167137" y="996491"/>
                    </a:lnTo>
                    <a:lnTo>
                      <a:pt x="1167517" y="995899"/>
                    </a:lnTo>
                    <a:close/>
                    <a:moveTo>
                      <a:pt x="701019" y="65088"/>
                    </a:moveTo>
                    <a:lnTo>
                      <a:pt x="686421" y="65405"/>
                    </a:lnTo>
                    <a:lnTo>
                      <a:pt x="671823" y="66358"/>
                    </a:lnTo>
                    <a:lnTo>
                      <a:pt x="657225" y="67310"/>
                    </a:lnTo>
                    <a:lnTo>
                      <a:pt x="671823" y="68897"/>
                    </a:lnTo>
                    <a:lnTo>
                      <a:pt x="686104" y="70484"/>
                    </a:lnTo>
                    <a:lnTo>
                      <a:pt x="700384" y="72389"/>
                    </a:lnTo>
                    <a:lnTo>
                      <a:pt x="714982" y="74611"/>
                    </a:lnTo>
                    <a:lnTo>
                      <a:pt x="729263" y="77468"/>
                    </a:lnTo>
                    <a:lnTo>
                      <a:pt x="743226" y="80325"/>
                    </a:lnTo>
                    <a:lnTo>
                      <a:pt x="757189" y="83499"/>
                    </a:lnTo>
                    <a:lnTo>
                      <a:pt x="771152" y="86673"/>
                    </a:lnTo>
                    <a:lnTo>
                      <a:pt x="785433" y="90800"/>
                    </a:lnTo>
                    <a:lnTo>
                      <a:pt x="799079" y="94609"/>
                    </a:lnTo>
                    <a:lnTo>
                      <a:pt x="812725" y="98736"/>
                    </a:lnTo>
                    <a:lnTo>
                      <a:pt x="826053" y="103497"/>
                    </a:lnTo>
                    <a:lnTo>
                      <a:pt x="839382" y="108259"/>
                    </a:lnTo>
                    <a:lnTo>
                      <a:pt x="852710" y="113655"/>
                    </a:lnTo>
                    <a:lnTo>
                      <a:pt x="865721" y="119051"/>
                    </a:lnTo>
                    <a:lnTo>
                      <a:pt x="878733" y="125082"/>
                    </a:lnTo>
                    <a:lnTo>
                      <a:pt x="892061" y="130796"/>
                    </a:lnTo>
                    <a:lnTo>
                      <a:pt x="904755" y="137462"/>
                    </a:lnTo>
                    <a:lnTo>
                      <a:pt x="917131" y="143811"/>
                    </a:lnTo>
                    <a:lnTo>
                      <a:pt x="929508" y="150794"/>
                    </a:lnTo>
                    <a:lnTo>
                      <a:pt x="941884" y="157778"/>
                    </a:lnTo>
                    <a:lnTo>
                      <a:pt x="953944" y="165078"/>
                    </a:lnTo>
                    <a:lnTo>
                      <a:pt x="965685" y="173014"/>
                    </a:lnTo>
                    <a:lnTo>
                      <a:pt x="977427" y="180633"/>
                    </a:lnTo>
                    <a:lnTo>
                      <a:pt x="988852" y="188886"/>
                    </a:lnTo>
                    <a:lnTo>
                      <a:pt x="1000276" y="197139"/>
                    </a:lnTo>
                    <a:lnTo>
                      <a:pt x="1011383" y="206027"/>
                    </a:lnTo>
                    <a:lnTo>
                      <a:pt x="1022173" y="214598"/>
                    </a:lnTo>
                    <a:lnTo>
                      <a:pt x="1032963" y="223803"/>
                    </a:lnTo>
                    <a:lnTo>
                      <a:pt x="1043118" y="233008"/>
                    </a:lnTo>
                    <a:lnTo>
                      <a:pt x="1053590" y="242531"/>
                    </a:lnTo>
                    <a:lnTo>
                      <a:pt x="1063428" y="252054"/>
                    </a:lnTo>
                    <a:lnTo>
                      <a:pt x="1073266" y="262212"/>
                    </a:lnTo>
                    <a:lnTo>
                      <a:pt x="1083103" y="272370"/>
                    </a:lnTo>
                    <a:lnTo>
                      <a:pt x="1092306" y="282845"/>
                    </a:lnTo>
                    <a:lnTo>
                      <a:pt x="1101192" y="293320"/>
                    </a:lnTo>
                    <a:lnTo>
                      <a:pt x="1110078" y="304113"/>
                    </a:lnTo>
                    <a:lnTo>
                      <a:pt x="1118963" y="315223"/>
                    </a:lnTo>
                    <a:lnTo>
                      <a:pt x="1127214" y="326333"/>
                    </a:lnTo>
                    <a:lnTo>
                      <a:pt x="1135148" y="337760"/>
                    </a:lnTo>
                    <a:lnTo>
                      <a:pt x="1143082" y="349188"/>
                    </a:lnTo>
                    <a:lnTo>
                      <a:pt x="1151015" y="360615"/>
                    </a:lnTo>
                    <a:lnTo>
                      <a:pt x="1157997" y="372360"/>
                    </a:lnTo>
                    <a:lnTo>
                      <a:pt x="1165296" y="384423"/>
                    </a:lnTo>
                    <a:lnTo>
                      <a:pt x="1171960" y="396485"/>
                    </a:lnTo>
                    <a:lnTo>
                      <a:pt x="1178625" y="408865"/>
                    </a:lnTo>
                    <a:lnTo>
                      <a:pt x="1184971" y="421244"/>
                    </a:lnTo>
                    <a:lnTo>
                      <a:pt x="1190684" y="433624"/>
                    </a:lnTo>
                    <a:lnTo>
                      <a:pt x="1196713" y="446321"/>
                    </a:lnTo>
                    <a:lnTo>
                      <a:pt x="1201791" y="459019"/>
                    </a:lnTo>
                    <a:lnTo>
                      <a:pt x="1206868" y="471716"/>
                    </a:lnTo>
                    <a:lnTo>
                      <a:pt x="1211629" y="484730"/>
                    </a:lnTo>
                    <a:lnTo>
                      <a:pt x="1216071" y="497745"/>
                    </a:lnTo>
                    <a:lnTo>
                      <a:pt x="1220514" y="511077"/>
                    </a:lnTo>
                    <a:lnTo>
                      <a:pt x="1224322" y="524409"/>
                    </a:lnTo>
                    <a:lnTo>
                      <a:pt x="1227813" y="537741"/>
                    </a:lnTo>
                    <a:lnTo>
                      <a:pt x="1230987" y="551073"/>
                    </a:lnTo>
                    <a:lnTo>
                      <a:pt x="1234160" y="564405"/>
                    </a:lnTo>
                    <a:lnTo>
                      <a:pt x="1237016" y="578055"/>
                    </a:lnTo>
                    <a:lnTo>
                      <a:pt x="1239238" y="591704"/>
                    </a:lnTo>
                    <a:lnTo>
                      <a:pt x="1241142" y="605671"/>
                    </a:lnTo>
                    <a:lnTo>
                      <a:pt x="1243046" y="619321"/>
                    </a:lnTo>
                    <a:lnTo>
                      <a:pt x="1244633" y="632970"/>
                    </a:lnTo>
                    <a:lnTo>
                      <a:pt x="1245902" y="646620"/>
                    </a:lnTo>
                    <a:lnTo>
                      <a:pt x="1246537" y="660269"/>
                    </a:lnTo>
                    <a:lnTo>
                      <a:pt x="1247171" y="674236"/>
                    </a:lnTo>
                    <a:lnTo>
                      <a:pt x="1247489" y="688203"/>
                    </a:lnTo>
                    <a:lnTo>
                      <a:pt x="1247171" y="701852"/>
                    </a:lnTo>
                    <a:lnTo>
                      <a:pt x="1246854" y="715819"/>
                    </a:lnTo>
                    <a:lnTo>
                      <a:pt x="1246219" y="729469"/>
                    </a:lnTo>
                    <a:lnTo>
                      <a:pt x="1245267" y="743118"/>
                    </a:lnTo>
                    <a:lnTo>
                      <a:pt x="1243998" y="756768"/>
                    </a:lnTo>
                    <a:lnTo>
                      <a:pt x="1242094" y="771052"/>
                    </a:lnTo>
                    <a:lnTo>
                      <a:pt x="1240190" y="784702"/>
                    </a:lnTo>
                    <a:lnTo>
                      <a:pt x="1237968" y="798034"/>
                    </a:lnTo>
                    <a:lnTo>
                      <a:pt x="1235747" y="811683"/>
                    </a:lnTo>
                    <a:lnTo>
                      <a:pt x="1232891" y="825333"/>
                    </a:lnTo>
                    <a:lnTo>
                      <a:pt x="1229400" y="838665"/>
                    </a:lnTo>
                    <a:lnTo>
                      <a:pt x="1226226" y="852314"/>
                    </a:lnTo>
                    <a:lnTo>
                      <a:pt x="1222418" y="865646"/>
                    </a:lnTo>
                    <a:lnTo>
                      <a:pt x="1218293" y="878661"/>
                    </a:lnTo>
                    <a:lnTo>
                      <a:pt x="1214167" y="891993"/>
                    </a:lnTo>
                    <a:lnTo>
                      <a:pt x="1209407" y="905008"/>
                    </a:lnTo>
                    <a:lnTo>
                      <a:pt x="1204330" y="918022"/>
                    </a:lnTo>
                    <a:lnTo>
                      <a:pt x="1199252" y="930720"/>
                    </a:lnTo>
                    <a:lnTo>
                      <a:pt x="1193540" y="943417"/>
                    </a:lnTo>
                    <a:lnTo>
                      <a:pt x="1187828" y="956114"/>
                    </a:lnTo>
                    <a:lnTo>
                      <a:pt x="1181481" y="968811"/>
                    </a:lnTo>
                    <a:lnTo>
                      <a:pt x="1175451" y="981191"/>
                    </a:lnTo>
                    <a:lnTo>
                      <a:pt x="1168469" y="993253"/>
                    </a:lnTo>
                    <a:lnTo>
                      <a:pt x="1167094" y="996004"/>
                    </a:lnTo>
                    <a:lnTo>
                      <a:pt x="1166565" y="996745"/>
                    </a:lnTo>
                    <a:lnTo>
                      <a:pt x="1166883" y="996428"/>
                    </a:lnTo>
                    <a:lnTo>
                      <a:pt x="1167094" y="996004"/>
                    </a:lnTo>
                    <a:lnTo>
                      <a:pt x="1168152" y="994523"/>
                    </a:lnTo>
                    <a:lnTo>
                      <a:pt x="1169422" y="992936"/>
                    </a:lnTo>
                    <a:lnTo>
                      <a:pt x="1167517" y="995899"/>
                    </a:lnTo>
                    <a:lnTo>
                      <a:pt x="1167517" y="995793"/>
                    </a:lnTo>
                    <a:lnTo>
                      <a:pt x="1167200" y="996110"/>
                    </a:lnTo>
                    <a:lnTo>
                      <a:pt x="1166756" y="996872"/>
                    </a:lnTo>
                    <a:lnTo>
                      <a:pt x="1166565" y="997062"/>
                    </a:lnTo>
                    <a:lnTo>
                      <a:pt x="1166089" y="998015"/>
                    </a:lnTo>
                    <a:lnTo>
                      <a:pt x="1164979" y="999919"/>
                    </a:lnTo>
                    <a:lnTo>
                      <a:pt x="1164979" y="1000078"/>
                    </a:lnTo>
                    <a:lnTo>
                      <a:pt x="1164767" y="1000448"/>
                    </a:lnTo>
                    <a:lnTo>
                      <a:pt x="1164344" y="1000872"/>
                    </a:lnTo>
                    <a:lnTo>
                      <a:pt x="1161488" y="1007220"/>
                    </a:lnTo>
                    <a:lnTo>
                      <a:pt x="1155141" y="1019282"/>
                    </a:lnTo>
                    <a:lnTo>
                      <a:pt x="1148159" y="1031345"/>
                    </a:lnTo>
                    <a:lnTo>
                      <a:pt x="1141495" y="1043407"/>
                    </a:lnTo>
                    <a:lnTo>
                      <a:pt x="1133879" y="1055152"/>
                    </a:lnTo>
                    <a:lnTo>
                      <a:pt x="1126262" y="1066897"/>
                    </a:lnTo>
                    <a:lnTo>
                      <a:pt x="1118329" y="1078959"/>
                    </a:lnTo>
                    <a:lnTo>
                      <a:pt x="1109760" y="1090704"/>
                    </a:lnTo>
                    <a:lnTo>
                      <a:pt x="1093258" y="1114194"/>
                    </a:lnTo>
                    <a:lnTo>
                      <a:pt x="1076439" y="1138319"/>
                    </a:lnTo>
                    <a:lnTo>
                      <a:pt x="1068188" y="1150698"/>
                    </a:lnTo>
                    <a:lnTo>
                      <a:pt x="1059937" y="1163396"/>
                    </a:lnTo>
                    <a:lnTo>
                      <a:pt x="1052003" y="1175775"/>
                    </a:lnTo>
                    <a:lnTo>
                      <a:pt x="1044704" y="1188790"/>
                    </a:lnTo>
                    <a:lnTo>
                      <a:pt x="1037088" y="1201805"/>
                    </a:lnTo>
                    <a:lnTo>
                      <a:pt x="1029789" y="1214819"/>
                    </a:lnTo>
                    <a:lnTo>
                      <a:pt x="1023125" y="1228786"/>
                    </a:lnTo>
                    <a:lnTo>
                      <a:pt x="1016461" y="1242118"/>
                    </a:lnTo>
                    <a:lnTo>
                      <a:pt x="1010748" y="1256085"/>
                    </a:lnTo>
                    <a:lnTo>
                      <a:pt x="1005036" y="1269735"/>
                    </a:lnTo>
                    <a:lnTo>
                      <a:pt x="999959" y="1284019"/>
                    </a:lnTo>
                    <a:lnTo>
                      <a:pt x="995199" y="1298621"/>
                    </a:lnTo>
                    <a:lnTo>
                      <a:pt x="991073" y="1312905"/>
                    </a:lnTo>
                    <a:lnTo>
                      <a:pt x="987265" y="1327189"/>
                    </a:lnTo>
                    <a:lnTo>
                      <a:pt x="983774" y="1341791"/>
                    </a:lnTo>
                    <a:lnTo>
                      <a:pt x="980918" y="1356393"/>
                    </a:lnTo>
                    <a:lnTo>
                      <a:pt x="978379" y="1370995"/>
                    </a:lnTo>
                    <a:lnTo>
                      <a:pt x="976475" y="1385597"/>
                    </a:lnTo>
                    <a:lnTo>
                      <a:pt x="974888" y="1400198"/>
                    </a:lnTo>
                    <a:lnTo>
                      <a:pt x="973619" y="1415118"/>
                    </a:lnTo>
                    <a:lnTo>
                      <a:pt x="972350" y="1430037"/>
                    </a:lnTo>
                    <a:lnTo>
                      <a:pt x="972032" y="1444639"/>
                    </a:lnTo>
                    <a:lnTo>
                      <a:pt x="971715" y="1459240"/>
                    </a:lnTo>
                    <a:lnTo>
                      <a:pt x="972032" y="1474160"/>
                    </a:lnTo>
                    <a:lnTo>
                      <a:pt x="972667" y="1488761"/>
                    </a:lnTo>
                    <a:lnTo>
                      <a:pt x="973619" y="1503363"/>
                    </a:lnTo>
                    <a:lnTo>
                      <a:pt x="975523" y="1488761"/>
                    </a:lnTo>
                    <a:lnTo>
                      <a:pt x="977110" y="1474477"/>
                    </a:lnTo>
                    <a:lnTo>
                      <a:pt x="979331" y="1459875"/>
                    </a:lnTo>
                    <a:lnTo>
                      <a:pt x="981553" y="1445591"/>
                    </a:lnTo>
                    <a:lnTo>
                      <a:pt x="984091" y="1431306"/>
                    </a:lnTo>
                    <a:lnTo>
                      <a:pt x="987265" y="1417022"/>
                    </a:lnTo>
                    <a:lnTo>
                      <a:pt x="990438" y="1402738"/>
                    </a:lnTo>
                    <a:lnTo>
                      <a:pt x="993929" y="1389088"/>
                    </a:lnTo>
                    <a:lnTo>
                      <a:pt x="997737" y="1375121"/>
                    </a:lnTo>
                    <a:lnTo>
                      <a:pt x="1001863" y="1361472"/>
                    </a:lnTo>
                    <a:lnTo>
                      <a:pt x="1005988" y="1347822"/>
                    </a:lnTo>
                    <a:lnTo>
                      <a:pt x="1011066" y="1334490"/>
                    </a:lnTo>
                    <a:lnTo>
                      <a:pt x="1016143" y="1321476"/>
                    </a:lnTo>
                    <a:lnTo>
                      <a:pt x="1021856" y="1308144"/>
                    </a:lnTo>
                    <a:lnTo>
                      <a:pt x="1027568" y="1295129"/>
                    </a:lnTo>
                    <a:lnTo>
                      <a:pt x="1033915" y="1282432"/>
                    </a:lnTo>
                    <a:lnTo>
                      <a:pt x="1040262" y="1269735"/>
                    </a:lnTo>
                    <a:lnTo>
                      <a:pt x="1047243" y="1257672"/>
                    </a:lnTo>
                    <a:lnTo>
                      <a:pt x="1054225" y="1245293"/>
                    </a:lnTo>
                    <a:lnTo>
                      <a:pt x="1061841" y="1233548"/>
                    </a:lnTo>
                    <a:lnTo>
                      <a:pt x="1069775" y="1221803"/>
                    </a:lnTo>
                    <a:lnTo>
                      <a:pt x="1077391" y="1210058"/>
                    </a:lnTo>
                    <a:lnTo>
                      <a:pt x="1085959" y="1198630"/>
                    </a:lnTo>
                    <a:lnTo>
                      <a:pt x="1094528" y="1187203"/>
                    </a:lnTo>
                    <a:lnTo>
                      <a:pt x="1111982" y="1164665"/>
                    </a:lnTo>
                    <a:lnTo>
                      <a:pt x="1130071" y="1142128"/>
                    </a:lnTo>
                    <a:lnTo>
                      <a:pt x="1148477" y="1119273"/>
                    </a:lnTo>
                    <a:lnTo>
                      <a:pt x="1166883" y="1096100"/>
                    </a:lnTo>
                    <a:lnTo>
                      <a:pt x="1175768" y="1084038"/>
                    </a:lnTo>
                    <a:lnTo>
                      <a:pt x="1184971" y="1071658"/>
                    </a:lnTo>
                    <a:lnTo>
                      <a:pt x="1193222" y="1059279"/>
                    </a:lnTo>
                    <a:lnTo>
                      <a:pt x="1201473" y="1046264"/>
                    </a:lnTo>
                    <a:lnTo>
                      <a:pt x="1205599" y="1039915"/>
                    </a:lnTo>
                    <a:lnTo>
                      <a:pt x="1209724" y="1032932"/>
                    </a:lnTo>
                    <a:lnTo>
                      <a:pt x="1212263" y="1027853"/>
                    </a:lnTo>
                    <a:lnTo>
                      <a:pt x="1213215" y="1026583"/>
                    </a:lnTo>
                    <a:lnTo>
                      <a:pt x="1213850" y="1025314"/>
                    </a:lnTo>
                    <a:lnTo>
                      <a:pt x="1213215" y="1025948"/>
                    </a:lnTo>
                    <a:lnTo>
                      <a:pt x="1213850" y="1024679"/>
                    </a:lnTo>
                    <a:lnTo>
                      <a:pt x="1213850" y="1025313"/>
                    </a:lnTo>
                    <a:lnTo>
                      <a:pt x="1214167" y="1024679"/>
                    </a:lnTo>
                    <a:lnTo>
                      <a:pt x="1214802" y="1023409"/>
                    </a:lnTo>
                    <a:lnTo>
                      <a:pt x="1216071" y="1021504"/>
                    </a:lnTo>
                    <a:lnTo>
                      <a:pt x="1224005" y="1008490"/>
                    </a:lnTo>
                    <a:lnTo>
                      <a:pt x="1231939" y="995475"/>
                    </a:lnTo>
                    <a:lnTo>
                      <a:pt x="1238920" y="982143"/>
                    </a:lnTo>
                    <a:lnTo>
                      <a:pt x="1245902" y="968176"/>
                    </a:lnTo>
                    <a:lnTo>
                      <a:pt x="1252566" y="954527"/>
                    </a:lnTo>
                    <a:lnTo>
                      <a:pt x="1258913" y="940560"/>
                    </a:lnTo>
                    <a:lnTo>
                      <a:pt x="1264625" y="926593"/>
                    </a:lnTo>
                    <a:lnTo>
                      <a:pt x="1270338" y="912626"/>
                    </a:lnTo>
                    <a:lnTo>
                      <a:pt x="1275732" y="898342"/>
                    </a:lnTo>
                    <a:lnTo>
                      <a:pt x="1280810" y="883422"/>
                    </a:lnTo>
                    <a:lnTo>
                      <a:pt x="1285253" y="869138"/>
                    </a:lnTo>
                    <a:lnTo>
                      <a:pt x="1289378" y="854219"/>
                    </a:lnTo>
                    <a:lnTo>
                      <a:pt x="1293186" y="839300"/>
                    </a:lnTo>
                    <a:lnTo>
                      <a:pt x="1296677" y="824380"/>
                    </a:lnTo>
                    <a:lnTo>
                      <a:pt x="1299533" y="809461"/>
                    </a:lnTo>
                    <a:lnTo>
                      <a:pt x="1302707" y="794542"/>
                    </a:lnTo>
                    <a:lnTo>
                      <a:pt x="1304928" y="779305"/>
                    </a:lnTo>
                    <a:lnTo>
                      <a:pt x="1306832" y="764069"/>
                    </a:lnTo>
                    <a:lnTo>
                      <a:pt x="1308419" y="749150"/>
                    </a:lnTo>
                    <a:lnTo>
                      <a:pt x="1309688" y="733596"/>
                    </a:lnTo>
                    <a:lnTo>
                      <a:pt x="1310640" y="718359"/>
                    </a:lnTo>
                    <a:lnTo>
                      <a:pt x="1311275" y="703122"/>
                    </a:lnTo>
                    <a:lnTo>
                      <a:pt x="1311275" y="687886"/>
                    </a:lnTo>
                    <a:lnTo>
                      <a:pt x="1311275" y="672331"/>
                    </a:lnTo>
                    <a:lnTo>
                      <a:pt x="1310640" y="657412"/>
                    </a:lnTo>
                    <a:lnTo>
                      <a:pt x="1309688" y="642176"/>
                    </a:lnTo>
                    <a:lnTo>
                      <a:pt x="1308419" y="626622"/>
                    </a:lnTo>
                    <a:lnTo>
                      <a:pt x="1306832" y="611385"/>
                    </a:lnTo>
                    <a:lnTo>
                      <a:pt x="1304928" y="596466"/>
                    </a:lnTo>
                    <a:lnTo>
                      <a:pt x="1302707" y="580912"/>
                    </a:lnTo>
                    <a:lnTo>
                      <a:pt x="1299533" y="565992"/>
                    </a:lnTo>
                    <a:lnTo>
                      <a:pt x="1296677" y="551073"/>
                    </a:lnTo>
                    <a:lnTo>
                      <a:pt x="1293186" y="536154"/>
                    </a:lnTo>
                    <a:lnTo>
                      <a:pt x="1289061" y="521235"/>
                    </a:lnTo>
                    <a:lnTo>
                      <a:pt x="1284935" y="506633"/>
                    </a:lnTo>
                    <a:lnTo>
                      <a:pt x="1280493" y="492031"/>
                    </a:lnTo>
                    <a:lnTo>
                      <a:pt x="1275415" y="477747"/>
                    </a:lnTo>
                    <a:lnTo>
                      <a:pt x="1270338" y="463145"/>
                    </a:lnTo>
                    <a:lnTo>
                      <a:pt x="1264625" y="448861"/>
                    </a:lnTo>
                    <a:lnTo>
                      <a:pt x="1258913" y="434894"/>
                    </a:lnTo>
                    <a:lnTo>
                      <a:pt x="1252249" y="420927"/>
                    </a:lnTo>
                    <a:lnTo>
                      <a:pt x="1245902" y="407278"/>
                    </a:lnTo>
                    <a:lnTo>
                      <a:pt x="1238603" y="393628"/>
                    </a:lnTo>
                    <a:lnTo>
                      <a:pt x="1231304" y="379979"/>
                    </a:lnTo>
                    <a:lnTo>
                      <a:pt x="1224005" y="366646"/>
                    </a:lnTo>
                    <a:lnTo>
                      <a:pt x="1215754" y="353632"/>
                    </a:lnTo>
                    <a:lnTo>
                      <a:pt x="1207503" y="340935"/>
                    </a:lnTo>
                    <a:lnTo>
                      <a:pt x="1199252" y="328237"/>
                    </a:lnTo>
                    <a:lnTo>
                      <a:pt x="1190366" y="315858"/>
                    </a:lnTo>
                    <a:lnTo>
                      <a:pt x="1181163" y="303795"/>
                    </a:lnTo>
                    <a:lnTo>
                      <a:pt x="1171643" y="291733"/>
                    </a:lnTo>
                    <a:lnTo>
                      <a:pt x="1162123" y="280306"/>
                    </a:lnTo>
                    <a:lnTo>
                      <a:pt x="1151967" y="268561"/>
                    </a:lnTo>
                    <a:lnTo>
                      <a:pt x="1141812" y="257451"/>
                    </a:lnTo>
                    <a:lnTo>
                      <a:pt x="1131023" y="246658"/>
                    </a:lnTo>
                    <a:lnTo>
                      <a:pt x="1120233" y="235865"/>
                    </a:lnTo>
                    <a:lnTo>
                      <a:pt x="1109126" y="225390"/>
                    </a:lnTo>
                    <a:lnTo>
                      <a:pt x="1097701" y="215232"/>
                    </a:lnTo>
                    <a:lnTo>
                      <a:pt x="1086277" y="205709"/>
                    </a:lnTo>
                    <a:lnTo>
                      <a:pt x="1074535" y="196187"/>
                    </a:lnTo>
                    <a:lnTo>
                      <a:pt x="1062476" y="186664"/>
                    </a:lnTo>
                    <a:lnTo>
                      <a:pt x="1050417" y="177776"/>
                    </a:lnTo>
                    <a:lnTo>
                      <a:pt x="1038040" y="168888"/>
                    </a:lnTo>
                    <a:lnTo>
                      <a:pt x="1025664" y="160952"/>
                    </a:lnTo>
                    <a:lnTo>
                      <a:pt x="1012653" y="152699"/>
                    </a:lnTo>
                    <a:lnTo>
                      <a:pt x="999959" y="145080"/>
                    </a:lnTo>
                    <a:lnTo>
                      <a:pt x="986630" y="137779"/>
                    </a:lnTo>
                    <a:lnTo>
                      <a:pt x="973619" y="130479"/>
                    </a:lnTo>
                    <a:lnTo>
                      <a:pt x="959656" y="124130"/>
                    </a:lnTo>
                    <a:lnTo>
                      <a:pt x="946327" y="117464"/>
                    </a:lnTo>
                    <a:lnTo>
                      <a:pt x="932364" y="111750"/>
                    </a:lnTo>
                    <a:lnTo>
                      <a:pt x="918718" y="105719"/>
                    </a:lnTo>
                    <a:lnTo>
                      <a:pt x="904755" y="100640"/>
                    </a:lnTo>
                    <a:lnTo>
                      <a:pt x="890474" y="95561"/>
                    </a:lnTo>
                    <a:lnTo>
                      <a:pt x="876194" y="91117"/>
                    </a:lnTo>
                    <a:lnTo>
                      <a:pt x="861913" y="86673"/>
                    </a:lnTo>
                    <a:lnTo>
                      <a:pt x="847633" y="82864"/>
                    </a:lnTo>
                    <a:lnTo>
                      <a:pt x="833352" y="79690"/>
                    </a:lnTo>
                    <a:lnTo>
                      <a:pt x="818437" y="76516"/>
                    </a:lnTo>
                    <a:lnTo>
                      <a:pt x="803839" y="73659"/>
                    </a:lnTo>
                    <a:lnTo>
                      <a:pt x="789241" y="71437"/>
                    </a:lnTo>
                    <a:lnTo>
                      <a:pt x="774643" y="69215"/>
                    </a:lnTo>
                    <a:lnTo>
                      <a:pt x="759728" y="67627"/>
                    </a:lnTo>
                    <a:lnTo>
                      <a:pt x="745130" y="66675"/>
                    </a:lnTo>
                    <a:lnTo>
                      <a:pt x="730532" y="65723"/>
                    </a:lnTo>
                    <a:lnTo>
                      <a:pt x="715934" y="65405"/>
                    </a:lnTo>
                    <a:lnTo>
                      <a:pt x="701019" y="65088"/>
                    </a:lnTo>
                    <a:close/>
                    <a:moveTo>
                      <a:pt x="679609" y="0"/>
                    </a:moveTo>
                    <a:lnTo>
                      <a:pt x="696766" y="318"/>
                    </a:lnTo>
                    <a:lnTo>
                      <a:pt x="714241" y="953"/>
                    </a:lnTo>
                    <a:lnTo>
                      <a:pt x="731715" y="2223"/>
                    </a:lnTo>
                    <a:lnTo>
                      <a:pt x="748555" y="3493"/>
                    </a:lnTo>
                    <a:lnTo>
                      <a:pt x="766030" y="5399"/>
                    </a:lnTo>
                    <a:lnTo>
                      <a:pt x="782551" y="7939"/>
                    </a:lnTo>
                    <a:lnTo>
                      <a:pt x="799708" y="10797"/>
                    </a:lnTo>
                    <a:lnTo>
                      <a:pt x="816230" y="13973"/>
                    </a:lnTo>
                    <a:lnTo>
                      <a:pt x="833069" y="17784"/>
                    </a:lnTo>
                    <a:lnTo>
                      <a:pt x="849273" y="21594"/>
                    </a:lnTo>
                    <a:lnTo>
                      <a:pt x="865159" y="25723"/>
                    </a:lnTo>
                    <a:lnTo>
                      <a:pt x="881363" y="30804"/>
                    </a:lnTo>
                    <a:lnTo>
                      <a:pt x="897249" y="35885"/>
                    </a:lnTo>
                    <a:lnTo>
                      <a:pt x="912817" y="41601"/>
                    </a:lnTo>
                    <a:lnTo>
                      <a:pt x="928704" y="47317"/>
                    </a:lnTo>
                    <a:lnTo>
                      <a:pt x="943954" y="53668"/>
                    </a:lnTo>
                    <a:lnTo>
                      <a:pt x="958887" y="60019"/>
                    </a:lnTo>
                    <a:lnTo>
                      <a:pt x="974138" y="67323"/>
                    </a:lnTo>
                    <a:lnTo>
                      <a:pt x="988753" y="74310"/>
                    </a:lnTo>
                    <a:lnTo>
                      <a:pt x="1003051" y="82249"/>
                    </a:lnTo>
                    <a:lnTo>
                      <a:pt x="1017348" y="90188"/>
                    </a:lnTo>
                    <a:lnTo>
                      <a:pt x="1031646" y="98444"/>
                    </a:lnTo>
                    <a:lnTo>
                      <a:pt x="1045626" y="107019"/>
                    </a:lnTo>
                    <a:lnTo>
                      <a:pt x="1059288" y="116228"/>
                    </a:lnTo>
                    <a:lnTo>
                      <a:pt x="1072632" y="125437"/>
                    </a:lnTo>
                    <a:lnTo>
                      <a:pt x="1085976" y="135282"/>
                    </a:lnTo>
                    <a:lnTo>
                      <a:pt x="1098685" y="144808"/>
                    </a:lnTo>
                    <a:lnTo>
                      <a:pt x="1111394" y="155288"/>
                    </a:lnTo>
                    <a:lnTo>
                      <a:pt x="1123785" y="165768"/>
                    </a:lnTo>
                    <a:lnTo>
                      <a:pt x="1136177" y="176565"/>
                    </a:lnTo>
                    <a:lnTo>
                      <a:pt x="1147932" y="187679"/>
                    </a:lnTo>
                    <a:lnTo>
                      <a:pt x="1159688" y="199112"/>
                    </a:lnTo>
                    <a:lnTo>
                      <a:pt x="1171126" y="210861"/>
                    </a:lnTo>
                    <a:lnTo>
                      <a:pt x="1182246" y="222611"/>
                    </a:lnTo>
                    <a:lnTo>
                      <a:pt x="1193049" y="234996"/>
                    </a:lnTo>
                    <a:lnTo>
                      <a:pt x="1203534" y="247381"/>
                    </a:lnTo>
                    <a:lnTo>
                      <a:pt x="1214019" y="260084"/>
                    </a:lnTo>
                    <a:lnTo>
                      <a:pt x="1223868" y="272786"/>
                    </a:lnTo>
                    <a:lnTo>
                      <a:pt x="1233717" y="286124"/>
                    </a:lnTo>
                    <a:lnTo>
                      <a:pt x="1242614" y="299779"/>
                    </a:lnTo>
                    <a:lnTo>
                      <a:pt x="1251828" y="313434"/>
                    </a:lnTo>
                    <a:lnTo>
                      <a:pt x="1260406" y="327089"/>
                    </a:lnTo>
                    <a:lnTo>
                      <a:pt x="1268985" y="341380"/>
                    </a:lnTo>
                    <a:lnTo>
                      <a:pt x="1276610" y="355670"/>
                    </a:lnTo>
                    <a:lnTo>
                      <a:pt x="1284553" y="370278"/>
                    </a:lnTo>
                    <a:lnTo>
                      <a:pt x="1291861" y="384886"/>
                    </a:lnTo>
                    <a:lnTo>
                      <a:pt x="1298851" y="399811"/>
                    </a:lnTo>
                    <a:lnTo>
                      <a:pt x="1305523" y="414737"/>
                    </a:lnTo>
                    <a:lnTo>
                      <a:pt x="1311560" y="430297"/>
                    </a:lnTo>
                    <a:lnTo>
                      <a:pt x="1317596" y="445858"/>
                    </a:lnTo>
                    <a:lnTo>
                      <a:pt x="1322998" y="461418"/>
                    </a:lnTo>
                    <a:lnTo>
                      <a:pt x="1328399" y="477614"/>
                    </a:lnTo>
                    <a:lnTo>
                      <a:pt x="1333165" y="493492"/>
                    </a:lnTo>
                    <a:lnTo>
                      <a:pt x="1337295" y="509370"/>
                    </a:lnTo>
                    <a:lnTo>
                      <a:pt x="1341425" y="525883"/>
                    </a:lnTo>
                    <a:lnTo>
                      <a:pt x="1344920" y="542397"/>
                    </a:lnTo>
                    <a:lnTo>
                      <a:pt x="1348098" y="559227"/>
                    </a:lnTo>
                    <a:lnTo>
                      <a:pt x="1351275" y="576058"/>
                    </a:lnTo>
                    <a:lnTo>
                      <a:pt x="1353499" y="592571"/>
                    </a:lnTo>
                    <a:lnTo>
                      <a:pt x="1355405" y="610037"/>
                    </a:lnTo>
                    <a:lnTo>
                      <a:pt x="1356676" y="626868"/>
                    </a:lnTo>
                    <a:lnTo>
                      <a:pt x="1357947" y="644334"/>
                    </a:lnTo>
                    <a:lnTo>
                      <a:pt x="1358582" y="661800"/>
                    </a:lnTo>
                    <a:lnTo>
                      <a:pt x="1358900" y="679266"/>
                    </a:lnTo>
                    <a:lnTo>
                      <a:pt x="1358582" y="691333"/>
                    </a:lnTo>
                    <a:lnTo>
                      <a:pt x="1358265" y="703401"/>
                    </a:lnTo>
                    <a:lnTo>
                      <a:pt x="1357947" y="715151"/>
                    </a:lnTo>
                    <a:lnTo>
                      <a:pt x="1356994" y="726900"/>
                    </a:lnTo>
                    <a:lnTo>
                      <a:pt x="1356358" y="738968"/>
                    </a:lnTo>
                    <a:lnTo>
                      <a:pt x="1355088" y="750718"/>
                    </a:lnTo>
                    <a:lnTo>
                      <a:pt x="1353817" y="762150"/>
                    </a:lnTo>
                    <a:lnTo>
                      <a:pt x="1352546" y="773900"/>
                    </a:lnTo>
                    <a:lnTo>
                      <a:pt x="1350639" y="785332"/>
                    </a:lnTo>
                    <a:lnTo>
                      <a:pt x="1348415" y="796764"/>
                    </a:lnTo>
                    <a:lnTo>
                      <a:pt x="1346509" y="808196"/>
                    </a:lnTo>
                    <a:lnTo>
                      <a:pt x="1344285" y="819629"/>
                    </a:lnTo>
                    <a:lnTo>
                      <a:pt x="1342061" y="831061"/>
                    </a:lnTo>
                    <a:lnTo>
                      <a:pt x="1339201" y="842175"/>
                    </a:lnTo>
                    <a:lnTo>
                      <a:pt x="1336342" y="853290"/>
                    </a:lnTo>
                    <a:lnTo>
                      <a:pt x="1333165" y="864405"/>
                    </a:lnTo>
                    <a:lnTo>
                      <a:pt x="1326810" y="885999"/>
                    </a:lnTo>
                    <a:lnTo>
                      <a:pt x="1319503" y="907593"/>
                    </a:lnTo>
                    <a:lnTo>
                      <a:pt x="1311242" y="928870"/>
                    </a:lnTo>
                    <a:lnTo>
                      <a:pt x="1302981" y="949829"/>
                    </a:lnTo>
                    <a:lnTo>
                      <a:pt x="1293449" y="970471"/>
                    </a:lnTo>
                    <a:lnTo>
                      <a:pt x="1283282" y="990477"/>
                    </a:lnTo>
                    <a:lnTo>
                      <a:pt x="1272797" y="1010484"/>
                    </a:lnTo>
                    <a:lnTo>
                      <a:pt x="1261359" y="1029855"/>
                    </a:lnTo>
                    <a:lnTo>
                      <a:pt x="1261359" y="1030172"/>
                    </a:lnTo>
                    <a:lnTo>
                      <a:pt x="1261042" y="1030490"/>
                    </a:lnTo>
                    <a:lnTo>
                      <a:pt x="1261042" y="1030808"/>
                    </a:lnTo>
                    <a:lnTo>
                      <a:pt x="1260724" y="1031443"/>
                    </a:lnTo>
                    <a:lnTo>
                      <a:pt x="1253099" y="1045098"/>
                    </a:lnTo>
                    <a:lnTo>
                      <a:pt x="1245791" y="1058753"/>
                    </a:lnTo>
                    <a:lnTo>
                      <a:pt x="1237530" y="1071773"/>
                    </a:lnTo>
                    <a:lnTo>
                      <a:pt x="1229269" y="1084476"/>
                    </a:lnTo>
                    <a:lnTo>
                      <a:pt x="1220691" y="1097178"/>
                    </a:lnTo>
                    <a:lnTo>
                      <a:pt x="1212112" y="1109563"/>
                    </a:lnTo>
                    <a:lnTo>
                      <a:pt x="1194002" y="1134333"/>
                    </a:lnTo>
                    <a:lnTo>
                      <a:pt x="1175892" y="1158785"/>
                    </a:lnTo>
                    <a:lnTo>
                      <a:pt x="1157146" y="1183873"/>
                    </a:lnTo>
                    <a:lnTo>
                      <a:pt x="1147932" y="1196575"/>
                    </a:lnTo>
                    <a:lnTo>
                      <a:pt x="1139354" y="1209913"/>
                    </a:lnTo>
                    <a:lnTo>
                      <a:pt x="1130458" y="1223250"/>
                    </a:lnTo>
                    <a:lnTo>
                      <a:pt x="1121561" y="1236906"/>
                    </a:lnTo>
                    <a:lnTo>
                      <a:pt x="1112983" y="1251513"/>
                    </a:lnTo>
                    <a:lnTo>
                      <a:pt x="1105040" y="1266439"/>
                    </a:lnTo>
                    <a:lnTo>
                      <a:pt x="1097097" y="1281682"/>
                    </a:lnTo>
                    <a:lnTo>
                      <a:pt x="1089153" y="1297560"/>
                    </a:lnTo>
                    <a:lnTo>
                      <a:pt x="1082164" y="1314391"/>
                    </a:lnTo>
                    <a:lnTo>
                      <a:pt x="1075174" y="1331857"/>
                    </a:lnTo>
                    <a:lnTo>
                      <a:pt x="1068819" y="1350275"/>
                    </a:lnTo>
                    <a:lnTo>
                      <a:pt x="1062783" y="1369329"/>
                    </a:lnTo>
                    <a:lnTo>
                      <a:pt x="1057699" y="1389336"/>
                    </a:lnTo>
                    <a:lnTo>
                      <a:pt x="1054839" y="1399815"/>
                    </a:lnTo>
                    <a:lnTo>
                      <a:pt x="1052615" y="1410295"/>
                    </a:lnTo>
                    <a:lnTo>
                      <a:pt x="1050391" y="1421092"/>
                    </a:lnTo>
                    <a:lnTo>
                      <a:pt x="1048485" y="1432524"/>
                    </a:lnTo>
                    <a:lnTo>
                      <a:pt x="1046579" y="1443956"/>
                    </a:lnTo>
                    <a:lnTo>
                      <a:pt x="1044672" y="1455706"/>
                    </a:lnTo>
                    <a:lnTo>
                      <a:pt x="1042766" y="1467456"/>
                    </a:lnTo>
                    <a:lnTo>
                      <a:pt x="1041495" y="1479841"/>
                    </a:lnTo>
                    <a:lnTo>
                      <a:pt x="1040224" y="1492543"/>
                    </a:lnTo>
                    <a:lnTo>
                      <a:pt x="1039271" y="1505246"/>
                    </a:lnTo>
                    <a:lnTo>
                      <a:pt x="1038636" y="1518583"/>
                    </a:lnTo>
                    <a:lnTo>
                      <a:pt x="1037682" y="1531921"/>
                    </a:lnTo>
                    <a:lnTo>
                      <a:pt x="1037365" y="1546211"/>
                    </a:lnTo>
                    <a:lnTo>
                      <a:pt x="1037047" y="1560184"/>
                    </a:lnTo>
                    <a:lnTo>
                      <a:pt x="1036729" y="1565583"/>
                    </a:lnTo>
                    <a:lnTo>
                      <a:pt x="1035776" y="1571299"/>
                    </a:lnTo>
                    <a:lnTo>
                      <a:pt x="1034505" y="1576697"/>
                    </a:lnTo>
                    <a:lnTo>
                      <a:pt x="1032599" y="1582096"/>
                    </a:lnTo>
                    <a:lnTo>
                      <a:pt x="1030057" y="1586542"/>
                    </a:lnTo>
                    <a:lnTo>
                      <a:pt x="1027198" y="1591305"/>
                    </a:lnTo>
                    <a:lnTo>
                      <a:pt x="1024020" y="1595751"/>
                    </a:lnTo>
                    <a:lnTo>
                      <a:pt x="1020208" y="1599562"/>
                    </a:lnTo>
                    <a:lnTo>
                      <a:pt x="1016395" y="1603055"/>
                    </a:lnTo>
                    <a:lnTo>
                      <a:pt x="1012265" y="1606548"/>
                    </a:lnTo>
                    <a:lnTo>
                      <a:pt x="1007499" y="1609089"/>
                    </a:lnTo>
                    <a:lnTo>
                      <a:pt x="1002733" y="1611629"/>
                    </a:lnTo>
                    <a:lnTo>
                      <a:pt x="997649" y="1613217"/>
                    </a:lnTo>
                    <a:lnTo>
                      <a:pt x="992248" y="1614805"/>
                    </a:lnTo>
                    <a:lnTo>
                      <a:pt x="986847" y="1615758"/>
                    </a:lnTo>
                    <a:lnTo>
                      <a:pt x="980810" y="1616075"/>
                    </a:lnTo>
                    <a:lnTo>
                      <a:pt x="679609" y="1616075"/>
                    </a:lnTo>
                    <a:lnTo>
                      <a:pt x="377772" y="1616075"/>
                    </a:lnTo>
                    <a:lnTo>
                      <a:pt x="371736" y="1615758"/>
                    </a:lnTo>
                    <a:lnTo>
                      <a:pt x="366334" y="1614805"/>
                    </a:lnTo>
                    <a:lnTo>
                      <a:pt x="360933" y="1613217"/>
                    </a:lnTo>
                    <a:lnTo>
                      <a:pt x="355850" y="1611629"/>
                    </a:lnTo>
                    <a:lnTo>
                      <a:pt x="351084" y="1609089"/>
                    </a:lnTo>
                    <a:lnTo>
                      <a:pt x="346318" y="1606548"/>
                    </a:lnTo>
                    <a:lnTo>
                      <a:pt x="342187" y="1603055"/>
                    </a:lnTo>
                    <a:lnTo>
                      <a:pt x="338057" y="1599562"/>
                    </a:lnTo>
                    <a:lnTo>
                      <a:pt x="334562" y="1595751"/>
                    </a:lnTo>
                    <a:lnTo>
                      <a:pt x="331385" y="1591305"/>
                    </a:lnTo>
                    <a:lnTo>
                      <a:pt x="328525" y="1586859"/>
                    </a:lnTo>
                    <a:lnTo>
                      <a:pt x="325984" y="1582096"/>
                    </a:lnTo>
                    <a:lnTo>
                      <a:pt x="324077" y="1576697"/>
                    </a:lnTo>
                    <a:lnTo>
                      <a:pt x="322806" y="1571616"/>
                    </a:lnTo>
                    <a:lnTo>
                      <a:pt x="321853" y="1565900"/>
                    </a:lnTo>
                    <a:lnTo>
                      <a:pt x="321535" y="1560184"/>
                    </a:lnTo>
                    <a:lnTo>
                      <a:pt x="321218" y="1546211"/>
                    </a:lnTo>
                    <a:lnTo>
                      <a:pt x="320900" y="1531921"/>
                    </a:lnTo>
                    <a:lnTo>
                      <a:pt x="320265" y="1518583"/>
                    </a:lnTo>
                    <a:lnTo>
                      <a:pt x="319311" y="1505246"/>
                    </a:lnTo>
                    <a:lnTo>
                      <a:pt x="318358" y="1492543"/>
                    </a:lnTo>
                    <a:lnTo>
                      <a:pt x="317087" y="1479841"/>
                    </a:lnTo>
                    <a:lnTo>
                      <a:pt x="315816" y="1467456"/>
                    </a:lnTo>
                    <a:lnTo>
                      <a:pt x="313910" y="1455706"/>
                    </a:lnTo>
                    <a:lnTo>
                      <a:pt x="312004" y="1443956"/>
                    </a:lnTo>
                    <a:lnTo>
                      <a:pt x="310415" y="1432524"/>
                    </a:lnTo>
                    <a:lnTo>
                      <a:pt x="308191" y="1421409"/>
                    </a:lnTo>
                    <a:lnTo>
                      <a:pt x="305967" y="1410295"/>
                    </a:lnTo>
                    <a:lnTo>
                      <a:pt x="303743" y="1399815"/>
                    </a:lnTo>
                    <a:lnTo>
                      <a:pt x="301201" y="1389336"/>
                    </a:lnTo>
                    <a:lnTo>
                      <a:pt x="295800" y="1369329"/>
                    </a:lnTo>
                    <a:lnTo>
                      <a:pt x="289763" y="1350275"/>
                    </a:lnTo>
                    <a:lnTo>
                      <a:pt x="283409" y="1331857"/>
                    </a:lnTo>
                    <a:lnTo>
                      <a:pt x="276419" y="1314391"/>
                    </a:lnTo>
                    <a:lnTo>
                      <a:pt x="269429" y="1297560"/>
                    </a:lnTo>
                    <a:lnTo>
                      <a:pt x="261804" y="1281682"/>
                    </a:lnTo>
                    <a:lnTo>
                      <a:pt x="253543" y="1266439"/>
                    </a:lnTo>
                    <a:lnTo>
                      <a:pt x="245600" y="1251513"/>
                    </a:lnTo>
                    <a:lnTo>
                      <a:pt x="237021" y="1236906"/>
                    </a:lnTo>
                    <a:lnTo>
                      <a:pt x="228125" y="1223250"/>
                    </a:lnTo>
                    <a:lnTo>
                      <a:pt x="219229" y="1209913"/>
                    </a:lnTo>
                    <a:lnTo>
                      <a:pt x="210650" y="1196575"/>
                    </a:lnTo>
                    <a:lnTo>
                      <a:pt x="201436" y="1183873"/>
                    </a:lnTo>
                    <a:lnTo>
                      <a:pt x="183008" y="1158785"/>
                    </a:lnTo>
                    <a:lnTo>
                      <a:pt x="164580" y="1134333"/>
                    </a:lnTo>
                    <a:lnTo>
                      <a:pt x="146470" y="1109563"/>
                    </a:lnTo>
                    <a:lnTo>
                      <a:pt x="137892" y="1097178"/>
                    </a:lnTo>
                    <a:lnTo>
                      <a:pt x="129313" y="1084476"/>
                    </a:lnTo>
                    <a:lnTo>
                      <a:pt x="121052" y="1071773"/>
                    </a:lnTo>
                    <a:lnTo>
                      <a:pt x="112792" y="1058753"/>
                    </a:lnTo>
                    <a:lnTo>
                      <a:pt x="105484" y="1045098"/>
                    </a:lnTo>
                    <a:lnTo>
                      <a:pt x="97859" y="1031443"/>
                    </a:lnTo>
                    <a:lnTo>
                      <a:pt x="97541" y="1030808"/>
                    </a:lnTo>
                    <a:lnTo>
                      <a:pt x="97223" y="1030490"/>
                    </a:lnTo>
                    <a:lnTo>
                      <a:pt x="97541" y="1030490"/>
                    </a:lnTo>
                    <a:lnTo>
                      <a:pt x="97541" y="1030172"/>
                    </a:lnTo>
                    <a:lnTo>
                      <a:pt x="97223" y="1029855"/>
                    </a:lnTo>
                    <a:lnTo>
                      <a:pt x="85785" y="1010484"/>
                    </a:lnTo>
                    <a:lnTo>
                      <a:pt x="75300" y="990477"/>
                    </a:lnTo>
                    <a:lnTo>
                      <a:pt x="65133" y="970471"/>
                    </a:lnTo>
                    <a:lnTo>
                      <a:pt x="55602" y="949829"/>
                    </a:lnTo>
                    <a:lnTo>
                      <a:pt x="47341" y="928870"/>
                    </a:lnTo>
                    <a:lnTo>
                      <a:pt x="39080" y="907593"/>
                    </a:lnTo>
                    <a:lnTo>
                      <a:pt x="31772" y="885999"/>
                    </a:lnTo>
                    <a:lnTo>
                      <a:pt x="25418" y="864405"/>
                    </a:lnTo>
                    <a:lnTo>
                      <a:pt x="22241" y="853290"/>
                    </a:lnTo>
                    <a:lnTo>
                      <a:pt x="19381" y="842175"/>
                    </a:lnTo>
                    <a:lnTo>
                      <a:pt x="16839" y="831061"/>
                    </a:lnTo>
                    <a:lnTo>
                      <a:pt x="14298" y="819629"/>
                    </a:lnTo>
                    <a:lnTo>
                      <a:pt x="12073" y="808196"/>
                    </a:lnTo>
                    <a:lnTo>
                      <a:pt x="10167" y="796764"/>
                    </a:lnTo>
                    <a:lnTo>
                      <a:pt x="7943" y="785332"/>
                    </a:lnTo>
                    <a:lnTo>
                      <a:pt x="6354" y="773900"/>
                    </a:lnTo>
                    <a:lnTo>
                      <a:pt x="4766" y="762150"/>
                    </a:lnTo>
                    <a:lnTo>
                      <a:pt x="3495" y="750718"/>
                    </a:lnTo>
                    <a:lnTo>
                      <a:pt x="2224" y="738968"/>
                    </a:lnTo>
                    <a:lnTo>
                      <a:pt x="1589" y="726900"/>
                    </a:lnTo>
                    <a:lnTo>
                      <a:pt x="635" y="715151"/>
                    </a:lnTo>
                    <a:lnTo>
                      <a:pt x="318" y="703401"/>
                    </a:lnTo>
                    <a:lnTo>
                      <a:pt x="0" y="691333"/>
                    </a:lnTo>
                    <a:lnTo>
                      <a:pt x="0" y="679266"/>
                    </a:lnTo>
                    <a:lnTo>
                      <a:pt x="0" y="661800"/>
                    </a:lnTo>
                    <a:lnTo>
                      <a:pt x="635" y="644334"/>
                    </a:lnTo>
                    <a:lnTo>
                      <a:pt x="1906" y="626868"/>
                    </a:lnTo>
                    <a:lnTo>
                      <a:pt x="3177" y="610037"/>
                    </a:lnTo>
                    <a:lnTo>
                      <a:pt x="5084" y="592571"/>
                    </a:lnTo>
                    <a:lnTo>
                      <a:pt x="7625" y="576058"/>
                    </a:lnTo>
                    <a:lnTo>
                      <a:pt x="10485" y="559227"/>
                    </a:lnTo>
                    <a:lnTo>
                      <a:pt x="13662" y="542397"/>
                    </a:lnTo>
                    <a:lnTo>
                      <a:pt x="17157" y="525883"/>
                    </a:lnTo>
                    <a:lnTo>
                      <a:pt x="21287" y="509370"/>
                    </a:lnTo>
                    <a:lnTo>
                      <a:pt x="25736" y="493492"/>
                    </a:lnTo>
                    <a:lnTo>
                      <a:pt x="30184" y="477614"/>
                    </a:lnTo>
                    <a:lnTo>
                      <a:pt x="35585" y="461418"/>
                    </a:lnTo>
                    <a:lnTo>
                      <a:pt x="40986" y="445858"/>
                    </a:lnTo>
                    <a:lnTo>
                      <a:pt x="47023" y="430297"/>
                    </a:lnTo>
                    <a:lnTo>
                      <a:pt x="53060" y="414737"/>
                    </a:lnTo>
                    <a:lnTo>
                      <a:pt x="59732" y="399811"/>
                    </a:lnTo>
                    <a:lnTo>
                      <a:pt x="66722" y="384886"/>
                    </a:lnTo>
                    <a:lnTo>
                      <a:pt x="74029" y="370278"/>
                    </a:lnTo>
                    <a:lnTo>
                      <a:pt x="81973" y="355670"/>
                    </a:lnTo>
                    <a:lnTo>
                      <a:pt x="89598" y="341380"/>
                    </a:lnTo>
                    <a:lnTo>
                      <a:pt x="98176" y="327089"/>
                    </a:lnTo>
                    <a:lnTo>
                      <a:pt x="106755" y="313434"/>
                    </a:lnTo>
                    <a:lnTo>
                      <a:pt x="115969" y="299779"/>
                    </a:lnTo>
                    <a:lnTo>
                      <a:pt x="124865" y="286124"/>
                    </a:lnTo>
                    <a:lnTo>
                      <a:pt x="134714" y="272786"/>
                    </a:lnTo>
                    <a:lnTo>
                      <a:pt x="144564" y="260084"/>
                    </a:lnTo>
                    <a:lnTo>
                      <a:pt x="155049" y="247381"/>
                    </a:lnTo>
                    <a:lnTo>
                      <a:pt x="165534" y="234996"/>
                    </a:lnTo>
                    <a:lnTo>
                      <a:pt x="176336" y="222611"/>
                    </a:lnTo>
                    <a:lnTo>
                      <a:pt x="187456" y="210861"/>
                    </a:lnTo>
                    <a:lnTo>
                      <a:pt x="198894" y="199112"/>
                    </a:lnTo>
                    <a:lnTo>
                      <a:pt x="210650" y="187679"/>
                    </a:lnTo>
                    <a:lnTo>
                      <a:pt x="222406" y="176565"/>
                    </a:lnTo>
                    <a:lnTo>
                      <a:pt x="234797" y="165768"/>
                    </a:lnTo>
                    <a:lnTo>
                      <a:pt x="247188" y="155288"/>
                    </a:lnTo>
                    <a:lnTo>
                      <a:pt x="259897" y="144808"/>
                    </a:lnTo>
                    <a:lnTo>
                      <a:pt x="272606" y="135282"/>
                    </a:lnTo>
                    <a:lnTo>
                      <a:pt x="285951" y="125437"/>
                    </a:lnTo>
                    <a:lnTo>
                      <a:pt x="299295" y="116228"/>
                    </a:lnTo>
                    <a:lnTo>
                      <a:pt x="312957" y="107019"/>
                    </a:lnTo>
                    <a:lnTo>
                      <a:pt x="326937" y="98444"/>
                    </a:lnTo>
                    <a:lnTo>
                      <a:pt x="341234" y="90188"/>
                    </a:lnTo>
                    <a:lnTo>
                      <a:pt x="355532" y="82249"/>
                    </a:lnTo>
                    <a:lnTo>
                      <a:pt x="369829" y="74310"/>
                    </a:lnTo>
                    <a:lnTo>
                      <a:pt x="384445" y="67323"/>
                    </a:lnTo>
                    <a:lnTo>
                      <a:pt x="399695" y="60019"/>
                    </a:lnTo>
                    <a:lnTo>
                      <a:pt x="414946" y="53668"/>
                    </a:lnTo>
                    <a:lnTo>
                      <a:pt x="430197" y="47317"/>
                    </a:lnTo>
                    <a:lnTo>
                      <a:pt x="445765" y="41601"/>
                    </a:lnTo>
                    <a:lnTo>
                      <a:pt x="461333" y="35885"/>
                    </a:lnTo>
                    <a:lnTo>
                      <a:pt x="477220" y="30804"/>
                    </a:lnTo>
                    <a:lnTo>
                      <a:pt x="493423" y="25723"/>
                    </a:lnTo>
                    <a:lnTo>
                      <a:pt x="509310" y="21594"/>
                    </a:lnTo>
                    <a:lnTo>
                      <a:pt x="525831" y="17784"/>
                    </a:lnTo>
                    <a:lnTo>
                      <a:pt x="542353" y="13973"/>
                    </a:lnTo>
                    <a:lnTo>
                      <a:pt x="558874" y="10797"/>
                    </a:lnTo>
                    <a:lnTo>
                      <a:pt x="576031" y="7939"/>
                    </a:lnTo>
                    <a:lnTo>
                      <a:pt x="592871" y="5399"/>
                    </a:lnTo>
                    <a:lnTo>
                      <a:pt x="610028" y="3493"/>
                    </a:lnTo>
                    <a:lnTo>
                      <a:pt x="626867" y="2223"/>
                    </a:lnTo>
                    <a:lnTo>
                      <a:pt x="644342" y="953"/>
                    </a:lnTo>
                    <a:lnTo>
                      <a:pt x="661816" y="318"/>
                    </a:lnTo>
                    <a:lnTo>
                      <a:pt x="679609" y="0"/>
                    </a:lnTo>
                    <a:close/>
                  </a:path>
                </a:pathLst>
              </a:custGeom>
              <a:solidFill>
                <a:srgbClr val="FEE0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bIns="720000"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000" dirty="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55" name="组合 154"/>
              <p:cNvGrpSpPr/>
              <p:nvPr/>
            </p:nvGrpSpPr>
            <p:grpSpPr>
              <a:xfrm>
                <a:off x="1027567" y="2707043"/>
                <a:ext cx="1756229" cy="2747924"/>
                <a:chOff x="1027567" y="2707043"/>
                <a:chExt cx="1756229" cy="2747924"/>
              </a:xfrm>
            </p:grpSpPr>
            <p:cxnSp>
              <p:nvCxnSpPr>
                <p:cNvPr id="156" name="直接连接符 155"/>
                <p:cNvCxnSpPr/>
                <p:nvPr/>
              </p:nvCxnSpPr>
              <p:spPr>
                <a:xfrm>
                  <a:off x="1027567" y="2707043"/>
                  <a:ext cx="0" cy="1978622"/>
                </a:xfrm>
                <a:prstGeom prst="line">
                  <a:avLst/>
                </a:prstGeom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56"/>
                <p:cNvCxnSpPr/>
                <p:nvPr/>
              </p:nvCxnSpPr>
              <p:spPr>
                <a:xfrm flipH="1">
                  <a:off x="1027567" y="4685665"/>
                  <a:ext cx="1744662" cy="0"/>
                </a:xfrm>
                <a:prstGeom prst="line">
                  <a:avLst/>
                </a:prstGeom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连接符 157"/>
                <p:cNvCxnSpPr/>
                <p:nvPr/>
              </p:nvCxnSpPr>
              <p:spPr>
                <a:xfrm>
                  <a:off x="2783796" y="4685665"/>
                  <a:ext cx="0" cy="769302"/>
                </a:xfrm>
                <a:prstGeom prst="line">
                  <a:avLst/>
                </a:prstGeom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1" name="组合 150"/>
            <p:cNvGrpSpPr/>
            <p:nvPr/>
          </p:nvGrpSpPr>
          <p:grpSpPr>
            <a:xfrm>
              <a:off x="2499360" y="5422900"/>
              <a:ext cx="570230" cy="1102995"/>
              <a:chOff x="3936" y="8540"/>
              <a:chExt cx="898" cy="1737"/>
            </a:xfrm>
            <a:solidFill>
              <a:srgbClr val="FEE071"/>
            </a:solidFill>
          </p:grpSpPr>
          <p:sp>
            <p:nvSpPr>
              <p:cNvPr id="152" name="插头"/>
              <p:cNvSpPr/>
              <p:nvPr/>
            </p:nvSpPr>
            <p:spPr bwMode="auto">
              <a:xfrm rot="5400000">
                <a:off x="3542" y="8985"/>
                <a:ext cx="1687" cy="898"/>
              </a:xfrm>
              <a:custGeom>
                <a:avLst/>
                <a:gdLst>
                  <a:gd name="T0" fmla="*/ 1800397 w 4087"/>
                  <a:gd name="T1" fmla="*/ 516163 h 2112"/>
                  <a:gd name="T2" fmla="*/ 1800397 w 4087"/>
                  <a:gd name="T3" fmla="*/ 414781 h 2112"/>
                  <a:gd name="T4" fmla="*/ 1267370 w 4087"/>
                  <a:gd name="T5" fmla="*/ 414781 h 2112"/>
                  <a:gd name="T6" fmla="*/ 1267370 w 4087"/>
                  <a:gd name="T7" fmla="*/ 250368 h 2112"/>
                  <a:gd name="T8" fmla="*/ 1658550 w 4087"/>
                  <a:gd name="T9" fmla="*/ 250368 h 2112"/>
                  <a:gd name="T10" fmla="*/ 1658550 w 4087"/>
                  <a:gd name="T11" fmla="*/ 148986 h 2112"/>
                  <a:gd name="T12" fmla="*/ 1267370 w 4087"/>
                  <a:gd name="T13" fmla="*/ 148986 h 2112"/>
                  <a:gd name="T14" fmla="*/ 1267370 w 4087"/>
                  <a:gd name="T15" fmla="*/ 0 h 2112"/>
                  <a:gd name="T16" fmla="*/ 733022 w 4087"/>
                  <a:gd name="T17" fmla="*/ 0 h 2112"/>
                  <a:gd name="T18" fmla="*/ 270919 w 4087"/>
                  <a:gd name="T19" fmla="*/ 414781 h 2112"/>
                  <a:gd name="T20" fmla="*/ 0 w 4087"/>
                  <a:gd name="T21" fmla="*/ 414781 h 2112"/>
                  <a:gd name="T22" fmla="*/ 0 w 4087"/>
                  <a:gd name="T23" fmla="*/ 516163 h 2112"/>
                  <a:gd name="T24" fmla="*/ 270919 w 4087"/>
                  <a:gd name="T25" fmla="*/ 516163 h 2112"/>
                  <a:gd name="T26" fmla="*/ 733022 w 4087"/>
                  <a:gd name="T27" fmla="*/ 930944 h 2112"/>
                  <a:gd name="T28" fmla="*/ 1267370 w 4087"/>
                  <a:gd name="T29" fmla="*/ 930944 h 2112"/>
                  <a:gd name="T30" fmla="*/ 1267370 w 4087"/>
                  <a:gd name="T31" fmla="*/ 783280 h 2112"/>
                  <a:gd name="T32" fmla="*/ 1658550 w 4087"/>
                  <a:gd name="T33" fmla="*/ 783280 h 2112"/>
                  <a:gd name="T34" fmla="*/ 1658550 w 4087"/>
                  <a:gd name="T35" fmla="*/ 681899 h 2112"/>
                  <a:gd name="T36" fmla="*/ 1267370 w 4087"/>
                  <a:gd name="T37" fmla="*/ 681899 h 2112"/>
                  <a:gd name="T38" fmla="*/ 1267370 w 4087"/>
                  <a:gd name="T39" fmla="*/ 516163 h 2112"/>
                  <a:gd name="T40" fmla="*/ 1800397 w 4087"/>
                  <a:gd name="T41" fmla="*/ 516163 h 2112"/>
                  <a:gd name="T42" fmla="*/ 369154 w 4087"/>
                  <a:gd name="T43" fmla="*/ 465472 h 2112"/>
                  <a:gd name="T44" fmla="*/ 733022 w 4087"/>
                  <a:gd name="T45" fmla="*/ 101822 h 2112"/>
                  <a:gd name="T46" fmla="*/ 1166051 w 4087"/>
                  <a:gd name="T47" fmla="*/ 101822 h 2112"/>
                  <a:gd name="T48" fmla="*/ 1166051 w 4087"/>
                  <a:gd name="T49" fmla="*/ 829122 h 2112"/>
                  <a:gd name="T50" fmla="*/ 733022 w 4087"/>
                  <a:gd name="T51" fmla="*/ 829122 h 2112"/>
                  <a:gd name="T52" fmla="*/ 369154 w 4087"/>
                  <a:gd name="T53" fmla="*/ 465472 h 211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087" h="2112">
                    <a:moveTo>
                      <a:pt x="4087" y="1171"/>
                    </a:moveTo>
                    <a:cubicBezTo>
                      <a:pt x="4087" y="941"/>
                      <a:pt x="4087" y="941"/>
                      <a:pt x="4087" y="941"/>
                    </a:cubicBezTo>
                    <a:cubicBezTo>
                      <a:pt x="2877" y="941"/>
                      <a:pt x="2877" y="941"/>
                      <a:pt x="2877" y="941"/>
                    </a:cubicBezTo>
                    <a:cubicBezTo>
                      <a:pt x="2877" y="568"/>
                      <a:pt x="2877" y="568"/>
                      <a:pt x="2877" y="568"/>
                    </a:cubicBezTo>
                    <a:cubicBezTo>
                      <a:pt x="3765" y="568"/>
                      <a:pt x="3765" y="568"/>
                      <a:pt x="3765" y="568"/>
                    </a:cubicBezTo>
                    <a:cubicBezTo>
                      <a:pt x="3765" y="338"/>
                      <a:pt x="3765" y="338"/>
                      <a:pt x="3765" y="338"/>
                    </a:cubicBezTo>
                    <a:cubicBezTo>
                      <a:pt x="2877" y="338"/>
                      <a:pt x="2877" y="338"/>
                      <a:pt x="2877" y="338"/>
                    </a:cubicBezTo>
                    <a:cubicBezTo>
                      <a:pt x="2877" y="0"/>
                      <a:pt x="2877" y="0"/>
                      <a:pt x="2877" y="0"/>
                    </a:cubicBezTo>
                    <a:cubicBezTo>
                      <a:pt x="1664" y="0"/>
                      <a:pt x="1664" y="0"/>
                      <a:pt x="1664" y="0"/>
                    </a:cubicBezTo>
                    <a:cubicBezTo>
                      <a:pt x="1121" y="0"/>
                      <a:pt x="672" y="413"/>
                      <a:pt x="615" y="941"/>
                    </a:cubicBezTo>
                    <a:cubicBezTo>
                      <a:pt x="0" y="941"/>
                      <a:pt x="0" y="941"/>
                      <a:pt x="0" y="941"/>
                    </a:cubicBezTo>
                    <a:cubicBezTo>
                      <a:pt x="0" y="1171"/>
                      <a:pt x="0" y="1171"/>
                      <a:pt x="0" y="1171"/>
                    </a:cubicBezTo>
                    <a:cubicBezTo>
                      <a:pt x="615" y="1171"/>
                      <a:pt x="615" y="1171"/>
                      <a:pt x="615" y="1171"/>
                    </a:cubicBezTo>
                    <a:cubicBezTo>
                      <a:pt x="672" y="1699"/>
                      <a:pt x="1121" y="2112"/>
                      <a:pt x="1664" y="2112"/>
                    </a:cubicBezTo>
                    <a:cubicBezTo>
                      <a:pt x="2877" y="2112"/>
                      <a:pt x="2877" y="2112"/>
                      <a:pt x="2877" y="2112"/>
                    </a:cubicBezTo>
                    <a:cubicBezTo>
                      <a:pt x="2877" y="1777"/>
                      <a:pt x="2877" y="1777"/>
                      <a:pt x="2877" y="1777"/>
                    </a:cubicBezTo>
                    <a:cubicBezTo>
                      <a:pt x="3765" y="1777"/>
                      <a:pt x="3765" y="1777"/>
                      <a:pt x="3765" y="1777"/>
                    </a:cubicBezTo>
                    <a:cubicBezTo>
                      <a:pt x="3765" y="1547"/>
                      <a:pt x="3765" y="1547"/>
                      <a:pt x="3765" y="1547"/>
                    </a:cubicBezTo>
                    <a:cubicBezTo>
                      <a:pt x="2877" y="1547"/>
                      <a:pt x="2877" y="1547"/>
                      <a:pt x="2877" y="1547"/>
                    </a:cubicBezTo>
                    <a:cubicBezTo>
                      <a:pt x="2877" y="1171"/>
                      <a:pt x="2877" y="1171"/>
                      <a:pt x="2877" y="1171"/>
                    </a:cubicBezTo>
                    <a:cubicBezTo>
                      <a:pt x="4087" y="1171"/>
                      <a:pt x="4087" y="1171"/>
                      <a:pt x="4087" y="1171"/>
                    </a:cubicBezTo>
                    <a:close/>
                    <a:moveTo>
                      <a:pt x="838" y="1056"/>
                    </a:moveTo>
                    <a:cubicBezTo>
                      <a:pt x="838" y="601"/>
                      <a:pt x="1209" y="231"/>
                      <a:pt x="1664" y="231"/>
                    </a:cubicBezTo>
                    <a:cubicBezTo>
                      <a:pt x="2647" y="231"/>
                      <a:pt x="2647" y="231"/>
                      <a:pt x="2647" y="231"/>
                    </a:cubicBezTo>
                    <a:cubicBezTo>
                      <a:pt x="2647" y="1881"/>
                      <a:pt x="2647" y="1881"/>
                      <a:pt x="2647" y="1881"/>
                    </a:cubicBezTo>
                    <a:cubicBezTo>
                      <a:pt x="1664" y="1881"/>
                      <a:pt x="1664" y="1881"/>
                      <a:pt x="1664" y="1881"/>
                    </a:cubicBezTo>
                    <a:cubicBezTo>
                      <a:pt x="1209" y="1881"/>
                      <a:pt x="838" y="1511"/>
                      <a:pt x="838" y="10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53" name="矩形 152"/>
              <p:cNvSpPr/>
              <p:nvPr/>
            </p:nvSpPr>
            <p:spPr>
              <a:xfrm>
                <a:off x="4200" y="8540"/>
                <a:ext cx="360" cy="1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</p:grpSp>
      <p:grpSp>
        <p:nvGrpSpPr>
          <p:cNvPr id="159" name="组合 158"/>
          <p:cNvGrpSpPr/>
          <p:nvPr/>
        </p:nvGrpSpPr>
        <p:grpSpPr>
          <a:xfrm>
            <a:off x="8882141" y="1249381"/>
            <a:ext cx="2501342" cy="5201882"/>
            <a:chOff x="568248" y="1324013"/>
            <a:chExt cx="2501342" cy="5201882"/>
          </a:xfrm>
          <a:solidFill>
            <a:srgbClr val="68B7E1"/>
          </a:solidFill>
        </p:grpSpPr>
        <p:grpSp>
          <p:nvGrpSpPr>
            <p:cNvPr id="160" name="组合 159"/>
            <p:cNvGrpSpPr/>
            <p:nvPr/>
          </p:nvGrpSpPr>
          <p:grpSpPr>
            <a:xfrm>
              <a:off x="568248" y="1324013"/>
              <a:ext cx="2215548" cy="4130954"/>
              <a:chOff x="568248" y="1324013"/>
              <a:chExt cx="2215548" cy="4130954"/>
            </a:xfrm>
            <a:grpFill/>
          </p:grpSpPr>
          <p:sp>
            <p:nvSpPr>
              <p:cNvPr id="164" name="灯泡"/>
              <p:cNvSpPr/>
              <p:nvPr/>
            </p:nvSpPr>
            <p:spPr bwMode="auto">
              <a:xfrm>
                <a:off x="568248" y="1324013"/>
                <a:ext cx="937529" cy="1383030"/>
              </a:xfrm>
              <a:custGeom>
                <a:avLst/>
                <a:gdLst>
                  <a:gd name="T0" fmla="*/ 839696 w 1358900"/>
                  <a:gd name="T1" fmla="*/ 2086152 h 2151063"/>
                  <a:gd name="T2" fmla="*/ 752405 w 1358900"/>
                  <a:gd name="T3" fmla="*/ 2140511 h 2151063"/>
                  <a:gd name="T4" fmla="*/ 632619 w 1358900"/>
                  <a:gd name="T5" fmla="*/ 2146906 h 2151063"/>
                  <a:gd name="T6" fmla="*/ 534815 w 1358900"/>
                  <a:gd name="T7" fmla="*/ 2102140 h 2151063"/>
                  <a:gd name="T8" fmla="*/ 492444 w 1358900"/>
                  <a:gd name="T9" fmla="*/ 2023160 h 2151063"/>
                  <a:gd name="T10" fmla="*/ 978873 w 1358900"/>
                  <a:gd name="T11" fmla="*/ 1877587 h 2151063"/>
                  <a:gd name="T12" fmla="*/ 975704 w 1358900"/>
                  <a:gd name="T13" fmla="*/ 1949593 h 2151063"/>
                  <a:gd name="T14" fmla="*/ 411711 w 1358900"/>
                  <a:gd name="T15" fmla="*/ 1968795 h 2151063"/>
                  <a:gd name="T16" fmla="*/ 369887 w 1358900"/>
                  <a:gd name="T17" fmla="*/ 1911190 h 2151063"/>
                  <a:gd name="T18" fmla="*/ 411711 w 1358900"/>
                  <a:gd name="T19" fmla="*/ 1853585 h 2151063"/>
                  <a:gd name="T20" fmla="*/ 971585 w 1358900"/>
                  <a:gd name="T21" fmla="*/ 1709923 h 2151063"/>
                  <a:gd name="T22" fmla="*/ 981725 w 1358900"/>
                  <a:gd name="T23" fmla="*/ 1781479 h 2151063"/>
                  <a:gd name="T24" fmla="*/ 423435 w 1358900"/>
                  <a:gd name="T25" fmla="*/ 1812604 h 2151063"/>
                  <a:gd name="T26" fmla="*/ 370837 w 1358900"/>
                  <a:gd name="T27" fmla="*/ 1764793 h 2151063"/>
                  <a:gd name="T28" fmla="*/ 401255 w 1358900"/>
                  <a:gd name="T29" fmla="*/ 1699655 h 2151063"/>
                  <a:gd name="T30" fmla="*/ 1212263 w 1358900"/>
                  <a:gd name="T31" fmla="*/ 1027536 h 2151063"/>
                  <a:gd name="T32" fmla="*/ 1162712 w 1358900"/>
                  <a:gd name="T33" fmla="*/ 1009170 h 2151063"/>
                  <a:gd name="T34" fmla="*/ 1164344 w 1358900"/>
                  <a:gd name="T35" fmla="*/ 1001189 h 2151063"/>
                  <a:gd name="T36" fmla="*/ 686421 w 1358900"/>
                  <a:gd name="T37" fmla="*/ 65405 h 2151063"/>
                  <a:gd name="T38" fmla="*/ 812725 w 1358900"/>
                  <a:gd name="T39" fmla="*/ 98736 h 2151063"/>
                  <a:gd name="T40" fmla="*/ 977427 w 1358900"/>
                  <a:gd name="T41" fmla="*/ 180633 h 2151063"/>
                  <a:gd name="T42" fmla="*/ 1110078 w 1358900"/>
                  <a:gd name="T43" fmla="*/ 304113 h 2151063"/>
                  <a:gd name="T44" fmla="*/ 1201791 w 1358900"/>
                  <a:gd name="T45" fmla="*/ 459019 h 2151063"/>
                  <a:gd name="T46" fmla="*/ 1244633 w 1358900"/>
                  <a:gd name="T47" fmla="*/ 632970 h 2151063"/>
                  <a:gd name="T48" fmla="*/ 1235747 w 1358900"/>
                  <a:gd name="T49" fmla="*/ 811683 h 2151063"/>
                  <a:gd name="T50" fmla="*/ 1175451 w 1358900"/>
                  <a:gd name="T51" fmla="*/ 981191 h 2151063"/>
                  <a:gd name="T52" fmla="*/ 1166089 w 1358900"/>
                  <a:gd name="T53" fmla="*/ 998015 h 2151063"/>
                  <a:gd name="T54" fmla="*/ 1093258 w 1358900"/>
                  <a:gd name="T55" fmla="*/ 1114194 h 2151063"/>
                  <a:gd name="T56" fmla="*/ 995199 w 1358900"/>
                  <a:gd name="T57" fmla="*/ 1298621 h 2151063"/>
                  <a:gd name="T58" fmla="*/ 972667 w 1358900"/>
                  <a:gd name="T59" fmla="*/ 1488761 h 2151063"/>
                  <a:gd name="T60" fmla="*/ 1011066 w 1358900"/>
                  <a:gd name="T61" fmla="*/ 1334490 h 2151063"/>
                  <a:gd name="T62" fmla="*/ 1111982 w 1358900"/>
                  <a:gd name="T63" fmla="*/ 1164665 h 2151063"/>
                  <a:gd name="T64" fmla="*/ 1213215 w 1358900"/>
                  <a:gd name="T65" fmla="*/ 1025948 h 2151063"/>
                  <a:gd name="T66" fmla="*/ 1270338 w 1358900"/>
                  <a:gd name="T67" fmla="*/ 912626 h 2151063"/>
                  <a:gd name="T68" fmla="*/ 1310640 w 1358900"/>
                  <a:gd name="T69" fmla="*/ 718359 h 2151063"/>
                  <a:gd name="T70" fmla="*/ 1289061 w 1358900"/>
                  <a:gd name="T71" fmla="*/ 521235 h 2151063"/>
                  <a:gd name="T72" fmla="*/ 1207503 w 1358900"/>
                  <a:gd name="T73" fmla="*/ 340935 h 2151063"/>
                  <a:gd name="T74" fmla="*/ 1074535 w 1358900"/>
                  <a:gd name="T75" fmla="*/ 196187 h 2151063"/>
                  <a:gd name="T76" fmla="*/ 904755 w 1358900"/>
                  <a:gd name="T77" fmla="*/ 100640 h 2151063"/>
                  <a:gd name="T78" fmla="*/ 715934 w 1358900"/>
                  <a:gd name="T79" fmla="*/ 65405 h 2151063"/>
                  <a:gd name="T80" fmla="*/ 865159 w 1358900"/>
                  <a:gd name="T81" fmla="*/ 25723 h 2151063"/>
                  <a:gd name="T82" fmla="*/ 1059288 w 1358900"/>
                  <a:gd name="T83" fmla="*/ 116228 h 2151063"/>
                  <a:gd name="T84" fmla="*/ 1214019 w 1358900"/>
                  <a:gd name="T85" fmla="*/ 260084 h 2151063"/>
                  <a:gd name="T86" fmla="*/ 1317596 w 1358900"/>
                  <a:gd name="T87" fmla="*/ 445858 h 2151063"/>
                  <a:gd name="T88" fmla="*/ 1358582 w 1358900"/>
                  <a:gd name="T89" fmla="*/ 661800 h 2151063"/>
                  <a:gd name="T90" fmla="*/ 1344285 w 1358900"/>
                  <a:gd name="T91" fmla="*/ 819629 h 2151063"/>
                  <a:gd name="T92" fmla="*/ 1261359 w 1358900"/>
                  <a:gd name="T93" fmla="*/ 1030172 h 2151063"/>
                  <a:gd name="T94" fmla="*/ 1147932 w 1358900"/>
                  <a:gd name="T95" fmla="*/ 1196575 h 2151063"/>
                  <a:gd name="T96" fmla="*/ 1054839 w 1358900"/>
                  <a:gd name="T97" fmla="*/ 1399815 h 2151063"/>
                  <a:gd name="T98" fmla="*/ 1037047 w 1358900"/>
                  <a:gd name="T99" fmla="*/ 1560184 h 2151063"/>
                  <a:gd name="T100" fmla="*/ 997649 w 1358900"/>
                  <a:gd name="T101" fmla="*/ 1613217 h 2151063"/>
                  <a:gd name="T102" fmla="*/ 338057 w 1358900"/>
                  <a:gd name="T103" fmla="*/ 1599562 h 2151063"/>
                  <a:gd name="T104" fmla="*/ 318358 w 1358900"/>
                  <a:gd name="T105" fmla="*/ 1492543 h 2151063"/>
                  <a:gd name="T106" fmla="*/ 276419 w 1358900"/>
                  <a:gd name="T107" fmla="*/ 1314391 h 2151063"/>
                  <a:gd name="T108" fmla="*/ 137892 w 1358900"/>
                  <a:gd name="T109" fmla="*/ 1097178 h 2151063"/>
                  <a:gd name="T110" fmla="*/ 65133 w 1358900"/>
                  <a:gd name="T111" fmla="*/ 970471 h 2151063"/>
                  <a:gd name="T112" fmla="*/ 6354 w 1358900"/>
                  <a:gd name="T113" fmla="*/ 773900 h 2151063"/>
                  <a:gd name="T114" fmla="*/ 5084 w 1358900"/>
                  <a:gd name="T115" fmla="*/ 592571 h 2151063"/>
                  <a:gd name="T116" fmla="*/ 66722 w 1358900"/>
                  <a:gd name="T117" fmla="*/ 384886 h 2151063"/>
                  <a:gd name="T118" fmla="*/ 187456 w 1358900"/>
                  <a:gd name="T119" fmla="*/ 210861 h 2151063"/>
                  <a:gd name="T120" fmla="*/ 355532 w 1358900"/>
                  <a:gd name="T121" fmla="*/ 82249 h 2151063"/>
                  <a:gd name="T122" fmla="*/ 558874 w 1358900"/>
                  <a:gd name="T123" fmla="*/ 10797 h 215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58900" h="2151063">
                    <a:moveTo>
                      <a:pt x="492125" y="2016125"/>
                    </a:moveTo>
                    <a:lnTo>
                      <a:pt x="866775" y="2016125"/>
                    </a:lnTo>
                    <a:lnTo>
                      <a:pt x="866775" y="2023160"/>
                    </a:lnTo>
                    <a:lnTo>
                      <a:pt x="865819" y="2029875"/>
                    </a:lnTo>
                    <a:lnTo>
                      <a:pt x="864864" y="2036590"/>
                    </a:lnTo>
                    <a:lnTo>
                      <a:pt x="863271" y="2043305"/>
                    </a:lnTo>
                    <a:lnTo>
                      <a:pt x="861041" y="2050020"/>
                    </a:lnTo>
                    <a:lnTo>
                      <a:pt x="858811" y="2056415"/>
                    </a:lnTo>
                    <a:lnTo>
                      <a:pt x="855625" y="2062810"/>
                    </a:lnTo>
                    <a:lnTo>
                      <a:pt x="852120" y="2068565"/>
                    </a:lnTo>
                    <a:lnTo>
                      <a:pt x="848616" y="2074961"/>
                    </a:lnTo>
                    <a:lnTo>
                      <a:pt x="844156" y="2080397"/>
                    </a:lnTo>
                    <a:lnTo>
                      <a:pt x="839696" y="2086152"/>
                    </a:lnTo>
                    <a:lnTo>
                      <a:pt x="834917" y="2091588"/>
                    </a:lnTo>
                    <a:lnTo>
                      <a:pt x="829820" y="2097024"/>
                    </a:lnTo>
                    <a:lnTo>
                      <a:pt x="824404" y="2102140"/>
                    </a:lnTo>
                    <a:lnTo>
                      <a:pt x="818351" y="2106936"/>
                    </a:lnTo>
                    <a:lnTo>
                      <a:pt x="812298" y="2111733"/>
                    </a:lnTo>
                    <a:lnTo>
                      <a:pt x="805608" y="2116209"/>
                    </a:lnTo>
                    <a:lnTo>
                      <a:pt x="798918" y="2120366"/>
                    </a:lnTo>
                    <a:lnTo>
                      <a:pt x="791590" y="2124523"/>
                    </a:lnTo>
                    <a:lnTo>
                      <a:pt x="784263" y="2128041"/>
                    </a:lnTo>
                    <a:lnTo>
                      <a:pt x="776936" y="2131878"/>
                    </a:lnTo>
                    <a:lnTo>
                      <a:pt x="768971" y="2135075"/>
                    </a:lnTo>
                    <a:lnTo>
                      <a:pt x="760688" y="2137953"/>
                    </a:lnTo>
                    <a:lnTo>
                      <a:pt x="752405" y="2140511"/>
                    </a:lnTo>
                    <a:lnTo>
                      <a:pt x="743803" y="2142749"/>
                    </a:lnTo>
                    <a:lnTo>
                      <a:pt x="735202" y="2145307"/>
                    </a:lnTo>
                    <a:lnTo>
                      <a:pt x="726281" y="2146906"/>
                    </a:lnTo>
                    <a:lnTo>
                      <a:pt x="717361" y="2148505"/>
                    </a:lnTo>
                    <a:lnTo>
                      <a:pt x="708122" y="2149784"/>
                    </a:lnTo>
                    <a:lnTo>
                      <a:pt x="698565" y="2150424"/>
                    </a:lnTo>
                    <a:lnTo>
                      <a:pt x="689007" y="2151063"/>
                    </a:lnTo>
                    <a:lnTo>
                      <a:pt x="679769" y="2151063"/>
                    </a:lnTo>
                    <a:lnTo>
                      <a:pt x="669893" y="2151063"/>
                    </a:lnTo>
                    <a:lnTo>
                      <a:pt x="660335" y="2150424"/>
                    </a:lnTo>
                    <a:lnTo>
                      <a:pt x="650778" y="2149784"/>
                    </a:lnTo>
                    <a:lnTo>
                      <a:pt x="641539" y="2148505"/>
                    </a:lnTo>
                    <a:lnTo>
                      <a:pt x="632619" y="2146906"/>
                    </a:lnTo>
                    <a:lnTo>
                      <a:pt x="623699" y="2145307"/>
                    </a:lnTo>
                    <a:lnTo>
                      <a:pt x="615097" y="2142749"/>
                    </a:lnTo>
                    <a:lnTo>
                      <a:pt x="606495" y="2140511"/>
                    </a:lnTo>
                    <a:lnTo>
                      <a:pt x="598212" y="2137953"/>
                    </a:lnTo>
                    <a:lnTo>
                      <a:pt x="590248" y="2135075"/>
                    </a:lnTo>
                    <a:lnTo>
                      <a:pt x="582283" y="2131878"/>
                    </a:lnTo>
                    <a:lnTo>
                      <a:pt x="574637" y="2128041"/>
                    </a:lnTo>
                    <a:lnTo>
                      <a:pt x="567310" y="2124523"/>
                    </a:lnTo>
                    <a:lnTo>
                      <a:pt x="559983" y="2120366"/>
                    </a:lnTo>
                    <a:lnTo>
                      <a:pt x="553292" y="2116209"/>
                    </a:lnTo>
                    <a:lnTo>
                      <a:pt x="546921" y="2111733"/>
                    </a:lnTo>
                    <a:lnTo>
                      <a:pt x="540868" y="2106936"/>
                    </a:lnTo>
                    <a:lnTo>
                      <a:pt x="534815" y="2102140"/>
                    </a:lnTo>
                    <a:lnTo>
                      <a:pt x="529399" y="2097024"/>
                    </a:lnTo>
                    <a:lnTo>
                      <a:pt x="523983" y="2091588"/>
                    </a:lnTo>
                    <a:lnTo>
                      <a:pt x="519204" y="2086152"/>
                    </a:lnTo>
                    <a:lnTo>
                      <a:pt x="514744" y="2080397"/>
                    </a:lnTo>
                    <a:lnTo>
                      <a:pt x="510284" y="2074961"/>
                    </a:lnTo>
                    <a:lnTo>
                      <a:pt x="506780" y="2068565"/>
                    </a:lnTo>
                    <a:lnTo>
                      <a:pt x="503594" y="2062810"/>
                    </a:lnTo>
                    <a:lnTo>
                      <a:pt x="500408" y="2056415"/>
                    </a:lnTo>
                    <a:lnTo>
                      <a:pt x="497860" y="2050020"/>
                    </a:lnTo>
                    <a:lnTo>
                      <a:pt x="495629" y="2043305"/>
                    </a:lnTo>
                    <a:lnTo>
                      <a:pt x="494037" y="2036590"/>
                    </a:lnTo>
                    <a:lnTo>
                      <a:pt x="493081" y="2029875"/>
                    </a:lnTo>
                    <a:lnTo>
                      <a:pt x="492444" y="2023160"/>
                    </a:lnTo>
                    <a:lnTo>
                      <a:pt x="492125" y="2016125"/>
                    </a:lnTo>
                    <a:close/>
                    <a:moveTo>
                      <a:pt x="429455" y="1851025"/>
                    </a:moveTo>
                    <a:lnTo>
                      <a:pt x="929444" y="1851025"/>
                    </a:lnTo>
                    <a:lnTo>
                      <a:pt x="935464" y="1851345"/>
                    </a:lnTo>
                    <a:lnTo>
                      <a:pt x="941485" y="1852305"/>
                    </a:lnTo>
                    <a:lnTo>
                      <a:pt x="947188" y="1853585"/>
                    </a:lnTo>
                    <a:lnTo>
                      <a:pt x="952574" y="1855825"/>
                    </a:lnTo>
                    <a:lnTo>
                      <a:pt x="957644" y="1858066"/>
                    </a:lnTo>
                    <a:lnTo>
                      <a:pt x="963030" y="1861266"/>
                    </a:lnTo>
                    <a:lnTo>
                      <a:pt x="967466" y="1864786"/>
                    </a:lnTo>
                    <a:lnTo>
                      <a:pt x="971585" y="1868626"/>
                    </a:lnTo>
                    <a:lnTo>
                      <a:pt x="975704" y="1873107"/>
                    </a:lnTo>
                    <a:lnTo>
                      <a:pt x="978873" y="1877587"/>
                    </a:lnTo>
                    <a:lnTo>
                      <a:pt x="981725" y="1882388"/>
                    </a:lnTo>
                    <a:lnTo>
                      <a:pt x="984259" y="1887828"/>
                    </a:lnTo>
                    <a:lnTo>
                      <a:pt x="986477" y="1893268"/>
                    </a:lnTo>
                    <a:lnTo>
                      <a:pt x="988062" y="1899029"/>
                    </a:lnTo>
                    <a:lnTo>
                      <a:pt x="988695" y="1905109"/>
                    </a:lnTo>
                    <a:lnTo>
                      <a:pt x="989012" y="1911190"/>
                    </a:lnTo>
                    <a:lnTo>
                      <a:pt x="988695" y="1917270"/>
                    </a:lnTo>
                    <a:lnTo>
                      <a:pt x="988062" y="1923351"/>
                    </a:lnTo>
                    <a:lnTo>
                      <a:pt x="986477" y="1929111"/>
                    </a:lnTo>
                    <a:lnTo>
                      <a:pt x="984259" y="1934872"/>
                    </a:lnTo>
                    <a:lnTo>
                      <a:pt x="981725" y="1939992"/>
                    </a:lnTo>
                    <a:lnTo>
                      <a:pt x="978873" y="1945113"/>
                    </a:lnTo>
                    <a:lnTo>
                      <a:pt x="975704" y="1949593"/>
                    </a:lnTo>
                    <a:lnTo>
                      <a:pt x="971585" y="1953753"/>
                    </a:lnTo>
                    <a:lnTo>
                      <a:pt x="967466" y="1957914"/>
                    </a:lnTo>
                    <a:lnTo>
                      <a:pt x="963030" y="1961114"/>
                    </a:lnTo>
                    <a:lnTo>
                      <a:pt x="957644" y="1963994"/>
                    </a:lnTo>
                    <a:lnTo>
                      <a:pt x="952574" y="1966554"/>
                    </a:lnTo>
                    <a:lnTo>
                      <a:pt x="947188" y="1968795"/>
                    </a:lnTo>
                    <a:lnTo>
                      <a:pt x="941485" y="1970395"/>
                    </a:lnTo>
                    <a:lnTo>
                      <a:pt x="935464" y="1971355"/>
                    </a:lnTo>
                    <a:lnTo>
                      <a:pt x="929444" y="1971675"/>
                    </a:lnTo>
                    <a:lnTo>
                      <a:pt x="429455" y="1971675"/>
                    </a:lnTo>
                    <a:lnTo>
                      <a:pt x="423435" y="1971355"/>
                    </a:lnTo>
                    <a:lnTo>
                      <a:pt x="417414" y="1970395"/>
                    </a:lnTo>
                    <a:lnTo>
                      <a:pt x="411711" y="1968795"/>
                    </a:lnTo>
                    <a:lnTo>
                      <a:pt x="406325" y="1966554"/>
                    </a:lnTo>
                    <a:lnTo>
                      <a:pt x="401255" y="1963994"/>
                    </a:lnTo>
                    <a:lnTo>
                      <a:pt x="396185" y="1961114"/>
                    </a:lnTo>
                    <a:lnTo>
                      <a:pt x="391433" y="1957914"/>
                    </a:lnTo>
                    <a:lnTo>
                      <a:pt x="387314" y="1953753"/>
                    </a:lnTo>
                    <a:lnTo>
                      <a:pt x="383511" y="1949593"/>
                    </a:lnTo>
                    <a:lnTo>
                      <a:pt x="380026" y="1945113"/>
                    </a:lnTo>
                    <a:lnTo>
                      <a:pt x="377174" y="1939992"/>
                    </a:lnTo>
                    <a:lnTo>
                      <a:pt x="374323" y="1934872"/>
                    </a:lnTo>
                    <a:lnTo>
                      <a:pt x="372422" y="1929111"/>
                    </a:lnTo>
                    <a:lnTo>
                      <a:pt x="370837" y="1923351"/>
                    </a:lnTo>
                    <a:lnTo>
                      <a:pt x="370204" y="1917270"/>
                    </a:lnTo>
                    <a:lnTo>
                      <a:pt x="369887" y="1911190"/>
                    </a:lnTo>
                    <a:lnTo>
                      <a:pt x="370204" y="1905109"/>
                    </a:lnTo>
                    <a:lnTo>
                      <a:pt x="370837" y="1899029"/>
                    </a:lnTo>
                    <a:lnTo>
                      <a:pt x="372422" y="1893268"/>
                    </a:lnTo>
                    <a:lnTo>
                      <a:pt x="374323" y="1887828"/>
                    </a:lnTo>
                    <a:lnTo>
                      <a:pt x="377174" y="1882388"/>
                    </a:lnTo>
                    <a:lnTo>
                      <a:pt x="380026" y="1877587"/>
                    </a:lnTo>
                    <a:lnTo>
                      <a:pt x="383511" y="1873107"/>
                    </a:lnTo>
                    <a:lnTo>
                      <a:pt x="387314" y="1868626"/>
                    </a:lnTo>
                    <a:lnTo>
                      <a:pt x="391433" y="1864786"/>
                    </a:lnTo>
                    <a:lnTo>
                      <a:pt x="396185" y="1861266"/>
                    </a:lnTo>
                    <a:lnTo>
                      <a:pt x="401255" y="1858066"/>
                    </a:lnTo>
                    <a:lnTo>
                      <a:pt x="406325" y="1855825"/>
                    </a:lnTo>
                    <a:lnTo>
                      <a:pt x="411711" y="1853585"/>
                    </a:lnTo>
                    <a:lnTo>
                      <a:pt x="417414" y="1852305"/>
                    </a:lnTo>
                    <a:lnTo>
                      <a:pt x="423435" y="1851345"/>
                    </a:lnTo>
                    <a:lnTo>
                      <a:pt x="429455" y="1851025"/>
                    </a:lnTo>
                    <a:close/>
                    <a:moveTo>
                      <a:pt x="429455" y="1692275"/>
                    </a:moveTo>
                    <a:lnTo>
                      <a:pt x="929444" y="1692275"/>
                    </a:lnTo>
                    <a:lnTo>
                      <a:pt x="935464" y="1692596"/>
                    </a:lnTo>
                    <a:lnTo>
                      <a:pt x="941485" y="1693238"/>
                    </a:lnTo>
                    <a:lnTo>
                      <a:pt x="947188" y="1694842"/>
                    </a:lnTo>
                    <a:lnTo>
                      <a:pt x="952574" y="1697088"/>
                    </a:lnTo>
                    <a:lnTo>
                      <a:pt x="957644" y="1699655"/>
                    </a:lnTo>
                    <a:lnTo>
                      <a:pt x="963030" y="1702543"/>
                    </a:lnTo>
                    <a:lnTo>
                      <a:pt x="967466" y="1706073"/>
                    </a:lnTo>
                    <a:lnTo>
                      <a:pt x="971585" y="1709923"/>
                    </a:lnTo>
                    <a:lnTo>
                      <a:pt x="975704" y="1714095"/>
                    </a:lnTo>
                    <a:lnTo>
                      <a:pt x="978873" y="1718908"/>
                    </a:lnTo>
                    <a:lnTo>
                      <a:pt x="981725" y="1724042"/>
                    </a:lnTo>
                    <a:lnTo>
                      <a:pt x="984259" y="1729176"/>
                    </a:lnTo>
                    <a:lnTo>
                      <a:pt x="986477" y="1734631"/>
                    </a:lnTo>
                    <a:lnTo>
                      <a:pt x="988062" y="1740407"/>
                    </a:lnTo>
                    <a:lnTo>
                      <a:pt x="988695" y="1746503"/>
                    </a:lnTo>
                    <a:lnTo>
                      <a:pt x="989012" y="1752600"/>
                    </a:lnTo>
                    <a:lnTo>
                      <a:pt x="988695" y="1759017"/>
                    </a:lnTo>
                    <a:lnTo>
                      <a:pt x="988062" y="1764793"/>
                    </a:lnTo>
                    <a:lnTo>
                      <a:pt x="986477" y="1770569"/>
                    </a:lnTo>
                    <a:lnTo>
                      <a:pt x="984259" y="1776024"/>
                    </a:lnTo>
                    <a:lnTo>
                      <a:pt x="981725" y="1781479"/>
                    </a:lnTo>
                    <a:lnTo>
                      <a:pt x="978873" y="1786292"/>
                    </a:lnTo>
                    <a:lnTo>
                      <a:pt x="975704" y="1791426"/>
                    </a:lnTo>
                    <a:lnTo>
                      <a:pt x="971585" y="1795598"/>
                    </a:lnTo>
                    <a:lnTo>
                      <a:pt x="967466" y="1799127"/>
                    </a:lnTo>
                    <a:lnTo>
                      <a:pt x="963030" y="1802657"/>
                    </a:lnTo>
                    <a:lnTo>
                      <a:pt x="957644" y="1805866"/>
                    </a:lnTo>
                    <a:lnTo>
                      <a:pt x="952574" y="1808433"/>
                    </a:lnTo>
                    <a:lnTo>
                      <a:pt x="947188" y="1810358"/>
                    </a:lnTo>
                    <a:lnTo>
                      <a:pt x="941485" y="1811641"/>
                    </a:lnTo>
                    <a:lnTo>
                      <a:pt x="935464" y="1812604"/>
                    </a:lnTo>
                    <a:lnTo>
                      <a:pt x="929444" y="1812925"/>
                    </a:lnTo>
                    <a:lnTo>
                      <a:pt x="429455" y="1812925"/>
                    </a:lnTo>
                    <a:lnTo>
                      <a:pt x="423435" y="1812604"/>
                    </a:lnTo>
                    <a:lnTo>
                      <a:pt x="417414" y="1811641"/>
                    </a:lnTo>
                    <a:lnTo>
                      <a:pt x="411711" y="1810358"/>
                    </a:lnTo>
                    <a:lnTo>
                      <a:pt x="406325" y="1808433"/>
                    </a:lnTo>
                    <a:lnTo>
                      <a:pt x="401255" y="1805866"/>
                    </a:lnTo>
                    <a:lnTo>
                      <a:pt x="396185" y="1802657"/>
                    </a:lnTo>
                    <a:lnTo>
                      <a:pt x="391433" y="1799127"/>
                    </a:lnTo>
                    <a:lnTo>
                      <a:pt x="387314" y="1795598"/>
                    </a:lnTo>
                    <a:lnTo>
                      <a:pt x="383511" y="1791426"/>
                    </a:lnTo>
                    <a:lnTo>
                      <a:pt x="380026" y="1786292"/>
                    </a:lnTo>
                    <a:lnTo>
                      <a:pt x="377174" y="1781479"/>
                    </a:lnTo>
                    <a:lnTo>
                      <a:pt x="374323" y="1776024"/>
                    </a:lnTo>
                    <a:lnTo>
                      <a:pt x="372422" y="1770569"/>
                    </a:lnTo>
                    <a:lnTo>
                      <a:pt x="370837" y="1764793"/>
                    </a:lnTo>
                    <a:lnTo>
                      <a:pt x="370204" y="1759017"/>
                    </a:lnTo>
                    <a:lnTo>
                      <a:pt x="369887" y="1752600"/>
                    </a:lnTo>
                    <a:lnTo>
                      <a:pt x="370204" y="1746503"/>
                    </a:lnTo>
                    <a:lnTo>
                      <a:pt x="370837" y="1740407"/>
                    </a:lnTo>
                    <a:lnTo>
                      <a:pt x="372422" y="1734631"/>
                    </a:lnTo>
                    <a:lnTo>
                      <a:pt x="374323" y="1729176"/>
                    </a:lnTo>
                    <a:lnTo>
                      <a:pt x="377174" y="1724042"/>
                    </a:lnTo>
                    <a:lnTo>
                      <a:pt x="380026" y="1718908"/>
                    </a:lnTo>
                    <a:lnTo>
                      <a:pt x="383511" y="1714095"/>
                    </a:lnTo>
                    <a:lnTo>
                      <a:pt x="387314" y="1709923"/>
                    </a:lnTo>
                    <a:lnTo>
                      <a:pt x="391433" y="1706073"/>
                    </a:lnTo>
                    <a:lnTo>
                      <a:pt x="396185" y="1702543"/>
                    </a:lnTo>
                    <a:lnTo>
                      <a:pt x="401255" y="1699655"/>
                    </a:lnTo>
                    <a:lnTo>
                      <a:pt x="406325" y="1697088"/>
                    </a:lnTo>
                    <a:lnTo>
                      <a:pt x="411711" y="1694842"/>
                    </a:lnTo>
                    <a:lnTo>
                      <a:pt x="417414" y="1693238"/>
                    </a:lnTo>
                    <a:lnTo>
                      <a:pt x="423435" y="1692596"/>
                    </a:lnTo>
                    <a:lnTo>
                      <a:pt x="429455" y="1692275"/>
                    </a:lnTo>
                    <a:close/>
                    <a:moveTo>
                      <a:pt x="1217103" y="1013330"/>
                    </a:moveTo>
                    <a:lnTo>
                      <a:pt x="1217023" y="1014521"/>
                    </a:lnTo>
                    <a:lnTo>
                      <a:pt x="1216389" y="1018965"/>
                    </a:lnTo>
                    <a:lnTo>
                      <a:pt x="1215437" y="1022139"/>
                    </a:lnTo>
                    <a:lnTo>
                      <a:pt x="1214802" y="1023409"/>
                    </a:lnTo>
                    <a:lnTo>
                      <a:pt x="1214167" y="1024361"/>
                    </a:lnTo>
                    <a:lnTo>
                      <a:pt x="1213850" y="1024679"/>
                    </a:lnTo>
                    <a:lnTo>
                      <a:pt x="1212263" y="1027536"/>
                    </a:lnTo>
                    <a:lnTo>
                      <a:pt x="1210676" y="1029440"/>
                    </a:lnTo>
                    <a:lnTo>
                      <a:pt x="1213215" y="1024996"/>
                    </a:lnTo>
                    <a:lnTo>
                      <a:pt x="1215119" y="1020870"/>
                    </a:lnTo>
                    <a:lnTo>
                      <a:pt x="1216389" y="1017378"/>
                    </a:lnTo>
                    <a:lnTo>
                      <a:pt x="1217023" y="1013886"/>
                    </a:lnTo>
                    <a:lnTo>
                      <a:pt x="1217103" y="1013330"/>
                    </a:lnTo>
                    <a:close/>
                    <a:moveTo>
                      <a:pt x="1217341" y="1009442"/>
                    </a:moveTo>
                    <a:lnTo>
                      <a:pt x="1217658" y="1010077"/>
                    </a:lnTo>
                    <a:lnTo>
                      <a:pt x="1217341" y="1011664"/>
                    </a:lnTo>
                    <a:lnTo>
                      <a:pt x="1217103" y="1013330"/>
                    </a:lnTo>
                    <a:lnTo>
                      <a:pt x="1217341" y="1009760"/>
                    </a:lnTo>
                    <a:lnTo>
                      <a:pt x="1217341" y="1009442"/>
                    </a:lnTo>
                    <a:close/>
                    <a:moveTo>
                      <a:pt x="1162712" y="1009170"/>
                    </a:moveTo>
                    <a:lnTo>
                      <a:pt x="1162440" y="1013251"/>
                    </a:lnTo>
                    <a:lnTo>
                      <a:pt x="1162440" y="1012934"/>
                    </a:lnTo>
                    <a:lnTo>
                      <a:pt x="1162440" y="1011347"/>
                    </a:lnTo>
                    <a:lnTo>
                      <a:pt x="1162712" y="1009170"/>
                    </a:lnTo>
                    <a:close/>
                    <a:moveTo>
                      <a:pt x="1167137" y="996491"/>
                    </a:moveTo>
                    <a:lnTo>
                      <a:pt x="1166565" y="997380"/>
                    </a:lnTo>
                    <a:lnTo>
                      <a:pt x="1164661" y="1001506"/>
                    </a:lnTo>
                    <a:lnTo>
                      <a:pt x="1163392" y="1005633"/>
                    </a:lnTo>
                    <a:lnTo>
                      <a:pt x="1162757" y="1008807"/>
                    </a:lnTo>
                    <a:lnTo>
                      <a:pt x="1162712" y="1009170"/>
                    </a:lnTo>
                    <a:lnTo>
                      <a:pt x="1162757" y="1008490"/>
                    </a:lnTo>
                    <a:lnTo>
                      <a:pt x="1163392" y="1004681"/>
                    </a:lnTo>
                    <a:lnTo>
                      <a:pt x="1164344" y="1001189"/>
                    </a:lnTo>
                    <a:lnTo>
                      <a:pt x="1164767" y="1000448"/>
                    </a:lnTo>
                    <a:lnTo>
                      <a:pt x="1164979" y="1000237"/>
                    </a:lnTo>
                    <a:lnTo>
                      <a:pt x="1164979" y="1000078"/>
                    </a:lnTo>
                    <a:lnTo>
                      <a:pt x="1165613" y="998967"/>
                    </a:lnTo>
                    <a:lnTo>
                      <a:pt x="1166089" y="998015"/>
                    </a:lnTo>
                    <a:lnTo>
                      <a:pt x="1166756" y="996872"/>
                    </a:lnTo>
                    <a:lnTo>
                      <a:pt x="1167137" y="996491"/>
                    </a:lnTo>
                    <a:close/>
                    <a:moveTo>
                      <a:pt x="1167517" y="995899"/>
                    </a:moveTo>
                    <a:lnTo>
                      <a:pt x="1167517" y="996110"/>
                    </a:lnTo>
                    <a:lnTo>
                      <a:pt x="1167137" y="996491"/>
                    </a:lnTo>
                    <a:lnTo>
                      <a:pt x="1167517" y="995899"/>
                    </a:lnTo>
                    <a:close/>
                    <a:moveTo>
                      <a:pt x="701019" y="65088"/>
                    </a:moveTo>
                    <a:lnTo>
                      <a:pt x="686421" y="65405"/>
                    </a:lnTo>
                    <a:lnTo>
                      <a:pt x="671823" y="66358"/>
                    </a:lnTo>
                    <a:lnTo>
                      <a:pt x="657225" y="67310"/>
                    </a:lnTo>
                    <a:lnTo>
                      <a:pt x="671823" y="68897"/>
                    </a:lnTo>
                    <a:lnTo>
                      <a:pt x="686104" y="70484"/>
                    </a:lnTo>
                    <a:lnTo>
                      <a:pt x="700384" y="72389"/>
                    </a:lnTo>
                    <a:lnTo>
                      <a:pt x="714982" y="74611"/>
                    </a:lnTo>
                    <a:lnTo>
                      <a:pt x="729263" y="77468"/>
                    </a:lnTo>
                    <a:lnTo>
                      <a:pt x="743226" y="80325"/>
                    </a:lnTo>
                    <a:lnTo>
                      <a:pt x="757189" y="83499"/>
                    </a:lnTo>
                    <a:lnTo>
                      <a:pt x="771152" y="86673"/>
                    </a:lnTo>
                    <a:lnTo>
                      <a:pt x="785433" y="90800"/>
                    </a:lnTo>
                    <a:lnTo>
                      <a:pt x="799079" y="94609"/>
                    </a:lnTo>
                    <a:lnTo>
                      <a:pt x="812725" y="98736"/>
                    </a:lnTo>
                    <a:lnTo>
                      <a:pt x="826053" y="103497"/>
                    </a:lnTo>
                    <a:lnTo>
                      <a:pt x="839382" y="108259"/>
                    </a:lnTo>
                    <a:lnTo>
                      <a:pt x="852710" y="113655"/>
                    </a:lnTo>
                    <a:lnTo>
                      <a:pt x="865721" y="119051"/>
                    </a:lnTo>
                    <a:lnTo>
                      <a:pt x="878733" y="125082"/>
                    </a:lnTo>
                    <a:lnTo>
                      <a:pt x="892061" y="130796"/>
                    </a:lnTo>
                    <a:lnTo>
                      <a:pt x="904755" y="137462"/>
                    </a:lnTo>
                    <a:lnTo>
                      <a:pt x="917131" y="143811"/>
                    </a:lnTo>
                    <a:lnTo>
                      <a:pt x="929508" y="150794"/>
                    </a:lnTo>
                    <a:lnTo>
                      <a:pt x="941884" y="157778"/>
                    </a:lnTo>
                    <a:lnTo>
                      <a:pt x="953944" y="165078"/>
                    </a:lnTo>
                    <a:lnTo>
                      <a:pt x="965685" y="173014"/>
                    </a:lnTo>
                    <a:lnTo>
                      <a:pt x="977427" y="180633"/>
                    </a:lnTo>
                    <a:lnTo>
                      <a:pt x="988852" y="188886"/>
                    </a:lnTo>
                    <a:lnTo>
                      <a:pt x="1000276" y="197139"/>
                    </a:lnTo>
                    <a:lnTo>
                      <a:pt x="1011383" y="206027"/>
                    </a:lnTo>
                    <a:lnTo>
                      <a:pt x="1022173" y="214598"/>
                    </a:lnTo>
                    <a:lnTo>
                      <a:pt x="1032963" y="223803"/>
                    </a:lnTo>
                    <a:lnTo>
                      <a:pt x="1043118" y="233008"/>
                    </a:lnTo>
                    <a:lnTo>
                      <a:pt x="1053590" y="242531"/>
                    </a:lnTo>
                    <a:lnTo>
                      <a:pt x="1063428" y="252054"/>
                    </a:lnTo>
                    <a:lnTo>
                      <a:pt x="1073266" y="262212"/>
                    </a:lnTo>
                    <a:lnTo>
                      <a:pt x="1083103" y="272370"/>
                    </a:lnTo>
                    <a:lnTo>
                      <a:pt x="1092306" y="282845"/>
                    </a:lnTo>
                    <a:lnTo>
                      <a:pt x="1101192" y="293320"/>
                    </a:lnTo>
                    <a:lnTo>
                      <a:pt x="1110078" y="304113"/>
                    </a:lnTo>
                    <a:lnTo>
                      <a:pt x="1118963" y="315223"/>
                    </a:lnTo>
                    <a:lnTo>
                      <a:pt x="1127214" y="326333"/>
                    </a:lnTo>
                    <a:lnTo>
                      <a:pt x="1135148" y="337760"/>
                    </a:lnTo>
                    <a:lnTo>
                      <a:pt x="1143082" y="349188"/>
                    </a:lnTo>
                    <a:lnTo>
                      <a:pt x="1151015" y="360615"/>
                    </a:lnTo>
                    <a:lnTo>
                      <a:pt x="1157997" y="372360"/>
                    </a:lnTo>
                    <a:lnTo>
                      <a:pt x="1165296" y="384423"/>
                    </a:lnTo>
                    <a:lnTo>
                      <a:pt x="1171960" y="396485"/>
                    </a:lnTo>
                    <a:lnTo>
                      <a:pt x="1178625" y="408865"/>
                    </a:lnTo>
                    <a:lnTo>
                      <a:pt x="1184971" y="421244"/>
                    </a:lnTo>
                    <a:lnTo>
                      <a:pt x="1190684" y="433624"/>
                    </a:lnTo>
                    <a:lnTo>
                      <a:pt x="1196713" y="446321"/>
                    </a:lnTo>
                    <a:lnTo>
                      <a:pt x="1201791" y="459019"/>
                    </a:lnTo>
                    <a:lnTo>
                      <a:pt x="1206868" y="471716"/>
                    </a:lnTo>
                    <a:lnTo>
                      <a:pt x="1211629" y="484730"/>
                    </a:lnTo>
                    <a:lnTo>
                      <a:pt x="1216071" y="497745"/>
                    </a:lnTo>
                    <a:lnTo>
                      <a:pt x="1220514" y="511077"/>
                    </a:lnTo>
                    <a:lnTo>
                      <a:pt x="1224322" y="524409"/>
                    </a:lnTo>
                    <a:lnTo>
                      <a:pt x="1227813" y="537741"/>
                    </a:lnTo>
                    <a:lnTo>
                      <a:pt x="1230987" y="551073"/>
                    </a:lnTo>
                    <a:lnTo>
                      <a:pt x="1234160" y="564405"/>
                    </a:lnTo>
                    <a:lnTo>
                      <a:pt x="1237016" y="578055"/>
                    </a:lnTo>
                    <a:lnTo>
                      <a:pt x="1239238" y="591704"/>
                    </a:lnTo>
                    <a:lnTo>
                      <a:pt x="1241142" y="605671"/>
                    </a:lnTo>
                    <a:lnTo>
                      <a:pt x="1243046" y="619321"/>
                    </a:lnTo>
                    <a:lnTo>
                      <a:pt x="1244633" y="632970"/>
                    </a:lnTo>
                    <a:lnTo>
                      <a:pt x="1245902" y="646620"/>
                    </a:lnTo>
                    <a:lnTo>
                      <a:pt x="1246537" y="660269"/>
                    </a:lnTo>
                    <a:lnTo>
                      <a:pt x="1247171" y="674236"/>
                    </a:lnTo>
                    <a:lnTo>
                      <a:pt x="1247489" y="688203"/>
                    </a:lnTo>
                    <a:lnTo>
                      <a:pt x="1247171" y="701852"/>
                    </a:lnTo>
                    <a:lnTo>
                      <a:pt x="1246854" y="715819"/>
                    </a:lnTo>
                    <a:lnTo>
                      <a:pt x="1246219" y="729469"/>
                    </a:lnTo>
                    <a:lnTo>
                      <a:pt x="1245267" y="743118"/>
                    </a:lnTo>
                    <a:lnTo>
                      <a:pt x="1243998" y="756768"/>
                    </a:lnTo>
                    <a:lnTo>
                      <a:pt x="1242094" y="771052"/>
                    </a:lnTo>
                    <a:lnTo>
                      <a:pt x="1240190" y="784702"/>
                    </a:lnTo>
                    <a:lnTo>
                      <a:pt x="1237968" y="798034"/>
                    </a:lnTo>
                    <a:lnTo>
                      <a:pt x="1235747" y="811683"/>
                    </a:lnTo>
                    <a:lnTo>
                      <a:pt x="1232891" y="825333"/>
                    </a:lnTo>
                    <a:lnTo>
                      <a:pt x="1229400" y="838665"/>
                    </a:lnTo>
                    <a:lnTo>
                      <a:pt x="1226226" y="852314"/>
                    </a:lnTo>
                    <a:lnTo>
                      <a:pt x="1222418" y="865646"/>
                    </a:lnTo>
                    <a:lnTo>
                      <a:pt x="1218293" y="878661"/>
                    </a:lnTo>
                    <a:lnTo>
                      <a:pt x="1214167" y="891993"/>
                    </a:lnTo>
                    <a:lnTo>
                      <a:pt x="1209407" y="905008"/>
                    </a:lnTo>
                    <a:lnTo>
                      <a:pt x="1204330" y="918022"/>
                    </a:lnTo>
                    <a:lnTo>
                      <a:pt x="1199252" y="930720"/>
                    </a:lnTo>
                    <a:lnTo>
                      <a:pt x="1193540" y="943417"/>
                    </a:lnTo>
                    <a:lnTo>
                      <a:pt x="1187828" y="956114"/>
                    </a:lnTo>
                    <a:lnTo>
                      <a:pt x="1181481" y="968811"/>
                    </a:lnTo>
                    <a:lnTo>
                      <a:pt x="1175451" y="981191"/>
                    </a:lnTo>
                    <a:lnTo>
                      <a:pt x="1168469" y="993253"/>
                    </a:lnTo>
                    <a:lnTo>
                      <a:pt x="1167094" y="996004"/>
                    </a:lnTo>
                    <a:lnTo>
                      <a:pt x="1166565" y="996745"/>
                    </a:lnTo>
                    <a:lnTo>
                      <a:pt x="1166883" y="996428"/>
                    </a:lnTo>
                    <a:lnTo>
                      <a:pt x="1167094" y="996004"/>
                    </a:lnTo>
                    <a:lnTo>
                      <a:pt x="1168152" y="994523"/>
                    </a:lnTo>
                    <a:lnTo>
                      <a:pt x="1169422" y="992936"/>
                    </a:lnTo>
                    <a:lnTo>
                      <a:pt x="1167517" y="995899"/>
                    </a:lnTo>
                    <a:lnTo>
                      <a:pt x="1167517" y="995793"/>
                    </a:lnTo>
                    <a:lnTo>
                      <a:pt x="1167200" y="996110"/>
                    </a:lnTo>
                    <a:lnTo>
                      <a:pt x="1166756" y="996872"/>
                    </a:lnTo>
                    <a:lnTo>
                      <a:pt x="1166565" y="997062"/>
                    </a:lnTo>
                    <a:lnTo>
                      <a:pt x="1166089" y="998015"/>
                    </a:lnTo>
                    <a:lnTo>
                      <a:pt x="1164979" y="999919"/>
                    </a:lnTo>
                    <a:lnTo>
                      <a:pt x="1164979" y="1000078"/>
                    </a:lnTo>
                    <a:lnTo>
                      <a:pt x="1164767" y="1000448"/>
                    </a:lnTo>
                    <a:lnTo>
                      <a:pt x="1164344" y="1000872"/>
                    </a:lnTo>
                    <a:lnTo>
                      <a:pt x="1161488" y="1007220"/>
                    </a:lnTo>
                    <a:lnTo>
                      <a:pt x="1155141" y="1019282"/>
                    </a:lnTo>
                    <a:lnTo>
                      <a:pt x="1148159" y="1031345"/>
                    </a:lnTo>
                    <a:lnTo>
                      <a:pt x="1141495" y="1043407"/>
                    </a:lnTo>
                    <a:lnTo>
                      <a:pt x="1133879" y="1055152"/>
                    </a:lnTo>
                    <a:lnTo>
                      <a:pt x="1126262" y="1066897"/>
                    </a:lnTo>
                    <a:lnTo>
                      <a:pt x="1118329" y="1078959"/>
                    </a:lnTo>
                    <a:lnTo>
                      <a:pt x="1109760" y="1090704"/>
                    </a:lnTo>
                    <a:lnTo>
                      <a:pt x="1093258" y="1114194"/>
                    </a:lnTo>
                    <a:lnTo>
                      <a:pt x="1076439" y="1138319"/>
                    </a:lnTo>
                    <a:lnTo>
                      <a:pt x="1068188" y="1150698"/>
                    </a:lnTo>
                    <a:lnTo>
                      <a:pt x="1059937" y="1163396"/>
                    </a:lnTo>
                    <a:lnTo>
                      <a:pt x="1052003" y="1175775"/>
                    </a:lnTo>
                    <a:lnTo>
                      <a:pt x="1044704" y="1188790"/>
                    </a:lnTo>
                    <a:lnTo>
                      <a:pt x="1037088" y="1201805"/>
                    </a:lnTo>
                    <a:lnTo>
                      <a:pt x="1029789" y="1214819"/>
                    </a:lnTo>
                    <a:lnTo>
                      <a:pt x="1023125" y="1228786"/>
                    </a:lnTo>
                    <a:lnTo>
                      <a:pt x="1016461" y="1242118"/>
                    </a:lnTo>
                    <a:lnTo>
                      <a:pt x="1010748" y="1256085"/>
                    </a:lnTo>
                    <a:lnTo>
                      <a:pt x="1005036" y="1269735"/>
                    </a:lnTo>
                    <a:lnTo>
                      <a:pt x="999959" y="1284019"/>
                    </a:lnTo>
                    <a:lnTo>
                      <a:pt x="995199" y="1298621"/>
                    </a:lnTo>
                    <a:lnTo>
                      <a:pt x="991073" y="1312905"/>
                    </a:lnTo>
                    <a:lnTo>
                      <a:pt x="987265" y="1327189"/>
                    </a:lnTo>
                    <a:lnTo>
                      <a:pt x="983774" y="1341791"/>
                    </a:lnTo>
                    <a:lnTo>
                      <a:pt x="980918" y="1356393"/>
                    </a:lnTo>
                    <a:lnTo>
                      <a:pt x="978379" y="1370995"/>
                    </a:lnTo>
                    <a:lnTo>
                      <a:pt x="976475" y="1385597"/>
                    </a:lnTo>
                    <a:lnTo>
                      <a:pt x="974888" y="1400198"/>
                    </a:lnTo>
                    <a:lnTo>
                      <a:pt x="973619" y="1415118"/>
                    </a:lnTo>
                    <a:lnTo>
                      <a:pt x="972350" y="1430037"/>
                    </a:lnTo>
                    <a:lnTo>
                      <a:pt x="972032" y="1444639"/>
                    </a:lnTo>
                    <a:lnTo>
                      <a:pt x="971715" y="1459240"/>
                    </a:lnTo>
                    <a:lnTo>
                      <a:pt x="972032" y="1474160"/>
                    </a:lnTo>
                    <a:lnTo>
                      <a:pt x="972667" y="1488761"/>
                    </a:lnTo>
                    <a:lnTo>
                      <a:pt x="973619" y="1503363"/>
                    </a:lnTo>
                    <a:lnTo>
                      <a:pt x="975523" y="1488761"/>
                    </a:lnTo>
                    <a:lnTo>
                      <a:pt x="977110" y="1474477"/>
                    </a:lnTo>
                    <a:lnTo>
                      <a:pt x="979331" y="1459875"/>
                    </a:lnTo>
                    <a:lnTo>
                      <a:pt x="981553" y="1445591"/>
                    </a:lnTo>
                    <a:lnTo>
                      <a:pt x="984091" y="1431306"/>
                    </a:lnTo>
                    <a:lnTo>
                      <a:pt x="987265" y="1417022"/>
                    </a:lnTo>
                    <a:lnTo>
                      <a:pt x="990438" y="1402738"/>
                    </a:lnTo>
                    <a:lnTo>
                      <a:pt x="993929" y="1389088"/>
                    </a:lnTo>
                    <a:lnTo>
                      <a:pt x="997737" y="1375121"/>
                    </a:lnTo>
                    <a:lnTo>
                      <a:pt x="1001863" y="1361472"/>
                    </a:lnTo>
                    <a:lnTo>
                      <a:pt x="1005988" y="1347822"/>
                    </a:lnTo>
                    <a:lnTo>
                      <a:pt x="1011066" y="1334490"/>
                    </a:lnTo>
                    <a:lnTo>
                      <a:pt x="1016143" y="1321476"/>
                    </a:lnTo>
                    <a:lnTo>
                      <a:pt x="1021856" y="1308144"/>
                    </a:lnTo>
                    <a:lnTo>
                      <a:pt x="1027568" y="1295129"/>
                    </a:lnTo>
                    <a:lnTo>
                      <a:pt x="1033915" y="1282432"/>
                    </a:lnTo>
                    <a:lnTo>
                      <a:pt x="1040262" y="1269735"/>
                    </a:lnTo>
                    <a:lnTo>
                      <a:pt x="1047243" y="1257672"/>
                    </a:lnTo>
                    <a:lnTo>
                      <a:pt x="1054225" y="1245293"/>
                    </a:lnTo>
                    <a:lnTo>
                      <a:pt x="1061841" y="1233548"/>
                    </a:lnTo>
                    <a:lnTo>
                      <a:pt x="1069775" y="1221803"/>
                    </a:lnTo>
                    <a:lnTo>
                      <a:pt x="1077391" y="1210058"/>
                    </a:lnTo>
                    <a:lnTo>
                      <a:pt x="1085959" y="1198630"/>
                    </a:lnTo>
                    <a:lnTo>
                      <a:pt x="1094528" y="1187203"/>
                    </a:lnTo>
                    <a:lnTo>
                      <a:pt x="1111982" y="1164665"/>
                    </a:lnTo>
                    <a:lnTo>
                      <a:pt x="1130071" y="1142128"/>
                    </a:lnTo>
                    <a:lnTo>
                      <a:pt x="1148477" y="1119273"/>
                    </a:lnTo>
                    <a:lnTo>
                      <a:pt x="1166883" y="1096100"/>
                    </a:lnTo>
                    <a:lnTo>
                      <a:pt x="1175768" y="1084038"/>
                    </a:lnTo>
                    <a:lnTo>
                      <a:pt x="1184971" y="1071658"/>
                    </a:lnTo>
                    <a:lnTo>
                      <a:pt x="1193222" y="1059279"/>
                    </a:lnTo>
                    <a:lnTo>
                      <a:pt x="1201473" y="1046264"/>
                    </a:lnTo>
                    <a:lnTo>
                      <a:pt x="1205599" y="1039915"/>
                    </a:lnTo>
                    <a:lnTo>
                      <a:pt x="1209724" y="1032932"/>
                    </a:lnTo>
                    <a:lnTo>
                      <a:pt x="1212263" y="1027853"/>
                    </a:lnTo>
                    <a:lnTo>
                      <a:pt x="1213215" y="1026583"/>
                    </a:lnTo>
                    <a:lnTo>
                      <a:pt x="1213850" y="1025314"/>
                    </a:lnTo>
                    <a:lnTo>
                      <a:pt x="1213215" y="1025948"/>
                    </a:lnTo>
                    <a:lnTo>
                      <a:pt x="1213850" y="1024679"/>
                    </a:lnTo>
                    <a:lnTo>
                      <a:pt x="1213850" y="1025313"/>
                    </a:lnTo>
                    <a:lnTo>
                      <a:pt x="1214167" y="1024679"/>
                    </a:lnTo>
                    <a:lnTo>
                      <a:pt x="1214802" y="1023409"/>
                    </a:lnTo>
                    <a:lnTo>
                      <a:pt x="1216071" y="1021504"/>
                    </a:lnTo>
                    <a:lnTo>
                      <a:pt x="1224005" y="1008490"/>
                    </a:lnTo>
                    <a:lnTo>
                      <a:pt x="1231939" y="995475"/>
                    </a:lnTo>
                    <a:lnTo>
                      <a:pt x="1238920" y="982143"/>
                    </a:lnTo>
                    <a:lnTo>
                      <a:pt x="1245902" y="968176"/>
                    </a:lnTo>
                    <a:lnTo>
                      <a:pt x="1252566" y="954527"/>
                    </a:lnTo>
                    <a:lnTo>
                      <a:pt x="1258913" y="940560"/>
                    </a:lnTo>
                    <a:lnTo>
                      <a:pt x="1264625" y="926593"/>
                    </a:lnTo>
                    <a:lnTo>
                      <a:pt x="1270338" y="912626"/>
                    </a:lnTo>
                    <a:lnTo>
                      <a:pt x="1275732" y="898342"/>
                    </a:lnTo>
                    <a:lnTo>
                      <a:pt x="1280810" y="883422"/>
                    </a:lnTo>
                    <a:lnTo>
                      <a:pt x="1285253" y="869138"/>
                    </a:lnTo>
                    <a:lnTo>
                      <a:pt x="1289378" y="854219"/>
                    </a:lnTo>
                    <a:lnTo>
                      <a:pt x="1293186" y="839300"/>
                    </a:lnTo>
                    <a:lnTo>
                      <a:pt x="1296677" y="824380"/>
                    </a:lnTo>
                    <a:lnTo>
                      <a:pt x="1299533" y="809461"/>
                    </a:lnTo>
                    <a:lnTo>
                      <a:pt x="1302707" y="794542"/>
                    </a:lnTo>
                    <a:lnTo>
                      <a:pt x="1304928" y="779305"/>
                    </a:lnTo>
                    <a:lnTo>
                      <a:pt x="1306832" y="764069"/>
                    </a:lnTo>
                    <a:lnTo>
                      <a:pt x="1308419" y="749150"/>
                    </a:lnTo>
                    <a:lnTo>
                      <a:pt x="1309688" y="733596"/>
                    </a:lnTo>
                    <a:lnTo>
                      <a:pt x="1310640" y="718359"/>
                    </a:lnTo>
                    <a:lnTo>
                      <a:pt x="1311275" y="703122"/>
                    </a:lnTo>
                    <a:lnTo>
                      <a:pt x="1311275" y="687886"/>
                    </a:lnTo>
                    <a:lnTo>
                      <a:pt x="1311275" y="672331"/>
                    </a:lnTo>
                    <a:lnTo>
                      <a:pt x="1310640" y="657412"/>
                    </a:lnTo>
                    <a:lnTo>
                      <a:pt x="1309688" y="642176"/>
                    </a:lnTo>
                    <a:lnTo>
                      <a:pt x="1308419" y="626622"/>
                    </a:lnTo>
                    <a:lnTo>
                      <a:pt x="1306832" y="611385"/>
                    </a:lnTo>
                    <a:lnTo>
                      <a:pt x="1304928" y="596466"/>
                    </a:lnTo>
                    <a:lnTo>
                      <a:pt x="1302707" y="580912"/>
                    </a:lnTo>
                    <a:lnTo>
                      <a:pt x="1299533" y="565992"/>
                    </a:lnTo>
                    <a:lnTo>
                      <a:pt x="1296677" y="551073"/>
                    </a:lnTo>
                    <a:lnTo>
                      <a:pt x="1293186" y="536154"/>
                    </a:lnTo>
                    <a:lnTo>
                      <a:pt x="1289061" y="521235"/>
                    </a:lnTo>
                    <a:lnTo>
                      <a:pt x="1284935" y="506633"/>
                    </a:lnTo>
                    <a:lnTo>
                      <a:pt x="1280493" y="492031"/>
                    </a:lnTo>
                    <a:lnTo>
                      <a:pt x="1275415" y="477747"/>
                    </a:lnTo>
                    <a:lnTo>
                      <a:pt x="1270338" y="463145"/>
                    </a:lnTo>
                    <a:lnTo>
                      <a:pt x="1264625" y="448861"/>
                    </a:lnTo>
                    <a:lnTo>
                      <a:pt x="1258913" y="434894"/>
                    </a:lnTo>
                    <a:lnTo>
                      <a:pt x="1252249" y="420927"/>
                    </a:lnTo>
                    <a:lnTo>
                      <a:pt x="1245902" y="407278"/>
                    </a:lnTo>
                    <a:lnTo>
                      <a:pt x="1238603" y="393628"/>
                    </a:lnTo>
                    <a:lnTo>
                      <a:pt x="1231304" y="379979"/>
                    </a:lnTo>
                    <a:lnTo>
                      <a:pt x="1224005" y="366646"/>
                    </a:lnTo>
                    <a:lnTo>
                      <a:pt x="1215754" y="353632"/>
                    </a:lnTo>
                    <a:lnTo>
                      <a:pt x="1207503" y="340935"/>
                    </a:lnTo>
                    <a:lnTo>
                      <a:pt x="1199252" y="328237"/>
                    </a:lnTo>
                    <a:lnTo>
                      <a:pt x="1190366" y="315858"/>
                    </a:lnTo>
                    <a:lnTo>
                      <a:pt x="1181163" y="303795"/>
                    </a:lnTo>
                    <a:lnTo>
                      <a:pt x="1171643" y="291733"/>
                    </a:lnTo>
                    <a:lnTo>
                      <a:pt x="1162123" y="280306"/>
                    </a:lnTo>
                    <a:lnTo>
                      <a:pt x="1151967" y="268561"/>
                    </a:lnTo>
                    <a:lnTo>
                      <a:pt x="1141812" y="257451"/>
                    </a:lnTo>
                    <a:lnTo>
                      <a:pt x="1131023" y="246658"/>
                    </a:lnTo>
                    <a:lnTo>
                      <a:pt x="1120233" y="235865"/>
                    </a:lnTo>
                    <a:lnTo>
                      <a:pt x="1109126" y="225390"/>
                    </a:lnTo>
                    <a:lnTo>
                      <a:pt x="1097701" y="215232"/>
                    </a:lnTo>
                    <a:lnTo>
                      <a:pt x="1086277" y="205709"/>
                    </a:lnTo>
                    <a:lnTo>
                      <a:pt x="1074535" y="196187"/>
                    </a:lnTo>
                    <a:lnTo>
                      <a:pt x="1062476" y="186664"/>
                    </a:lnTo>
                    <a:lnTo>
                      <a:pt x="1050417" y="177776"/>
                    </a:lnTo>
                    <a:lnTo>
                      <a:pt x="1038040" y="168888"/>
                    </a:lnTo>
                    <a:lnTo>
                      <a:pt x="1025664" y="160952"/>
                    </a:lnTo>
                    <a:lnTo>
                      <a:pt x="1012653" y="152699"/>
                    </a:lnTo>
                    <a:lnTo>
                      <a:pt x="999959" y="145080"/>
                    </a:lnTo>
                    <a:lnTo>
                      <a:pt x="986630" y="137779"/>
                    </a:lnTo>
                    <a:lnTo>
                      <a:pt x="973619" y="130479"/>
                    </a:lnTo>
                    <a:lnTo>
                      <a:pt x="959656" y="124130"/>
                    </a:lnTo>
                    <a:lnTo>
                      <a:pt x="946327" y="117464"/>
                    </a:lnTo>
                    <a:lnTo>
                      <a:pt x="932364" y="111750"/>
                    </a:lnTo>
                    <a:lnTo>
                      <a:pt x="918718" y="105719"/>
                    </a:lnTo>
                    <a:lnTo>
                      <a:pt x="904755" y="100640"/>
                    </a:lnTo>
                    <a:lnTo>
                      <a:pt x="890474" y="95561"/>
                    </a:lnTo>
                    <a:lnTo>
                      <a:pt x="876194" y="91117"/>
                    </a:lnTo>
                    <a:lnTo>
                      <a:pt x="861913" y="86673"/>
                    </a:lnTo>
                    <a:lnTo>
                      <a:pt x="847633" y="82864"/>
                    </a:lnTo>
                    <a:lnTo>
                      <a:pt x="833352" y="79690"/>
                    </a:lnTo>
                    <a:lnTo>
                      <a:pt x="818437" y="76516"/>
                    </a:lnTo>
                    <a:lnTo>
                      <a:pt x="803839" y="73659"/>
                    </a:lnTo>
                    <a:lnTo>
                      <a:pt x="789241" y="71437"/>
                    </a:lnTo>
                    <a:lnTo>
                      <a:pt x="774643" y="69215"/>
                    </a:lnTo>
                    <a:lnTo>
                      <a:pt x="759728" y="67627"/>
                    </a:lnTo>
                    <a:lnTo>
                      <a:pt x="745130" y="66675"/>
                    </a:lnTo>
                    <a:lnTo>
                      <a:pt x="730532" y="65723"/>
                    </a:lnTo>
                    <a:lnTo>
                      <a:pt x="715934" y="65405"/>
                    </a:lnTo>
                    <a:lnTo>
                      <a:pt x="701019" y="65088"/>
                    </a:lnTo>
                    <a:close/>
                    <a:moveTo>
                      <a:pt x="679609" y="0"/>
                    </a:moveTo>
                    <a:lnTo>
                      <a:pt x="696766" y="318"/>
                    </a:lnTo>
                    <a:lnTo>
                      <a:pt x="714241" y="953"/>
                    </a:lnTo>
                    <a:lnTo>
                      <a:pt x="731715" y="2223"/>
                    </a:lnTo>
                    <a:lnTo>
                      <a:pt x="748555" y="3493"/>
                    </a:lnTo>
                    <a:lnTo>
                      <a:pt x="766030" y="5399"/>
                    </a:lnTo>
                    <a:lnTo>
                      <a:pt x="782551" y="7939"/>
                    </a:lnTo>
                    <a:lnTo>
                      <a:pt x="799708" y="10797"/>
                    </a:lnTo>
                    <a:lnTo>
                      <a:pt x="816230" y="13973"/>
                    </a:lnTo>
                    <a:lnTo>
                      <a:pt x="833069" y="17784"/>
                    </a:lnTo>
                    <a:lnTo>
                      <a:pt x="849273" y="21594"/>
                    </a:lnTo>
                    <a:lnTo>
                      <a:pt x="865159" y="25723"/>
                    </a:lnTo>
                    <a:lnTo>
                      <a:pt x="881363" y="30804"/>
                    </a:lnTo>
                    <a:lnTo>
                      <a:pt x="897249" y="35885"/>
                    </a:lnTo>
                    <a:lnTo>
                      <a:pt x="912817" y="41601"/>
                    </a:lnTo>
                    <a:lnTo>
                      <a:pt x="928704" y="47317"/>
                    </a:lnTo>
                    <a:lnTo>
                      <a:pt x="943954" y="53668"/>
                    </a:lnTo>
                    <a:lnTo>
                      <a:pt x="958887" y="60019"/>
                    </a:lnTo>
                    <a:lnTo>
                      <a:pt x="974138" y="67323"/>
                    </a:lnTo>
                    <a:lnTo>
                      <a:pt x="988753" y="74310"/>
                    </a:lnTo>
                    <a:lnTo>
                      <a:pt x="1003051" y="82249"/>
                    </a:lnTo>
                    <a:lnTo>
                      <a:pt x="1017348" y="90188"/>
                    </a:lnTo>
                    <a:lnTo>
                      <a:pt x="1031646" y="98444"/>
                    </a:lnTo>
                    <a:lnTo>
                      <a:pt x="1045626" y="107019"/>
                    </a:lnTo>
                    <a:lnTo>
                      <a:pt x="1059288" y="116228"/>
                    </a:lnTo>
                    <a:lnTo>
                      <a:pt x="1072632" y="125437"/>
                    </a:lnTo>
                    <a:lnTo>
                      <a:pt x="1085976" y="135282"/>
                    </a:lnTo>
                    <a:lnTo>
                      <a:pt x="1098685" y="144808"/>
                    </a:lnTo>
                    <a:lnTo>
                      <a:pt x="1111394" y="155288"/>
                    </a:lnTo>
                    <a:lnTo>
                      <a:pt x="1123785" y="165768"/>
                    </a:lnTo>
                    <a:lnTo>
                      <a:pt x="1136177" y="176565"/>
                    </a:lnTo>
                    <a:lnTo>
                      <a:pt x="1147932" y="187679"/>
                    </a:lnTo>
                    <a:lnTo>
                      <a:pt x="1159688" y="199112"/>
                    </a:lnTo>
                    <a:lnTo>
                      <a:pt x="1171126" y="210861"/>
                    </a:lnTo>
                    <a:lnTo>
                      <a:pt x="1182246" y="222611"/>
                    </a:lnTo>
                    <a:lnTo>
                      <a:pt x="1193049" y="234996"/>
                    </a:lnTo>
                    <a:lnTo>
                      <a:pt x="1203534" y="247381"/>
                    </a:lnTo>
                    <a:lnTo>
                      <a:pt x="1214019" y="260084"/>
                    </a:lnTo>
                    <a:lnTo>
                      <a:pt x="1223868" y="272786"/>
                    </a:lnTo>
                    <a:lnTo>
                      <a:pt x="1233717" y="286124"/>
                    </a:lnTo>
                    <a:lnTo>
                      <a:pt x="1242614" y="299779"/>
                    </a:lnTo>
                    <a:lnTo>
                      <a:pt x="1251828" y="313434"/>
                    </a:lnTo>
                    <a:lnTo>
                      <a:pt x="1260406" y="327089"/>
                    </a:lnTo>
                    <a:lnTo>
                      <a:pt x="1268985" y="341380"/>
                    </a:lnTo>
                    <a:lnTo>
                      <a:pt x="1276610" y="355670"/>
                    </a:lnTo>
                    <a:lnTo>
                      <a:pt x="1284553" y="370278"/>
                    </a:lnTo>
                    <a:lnTo>
                      <a:pt x="1291861" y="384886"/>
                    </a:lnTo>
                    <a:lnTo>
                      <a:pt x="1298851" y="399811"/>
                    </a:lnTo>
                    <a:lnTo>
                      <a:pt x="1305523" y="414737"/>
                    </a:lnTo>
                    <a:lnTo>
                      <a:pt x="1311560" y="430297"/>
                    </a:lnTo>
                    <a:lnTo>
                      <a:pt x="1317596" y="445858"/>
                    </a:lnTo>
                    <a:lnTo>
                      <a:pt x="1322998" y="461418"/>
                    </a:lnTo>
                    <a:lnTo>
                      <a:pt x="1328399" y="477614"/>
                    </a:lnTo>
                    <a:lnTo>
                      <a:pt x="1333165" y="493492"/>
                    </a:lnTo>
                    <a:lnTo>
                      <a:pt x="1337295" y="509370"/>
                    </a:lnTo>
                    <a:lnTo>
                      <a:pt x="1341425" y="525883"/>
                    </a:lnTo>
                    <a:lnTo>
                      <a:pt x="1344920" y="542397"/>
                    </a:lnTo>
                    <a:lnTo>
                      <a:pt x="1348098" y="559227"/>
                    </a:lnTo>
                    <a:lnTo>
                      <a:pt x="1351275" y="576058"/>
                    </a:lnTo>
                    <a:lnTo>
                      <a:pt x="1353499" y="592571"/>
                    </a:lnTo>
                    <a:lnTo>
                      <a:pt x="1355405" y="610037"/>
                    </a:lnTo>
                    <a:lnTo>
                      <a:pt x="1356676" y="626868"/>
                    </a:lnTo>
                    <a:lnTo>
                      <a:pt x="1357947" y="644334"/>
                    </a:lnTo>
                    <a:lnTo>
                      <a:pt x="1358582" y="661800"/>
                    </a:lnTo>
                    <a:lnTo>
                      <a:pt x="1358900" y="679266"/>
                    </a:lnTo>
                    <a:lnTo>
                      <a:pt x="1358582" y="691333"/>
                    </a:lnTo>
                    <a:lnTo>
                      <a:pt x="1358265" y="703401"/>
                    </a:lnTo>
                    <a:lnTo>
                      <a:pt x="1357947" y="715151"/>
                    </a:lnTo>
                    <a:lnTo>
                      <a:pt x="1356994" y="726900"/>
                    </a:lnTo>
                    <a:lnTo>
                      <a:pt x="1356358" y="738968"/>
                    </a:lnTo>
                    <a:lnTo>
                      <a:pt x="1355088" y="750718"/>
                    </a:lnTo>
                    <a:lnTo>
                      <a:pt x="1353817" y="762150"/>
                    </a:lnTo>
                    <a:lnTo>
                      <a:pt x="1352546" y="773900"/>
                    </a:lnTo>
                    <a:lnTo>
                      <a:pt x="1350639" y="785332"/>
                    </a:lnTo>
                    <a:lnTo>
                      <a:pt x="1348415" y="796764"/>
                    </a:lnTo>
                    <a:lnTo>
                      <a:pt x="1346509" y="808196"/>
                    </a:lnTo>
                    <a:lnTo>
                      <a:pt x="1344285" y="819629"/>
                    </a:lnTo>
                    <a:lnTo>
                      <a:pt x="1342061" y="831061"/>
                    </a:lnTo>
                    <a:lnTo>
                      <a:pt x="1339201" y="842175"/>
                    </a:lnTo>
                    <a:lnTo>
                      <a:pt x="1336342" y="853290"/>
                    </a:lnTo>
                    <a:lnTo>
                      <a:pt x="1333165" y="864405"/>
                    </a:lnTo>
                    <a:lnTo>
                      <a:pt x="1326810" y="885999"/>
                    </a:lnTo>
                    <a:lnTo>
                      <a:pt x="1319503" y="907593"/>
                    </a:lnTo>
                    <a:lnTo>
                      <a:pt x="1311242" y="928870"/>
                    </a:lnTo>
                    <a:lnTo>
                      <a:pt x="1302981" y="949829"/>
                    </a:lnTo>
                    <a:lnTo>
                      <a:pt x="1293449" y="970471"/>
                    </a:lnTo>
                    <a:lnTo>
                      <a:pt x="1283282" y="990477"/>
                    </a:lnTo>
                    <a:lnTo>
                      <a:pt x="1272797" y="1010484"/>
                    </a:lnTo>
                    <a:lnTo>
                      <a:pt x="1261359" y="1029855"/>
                    </a:lnTo>
                    <a:lnTo>
                      <a:pt x="1261359" y="1030172"/>
                    </a:lnTo>
                    <a:lnTo>
                      <a:pt x="1261042" y="1030490"/>
                    </a:lnTo>
                    <a:lnTo>
                      <a:pt x="1261042" y="1030808"/>
                    </a:lnTo>
                    <a:lnTo>
                      <a:pt x="1260724" y="1031443"/>
                    </a:lnTo>
                    <a:lnTo>
                      <a:pt x="1253099" y="1045098"/>
                    </a:lnTo>
                    <a:lnTo>
                      <a:pt x="1245791" y="1058753"/>
                    </a:lnTo>
                    <a:lnTo>
                      <a:pt x="1237530" y="1071773"/>
                    </a:lnTo>
                    <a:lnTo>
                      <a:pt x="1229269" y="1084476"/>
                    </a:lnTo>
                    <a:lnTo>
                      <a:pt x="1220691" y="1097178"/>
                    </a:lnTo>
                    <a:lnTo>
                      <a:pt x="1212112" y="1109563"/>
                    </a:lnTo>
                    <a:lnTo>
                      <a:pt x="1194002" y="1134333"/>
                    </a:lnTo>
                    <a:lnTo>
                      <a:pt x="1175892" y="1158785"/>
                    </a:lnTo>
                    <a:lnTo>
                      <a:pt x="1157146" y="1183873"/>
                    </a:lnTo>
                    <a:lnTo>
                      <a:pt x="1147932" y="1196575"/>
                    </a:lnTo>
                    <a:lnTo>
                      <a:pt x="1139354" y="1209913"/>
                    </a:lnTo>
                    <a:lnTo>
                      <a:pt x="1130458" y="1223250"/>
                    </a:lnTo>
                    <a:lnTo>
                      <a:pt x="1121561" y="1236906"/>
                    </a:lnTo>
                    <a:lnTo>
                      <a:pt x="1112983" y="1251513"/>
                    </a:lnTo>
                    <a:lnTo>
                      <a:pt x="1105040" y="1266439"/>
                    </a:lnTo>
                    <a:lnTo>
                      <a:pt x="1097097" y="1281682"/>
                    </a:lnTo>
                    <a:lnTo>
                      <a:pt x="1089153" y="1297560"/>
                    </a:lnTo>
                    <a:lnTo>
                      <a:pt x="1082164" y="1314391"/>
                    </a:lnTo>
                    <a:lnTo>
                      <a:pt x="1075174" y="1331857"/>
                    </a:lnTo>
                    <a:lnTo>
                      <a:pt x="1068819" y="1350275"/>
                    </a:lnTo>
                    <a:lnTo>
                      <a:pt x="1062783" y="1369329"/>
                    </a:lnTo>
                    <a:lnTo>
                      <a:pt x="1057699" y="1389336"/>
                    </a:lnTo>
                    <a:lnTo>
                      <a:pt x="1054839" y="1399815"/>
                    </a:lnTo>
                    <a:lnTo>
                      <a:pt x="1052615" y="1410295"/>
                    </a:lnTo>
                    <a:lnTo>
                      <a:pt x="1050391" y="1421092"/>
                    </a:lnTo>
                    <a:lnTo>
                      <a:pt x="1048485" y="1432524"/>
                    </a:lnTo>
                    <a:lnTo>
                      <a:pt x="1046579" y="1443956"/>
                    </a:lnTo>
                    <a:lnTo>
                      <a:pt x="1044672" y="1455706"/>
                    </a:lnTo>
                    <a:lnTo>
                      <a:pt x="1042766" y="1467456"/>
                    </a:lnTo>
                    <a:lnTo>
                      <a:pt x="1041495" y="1479841"/>
                    </a:lnTo>
                    <a:lnTo>
                      <a:pt x="1040224" y="1492543"/>
                    </a:lnTo>
                    <a:lnTo>
                      <a:pt x="1039271" y="1505246"/>
                    </a:lnTo>
                    <a:lnTo>
                      <a:pt x="1038636" y="1518583"/>
                    </a:lnTo>
                    <a:lnTo>
                      <a:pt x="1037682" y="1531921"/>
                    </a:lnTo>
                    <a:lnTo>
                      <a:pt x="1037365" y="1546211"/>
                    </a:lnTo>
                    <a:lnTo>
                      <a:pt x="1037047" y="1560184"/>
                    </a:lnTo>
                    <a:lnTo>
                      <a:pt x="1036729" y="1565583"/>
                    </a:lnTo>
                    <a:lnTo>
                      <a:pt x="1035776" y="1571299"/>
                    </a:lnTo>
                    <a:lnTo>
                      <a:pt x="1034505" y="1576697"/>
                    </a:lnTo>
                    <a:lnTo>
                      <a:pt x="1032599" y="1582096"/>
                    </a:lnTo>
                    <a:lnTo>
                      <a:pt x="1030057" y="1586542"/>
                    </a:lnTo>
                    <a:lnTo>
                      <a:pt x="1027198" y="1591305"/>
                    </a:lnTo>
                    <a:lnTo>
                      <a:pt x="1024020" y="1595751"/>
                    </a:lnTo>
                    <a:lnTo>
                      <a:pt x="1020208" y="1599562"/>
                    </a:lnTo>
                    <a:lnTo>
                      <a:pt x="1016395" y="1603055"/>
                    </a:lnTo>
                    <a:lnTo>
                      <a:pt x="1012265" y="1606548"/>
                    </a:lnTo>
                    <a:lnTo>
                      <a:pt x="1007499" y="1609089"/>
                    </a:lnTo>
                    <a:lnTo>
                      <a:pt x="1002733" y="1611629"/>
                    </a:lnTo>
                    <a:lnTo>
                      <a:pt x="997649" y="1613217"/>
                    </a:lnTo>
                    <a:lnTo>
                      <a:pt x="992248" y="1614805"/>
                    </a:lnTo>
                    <a:lnTo>
                      <a:pt x="986847" y="1615758"/>
                    </a:lnTo>
                    <a:lnTo>
                      <a:pt x="980810" y="1616075"/>
                    </a:lnTo>
                    <a:lnTo>
                      <a:pt x="679609" y="1616075"/>
                    </a:lnTo>
                    <a:lnTo>
                      <a:pt x="377772" y="1616075"/>
                    </a:lnTo>
                    <a:lnTo>
                      <a:pt x="371736" y="1615758"/>
                    </a:lnTo>
                    <a:lnTo>
                      <a:pt x="366334" y="1614805"/>
                    </a:lnTo>
                    <a:lnTo>
                      <a:pt x="360933" y="1613217"/>
                    </a:lnTo>
                    <a:lnTo>
                      <a:pt x="355850" y="1611629"/>
                    </a:lnTo>
                    <a:lnTo>
                      <a:pt x="351084" y="1609089"/>
                    </a:lnTo>
                    <a:lnTo>
                      <a:pt x="346318" y="1606548"/>
                    </a:lnTo>
                    <a:lnTo>
                      <a:pt x="342187" y="1603055"/>
                    </a:lnTo>
                    <a:lnTo>
                      <a:pt x="338057" y="1599562"/>
                    </a:lnTo>
                    <a:lnTo>
                      <a:pt x="334562" y="1595751"/>
                    </a:lnTo>
                    <a:lnTo>
                      <a:pt x="331385" y="1591305"/>
                    </a:lnTo>
                    <a:lnTo>
                      <a:pt x="328525" y="1586859"/>
                    </a:lnTo>
                    <a:lnTo>
                      <a:pt x="325984" y="1582096"/>
                    </a:lnTo>
                    <a:lnTo>
                      <a:pt x="324077" y="1576697"/>
                    </a:lnTo>
                    <a:lnTo>
                      <a:pt x="322806" y="1571616"/>
                    </a:lnTo>
                    <a:lnTo>
                      <a:pt x="321853" y="1565900"/>
                    </a:lnTo>
                    <a:lnTo>
                      <a:pt x="321535" y="1560184"/>
                    </a:lnTo>
                    <a:lnTo>
                      <a:pt x="321218" y="1546211"/>
                    </a:lnTo>
                    <a:lnTo>
                      <a:pt x="320900" y="1531921"/>
                    </a:lnTo>
                    <a:lnTo>
                      <a:pt x="320265" y="1518583"/>
                    </a:lnTo>
                    <a:lnTo>
                      <a:pt x="319311" y="1505246"/>
                    </a:lnTo>
                    <a:lnTo>
                      <a:pt x="318358" y="1492543"/>
                    </a:lnTo>
                    <a:lnTo>
                      <a:pt x="317087" y="1479841"/>
                    </a:lnTo>
                    <a:lnTo>
                      <a:pt x="315816" y="1467456"/>
                    </a:lnTo>
                    <a:lnTo>
                      <a:pt x="313910" y="1455706"/>
                    </a:lnTo>
                    <a:lnTo>
                      <a:pt x="312004" y="1443956"/>
                    </a:lnTo>
                    <a:lnTo>
                      <a:pt x="310415" y="1432524"/>
                    </a:lnTo>
                    <a:lnTo>
                      <a:pt x="308191" y="1421409"/>
                    </a:lnTo>
                    <a:lnTo>
                      <a:pt x="305967" y="1410295"/>
                    </a:lnTo>
                    <a:lnTo>
                      <a:pt x="303743" y="1399815"/>
                    </a:lnTo>
                    <a:lnTo>
                      <a:pt x="301201" y="1389336"/>
                    </a:lnTo>
                    <a:lnTo>
                      <a:pt x="295800" y="1369329"/>
                    </a:lnTo>
                    <a:lnTo>
                      <a:pt x="289763" y="1350275"/>
                    </a:lnTo>
                    <a:lnTo>
                      <a:pt x="283409" y="1331857"/>
                    </a:lnTo>
                    <a:lnTo>
                      <a:pt x="276419" y="1314391"/>
                    </a:lnTo>
                    <a:lnTo>
                      <a:pt x="269429" y="1297560"/>
                    </a:lnTo>
                    <a:lnTo>
                      <a:pt x="261804" y="1281682"/>
                    </a:lnTo>
                    <a:lnTo>
                      <a:pt x="253543" y="1266439"/>
                    </a:lnTo>
                    <a:lnTo>
                      <a:pt x="245600" y="1251513"/>
                    </a:lnTo>
                    <a:lnTo>
                      <a:pt x="237021" y="1236906"/>
                    </a:lnTo>
                    <a:lnTo>
                      <a:pt x="228125" y="1223250"/>
                    </a:lnTo>
                    <a:lnTo>
                      <a:pt x="219229" y="1209913"/>
                    </a:lnTo>
                    <a:lnTo>
                      <a:pt x="210650" y="1196575"/>
                    </a:lnTo>
                    <a:lnTo>
                      <a:pt x="201436" y="1183873"/>
                    </a:lnTo>
                    <a:lnTo>
                      <a:pt x="183008" y="1158785"/>
                    </a:lnTo>
                    <a:lnTo>
                      <a:pt x="164580" y="1134333"/>
                    </a:lnTo>
                    <a:lnTo>
                      <a:pt x="146470" y="1109563"/>
                    </a:lnTo>
                    <a:lnTo>
                      <a:pt x="137892" y="1097178"/>
                    </a:lnTo>
                    <a:lnTo>
                      <a:pt x="129313" y="1084476"/>
                    </a:lnTo>
                    <a:lnTo>
                      <a:pt x="121052" y="1071773"/>
                    </a:lnTo>
                    <a:lnTo>
                      <a:pt x="112792" y="1058753"/>
                    </a:lnTo>
                    <a:lnTo>
                      <a:pt x="105484" y="1045098"/>
                    </a:lnTo>
                    <a:lnTo>
                      <a:pt x="97859" y="1031443"/>
                    </a:lnTo>
                    <a:lnTo>
                      <a:pt x="97541" y="1030808"/>
                    </a:lnTo>
                    <a:lnTo>
                      <a:pt x="97223" y="1030490"/>
                    </a:lnTo>
                    <a:lnTo>
                      <a:pt x="97541" y="1030490"/>
                    </a:lnTo>
                    <a:lnTo>
                      <a:pt x="97541" y="1030172"/>
                    </a:lnTo>
                    <a:lnTo>
                      <a:pt x="97223" y="1029855"/>
                    </a:lnTo>
                    <a:lnTo>
                      <a:pt x="85785" y="1010484"/>
                    </a:lnTo>
                    <a:lnTo>
                      <a:pt x="75300" y="990477"/>
                    </a:lnTo>
                    <a:lnTo>
                      <a:pt x="65133" y="970471"/>
                    </a:lnTo>
                    <a:lnTo>
                      <a:pt x="55602" y="949829"/>
                    </a:lnTo>
                    <a:lnTo>
                      <a:pt x="47341" y="928870"/>
                    </a:lnTo>
                    <a:lnTo>
                      <a:pt x="39080" y="907593"/>
                    </a:lnTo>
                    <a:lnTo>
                      <a:pt x="31772" y="885999"/>
                    </a:lnTo>
                    <a:lnTo>
                      <a:pt x="25418" y="864405"/>
                    </a:lnTo>
                    <a:lnTo>
                      <a:pt x="22241" y="853290"/>
                    </a:lnTo>
                    <a:lnTo>
                      <a:pt x="19381" y="842175"/>
                    </a:lnTo>
                    <a:lnTo>
                      <a:pt x="16839" y="831061"/>
                    </a:lnTo>
                    <a:lnTo>
                      <a:pt x="14298" y="819629"/>
                    </a:lnTo>
                    <a:lnTo>
                      <a:pt x="12073" y="808196"/>
                    </a:lnTo>
                    <a:lnTo>
                      <a:pt x="10167" y="796764"/>
                    </a:lnTo>
                    <a:lnTo>
                      <a:pt x="7943" y="785332"/>
                    </a:lnTo>
                    <a:lnTo>
                      <a:pt x="6354" y="773900"/>
                    </a:lnTo>
                    <a:lnTo>
                      <a:pt x="4766" y="762150"/>
                    </a:lnTo>
                    <a:lnTo>
                      <a:pt x="3495" y="750718"/>
                    </a:lnTo>
                    <a:lnTo>
                      <a:pt x="2224" y="738968"/>
                    </a:lnTo>
                    <a:lnTo>
                      <a:pt x="1589" y="726900"/>
                    </a:lnTo>
                    <a:lnTo>
                      <a:pt x="635" y="715151"/>
                    </a:lnTo>
                    <a:lnTo>
                      <a:pt x="318" y="703401"/>
                    </a:lnTo>
                    <a:lnTo>
                      <a:pt x="0" y="691333"/>
                    </a:lnTo>
                    <a:lnTo>
                      <a:pt x="0" y="679266"/>
                    </a:lnTo>
                    <a:lnTo>
                      <a:pt x="0" y="661800"/>
                    </a:lnTo>
                    <a:lnTo>
                      <a:pt x="635" y="644334"/>
                    </a:lnTo>
                    <a:lnTo>
                      <a:pt x="1906" y="626868"/>
                    </a:lnTo>
                    <a:lnTo>
                      <a:pt x="3177" y="610037"/>
                    </a:lnTo>
                    <a:lnTo>
                      <a:pt x="5084" y="592571"/>
                    </a:lnTo>
                    <a:lnTo>
                      <a:pt x="7625" y="576058"/>
                    </a:lnTo>
                    <a:lnTo>
                      <a:pt x="10485" y="559227"/>
                    </a:lnTo>
                    <a:lnTo>
                      <a:pt x="13662" y="542397"/>
                    </a:lnTo>
                    <a:lnTo>
                      <a:pt x="17157" y="525883"/>
                    </a:lnTo>
                    <a:lnTo>
                      <a:pt x="21287" y="509370"/>
                    </a:lnTo>
                    <a:lnTo>
                      <a:pt x="25736" y="493492"/>
                    </a:lnTo>
                    <a:lnTo>
                      <a:pt x="30184" y="477614"/>
                    </a:lnTo>
                    <a:lnTo>
                      <a:pt x="35585" y="461418"/>
                    </a:lnTo>
                    <a:lnTo>
                      <a:pt x="40986" y="445858"/>
                    </a:lnTo>
                    <a:lnTo>
                      <a:pt x="47023" y="430297"/>
                    </a:lnTo>
                    <a:lnTo>
                      <a:pt x="53060" y="414737"/>
                    </a:lnTo>
                    <a:lnTo>
                      <a:pt x="59732" y="399811"/>
                    </a:lnTo>
                    <a:lnTo>
                      <a:pt x="66722" y="384886"/>
                    </a:lnTo>
                    <a:lnTo>
                      <a:pt x="74029" y="370278"/>
                    </a:lnTo>
                    <a:lnTo>
                      <a:pt x="81973" y="355670"/>
                    </a:lnTo>
                    <a:lnTo>
                      <a:pt x="89598" y="341380"/>
                    </a:lnTo>
                    <a:lnTo>
                      <a:pt x="98176" y="327089"/>
                    </a:lnTo>
                    <a:lnTo>
                      <a:pt x="106755" y="313434"/>
                    </a:lnTo>
                    <a:lnTo>
                      <a:pt x="115969" y="299779"/>
                    </a:lnTo>
                    <a:lnTo>
                      <a:pt x="124865" y="286124"/>
                    </a:lnTo>
                    <a:lnTo>
                      <a:pt x="134714" y="272786"/>
                    </a:lnTo>
                    <a:lnTo>
                      <a:pt x="144564" y="260084"/>
                    </a:lnTo>
                    <a:lnTo>
                      <a:pt x="155049" y="247381"/>
                    </a:lnTo>
                    <a:lnTo>
                      <a:pt x="165534" y="234996"/>
                    </a:lnTo>
                    <a:lnTo>
                      <a:pt x="176336" y="222611"/>
                    </a:lnTo>
                    <a:lnTo>
                      <a:pt x="187456" y="210861"/>
                    </a:lnTo>
                    <a:lnTo>
                      <a:pt x="198894" y="199112"/>
                    </a:lnTo>
                    <a:lnTo>
                      <a:pt x="210650" y="187679"/>
                    </a:lnTo>
                    <a:lnTo>
                      <a:pt x="222406" y="176565"/>
                    </a:lnTo>
                    <a:lnTo>
                      <a:pt x="234797" y="165768"/>
                    </a:lnTo>
                    <a:lnTo>
                      <a:pt x="247188" y="155288"/>
                    </a:lnTo>
                    <a:lnTo>
                      <a:pt x="259897" y="144808"/>
                    </a:lnTo>
                    <a:lnTo>
                      <a:pt x="272606" y="135282"/>
                    </a:lnTo>
                    <a:lnTo>
                      <a:pt x="285951" y="125437"/>
                    </a:lnTo>
                    <a:lnTo>
                      <a:pt x="299295" y="116228"/>
                    </a:lnTo>
                    <a:lnTo>
                      <a:pt x="312957" y="107019"/>
                    </a:lnTo>
                    <a:lnTo>
                      <a:pt x="326937" y="98444"/>
                    </a:lnTo>
                    <a:lnTo>
                      <a:pt x="341234" y="90188"/>
                    </a:lnTo>
                    <a:lnTo>
                      <a:pt x="355532" y="82249"/>
                    </a:lnTo>
                    <a:lnTo>
                      <a:pt x="369829" y="74310"/>
                    </a:lnTo>
                    <a:lnTo>
                      <a:pt x="384445" y="67323"/>
                    </a:lnTo>
                    <a:lnTo>
                      <a:pt x="399695" y="60019"/>
                    </a:lnTo>
                    <a:lnTo>
                      <a:pt x="414946" y="53668"/>
                    </a:lnTo>
                    <a:lnTo>
                      <a:pt x="430197" y="47317"/>
                    </a:lnTo>
                    <a:lnTo>
                      <a:pt x="445765" y="41601"/>
                    </a:lnTo>
                    <a:lnTo>
                      <a:pt x="461333" y="35885"/>
                    </a:lnTo>
                    <a:lnTo>
                      <a:pt x="477220" y="30804"/>
                    </a:lnTo>
                    <a:lnTo>
                      <a:pt x="493423" y="25723"/>
                    </a:lnTo>
                    <a:lnTo>
                      <a:pt x="509310" y="21594"/>
                    </a:lnTo>
                    <a:lnTo>
                      <a:pt x="525831" y="17784"/>
                    </a:lnTo>
                    <a:lnTo>
                      <a:pt x="542353" y="13973"/>
                    </a:lnTo>
                    <a:lnTo>
                      <a:pt x="558874" y="10797"/>
                    </a:lnTo>
                    <a:lnTo>
                      <a:pt x="576031" y="7939"/>
                    </a:lnTo>
                    <a:lnTo>
                      <a:pt x="592871" y="5399"/>
                    </a:lnTo>
                    <a:lnTo>
                      <a:pt x="610028" y="3493"/>
                    </a:lnTo>
                    <a:lnTo>
                      <a:pt x="626867" y="2223"/>
                    </a:lnTo>
                    <a:lnTo>
                      <a:pt x="644342" y="953"/>
                    </a:lnTo>
                    <a:lnTo>
                      <a:pt x="661816" y="318"/>
                    </a:lnTo>
                    <a:lnTo>
                      <a:pt x="67960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bIns="720000"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000" dirty="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65" name="组合 164"/>
              <p:cNvGrpSpPr/>
              <p:nvPr/>
            </p:nvGrpSpPr>
            <p:grpSpPr>
              <a:xfrm>
                <a:off x="1027567" y="2707043"/>
                <a:ext cx="1756229" cy="2747924"/>
                <a:chOff x="1027567" y="2707043"/>
                <a:chExt cx="1756229" cy="2747924"/>
              </a:xfrm>
              <a:grpFill/>
            </p:grpSpPr>
            <p:cxnSp>
              <p:nvCxnSpPr>
                <p:cNvPr id="166" name="直接连接符 165"/>
                <p:cNvCxnSpPr/>
                <p:nvPr/>
              </p:nvCxnSpPr>
              <p:spPr>
                <a:xfrm>
                  <a:off x="1027567" y="2707043"/>
                  <a:ext cx="0" cy="1978622"/>
                </a:xfrm>
                <a:prstGeom prst="line">
                  <a:avLst/>
                </a:prstGeom>
                <a:grpFill/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直接连接符 166"/>
                <p:cNvCxnSpPr/>
                <p:nvPr/>
              </p:nvCxnSpPr>
              <p:spPr>
                <a:xfrm flipH="1">
                  <a:off x="1027567" y="4685665"/>
                  <a:ext cx="1744662" cy="0"/>
                </a:xfrm>
                <a:prstGeom prst="line">
                  <a:avLst/>
                </a:prstGeom>
                <a:grpFill/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直接连接符 167"/>
                <p:cNvCxnSpPr/>
                <p:nvPr/>
              </p:nvCxnSpPr>
              <p:spPr>
                <a:xfrm>
                  <a:off x="2783796" y="4685665"/>
                  <a:ext cx="0" cy="769302"/>
                </a:xfrm>
                <a:prstGeom prst="line">
                  <a:avLst/>
                </a:prstGeom>
                <a:grpFill/>
                <a:ln>
                  <a:solidFill>
                    <a:srgbClr val="2B303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1" name="组合 160"/>
            <p:cNvGrpSpPr/>
            <p:nvPr/>
          </p:nvGrpSpPr>
          <p:grpSpPr>
            <a:xfrm>
              <a:off x="2499360" y="5422900"/>
              <a:ext cx="570230" cy="1102995"/>
              <a:chOff x="3936" y="8540"/>
              <a:chExt cx="898" cy="1737"/>
            </a:xfrm>
            <a:grpFill/>
          </p:grpSpPr>
          <p:sp>
            <p:nvSpPr>
              <p:cNvPr id="162" name="插头"/>
              <p:cNvSpPr/>
              <p:nvPr/>
            </p:nvSpPr>
            <p:spPr bwMode="auto">
              <a:xfrm rot="5400000">
                <a:off x="3542" y="8985"/>
                <a:ext cx="1687" cy="898"/>
              </a:xfrm>
              <a:custGeom>
                <a:avLst/>
                <a:gdLst>
                  <a:gd name="T0" fmla="*/ 1800397 w 4087"/>
                  <a:gd name="T1" fmla="*/ 516163 h 2112"/>
                  <a:gd name="T2" fmla="*/ 1800397 w 4087"/>
                  <a:gd name="T3" fmla="*/ 414781 h 2112"/>
                  <a:gd name="T4" fmla="*/ 1267370 w 4087"/>
                  <a:gd name="T5" fmla="*/ 414781 h 2112"/>
                  <a:gd name="T6" fmla="*/ 1267370 w 4087"/>
                  <a:gd name="T7" fmla="*/ 250368 h 2112"/>
                  <a:gd name="T8" fmla="*/ 1658550 w 4087"/>
                  <a:gd name="T9" fmla="*/ 250368 h 2112"/>
                  <a:gd name="T10" fmla="*/ 1658550 w 4087"/>
                  <a:gd name="T11" fmla="*/ 148986 h 2112"/>
                  <a:gd name="T12" fmla="*/ 1267370 w 4087"/>
                  <a:gd name="T13" fmla="*/ 148986 h 2112"/>
                  <a:gd name="T14" fmla="*/ 1267370 w 4087"/>
                  <a:gd name="T15" fmla="*/ 0 h 2112"/>
                  <a:gd name="T16" fmla="*/ 733022 w 4087"/>
                  <a:gd name="T17" fmla="*/ 0 h 2112"/>
                  <a:gd name="T18" fmla="*/ 270919 w 4087"/>
                  <a:gd name="T19" fmla="*/ 414781 h 2112"/>
                  <a:gd name="T20" fmla="*/ 0 w 4087"/>
                  <a:gd name="T21" fmla="*/ 414781 h 2112"/>
                  <a:gd name="T22" fmla="*/ 0 w 4087"/>
                  <a:gd name="T23" fmla="*/ 516163 h 2112"/>
                  <a:gd name="T24" fmla="*/ 270919 w 4087"/>
                  <a:gd name="T25" fmla="*/ 516163 h 2112"/>
                  <a:gd name="T26" fmla="*/ 733022 w 4087"/>
                  <a:gd name="T27" fmla="*/ 930944 h 2112"/>
                  <a:gd name="T28" fmla="*/ 1267370 w 4087"/>
                  <a:gd name="T29" fmla="*/ 930944 h 2112"/>
                  <a:gd name="T30" fmla="*/ 1267370 w 4087"/>
                  <a:gd name="T31" fmla="*/ 783280 h 2112"/>
                  <a:gd name="T32" fmla="*/ 1658550 w 4087"/>
                  <a:gd name="T33" fmla="*/ 783280 h 2112"/>
                  <a:gd name="T34" fmla="*/ 1658550 w 4087"/>
                  <a:gd name="T35" fmla="*/ 681899 h 2112"/>
                  <a:gd name="T36" fmla="*/ 1267370 w 4087"/>
                  <a:gd name="T37" fmla="*/ 681899 h 2112"/>
                  <a:gd name="T38" fmla="*/ 1267370 w 4087"/>
                  <a:gd name="T39" fmla="*/ 516163 h 2112"/>
                  <a:gd name="T40" fmla="*/ 1800397 w 4087"/>
                  <a:gd name="T41" fmla="*/ 516163 h 2112"/>
                  <a:gd name="T42" fmla="*/ 369154 w 4087"/>
                  <a:gd name="T43" fmla="*/ 465472 h 2112"/>
                  <a:gd name="T44" fmla="*/ 733022 w 4087"/>
                  <a:gd name="T45" fmla="*/ 101822 h 2112"/>
                  <a:gd name="T46" fmla="*/ 1166051 w 4087"/>
                  <a:gd name="T47" fmla="*/ 101822 h 2112"/>
                  <a:gd name="T48" fmla="*/ 1166051 w 4087"/>
                  <a:gd name="T49" fmla="*/ 829122 h 2112"/>
                  <a:gd name="T50" fmla="*/ 733022 w 4087"/>
                  <a:gd name="T51" fmla="*/ 829122 h 2112"/>
                  <a:gd name="T52" fmla="*/ 369154 w 4087"/>
                  <a:gd name="T53" fmla="*/ 465472 h 211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087" h="2112">
                    <a:moveTo>
                      <a:pt x="4087" y="1171"/>
                    </a:moveTo>
                    <a:cubicBezTo>
                      <a:pt x="4087" y="941"/>
                      <a:pt x="4087" y="941"/>
                      <a:pt x="4087" y="941"/>
                    </a:cubicBezTo>
                    <a:cubicBezTo>
                      <a:pt x="2877" y="941"/>
                      <a:pt x="2877" y="941"/>
                      <a:pt x="2877" y="941"/>
                    </a:cubicBezTo>
                    <a:cubicBezTo>
                      <a:pt x="2877" y="568"/>
                      <a:pt x="2877" y="568"/>
                      <a:pt x="2877" y="568"/>
                    </a:cubicBezTo>
                    <a:cubicBezTo>
                      <a:pt x="3765" y="568"/>
                      <a:pt x="3765" y="568"/>
                      <a:pt x="3765" y="568"/>
                    </a:cubicBezTo>
                    <a:cubicBezTo>
                      <a:pt x="3765" y="338"/>
                      <a:pt x="3765" y="338"/>
                      <a:pt x="3765" y="338"/>
                    </a:cubicBezTo>
                    <a:cubicBezTo>
                      <a:pt x="2877" y="338"/>
                      <a:pt x="2877" y="338"/>
                      <a:pt x="2877" y="338"/>
                    </a:cubicBezTo>
                    <a:cubicBezTo>
                      <a:pt x="2877" y="0"/>
                      <a:pt x="2877" y="0"/>
                      <a:pt x="2877" y="0"/>
                    </a:cubicBezTo>
                    <a:cubicBezTo>
                      <a:pt x="1664" y="0"/>
                      <a:pt x="1664" y="0"/>
                      <a:pt x="1664" y="0"/>
                    </a:cubicBezTo>
                    <a:cubicBezTo>
                      <a:pt x="1121" y="0"/>
                      <a:pt x="672" y="413"/>
                      <a:pt x="615" y="941"/>
                    </a:cubicBezTo>
                    <a:cubicBezTo>
                      <a:pt x="0" y="941"/>
                      <a:pt x="0" y="941"/>
                      <a:pt x="0" y="941"/>
                    </a:cubicBezTo>
                    <a:cubicBezTo>
                      <a:pt x="0" y="1171"/>
                      <a:pt x="0" y="1171"/>
                      <a:pt x="0" y="1171"/>
                    </a:cubicBezTo>
                    <a:cubicBezTo>
                      <a:pt x="615" y="1171"/>
                      <a:pt x="615" y="1171"/>
                      <a:pt x="615" y="1171"/>
                    </a:cubicBezTo>
                    <a:cubicBezTo>
                      <a:pt x="672" y="1699"/>
                      <a:pt x="1121" y="2112"/>
                      <a:pt x="1664" y="2112"/>
                    </a:cubicBezTo>
                    <a:cubicBezTo>
                      <a:pt x="2877" y="2112"/>
                      <a:pt x="2877" y="2112"/>
                      <a:pt x="2877" y="2112"/>
                    </a:cubicBezTo>
                    <a:cubicBezTo>
                      <a:pt x="2877" y="1777"/>
                      <a:pt x="2877" y="1777"/>
                      <a:pt x="2877" y="1777"/>
                    </a:cubicBezTo>
                    <a:cubicBezTo>
                      <a:pt x="3765" y="1777"/>
                      <a:pt x="3765" y="1777"/>
                      <a:pt x="3765" y="1777"/>
                    </a:cubicBezTo>
                    <a:cubicBezTo>
                      <a:pt x="3765" y="1547"/>
                      <a:pt x="3765" y="1547"/>
                      <a:pt x="3765" y="1547"/>
                    </a:cubicBezTo>
                    <a:cubicBezTo>
                      <a:pt x="2877" y="1547"/>
                      <a:pt x="2877" y="1547"/>
                      <a:pt x="2877" y="1547"/>
                    </a:cubicBezTo>
                    <a:cubicBezTo>
                      <a:pt x="2877" y="1171"/>
                      <a:pt x="2877" y="1171"/>
                      <a:pt x="2877" y="1171"/>
                    </a:cubicBezTo>
                    <a:cubicBezTo>
                      <a:pt x="4087" y="1171"/>
                      <a:pt x="4087" y="1171"/>
                      <a:pt x="4087" y="1171"/>
                    </a:cubicBezTo>
                    <a:close/>
                    <a:moveTo>
                      <a:pt x="838" y="1056"/>
                    </a:moveTo>
                    <a:cubicBezTo>
                      <a:pt x="838" y="601"/>
                      <a:pt x="1209" y="231"/>
                      <a:pt x="1664" y="231"/>
                    </a:cubicBezTo>
                    <a:cubicBezTo>
                      <a:pt x="2647" y="231"/>
                      <a:pt x="2647" y="231"/>
                      <a:pt x="2647" y="231"/>
                    </a:cubicBezTo>
                    <a:cubicBezTo>
                      <a:pt x="2647" y="1881"/>
                      <a:pt x="2647" y="1881"/>
                      <a:pt x="2647" y="1881"/>
                    </a:cubicBezTo>
                    <a:cubicBezTo>
                      <a:pt x="1664" y="1881"/>
                      <a:pt x="1664" y="1881"/>
                      <a:pt x="1664" y="1881"/>
                    </a:cubicBezTo>
                    <a:cubicBezTo>
                      <a:pt x="1209" y="1881"/>
                      <a:pt x="838" y="1511"/>
                      <a:pt x="838" y="10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63" name="矩形 162"/>
              <p:cNvSpPr/>
              <p:nvPr/>
            </p:nvSpPr>
            <p:spPr>
              <a:xfrm>
                <a:off x="4200" y="8540"/>
                <a:ext cx="360" cy="1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3775906" y="2428696"/>
            <a:ext cx="4640188" cy="10045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8B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8B7E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81574" y="2376977"/>
            <a:ext cx="3428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68B7E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3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576605" y="3951671"/>
            <a:ext cx="5038791" cy="156067"/>
            <a:chOff x="3891126" y="3631108"/>
            <a:chExt cx="5038791" cy="156067"/>
          </a:xfrm>
        </p:grpSpPr>
        <p:sp>
          <p:nvSpPr>
            <p:cNvPr id="13" name="椭圆 12"/>
            <p:cNvSpPr/>
            <p:nvPr/>
          </p:nvSpPr>
          <p:spPr>
            <a:xfrm>
              <a:off x="3891126" y="3631108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773850" y="3631108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891126" y="3737318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研究方法与过程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研究方法</a:t>
            </a:r>
          </a:p>
        </p:txBody>
      </p:sp>
      <p:sp>
        <p:nvSpPr>
          <p:cNvPr id="27" name="任意多边形: 形状 26"/>
          <p:cNvSpPr/>
          <p:nvPr/>
        </p:nvSpPr>
        <p:spPr>
          <a:xfrm rot="18885077">
            <a:off x="894895" y="4106507"/>
            <a:ext cx="2020208" cy="2020208"/>
          </a:xfrm>
          <a:custGeom>
            <a:avLst/>
            <a:gdLst>
              <a:gd name="connsiteX0" fmla="*/ 1632954 w 2020208"/>
              <a:gd name="connsiteY0" fmla="*/ 373893 h 2020208"/>
              <a:gd name="connsiteX1" fmla="*/ 986430 w 2020208"/>
              <a:gd name="connsiteY1" fmla="*/ 115972 h 2020208"/>
              <a:gd name="connsiteX2" fmla="*/ 88971 w 2020208"/>
              <a:gd name="connsiteY2" fmla="*/ 1037281 h 2020208"/>
              <a:gd name="connsiteX3" fmla="*/ 1010280 w 2020208"/>
              <a:gd name="connsiteY3" fmla="*/ 1934740 h 2020208"/>
              <a:gd name="connsiteX4" fmla="*/ 1907739 w 2020208"/>
              <a:gd name="connsiteY4" fmla="*/ 1013432 h 2020208"/>
              <a:gd name="connsiteX5" fmla="*/ 1632954 w 2020208"/>
              <a:gd name="connsiteY5" fmla="*/ 373893 h 2020208"/>
              <a:gd name="connsiteX6" fmla="*/ 2020208 w 2020208"/>
              <a:gd name="connsiteY6" fmla="*/ 0 h 2020208"/>
              <a:gd name="connsiteX7" fmla="*/ 2020208 w 2020208"/>
              <a:gd name="connsiteY7" fmla="*/ 1010104 h 2020208"/>
              <a:gd name="connsiteX8" fmla="*/ 1010104 w 2020208"/>
              <a:gd name="connsiteY8" fmla="*/ 2020208 h 2020208"/>
              <a:gd name="connsiteX9" fmla="*/ 0 w 2020208"/>
              <a:gd name="connsiteY9" fmla="*/ 1010104 h 2020208"/>
              <a:gd name="connsiteX10" fmla="*/ 1010104 w 2020208"/>
              <a:gd name="connsiteY10" fmla="*/ 0 h 2020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0208" h="2020208">
                <a:moveTo>
                  <a:pt x="1632954" y="373893"/>
                </a:moveTo>
                <a:cubicBezTo>
                  <a:pt x="1466230" y="211485"/>
                  <a:pt x="1237549" y="112680"/>
                  <a:pt x="986430" y="115972"/>
                </a:cubicBezTo>
                <a:cubicBezTo>
                  <a:pt x="484191" y="122558"/>
                  <a:pt x="82385" y="535043"/>
                  <a:pt x="88971" y="1037281"/>
                </a:cubicBezTo>
                <a:cubicBezTo>
                  <a:pt x="95557" y="1539520"/>
                  <a:pt x="508041" y="1941326"/>
                  <a:pt x="1010280" y="1934740"/>
                </a:cubicBezTo>
                <a:cubicBezTo>
                  <a:pt x="1512518" y="1928154"/>
                  <a:pt x="1914325" y="1515670"/>
                  <a:pt x="1907739" y="1013432"/>
                </a:cubicBezTo>
                <a:cubicBezTo>
                  <a:pt x="1904445" y="762312"/>
                  <a:pt x="1799678" y="536301"/>
                  <a:pt x="1632954" y="373893"/>
                </a:cubicBezTo>
                <a:close/>
                <a:moveTo>
                  <a:pt x="2020208" y="0"/>
                </a:moveTo>
                <a:lnTo>
                  <a:pt x="2020208" y="1010104"/>
                </a:lnTo>
                <a:cubicBezTo>
                  <a:pt x="2020208" y="1567969"/>
                  <a:pt x="1567969" y="2020208"/>
                  <a:pt x="1010104" y="2020208"/>
                </a:cubicBezTo>
                <a:cubicBezTo>
                  <a:pt x="452239" y="2020208"/>
                  <a:pt x="0" y="1567969"/>
                  <a:pt x="0" y="1010104"/>
                </a:cubicBezTo>
                <a:cubicBezTo>
                  <a:pt x="0" y="452239"/>
                  <a:pt x="452239" y="0"/>
                  <a:pt x="1010104" y="0"/>
                </a:cubicBezTo>
                <a:close/>
              </a:path>
            </a:pathLst>
          </a:cu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0" name="文本框 20"/>
          <p:cNvSpPr txBox="1"/>
          <p:nvPr/>
        </p:nvSpPr>
        <p:spPr>
          <a:xfrm flipH="1">
            <a:off x="1363865" y="4755296"/>
            <a:ext cx="1069340" cy="7226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1" name="文本框 20"/>
          <p:cNvSpPr txBox="1"/>
          <p:nvPr/>
        </p:nvSpPr>
        <p:spPr>
          <a:xfrm flipH="1">
            <a:off x="1216977" y="1498078"/>
            <a:ext cx="2012950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2" name="文本框 22"/>
          <p:cNvSpPr txBox="1"/>
          <p:nvPr/>
        </p:nvSpPr>
        <p:spPr>
          <a:xfrm flipH="1">
            <a:off x="1218247" y="1945835"/>
            <a:ext cx="1840865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33" name="文本框 20"/>
          <p:cNvSpPr txBox="1"/>
          <p:nvPr/>
        </p:nvSpPr>
        <p:spPr>
          <a:xfrm flipH="1">
            <a:off x="580072" y="1400368"/>
            <a:ext cx="964565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en-US" altLang="zh-CN" sz="3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01</a:t>
            </a:r>
            <a:r>
              <a:rPr lang="zh-CN" altLang="en-US" sz="3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34" name="Freeform 31"/>
          <p:cNvSpPr>
            <a:spLocks noEditPoints="1"/>
          </p:cNvSpPr>
          <p:nvPr/>
        </p:nvSpPr>
        <p:spPr>
          <a:xfrm>
            <a:off x="718502" y="2061712"/>
            <a:ext cx="455930" cy="302913"/>
          </a:xfrm>
          <a:custGeom>
            <a:avLst/>
            <a:gdLst>
              <a:gd name="connsiteX0" fmla="*/ 0 w 604107"/>
              <a:gd name="connsiteY0" fmla="*/ 379555 h 401360"/>
              <a:gd name="connsiteX1" fmla="*/ 375408 w 604107"/>
              <a:gd name="connsiteY1" fmla="*/ 379555 h 401360"/>
              <a:gd name="connsiteX2" fmla="*/ 375408 w 604107"/>
              <a:gd name="connsiteY2" fmla="*/ 401360 h 401360"/>
              <a:gd name="connsiteX3" fmla="*/ 0 w 604107"/>
              <a:gd name="connsiteY3" fmla="*/ 401360 h 401360"/>
              <a:gd name="connsiteX4" fmla="*/ 593808 w 604107"/>
              <a:gd name="connsiteY4" fmla="*/ 283516 h 401360"/>
              <a:gd name="connsiteX5" fmla="*/ 593808 w 604107"/>
              <a:gd name="connsiteY5" fmla="*/ 305281 h 401360"/>
              <a:gd name="connsiteX6" fmla="*/ 380983 w 604107"/>
              <a:gd name="connsiteY6" fmla="*/ 401360 h 401360"/>
              <a:gd name="connsiteX7" fmla="*/ 380983 w 604107"/>
              <a:gd name="connsiteY7" fmla="*/ 379596 h 401360"/>
              <a:gd name="connsiteX8" fmla="*/ 538457 w 604107"/>
              <a:gd name="connsiteY8" fmla="*/ 275965 h 401360"/>
              <a:gd name="connsiteX9" fmla="*/ 593808 w 604107"/>
              <a:gd name="connsiteY9" fmla="*/ 275965 h 401360"/>
              <a:gd name="connsiteX10" fmla="*/ 375988 w 604107"/>
              <a:gd name="connsiteY10" fmla="*/ 371722 h 401360"/>
              <a:gd name="connsiteX11" fmla="*/ 0 w 604107"/>
              <a:gd name="connsiteY11" fmla="*/ 371722 h 401360"/>
              <a:gd name="connsiteX12" fmla="*/ 141676 w 604107"/>
              <a:gd name="connsiteY12" fmla="*/ 314755 h 401360"/>
              <a:gd name="connsiteX13" fmla="*/ 372833 w 604107"/>
              <a:gd name="connsiteY13" fmla="*/ 351540 h 401360"/>
              <a:gd name="connsiteX14" fmla="*/ 379716 w 604107"/>
              <a:gd name="connsiteY14" fmla="*/ 351540 h 401360"/>
              <a:gd name="connsiteX15" fmla="*/ 153160 w 604107"/>
              <a:gd name="connsiteY15" fmla="*/ 175127 h 401360"/>
              <a:gd name="connsiteX16" fmla="*/ 375148 w 604107"/>
              <a:gd name="connsiteY16" fmla="*/ 311733 h 401360"/>
              <a:gd name="connsiteX17" fmla="*/ 378016 w 604107"/>
              <a:gd name="connsiteY17" fmla="*/ 312019 h 401360"/>
              <a:gd name="connsiteX18" fmla="*/ 557557 w 604107"/>
              <a:gd name="connsiteY18" fmla="*/ 230256 h 401360"/>
              <a:gd name="connsiteX19" fmla="*/ 587528 w 604107"/>
              <a:gd name="connsiteY19" fmla="*/ 230829 h 401360"/>
              <a:gd name="connsiteX20" fmla="*/ 377442 w 604107"/>
              <a:gd name="connsiteY20" fmla="*/ 330921 h 401360"/>
              <a:gd name="connsiteX21" fmla="*/ 40445 w 604107"/>
              <a:gd name="connsiteY21" fmla="*/ 245435 h 401360"/>
              <a:gd name="connsiteX22" fmla="*/ 42166 w 604107"/>
              <a:gd name="connsiteY22" fmla="*/ 225245 h 401360"/>
              <a:gd name="connsiteX23" fmla="*/ 310750 w 604107"/>
              <a:gd name="connsiteY23" fmla="*/ 20564 h 401360"/>
              <a:gd name="connsiteX24" fmla="*/ 308025 w 604107"/>
              <a:gd name="connsiteY24" fmla="*/ 20850 h 401360"/>
              <a:gd name="connsiteX25" fmla="*/ 130338 w 604107"/>
              <a:gd name="connsiteY25" fmla="*/ 63649 h 401360"/>
              <a:gd name="connsiteX26" fmla="*/ 125749 w 604107"/>
              <a:gd name="connsiteY26" fmla="*/ 66941 h 401360"/>
              <a:gd name="connsiteX27" fmla="*/ 126179 w 604107"/>
              <a:gd name="connsiteY27" fmla="*/ 71951 h 401360"/>
              <a:gd name="connsiteX28" fmla="*/ 379444 w 604107"/>
              <a:gd name="connsiteY28" fmla="*/ 272920 h 401360"/>
              <a:gd name="connsiteX29" fmla="*/ 555553 w 604107"/>
              <a:gd name="connsiteY29" fmla="*/ 192618 h 401360"/>
              <a:gd name="connsiteX30" fmla="*/ 324948 w 604107"/>
              <a:gd name="connsiteY30" fmla="*/ 29438 h 401360"/>
              <a:gd name="connsiteX31" fmla="*/ 310750 w 604107"/>
              <a:gd name="connsiteY31" fmla="*/ 20564 h 401360"/>
              <a:gd name="connsiteX32" fmla="*/ 303149 w 604107"/>
              <a:gd name="connsiteY32" fmla="*/ 810 h 401360"/>
              <a:gd name="connsiteX33" fmla="*/ 343448 w 604107"/>
              <a:gd name="connsiteY33" fmla="*/ 20134 h 401360"/>
              <a:gd name="connsiteX34" fmla="*/ 593844 w 604107"/>
              <a:gd name="connsiteY34" fmla="*/ 176300 h 401360"/>
              <a:gd name="connsiteX35" fmla="*/ 603883 w 604107"/>
              <a:gd name="connsiteY35" fmla="*/ 184459 h 401360"/>
              <a:gd name="connsiteX36" fmla="*/ 598003 w 604107"/>
              <a:gd name="connsiteY36" fmla="*/ 196054 h 401360"/>
              <a:gd name="connsiteX37" fmla="*/ 385324 w 604107"/>
              <a:gd name="connsiteY37" fmla="*/ 292816 h 401360"/>
              <a:gd name="connsiteX38" fmla="*/ 381021 w 604107"/>
              <a:gd name="connsiteY38" fmla="*/ 293818 h 401360"/>
              <a:gd name="connsiteX39" fmla="*/ 379731 w 604107"/>
              <a:gd name="connsiteY39" fmla="*/ 293675 h 401360"/>
              <a:gd name="connsiteX40" fmla="*/ 108109 w 604107"/>
              <a:gd name="connsiteY40" fmla="*/ 81684 h 401360"/>
              <a:gd name="connsiteX41" fmla="*/ 106818 w 604107"/>
              <a:gd name="connsiteY41" fmla="*/ 58496 h 401360"/>
              <a:gd name="connsiteX42" fmla="*/ 125605 w 604107"/>
              <a:gd name="connsiteY42" fmla="*/ 43609 h 40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04107" h="401360">
                <a:moveTo>
                  <a:pt x="0" y="379555"/>
                </a:moveTo>
                <a:lnTo>
                  <a:pt x="375408" y="379555"/>
                </a:lnTo>
                <a:lnTo>
                  <a:pt x="375408" y="401360"/>
                </a:lnTo>
                <a:lnTo>
                  <a:pt x="0" y="401360"/>
                </a:lnTo>
                <a:close/>
                <a:moveTo>
                  <a:pt x="593808" y="283516"/>
                </a:moveTo>
                <a:lnTo>
                  <a:pt x="593808" y="305281"/>
                </a:lnTo>
                <a:lnTo>
                  <a:pt x="380983" y="401360"/>
                </a:lnTo>
                <a:lnTo>
                  <a:pt x="380983" y="379596"/>
                </a:lnTo>
                <a:close/>
                <a:moveTo>
                  <a:pt x="538457" y="275965"/>
                </a:moveTo>
                <a:lnTo>
                  <a:pt x="593808" y="275965"/>
                </a:lnTo>
                <a:lnTo>
                  <a:pt x="375988" y="371722"/>
                </a:lnTo>
                <a:lnTo>
                  <a:pt x="0" y="371722"/>
                </a:lnTo>
                <a:lnTo>
                  <a:pt x="141676" y="314755"/>
                </a:lnTo>
                <a:cubicBezTo>
                  <a:pt x="199466" y="334650"/>
                  <a:pt x="276757" y="351540"/>
                  <a:pt x="372833" y="351540"/>
                </a:cubicBezTo>
                <a:lnTo>
                  <a:pt x="379716" y="351540"/>
                </a:lnTo>
                <a:close/>
                <a:moveTo>
                  <a:pt x="153160" y="175127"/>
                </a:moveTo>
                <a:cubicBezTo>
                  <a:pt x="199192" y="232977"/>
                  <a:pt x="272471" y="298416"/>
                  <a:pt x="375148" y="311733"/>
                </a:cubicBezTo>
                <a:lnTo>
                  <a:pt x="378016" y="312019"/>
                </a:lnTo>
                <a:lnTo>
                  <a:pt x="557557" y="230256"/>
                </a:lnTo>
                <a:cubicBezTo>
                  <a:pt x="576199" y="230829"/>
                  <a:pt x="587528" y="230829"/>
                  <a:pt x="587528" y="230829"/>
                </a:cubicBezTo>
                <a:lnTo>
                  <a:pt x="377442" y="330921"/>
                </a:lnTo>
                <a:cubicBezTo>
                  <a:pt x="197041" y="331923"/>
                  <a:pt x="81745" y="271353"/>
                  <a:pt x="40445" y="245435"/>
                </a:cubicBezTo>
                <a:cubicBezTo>
                  <a:pt x="30837" y="239277"/>
                  <a:pt x="31841" y="229970"/>
                  <a:pt x="42166" y="225245"/>
                </a:cubicBezTo>
                <a:close/>
                <a:moveTo>
                  <a:pt x="310750" y="20564"/>
                </a:moveTo>
                <a:cubicBezTo>
                  <a:pt x="309746" y="20564"/>
                  <a:pt x="308885" y="20707"/>
                  <a:pt x="308025" y="20850"/>
                </a:cubicBezTo>
                <a:lnTo>
                  <a:pt x="130338" y="63649"/>
                </a:lnTo>
                <a:cubicBezTo>
                  <a:pt x="128043" y="64078"/>
                  <a:pt x="126322" y="65366"/>
                  <a:pt x="125749" y="66941"/>
                </a:cubicBezTo>
                <a:cubicBezTo>
                  <a:pt x="124888" y="68659"/>
                  <a:pt x="125605" y="70663"/>
                  <a:pt x="126179" y="71951"/>
                </a:cubicBezTo>
                <a:cubicBezTo>
                  <a:pt x="155435" y="125915"/>
                  <a:pt x="238184" y="253023"/>
                  <a:pt x="379444" y="272920"/>
                </a:cubicBezTo>
                <a:lnTo>
                  <a:pt x="555553" y="192618"/>
                </a:lnTo>
                <a:cubicBezTo>
                  <a:pt x="496755" y="182455"/>
                  <a:pt x="384177" y="147529"/>
                  <a:pt x="324948" y="29438"/>
                </a:cubicBezTo>
                <a:cubicBezTo>
                  <a:pt x="322366" y="24285"/>
                  <a:pt x="316486" y="20564"/>
                  <a:pt x="310750" y="20564"/>
                </a:cubicBezTo>
                <a:close/>
                <a:moveTo>
                  <a:pt x="303149" y="810"/>
                </a:moveTo>
                <a:cubicBezTo>
                  <a:pt x="318494" y="-2768"/>
                  <a:pt x="336277" y="5820"/>
                  <a:pt x="343448" y="20134"/>
                </a:cubicBezTo>
                <a:cubicBezTo>
                  <a:pt x="419886" y="172578"/>
                  <a:pt x="592123" y="176300"/>
                  <a:pt x="593844" y="176300"/>
                </a:cubicBezTo>
                <a:cubicBezTo>
                  <a:pt x="598720" y="176300"/>
                  <a:pt x="602879" y="179736"/>
                  <a:pt x="603883" y="184459"/>
                </a:cubicBezTo>
                <a:cubicBezTo>
                  <a:pt x="604887" y="189183"/>
                  <a:pt x="602449" y="194050"/>
                  <a:pt x="598003" y="196054"/>
                </a:cubicBezTo>
                <a:lnTo>
                  <a:pt x="385324" y="292816"/>
                </a:lnTo>
                <a:cubicBezTo>
                  <a:pt x="384033" y="293389"/>
                  <a:pt x="382456" y="293818"/>
                  <a:pt x="381021" y="293818"/>
                </a:cubicBezTo>
                <a:cubicBezTo>
                  <a:pt x="380591" y="293818"/>
                  <a:pt x="380161" y="293675"/>
                  <a:pt x="379731" y="293675"/>
                </a:cubicBezTo>
                <a:cubicBezTo>
                  <a:pt x="227141" y="273922"/>
                  <a:pt x="138943" y="138797"/>
                  <a:pt x="108109" y="81684"/>
                </a:cubicBezTo>
                <a:cubicBezTo>
                  <a:pt x="104094" y="74241"/>
                  <a:pt x="103520" y="65796"/>
                  <a:pt x="106818" y="58496"/>
                </a:cubicBezTo>
                <a:cubicBezTo>
                  <a:pt x="110117" y="51052"/>
                  <a:pt x="117001" y="45613"/>
                  <a:pt x="125605" y="43609"/>
                </a:cubicBezTo>
                <a:close/>
              </a:path>
            </a:pathLst>
          </a:custGeom>
          <a:solidFill>
            <a:srgbClr val="68B7E1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5" name="文本框 20"/>
          <p:cNvSpPr txBox="1"/>
          <p:nvPr/>
        </p:nvSpPr>
        <p:spPr>
          <a:xfrm flipH="1">
            <a:off x="4236155" y="4755296"/>
            <a:ext cx="1069340" cy="7226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6" name="文本框 20"/>
          <p:cNvSpPr txBox="1"/>
          <p:nvPr/>
        </p:nvSpPr>
        <p:spPr>
          <a:xfrm flipH="1">
            <a:off x="4084996" y="1498078"/>
            <a:ext cx="2012950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7" name="文本框 22"/>
          <p:cNvSpPr txBox="1"/>
          <p:nvPr/>
        </p:nvSpPr>
        <p:spPr>
          <a:xfrm flipH="1">
            <a:off x="4086266" y="1945835"/>
            <a:ext cx="1862608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38" name="文本框 20"/>
          <p:cNvSpPr txBox="1"/>
          <p:nvPr/>
        </p:nvSpPr>
        <p:spPr>
          <a:xfrm flipH="1">
            <a:off x="3463966" y="1400368"/>
            <a:ext cx="964565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en-US" altLang="zh-CN" sz="3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02</a:t>
            </a:r>
            <a:r>
              <a:rPr lang="zh-CN" altLang="en-US" sz="3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39" name="Freeform 72"/>
          <p:cNvSpPr>
            <a:spLocks noEditPoints="1"/>
          </p:cNvSpPr>
          <p:nvPr/>
        </p:nvSpPr>
        <p:spPr>
          <a:xfrm>
            <a:off x="3569376" y="1981839"/>
            <a:ext cx="504825" cy="503932"/>
          </a:xfrm>
          <a:custGeom>
            <a:avLst/>
            <a:gdLst>
              <a:gd name="connsiteX0" fmla="*/ 402421 w 607648"/>
              <a:gd name="connsiteY0" fmla="*/ 353901 h 606574"/>
              <a:gd name="connsiteX1" fmla="*/ 354625 w 607648"/>
              <a:gd name="connsiteY1" fmla="*/ 401627 h 606574"/>
              <a:gd name="connsiteX2" fmla="*/ 510653 w 607648"/>
              <a:gd name="connsiteY2" fmla="*/ 557426 h 606574"/>
              <a:gd name="connsiteX3" fmla="*/ 543586 w 607648"/>
              <a:gd name="connsiteY3" fmla="*/ 557426 h 606574"/>
              <a:gd name="connsiteX4" fmla="*/ 558450 w 607648"/>
              <a:gd name="connsiteY4" fmla="*/ 542584 h 606574"/>
              <a:gd name="connsiteX5" fmla="*/ 558450 w 607648"/>
              <a:gd name="connsiteY5" fmla="*/ 509700 h 606574"/>
              <a:gd name="connsiteX6" fmla="*/ 196887 w 607648"/>
              <a:gd name="connsiteY6" fmla="*/ 81435 h 606574"/>
              <a:gd name="connsiteX7" fmla="*/ 212635 w 607648"/>
              <a:gd name="connsiteY7" fmla="*/ 85391 h 606574"/>
              <a:gd name="connsiteX8" fmla="*/ 217084 w 607648"/>
              <a:gd name="connsiteY8" fmla="*/ 114988 h 606574"/>
              <a:gd name="connsiteX9" fmla="*/ 181405 w 607648"/>
              <a:gd name="connsiteY9" fmla="*/ 163073 h 606574"/>
              <a:gd name="connsiteX10" fmla="*/ 229896 w 607648"/>
              <a:gd name="connsiteY10" fmla="*/ 163073 h 606574"/>
              <a:gd name="connsiteX11" fmla="*/ 246979 w 607648"/>
              <a:gd name="connsiteY11" fmla="*/ 196759 h 606574"/>
              <a:gd name="connsiteX12" fmla="*/ 186299 w 607648"/>
              <a:gd name="connsiteY12" fmla="*/ 278618 h 606574"/>
              <a:gd name="connsiteX13" fmla="*/ 156671 w 607648"/>
              <a:gd name="connsiteY13" fmla="*/ 283062 h 606574"/>
              <a:gd name="connsiteX14" fmla="*/ 152222 w 607648"/>
              <a:gd name="connsiteY14" fmla="*/ 253465 h 606574"/>
              <a:gd name="connsiteX15" fmla="*/ 187901 w 607648"/>
              <a:gd name="connsiteY15" fmla="*/ 205380 h 606574"/>
              <a:gd name="connsiteX16" fmla="*/ 139410 w 607648"/>
              <a:gd name="connsiteY16" fmla="*/ 205380 h 606574"/>
              <a:gd name="connsiteX17" fmla="*/ 122327 w 607648"/>
              <a:gd name="connsiteY17" fmla="*/ 171605 h 606574"/>
              <a:gd name="connsiteX18" fmla="*/ 183007 w 607648"/>
              <a:gd name="connsiteY18" fmla="*/ 89746 h 606574"/>
              <a:gd name="connsiteX19" fmla="*/ 196887 w 607648"/>
              <a:gd name="connsiteY19" fmla="*/ 81435 h 606574"/>
              <a:gd name="connsiteX20" fmla="*/ 184667 w 607648"/>
              <a:gd name="connsiteY20" fmla="*/ 42282 h 606574"/>
              <a:gd name="connsiteX21" fmla="*/ 84134 w 607648"/>
              <a:gd name="connsiteY21" fmla="*/ 83809 h 606574"/>
              <a:gd name="connsiteX22" fmla="*/ 84134 w 607648"/>
              <a:gd name="connsiteY22" fmla="*/ 284667 h 606574"/>
              <a:gd name="connsiteX23" fmla="*/ 285200 w 607648"/>
              <a:gd name="connsiteY23" fmla="*/ 284667 h 606574"/>
              <a:gd name="connsiteX24" fmla="*/ 285200 w 607648"/>
              <a:gd name="connsiteY24" fmla="*/ 83809 h 606574"/>
              <a:gd name="connsiteX25" fmla="*/ 184667 w 607648"/>
              <a:gd name="connsiteY25" fmla="*/ 42282 h 606574"/>
              <a:gd name="connsiteX26" fmla="*/ 184667 w 607648"/>
              <a:gd name="connsiteY26" fmla="*/ 0 h 606574"/>
              <a:gd name="connsiteX27" fmla="*/ 315195 w 607648"/>
              <a:gd name="connsiteY27" fmla="*/ 53858 h 606574"/>
              <a:gd name="connsiteX28" fmla="*/ 329347 w 607648"/>
              <a:gd name="connsiteY28" fmla="*/ 298710 h 606574"/>
              <a:gd name="connsiteX29" fmla="*/ 363525 w 607648"/>
              <a:gd name="connsiteY29" fmla="*/ 332927 h 606574"/>
              <a:gd name="connsiteX30" fmla="*/ 387468 w 607648"/>
              <a:gd name="connsiteY30" fmla="*/ 309019 h 606574"/>
              <a:gd name="connsiteX31" fmla="*/ 417374 w 607648"/>
              <a:gd name="connsiteY31" fmla="*/ 309019 h 606574"/>
              <a:gd name="connsiteX32" fmla="*/ 588356 w 607648"/>
              <a:gd name="connsiteY32" fmla="*/ 479749 h 606574"/>
              <a:gd name="connsiteX33" fmla="*/ 588356 w 607648"/>
              <a:gd name="connsiteY33" fmla="*/ 572535 h 606574"/>
              <a:gd name="connsiteX34" fmla="*/ 573492 w 607648"/>
              <a:gd name="connsiteY34" fmla="*/ 587377 h 606574"/>
              <a:gd name="connsiteX35" fmla="*/ 480658 w 607648"/>
              <a:gd name="connsiteY35" fmla="*/ 587377 h 606574"/>
              <a:gd name="connsiteX36" fmla="*/ 309676 w 607648"/>
              <a:gd name="connsiteY36" fmla="*/ 416647 h 606574"/>
              <a:gd name="connsiteX37" fmla="*/ 309676 w 607648"/>
              <a:gd name="connsiteY37" fmla="*/ 386696 h 606574"/>
              <a:gd name="connsiteX38" fmla="*/ 333530 w 607648"/>
              <a:gd name="connsiteY38" fmla="*/ 362789 h 606574"/>
              <a:gd name="connsiteX39" fmla="*/ 299352 w 607648"/>
              <a:gd name="connsiteY39" fmla="*/ 328661 h 606574"/>
              <a:gd name="connsiteX40" fmla="*/ 54138 w 607648"/>
              <a:gd name="connsiteY40" fmla="*/ 314530 h 606574"/>
              <a:gd name="connsiteX41" fmla="*/ 54138 w 607648"/>
              <a:gd name="connsiteY41" fmla="*/ 53858 h 606574"/>
              <a:gd name="connsiteX42" fmla="*/ 184667 w 607648"/>
              <a:gd name="connsiteY42" fmla="*/ 0 h 606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07648" h="606574">
                <a:moveTo>
                  <a:pt x="402421" y="353901"/>
                </a:moveTo>
                <a:lnTo>
                  <a:pt x="354625" y="401627"/>
                </a:lnTo>
                <a:lnTo>
                  <a:pt x="510653" y="557426"/>
                </a:lnTo>
                <a:cubicBezTo>
                  <a:pt x="519732" y="566491"/>
                  <a:pt x="534418" y="566491"/>
                  <a:pt x="543586" y="557426"/>
                </a:cubicBezTo>
                <a:lnTo>
                  <a:pt x="558450" y="542584"/>
                </a:lnTo>
                <a:cubicBezTo>
                  <a:pt x="567529" y="533518"/>
                  <a:pt x="567529" y="518765"/>
                  <a:pt x="558450" y="509700"/>
                </a:cubicBezTo>
                <a:close/>
                <a:moveTo>
                  <a:pt x="196887" y="81435"/>
                </a:moveTo>
                <a:cubicBezTo>
                  <a:pt x="202248" y="80636"/>
                  <a:pt x="207920" y="81880"/>
                  <a:pt x="212635" y="85391"/>
                </a:cubicBezTo>
                <a:cubicBezTo>
                  <a:pt x="222066" y="92323"/>
                  <a:pt x="224024" y="105567"/>
                  <a:pt x="217084" y="114988"/>
                </a:cubicBezTo>
                <a:lnTo>
                  <a:pt x="181405" y="163073"/>
                </a:lnTo>
                <a:lnTo>
                  <a:pt x="229896" y="163073"/>
                </a:lnTo>
                <a:cubicBezTo>
                  <a:pt x="247246" y="163073"/>
                  <a:pt x="257300" y="182804"/>
                  <a:pt x="246979" y="196759"/>
                </a:cubicBezTo>
                <a:lnTo>
                  <a:pt x="186299" y="278618"/>
                </a:lnTo>
                <a:cubicBezTo>
                  <a:pt x="179359" y="288040"/>
                  <a:pt x="166102" y="289995"/>
                  <a:pt x="156671" y="283062"/>
                </a:cubicBezTo>
                <a:cubicBezTo>
                  <a:pt x="147240" y="276130"/>
                  <a:pt x="145282" y="262886"/>
                  <a:pt x="152222" y="253465"/>
                </a:cubicBezTo>
                <a:lnTo>
                  <a:pt x="187901" y="205380"/>
                </a:lnTo>
                <a:lnTo>
                  <a:pt x="139410" y="205380"/>
                </a:lnTo>
                <a:cubicBezTo>
                  <a:pt x="122060" y="205380"/>
                  <a:pt x="112006" y="185560"/>
                  <a:pt x="122327" y="171605"/>
                </a:cubicBezTo>
                <a:lnTo>
                  <a:pt x="183007" y="89746"/>
                </a:lnTo>
                <a:cubicBezTo>
                  <a:pt x="186477" y="85080"/>
                  <a:pt x="191526" y="82235"/>
                  <a:pt x="196887" y="81435"/>
                </a:cubicBezTo>
                <a:close/>
                <a:moveTo>
                  <a:pt x="184667" y="42282"/>
                </a:moveTo>
                <a:cubicBezTo>
                  <a:pt x="148263" y="42282"/>
                  <a:pt x="111860" y="56125"/>
                  <a:pt x="84134" y="83809"/>
                </a:cubicBezTo>
                <a:cubicBezTo>
                  <a:pt x="28504" y="139267"/>
                  <a:pt x="28504" y="229120"/>
                  <a:pt x="84134" y="284667"/>
                </a:cubicBezTo>
                <a:cubicBezTo>
                  <a:pt x="139674" y="340126"/>
                  <a:pt x="229659" y="340126"/>
                  <a:pt x="285200" y="284667"/>
                </a:cubicBezTo>
                <a:cubicBezTo>
                  <a:pt x="340829" y="229120"/>
                  <a:pt x="340829" y="139267"/>
                  <a:pt x="285200" y="83809"/>
                </a:cubicBezTo>
                <a:cubicBezTo>
                  <a:pt x="257474" y="56125"/>
                  <a:pt x="221070" y="42282"/>
                  <a:pt x="184667" y="42282"/>
                </a:cubicBezTo>
                <a:close/>
                <a:moveTo>
                  <a:pt x="184667" y="0"/>
                </a:moveTo>
                <a:cubicBezTo>
                  <a:pt x="231929" y="0"/>
                  <a:pt x="279192" y="17953"/>
                  <a:pt x="315195" y="53858"/>
                </a:cubicBezTo>
                <a:cubicBezTo>
                  <a:pt x="383018" y="121581"/>
                  <a:pt x="386311" y="227254"/>
                  <a:pt x="329347" y="298710"/>
                </a:cubicBezTo>
                <a:lnTo>
                  <a:pt x="363525" y="332927"/>
                </a:lnTo>
                <a:lnTo>
                  <a:pt x="387468" y="309019"/>
                </a:lnTo>
                <a:cubicBezTo>
                  <a:pt x="395746" y="300754"/>
                  <a:pt x="409097" y="300754"/>
                  <a:pt x="417374" y="309019"/>
                </a:cubicBezTo>
                <a:lnTo>
                  <a:pt x="588356" y="479749"/>
                </a:lnTo>
                <a:cubicBezTo>
                  <a:pt x="614079" y="505434"/>
                  <a:pt x="614079" y="546850"/>
                  <a:pt x="588356" y="572535"/>
                </a:cubicBezTo>
                <a:lnTo>
                  <a:pt x="573492" y="587377"/>
                </a:lnTo>
                <a:cubicBezTo>
                  <a:pt x="547858" y="612973"/>
                  <a:pt x="506292" y="612973"/>
                  <a:pt x="480658" y="587377"/>
                </a:cubicBezTo>
                <a:lnTo>
                  <a:pt x="309676" y="416647"/>
                </a:lnTo>
                <a:cubicBezTo>
                  <a:pt x="301399" y="408382"/>
                  <a:pt x="301399" y="394962"/>
                  <a:pt x="309676" y="386696"/>
                </a:cubicBezTo>
                <a:lnTo>
                  <a:pt x="333530" y="362789"/>
                </a:lnTo>
                <a:lnTo>
                  <a:pt x="299352" y="328661"/>
                </a:lnTo>
                <a:cubicBezTo>
                  <a:pt x="227790" y="385541"/>
                  <a:pt x="121961" y="382253"/>
                  <a:pt x="54138" y="314530"/>
                </a:cubicBezTo>
                <a:cubicBezTo>
                  <a:pt x="-18046" y="242541"/>
                  <a:pt x="-18046" y="125936"/>
                  <a:pt x="54138" y="53858"/>
                </a:cubicBezTo>
                <a:cubicBezTo>
                  <a:pt x="90142" y="17953"/>
                  <a:pt x="137404" y="0"/>
                  <a:pt x="184667" y="0"/>
                </a:cubicBezTo>
                <a:close/>
              </a:path>
            </a:pathLst>
          </a:custGeom>
          <a:solidFill>
            <a:srgbClr val="68B7E1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0" name="文本框 20"/>
          <p:cNvSpPr txBox="1"/>
          <p:nvPr/>
        </p:nvSpPr>
        <p:spPr>
          <a:xfrm flipH="1">
            <a:off x="7108445" y="4755296"/>
            <a:ext cx="1069340" cy="7226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1" name="文本框 20"/>
          <p:cNvSpPr txBox="1"/>
          <p:nvPr/>
        </p:nvSpPr>
        <p:spPr>
          <a:xfrm flipH="1">
            <a:off x="6937140" y="1498078"/>
            <a:ext cx="2012950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2" name="文本框 22"/>
          <p:cNvSpPr txBox="1"/>
          <p:nvPr/>
        </p:nvSpPr>
        <p:spPr>
          <a:xfrm flipH="1">
            <a:off x="6938410" y="1945835"/>
            <a:ext cx="1797380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3" name="文本框 20"/>
          <p:cNvSpPr txBox="1"/>
          <p:nvPr/>
        </p:nvSpPr>
        <p:spPr>
          <a:xfrm flipH="1">
            <a:off x="6331985" y="1400368"/>
            <a:ext cx="964565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en-US" altLang="zh-CN" sz="3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0</a:t>
            </a:r>
            <a:r>
              <a:rPr lang="en-US" sz="3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44" name="Freeform 73"/>
          <p:cNvSpPr>
            <a:spLocks noEditPoints="1"/>
          </p:cNvSpPr>
          <p:nvPr/>
        </p:nvSpPr>
        <p:spPr>
          <a:xfrm>
            <a:off x="6370720" y="1992861"/>
            <a:ext cx="469900" cy="469190"/>
          </a:xfrm>
          <a:custGeom>
            <a:avLst/>
            <a:gdLst>
              <a:gd name="connsiteX0" fmla="*/ 381988 w 607639"/>
              <a:gd name="connsiteY0" fmla="*/ 384900 h 606722"/>
              <a:gd name="connsiteX1" fmla="*/ 399077 w 607639"/>
              <a:gd name="connsiteY1" fmla="*/ 385256 h 606722"/>
              <a:gd name="connsiteX2" fmla="*/ 398721 w 607639"/>
              <a:gd name="connsiteY2" fmla="*/ 402416 h 606722"/>
              <a:gd name="connsiteX3" fmla="*/ 303752 w 607639"/>
              <a:gd name="connsiteY3" fmla="*/ 440469 h 606722"/>
              <a:gd name="connsiteX4" fmla="*/ 291647 w 607639"/>
              <a:gd name="connsiteY4" fmla="*/ 428377 h 606722"/>
              <a:gd name="connsiteX5" fmla="*/ 303752 w 607639"/>
              <a:gd name="connsiteY5" fmla="*/ 416286 h 606722"/>
              <a:gd name="connsiteX6" fmla="*/ 381988 w 607639"/>
              <a:gd name="connsiteY6" fmla="*/ 384900 h 606722"/>
              <a:gd name="connsiteX7" fmla="*/ 424532 w 607639"/>
              <a:gd name="connsiteY7" fmla="*/ 338665 h 606722"/>
              <a:gd name="connsiteX8" fmla="*/ 431293 w 607639"/>
              <a:gd name="connsiteY8" fmla="*/ 354409 h 606722"/>
              <a:gd name="connsiteX9" fmla="*/ 427379 w 607639"/>
              <a:gd name="connsiteY9" fmla="*/ 363126 h 606722"/>
              <a:gd name="connsiteX10" fmla="*/ 416436 w 607639"/>
              <a:gd name="connsiteY10" fmla="*/ 369975 h 606722"/>
              <a:gd name="connsiteX11" fmla="*/ 411187 w 607639"/>
              <a:gd name="connsiteY11" fmla="*/ 368730 h 606722"/>
              <a:gd name="connsiteX12" fmla="*/ 405582 w 607639"/>
              <a:gd name="connsiteY12" fmla="*/ 352630 h 606722"/>
              <a:gd name="connsiteX13" fmla="*/ 408785 w 607639"/>
              <a:gd name="connsiteY13" fmla="*/ 345336 h 606722"/>
              <a:gd name="connsiteX14" fmla="*/ 424532 w 607639"/>
              <a:gd name="connsiteY14" fmla="*/ 338665 h 606722"/>
              <a:gd name="connsiteX15" fmla="*/ 303776 w 607639"/>
              <a:gd name="connsiteY15" fmla="*/ 230994 h 606722"/>
              <a:gd name="connsiteX16" fmla="*/ 231321 w 607639"/>
              <a:gd name="connsiteY16" fmla="*/ 303316 h 606722"/>
              <a:gd name="connsiteX17" fmla="*/ 303776 w 607639"/>
              <a:gd name="connsiteY17" fmla="*/ 375727 h 606722"/>
              <a:gd name="connsiteX18" fmla="*/ 376319 w 607639"/>
              <a:gd name="connsiteY18" fmla="*/ 303316 h 606722"/>
              <a:gd name="connsiteX19" fmla="*/ 303776 w 607639"/>
              <a:gd name="connsiteY19" fmla="*/ 230994 h 606722"/>
              <a:gd name="connsiteX20" fmla="*/ 303776 w 607639"/>
              <a:gd name="connsiteY20" fmla="*/ 206827 h 606722"/>
              <a:gd name="connsiteX21" fmla="*/ 400530 w 607639"/>
              <a:gd name="connsiteY21" fmla="*/ 303316 h 606722"/>
              <a:gd name="connsiteX22" fmla="*/ 303776 w 607639"/>
              <a:gd name="connsiteY22" fmla="*/ 399894 h 606722"/>
              <a:gd name="connsiteX23" fmla="*/ 207110 w 607639"/>
              <a:gd name="connsiteY23" fmla="*/ 303316 h 606722"/>
              <a:gd name="connsiteX24" fmla="*/ 303776 w 607639"/>
              <a:gd name="connsiteY24" fmla="*/ 206827 h 606722"/>
              <a:gd name="connsiteX25" fmla="*/ 269330 w 607639"/>
              <a:gd name="connsiteY25" fmla="*/ 24173 h 606722"/>
              <a:gd name="connsiteX26" fmla="*/ 257314 w 607639"/>
              <a:gd name="connsiteY26" fmla="*/ 36170 h 606722"/>
              <a:gd name="connsiteX27" fmla="*/ 257314 w 607639"/>
              <a:gd name="connsiteY27" fmla="*/ 79984 h 606722"/>
              <a:gd name="connsiteX28" fmla="*/ 233550 w 607639"/>
              <a:gd name="connsiteY28" fmla="*/ 113844 h 606722"/>
              <a:gd name="connsiteX29" fmla="*/ 219131 w 607639"/>
              <a:gd name="connsiteY29" fmla="*/ 119798 h 606722"/>
              <a:gd name="connsiteX30" fmla="*/ 178366 w 607639"/>
              <a:gd name="connsiteY30" fmla="*/ 112422 h 606722"/>
              <a:gd name="connsiteX31" fmla="*/ 147482 w 607639"/>
              <a:gd name="connsiteY31" fmla="*/ 81584 h 606722"/>
              <a:gd name="connsiteX32" fmla="*/ 130482 w 607639"/>
              <a:gd name="connsiteY32" fmla="*/ 81584 h 606722"/>
              <a:gd name="connsiteX33" fmla="*/ 81707 w 607639"/>
              <a:gd name="connsiteY33" fmla="*/ 130285 h 606722"/>
              <a:gd name="connsiteX34" fmla="*/ 78236 w 607639"/>
              <a:gd name="connsiteY34" fmla="*/ 138816 h 606722"/>
              <a:gd name="connsiteX35" fmla="*/ 81707 w 607639"/>
              <a:gd name="connsiteY35" fmla="*/ 147259 h 606722"/>
              <a:gd name="connsiteX36" fmla="*/ 112592 w 607639"/>
              <a:gd name="connsiteY36" fmla="*/ 178097 h 606722"/>
              <a:gd name="connsiteX37" fmla="*/ 119979 w 607639"/>
              <a:gd name="connsiteY37" fmla="*/ 218800 h 606722"/>
              <a:gd name="connsiteX38" fmla="*/ 114016 w 607639"/>
              <a:gd name="connsiteY38" fmla="*/ 233197 h 606722"/>
              <a:gd name="connsiteX39" fmla="*/ 80105 w 607639"/>
              <a:gd name="connsiteY39" fmla="*/ 256926 h 606722"/>
              <a:gd name="connsiteX40" fmla="*/ 36225 w 607639"/>
              <a:gd name="connsiteY40" fmla="*/ 256926 h 606722"/>
              <a:gd name="connsiteX41" fmla="*/ 24209 w 607639"/>
              <a:gd name="connsiteY41" fmla="*/ 268924 h 606722"/>
              <a:gd name="connsiteX42" fmla="*/ 24209 w 607639"/>
              <a:gd name="connsiteY42" fmla="*/ 337798 h 606722"/>
              <a:gd name="connsiteX43" fmla="*/ 36225 w 607639"/>
              <a:gd name="connsiteY43" fmla="*/ 349796 h 606722"/>
              <a:gd name="connsiteX44" fmla="*/ 80105 w 607639"/>
              <a:gd name="connsiteY44" fmla="*/ 349796 h 606722"/>
              <a:gd name="connsiteX45" fmla="*/ 114016 w 607639"/>
              <a:gd name="connsiteY45" fmla="*/ 373525 h 606722"/>
              <a:gd name="connsiteX46" fmla="*/ 119979 w 607639"/>
              <a:gd name="connsiteY46" fmla="*/ 387922 h 606722"/>
              <a:gd name="connsiteX47" fmla="*/ 112592 w 607639"/>
              <a:gd name="connsiteY47" fmla="*/ 428625 h 606722"/>
              <a:gd name="connsiteX48" fmla="*/ 81707 w 607639"/>
              <a:gd name="connsiteY48" fmla="*/ 459374 h 606722"/>
              <a:gd name="connsiteX49" fmla="*/ 78236 w 607639"/>
              <a:gd name="connsiteY49" fmla="*/ 467906 h 606722"/>
              <a:gd name="connsiteX50" fmla="*/ 81707 w 607639"/>
              <a:gd name="connsiteY50" fmla="*/ 476437 h 606722"/>
              <a:gd name="connsiteX51" fmla="*/ 130482 w 607639"/>
              <a:gd name="connsiteY51" fmla="*/ 525050 h 606722"/>
              <a:gd name="connsiteX52" fmla="*/ 147482 w 607639"/>
              <a:gd name="connsiteY52" fmla="*/ 525050 h 606722"/>
              <a:gd name="connsiteX53" fmla="*/ 178366 w 607639"/>
              <a:gd name="connsiteY53" fmla="*/ 494300 h 606722"/>
              <a:gd name="connsiteX54" fmla="*/ 204178 w 607639"/>
              <a:gd name="connsiteY54" fmla="*/ 483636 h 606722"/>
              <a:gd name="connsiteX55" fmla="*/ 219131 w 607639"/>
              <a:gd name="connsiteY55" fmla="*/ 486835 h 606722"/>
              <a:gd name="connsiteX56" fmla="*/ 233550 w 607639"/>
              <a:gd name="connsiteY56" fmla="*/ 492878 h 606722"/>
              <a:gd name="connsiteX57" fmla="*/ 257314 w 607639"/>
              <a:gd name="connsiteY57" fmla="*/ 526738 h 606722"/>
              <a:gd name="connsiteX58" fmla="*/ 257314 w 607639"/>
              <a:gd name="connsiteY58" fmla="*/ 570463 h 606722"/>
              <a:gd name="connsiteX59" fmla="*/ 269330 w 607639"/>
              <a:gd name="connsiteY59" fmla="*/ 582549 h 606722"/>
              <a:gd name="connsiteX60" fmla="*/ 338309 w 607639"/>
              <a:gd name="connsiteY60" fmla="*/ 582549 h 606722"/>
              <a:gd name="connsiteX61" fmla="*/ 350325 w 607639"/>
              <a:gd name="connsiteY61" fmla="*/ 570463 h 606722"/>
              <a:gd name="connsiteX62" fmla="*/ 350325 w 607639"/>
              <a:gd name="connsiteY62" fmla="*/ 526738 h 606722"/>
              <a:gd name="connsiteX63" fmla="*/ 374089 w 607639"/>
              <a:gd name="connsiteY63" fmla="*/ 492878 h 606722"/>
              <a:gd name="connsiteX64" fmla="*/ 388508 w 607639"/>
              <a:gd name="connsiteY64" fmla="*/ 486924 h 606722"/>
              <a:gd name="connsiteX65" fmla="*/ 429273 w 607639"/>
              <a:gd name="connsiteY65" fmla="*/ 494300 h 606722"/>
              <a:gd name="connsiteX66" fmla="*/ 460157 w 607639"/>
              <a:gd name="connsiteY66" fmla="*/ 525050 h 606722"/>
              <a:gd name="connsiteX67" fmla="*/ 477157 w 607639"/>
              <a:gd name="connsiteY67" fmla="*/ 525050 h 606722"/>
              <a:gd name="connsiteX68" fmla="*/ 525843 w 607639"/>
              <a:gd name="connsiteY68" fmla="*/ 476437 h 606722"/>
              <a:gd name="connsiteX69" fmla="*/ 529404 w 607639"/>
              <a:gd name="connsiteY69" fmla="*/ 467906 h 606722"/>
              <a:gd name="connsiteX70" fmla="*/ 525843 w 607639"/>
              <a:gd name="connsiteY70" fmla="*/ 459374 h 606722"/>
              <a:gd name="connsiteX71" fmla="*/ 495047 w 607639"/>
              <a:gd name="connsiteY71" fmla="*/ 428625 h 606722"/>
              <a:gd name="connsiteX72" fmla="*/ 487660 w 607639"/>
              <a:gd name="connsiteY72" fmla="*/ 387922 h 606722"/>
              <a:gd name="connsiteX73" fmla="*/ 493623 w 607639"/>
              <a:gd name="connsiteY73" fmla="*/ 373525 h 606722"/>
              <a:gd name="connsiteX74" fmla="*/ 527534 w 607639"/>
              <a:gd name="connsiteY74" fmla="*/ 349796 h 606722"/>
              <a:gd name="connsiteX75" fmla="*/ 571325 w 607639"/>
              <a:gd name="connsiteY75" fmla="*/ 349796 h 606722"/>
              <a:gd name="connsiteX76" fmla="*/ 583430 w 607639"/>
              <a:gd name="connsiteY76" fmla="*/ 337798 h 606722"/>
              <a:gd name="connsiteX77" fmla="*/ 583430 w 607639"/>
              <a:gd name="connsiteY77" fmla="*/ 268924 h 606722"/>
              <a:gd name="connsiteX78" fmla="*/ 571325 w 607639"/>
              <a:gd name="connsiteY78" fmla="*/ 256926 h 606722"/>
              <a:gd name="connsiteX79" fmla="*/ 527534 w 607639"/>
              <a:gd name="connsiteY79" fmla="*/ 256926 h 606722"/>
              <a:gd name="connsiteX80" fmla="*/ 493623 w 607639"/>
              <a:gd name="connsiteY80" fmla="*/ 233197 h 606722"/>
              <a:gd name="connsiteX81" fmla="*/ 487571 w 607639"/>
              <a:gd name="connsiteY81" fmla="*/ 218800 h 606722"/>
              <a:gd name="connsiteX82" fmla="*/ 495047 w 607639"/>
              <a:gd name="connsiteY82" fmla="*/ 178097 h 606722"/>
              <a:gd name="connsiteX83" fmla="*/ 525843 w 607639"/>
              <a:gd name="connsiteY83" fmla="*/ 147259 h 606722"/>
              <a:gd name="connsiteX84" fmla="*/ 529404 w 607639"/>
              <a:gd name="connsiteY84" fmla="*/ 138816 h 606722"/>
              <a:gd name="connsiteX85" fmla="*/ 525843 w 607639"/>
              <a:gd name="connsiteY85" fmla="*/ 130285 h 606722"/>
              <a:gd name="connsiteX86" fmla="*/ 477157 w 607639"/>
              <a:gd name="connsiteY86" fmla="*/ 81584 h 606722"/>
              <a:gd name="connsiteX87" fmla="*/ 460068 w 607639"/>
              <a:gd name="connsiteY87" fmla="*/ 81584 h 606722"/>
              <a:gd name="connsiteX88" fmla="*/ 429273 w 607639"/>
              <a:gd name="connsiteY88" fmla="*/ 112422 h 606722"/>
              <a:gd name="connsiteX89" fmla="*/ 388508 w 607639"/>
              <a:gd name="connsiteY89" fmla="*/ 119798 h 606722"/>
              <a:gd name="connsiteX90" fmla="*/ 374089 w 607639"/>
              <a:gd name="connsiteY90" fmla="*/ 113844 h 606722"/>
              <a:gd name="connsiteX91" fmla="*/ 350325 w 607639"/>
              <a:gd name="connsiteY91" fmla="*/ 79984 h 606722"/>
              <a:gd name="connsiteX92" fmla="*/ 350325 w 607639"/>
              <a:gd name="connsiteY92" fmla="*/ 36170 h 606722"/>
              <a:gd name="connsiteX93" fmla="*/ 338220 w 607639"/>
              <a:gd name="connsiteY93" fmla="*/ 24173 h 606722"/>
              <a:gd name="connsiteX94" fmla="*/ 269330 w 607639"/>
              <a:gd name="connsiteY94" fmla="*/ 0 h 606722"/>
              <a:gd name="connsiteX95" fmla="*/ 338309 w 607639"/>
              <a:gd name="connsiteY95" fmla="*/ 0 h 606722"/>
              <a:gd name="connsiteX96" fmla="*/ 374534 w 607639"/>
              <a:gd name="connsiteY96" fmla="*/ 36170 h 606722"/>
              <a:gd name="connsiteX97" fmla="*/ 374534 w 607639"/>
              <a:gd name="connsiteY97" fmla="*/ 79984 h 606722"/>
              <a:gd name="connsiteX98" fmla="*/ 382456 w 607639"/>
              <a:gd name="connsiteY98" fmla="*/ 91182 h 606722"/>
              <a:gd name="connsiteX99" fmla="*/ 398655 w 607639"/>
              <a:gd name="connsiteY99" fmla="*/ 97847 h 606722"/>
              <a:gd name="connsiteX100" fmla="*/ 412095 w 607639"/>
              <a:gd name="connsiteY100" fmla="*/ 95359 h 606722"/>
              <a:gd name="connsiteX101" fmla="*/ 442979 w 607639"/>
              <a:gd name="connsiteY101" fmla="*/ 64520 h 606722"/>
              <a:gd name="connsiteX102" fmla="*/ 494246 w 607639"/>
              <a:gd name="connsiteY102" fmla="*/ 64520 h 606722"/>
              <a:gd name="connsiteX103" fmla="*/ 543021 w 607639"/>
              <a:gd name="connsiteY103" fmla="*/ 113222 h 606722"/>
              <a:gd name="connsiteX104" fmla="*/ 553613 w 607639"/>
              <a:gd name="connsiteY104" fmla="*/ 138728 h 606722"/>
              <a:gd name="connsiteX105" fmla="*/ 543021 w 607639"/>
              <a:gd name="connsiteY105" fmla="*/ 164322 h 606722"/>
              <a:gd name="connsiteX106" fmla="*/ 512136 w 607639"/>
              <a:gd name="connsiteY106" fmla="*/ 195161 h 606722"/>
              <a:gd name="connsiteX107" fmla="*/ 509555 w 607639"/>
              <a:gd name="connsiteY107" fmla="*/ 208669 h 606722"/>
              <a:gd name="connsiteX108" fmla="*/ 516320 w 607639"/>
              <a:gd name="connsiteY108" fmla="*/ 224755 h 606722"/>
              <a:gd name="connsiteX109" fmla="*/ 527534 w 607639"/>
              <a:gd name="connsiteY109" fmla="*/ 232753 h 606722"/>
              <a:gd name="connsiteX110" fmla="*/ 571325 w 607639"/>
              <a:gd name="connsiteY110" fmla="*/ 232753 h 606722"/>
              <a:gd name="connsiteX111" fmla="*/ 607639 w 607639"/>
              <a:gd name="connsiteY111" fmla="*/ 268924 h 606722"/>
              <a:gd name="connsiteX112" fmla="*/ 607639 w 607639"/>
              <a:gd name="connsiteY112" fmla="*/ 337710 h 606722"/>
              <a:gd name="connsiteX113" fmla="*/ 571325 w 607639"/>
              <a:gd name="connsiteY113" fmla="*/ 373969 h 606722"/>
              <a:gd name="connsiteX114" fmla="*/ 527534 w 607639"/>
              <a:gd name="connsiteY114" fmla="*/ 373969 h 606722"/>
              <a:gd name="connsiteX115" fmla="*/ 516320 w 607639"/>
              <a:gd name="connsiteY115" fmla="*/ 381878 h 606722"/>
              <a:gd name="connsiteX116" fmla="*/ 509555 w 607639"/>
              <a:gd name="connsiteY116" fmla="*/ 398053 h 606722"/>
              <a:gd name="connsiteX117" fmla="*/ 512136 w 607639"/>
              <a:gd name="connsiteY117" fmla="*/ 411472 h 606722"/>
              <a:gd name="connsiteX118" fmla="*/ 543021 w 607639"/>
              <a:gd name="connsiteY118" fmla="*/ 442311 h 606722"/>
              <a:gd name="connsiteX119" fmla="*/ 553613 w 607639"/>
              <a:gd name="connsiteY119" fmla="*/ 467906 h 606722"/>
              <a:gd name="connsiteX120" fmla="*/ 543021 w 607639"/>
              <a:gd name="connsiteY120" fmla="*/ 493500 h 606722"/>
              <a:gd name="connsiteX121" fmla="*/ 494246 w 607639"/>
              <a:gd name="connsiteY121" fmla="*/ 542202 h 606722"/>
              <a:gd name="connsiteX122" fmla="*/ 442979 w 607639"/>
              <a:gd name="connsiteY122" fmla="*/ 542202 h 606722"/>
              <a:gd name="connsiteX123" fmla="*/ 412095 w 607639"/>
              <a:gd name="connsiteY123" fmla="*/ 511363 h 606722"/>
              <a:gd name="connsiteX124" fmla="*/ 398655 w 607639"/>
              <a:gd name="connsiteY124" fmla="*/ 508786 h 606722"/>
              <a:gd name="connsiteX125" fmla="*/ 382456 w 607639"/>
              <a:gd name="connsiteY125" fmla="*/ 515540 h 606722"/>
              <a:gd name="connsiteX126" fmla="*/ 374534 w 607639"/>
              <a:gd name="connsiteY126" fmla="*/ 526738 h 606722"/>
              <a:gd name="connsiteX127" fmla="*/ 374534 w 607639"/>
              <a:gd name="connsiteY127" fmla="*/ 570463 h 606722"/>
              <a:gd name="connsiteX128" fmla="*/ 338309 w 607639"/>
              <a:gd name="connsiteY128" fmla="*/ 606722 h 606722"/>
              <a:gd name="connsiteX129" fmla="*/ 269330 w 607639"/>
              <a:gd name="connsiteY129" fmla="*/ 606722 h 606722"/>
              <a:gd name="connsiteX130" fmla="*/ 233105 w 607639"/>
              <a:gd name="connsiteY130" fmla="*/ 570463 h 606722"/>
              <a:gd name="connsiteX131" fmla="*/ 233105 w 607639"/>
              <a:gd name="connsiteY131" fmla="*/ 526738 h 606722"/>
              <a:gd name="connsiteX132" fmla="*/ 225094 w 607639"/>
              <a:gd name="connsiteY132" fmla="*/ 515540 h 606722"/>
              <a:gd name="connsiteX133" fmla="*/ 208984 w 607639"/>
              <a:gd name="connsiteY133" fmla="*/ 508786 h 606722"/>
              <a:gd name="connsiteX134" fmla="*/ 195455 w 607639"/>
              <a:gd name="connsiteY134" fmla="*/ 511363 h 606722"/>
              <a:gd name="connsiteX135" fmla="*/ 164660 w 607639"/>
              <a:gd name="connsiteY135" fmla="*/ 542202 h 606722"/>
              <a:gd name="connsiteX136" fmla="*/ 113393 w 607639"/>
              <a:gd name="connsiteY136" fmla="*/ 542202 h 606722"/>
              <a:gd name="connsiteX137" fmla="*/ 64618 w 607639"/>
              <a:gd name="connsiteY137" fmla="*/ 493500 h 606722"/>
              <a:gd name="connsiteX138" fmla="*/ 54026 w 607639"/>
              <a:gd name="connsiteY138" fmla="*/ 467906 h 606722"/>
              <a:gd name="connsiteX139" fmla="*/ 64618 w 607639"/>
              <a:gd name="connsiteY139" fmla="*/ 442311 h 606722"/>
              <a:gd name="connsiteX140" fmla="*/ 95503 w 607639"/>
              <a:gd name="connsiteY140" fmla="*/ 411472 h 606722"/>
              <a:gd name="connsiteX141" fmla="*/ 97995 w 607639"/>
              <a:gd name="connsiteY141" fmla="*/ 398053 h 606722"/>
              <a:gd name="connsiteX142" fmla="*/ 91319 w 607639"/>
              <a:gd name="connsiteY142" fmla="*/ 381878 h 606722"/>
              <a:gd name="connsiteX143" fmla="*/ 80105 w 607639"/>
              <a:gd name="connsiteY143" fmla="*/ 373969 h 606722"/>
              <a:gd name="connsiteX144" fmla="*/ 36225 w 607639"/>
              <a:gd name="connsiteY144" fmla="*/ 373969 h 606722"/>
              <a:gd name="connsiteX145" fmla="*/ 0 w 607639"/>
              <a:gd name="connsiteY145" fmla="*/ 337798 h 606722"/>
              <a:gd name="connsiteX146" fmla="*/ 0 w 607639"/>
              <a:gd name="connsiteY146" fmla="*/ 268924 h 606722"/>
              <a:gd name="connsiteX147" fmla="*/ 36225 w 607639"/>
              <a:gd name="connsiteY147" fmla="*/ 232753 h 606722"/>
              <a:gd name="connsiteX148" fmla="*/ 80105 w 607639"/>
              <a:gd name="connsiteY148" fmla="*/ 232753 h 606722"/>
              <a:gd name="connsiteX149" fmla="*/ 91319 w 607639"/>
              <a:gd name="connsiteY149" fmla="*/ 224755 h 606722"/>
              <a:gd name="connsiteX150" fmla="*/ 97995 w 607639"/>
              <a:gd name="connsiteY150" fmla="*/ 208669 h 606722"/>
              <a:gd name="connsiteX151" fmla="*/ 95503 w 607639"/>
              <a:gd name="connsiteY151" fmla="*/ 195161 h 606722"/>
              <a:gd name="connsiteX152" fmla="*/ 64618 w 607639"/>
              <a:gd name="connsiteY152" fmla="*/ 164411 h 606722"/>
              <a:gd name="connsiteX153" fmla="*/ 54026 w 607639"/>
              <a:gd name="connsiteY153" fmla="*/ 138816 h 606722"/>
              <a:gd name="connsiteX154" fmla="*/ 64618 w 607639"/>
              <a:gd name="connsiteY154" fmla="*/ 113222 h 606722"/>
              <a:gd name="connsiteX155" fmla="*/ 113393 w 607639"/>
              <a:gd name="connsiteY155" fmla="*/ 64520 h 606722"/>
              <a:gd name="connsiteX156" fmla="*/ 164660 w 607639"/>
              <a:gd name="connsiteY156" fmla="*/ 64520 h 606722"/>
              <a:gd name="connsiteX157" fmla="*/ 195455 w 607639"/>
              <a:gd name="connsiteY157" fmla="*/ 95359 h 606722"/>
              <a:gd name="connsiteX158" fmla="*/ 208984 w 607639"/>
              <a:gd name="connsiteY158" fmla="*/ 97847 h 606722"/>
              <a:gd name="connsiteX159" fmla="*/ 225094 w 607639"/>
              <a:gd name="connsiteY159" fmla="*/ 91182 h 606722"/>
              <a:gd name="connsiteX160" fmla="*/ 233105 w 607639"/>
              <a:gd name="connsiteY160" fmla="*/ 79984 h 606722"/>
              <a:gd name="connsiteX161" fmla="*/ 233105 w 607639"/>
              <a:gd name="connsiteY161" fmla="*/ 36170 h 606722"/>
              <a:gd name="connsiteX162" fmla="*/ 269330 w 607639"/>
              <a:gd name="connsiteY162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607639" h="606722">
                <a:moveTo>
                  <a:pt x="381988" y="384900"/>
                </a:moveTo>
                <a:cubicBezTo>
                  <a:pt x="386794" y="380277"/>
                  <a:pt x="394449" y="380455"/>
                  <a:pt x="399077" y="385256"/>
                </a:cubicBezTo>
                <a:cubicBezTo>
                  <a:pt x="403705" y="390146"/>
                  <a:pt x="403527" y="397792"/>
                  <a:pt x="398721" y="402416"/>
                </a:cubicBezTo>
                <a:cubicBezTo>
                  <a:pt x="373087" y="426955"/>
                  <a:pt x="339354" y="440469"/>
                  <a:pt x="303752" y="440469"/>
                </a:cubicBezTo>
                <a:cubicBezTo>
                  <a:pt x="297076" y="440469"/>
                  <a:pt x="291647" y="435045"/>
                  <a:pt x="291647" y="428377"/>
                </a:cubicBezTo>
                <a:cubicBezTo>
                  <a:pt x="291647" y="421709"/>
                  <a:pt x="297076" y="416286"/>
                  <a:pt x="303752" y="416286"/>
                </a:cubicBezTo>
                <a:cubicBezTo>
                  <a:pt x="333035" y="416286"/>
                  <a:pt x="360804" y="405172"/>
                  <a:pt x="381988" y="384900"/>
                </a:cubicBezTo>
                <a:close/>
                <a:moveTo>
                  <a:pt x="424532" y="338665"/>
                </a:moveTo>
                <a:cubicBezTo>
                  <a:pt x="430759" y="341155"/>
                  <a:pt x="433695" y="348182"/>
                  <a:pt x="431293" y="354409"/>
                </a:cubicBezTo>
                <a:cubicBezTo>
                  <a:pt x="430048" y="357344"/>
                  <a:pt x="428713" y="360279"/>
                  <a:pt x="427379" y="363126"/>
                </a:cubicBezTo>
                <a:cubicBezTo>
                  <a:pt x="425243" y="367484"/>
                  <a:pt x="420973" y="369975"/>
                  <a:pt x="416436" y="369975"/>
                </a:cubicBezTo>
                <a:cubicBezTo>
                  <a:pt x="414745" y="369975"/>
                  <a:pt x="412877" y="369619"/>
                  <a:pt x="411187" y="368730"/>
                </a:cubicBezTo>
                <a:cubicBezTo>
                  <a:pt x="405226" y="365794"/>
                  <a:pt x="402646" y="358589"/>
                  <a:pt x="405582" y="352630"/>
                </a:cubicBezTo>
                <a:cubicBezTo>
                  <a:pt x="406739" y="350228"/>
                  <a:pt x="407806" y="347826"/>
                  <a:pt x="408785" y="345336"/>
                </a:cubicBezTo>
                <a:cubicBezTo>
                  <a:pt x="411276" y="339198"/>
                  <a:pt x="418304" y="336174"/>
                  <a:pt x="424532" y="338665"/>
                </a:cubicBezTo>
                <a:close/>
                <a:moveTo>
                  <a:pt x="303776" y="230994"/>
                </a:moveTo>
                <a:cubicBezTo>
                  <a:pt x="263810" y="230994"/>
                  <a:pt x="231321" y="263423"/>
                  <a:pt x="231321" y="303316"/>
                </a:cubicBezTo>
                <a:cubicBezTo>
                  <a:pt x="231321" y="343209"/>
                  <a:pt x="263810" y="375727"/>
                  <a:pt x="303776" y="375727"/>
                </a:cubicBezTo>
                <a:cubicBezTo>
                  <a:pt x="343741" y="375727"/>
                  <a:pt x="376319" y="343209"/>
                  <a:pt x="376319" y="303316"/>
                </a:cubicBezTo>
                <a:cubicBezTo>
                  <a:pt x="376319" y="263423"/>
                  <a:pt x="343741" y="230994"/>
                  <a:pt x="303776" y="230994"/>
                </a:cubicBezTo>
                <a:close/>
                <a:moveTo>
                  <a:pt x="303776" y="206827"/>
                </a:moveTo>
                <a:cubicBezTo>
                  <a:pt x="357093" y="206827"/>
                  <a:pt x="400530" y="250096"/>
                  <a:pt x="400530" y="303316"/>
                </a:cubicBezTo>
                <a:cubicBezTo>
                  <a:pt x="400530" y="356536"/>
                  <a:pt x="357093" y="399894"/>
                  <a:pt x="303776" y="399894"/>
                </a:cubicBezTo>
                <a:cubicBezTo>
                  <a:pt x="250458" y="399894"/>
                  <a:pt x="207110" y="356536"/>
                  <a:pt x="207110" y="303316"/>
                </a:cubicBezTo>
                <a:cubicBezTo>
                  <a:pt x="207110" y="250096"/>
                  <a:pt x="250458" y="206827"/>
                  <a:pt x="303776" y="206827"/>
                </a:cubicBezTo>
                <a:close/>
                <a:moveTo>
                  <a:pt x="269330" y="24173"/>
                </a:moveTo>
                <a:cubicBezTo>
                  <a:pt x="262743" y="24173"/>
                  <a:pt x="257314" y="29594"/>
                  <a:pt x="257314" y="36170"/>
                </a:cubicBezTo>
                <a:lnTo>
                  <a:pt x="257314" y="79984"/>
                </a:lnTo>
                <a:cubicBezTo>
                  <a:pt x="257314" y="94914"/>
                  <a:pt x="247791" y="108600"/>
                  <a:pt x="233550" y="113844"/>
                </a:cubicBezTo>
                <a:cubicBezTo>
                  <a:pt x="228654" y="115621"/>
                  <a:pt x="223848" y="117665"/>
                  <a:pt x="219131" y="119798"/>
                </a:cubicBezTo>
                <a:cubicBezTo>
                  <a:pt x="205424" y="126108"/>
                  <a:pt x="189136" y="123175"/>
                  <a:pt x="178366" y="112422"/>
                </a:cubicBezTo>
                <a:lnTo>
                  <a:pt x="147482" y="81584"/>
                </a:lnTo>
                <a:cubicBezTo>
                  <a:pt x="142764" y="76962"/>
                  <a:pt x="135199" y="76962"/>
                  <a:pt x="130482" y="81584"/>
                </a:cubicBezTo>
                <a:lnTo>
                  <a:pt x="81707" y="130285"/>
                </a:lnTo>
                <a:cubicBezTo>
                  <a:pt x="79482" y="132507"/>
                  <a:pt x="78236" y="135528"/>
                  <a:pt x="78236" y="138816"/>
                </a:cubicBezTo>
                <a:cubicBezTo>
                  <a:pt x="78236" y="142016"/>
                  <a:pt x="79482" y="145037"/>
                  <a:pt x="81707" y="147259"/>
                </a:cubicBezTo>
                <a:lnTo>
                  <a:pt x="112592" y="178097"/>
                </a:lnTo>
                <a:cubicBezTo>
                  <a:pt x="123361" y="188851"/>
                  <a:pt x="126298" y="205203"/>
                  <a:pt x="119979" y="218800"/>
                </a:cubicBezTo>
                <a:cubicBezTo>
                  <a:pt x="117843" y="223510"/>
                  <a:pt x="115796" y="228309"/>
                  <a:pt x="114016" y="233197"/>
                </a:cubicBezTo>
                <a:cubicBezTo>
                  <a:pt x="108764" y="247417"/>
                  <a:pt x="95058" y="256926"/>
                  <a:pt x="80105" y="256926"/>
                </a:cubicBezTo>
                <a:lnTo>
                  <a:pt x="36225" y="256926"/>
                </a:lnTo>
                <a:cubicBezTo>
                  <a:pt x="29639" y="256926"/>
                  <a:pt x="24209" y="262347"/>
                  <a:pt x="24209" y="268924"/>
                </a:cubicBezTo>
                <a:lnTo>
                  <a:pt x="24209" y="337798"/>
                </a:lnTo>
                <a:cubicBezTo>
                  <a:pt x="24209" y="344375"/>
                  <a:pt x="29639" y="349796"/>
                  <a:pt x="36225" y="349796"/>
                </a:cubicBezTo>
                <a:lnTo>
                  <a:pt x="80105" y="349796"/>
                </a:lnTo>
                <a:cubicBezTo>
                  <a:pt x="95058" y="349796"/>
                  <a:pt x="108764" y="359305"/>
                  <a:pt x="114016" y="373525"/>
                </a:cubicBezTo>
                <a:cubicBezTo>
                  <a:pt x="115796" y="378324"/>
                  <a:pt x="117843" y="383212"/>
                  <a:pt x="119979" y="387922"/>
                </a:cubicBezTo>
                <a:cubicBezTo>
                  <a:pt x="126298" y="401519"/>
                  <a:pt x="123361" y="417871"/>
                  <a:pt x="112592" y="428625"/>
                </a:cubicBezTo>
                <a:lnTo>
                  <a:pt x="81707" y="459374"/>
                </a:lnTo>
                <a:cubicBezTo>
                  <a:pt x="79482" y="461685"/>
                  <a:pt x="78236" y="464706"/>
                  <a:pt x="78236" y="467906"/>
                </a:cubicBezTo>
                <a:cubicBezTo>
                  <a:pt x="78236" y="471105"/>
                  <a:pt x="79482" y="474127"/>
                  <a:pt x="81707" y="476437"/>
                </a:cubicBezTo>
                <a:lnTo>
                  <a:pt x="130482" y="525050"/>
                </a:lnTo>
                <a:cubicBezTo>
                  <a:pt x="135199" y="529760"/>
                  <a:pt x="142764" y="529760"/>
                  <a:pt x="147482" y="525050"/>
                </a:cubicBezTo>
                <a:lnTo>
                  <a:pt x="178366" y="494300"/>
                </a:lnTo>
                <a:cubicBezTo>
                  <a:pt x="185309" y="487279"/>
                  <a:pt x="194743" y="483636"/>
                  <a:pt x="204178" y="483636"/>
                </a:cubicBezTo>
                <a:cubicBezTo>
                  <a:pt x="209251" y="483636"/>
                  <a:pt x="214325" y="484702"/>
                  <a:pt x="219131" y="486835"/>
                </a:cubicBezTo>
                <a:cubicBezTo>
                  <a:pt x="223848" y="489057"/>
                  <a:pt x="228654" y="491101"/>
                  <a:pt x="233550" y="492878"/>
                </a:cubicBezTo>
                <a:cubicBezTo>
                  <a:pt x="247791" y="498122"/>
                  <a:pt x="257314" y="511719"/>
                  <a:pt x="257314" y="526738"/>
                </a:cubicBezTo>
                <a:lnTo>
                  <a:pt x="257314" y="570463"/>
                </a:lnTo>
                <a:cubicBezTo>
                  <a:pt x="257314" y="577128"/>
                  <a:pt x="262743" y="582549"/>
                  <a:pt x="269330" y="582549"/>
                </a:cubicBezTo>
                <a:lnTo>
                  <a:pt x="338309" y="582549"/>
                </a:lnTo>
                <a:cubicBezTo>
                  <a:pt x="344896" y="582549"/>
                  <a:pt x="350325" y="577128"/>
                  <a:pt x="350325" y="570463"/>
                </a:cubicBezTo>
                <a:lnTo>
                  <a:pt x="350325" y="526738"/>
                </a:lnTo>
                <a:cubicBezTo>
                  <a:pt x="350325" y="511719"/>
                  <a:pt x="359848" y="498122"/>
                  <a:pt x="374089" y="492878"/>
                </a:cubicBezTo>
                <a:cubicBezTo>
                  <a:pt x="378896" y="491101"/>
                  <a:pt x="383791" y="489057"/>
                  <a:pt x="388508" y="486924"/>
                </a:cubicBezTo>
                <a:cubicBezTo>
                  <a:pt x="402126" y="480614"/>
                  <a:pt x="418503" y="483547"/>
                  <a:pt x="429273" y="494300"/>
                </a:cubicBezTo>
                <a:lnTo>
                  <a:pt x="460157" y="525050"/>
                </a:lnTo>
                <a:cubicBezTo>
                  <a:pt x="464786" y="529760"/>
                  <a:pt x="472440" y="529760"/>
                  <a:pt x="477157" y="525050"/>
                </a:cubicBezTo>
                <a:lnTo>
                  <a:pt x="525843" y="476437"/>
                </a:lnTo>
                <a:cubicBezTo>
                  <a:pt x="528157" y="474127"/>
                  <a:pt x="529404" y="471105"/>
                  <a:pt x="529404" y="467906"/>
                </a:cubicBezTo>
                <a:cubicBezTo>
                  <a:pt x="529404" y="464706"/>
                  <a:pt x="528157" y="461685"/>
                  <a:pt x="525843" y="459374"/>
                </a:cubicBezTo>
                <a:lnTo>
                  <a:pt x="495047" y="428625"/>
                </a:lnTo>
                <a:cubicBezTo>
                  <a:pt x="484278" y="417871"/>
                  <a:pt x="481341" y="401519"/>
                  <a:pt x="487660" y="387922"/>
                </a:cubicBezTo>
                <a:cubicBezTo>
                  <a:pt x="489796" y="383212"/>
                  <a:pt x="491843" y="378324"/>
                  <a:pt x="493623" y="373525"/>
                </a:cubicBezTo>
                <a:cubicBezTo>
                  <a:pt x="498875" y="359305"/>
                  <a:pt x="512493" y="349796"/>
                  <a:pt x="527534" y="349796"/>
                </a:cubicBezTo>
                <a:lnTo>
                  <a:pt x="571325" y="349796"/>
                </a:lnTo>
                <a:cubicBezTo>
                  <a:pt x="578000" y="349796"/>
                  <a:pt x="583430" y="344375"/>
                  <a:pt x="583430" y="337798"/>
                </a:cubicBezTo>
                <a:lnTo>
                  <a:pt x="583430" y="268924"/>
                </a:lnTo>
                <a:cubicBezTo>
                  <a:pt x="583430" y="262347"/>
                  <a:pt x="578000" y="256926"/>
                  <a:pt x="571325" y="256926"/>
                </a:cubicBezTo>
                <a:lnTo>
                  <a:pt x="527534" y="256926"/>
                </a:lnTo>
                <a:cubicBezTo>
                  <a:pt x="512493" y="256926"/>
                  <a:pt x="498875" y="247417"/>
                  <a:pt x="493623" y="233197"/>
                </a:cubicBezTo>
                <a:cubicBezTo>
                  <a:pt x="491843" y="228309"/>
                  <a:pt x="489796" y="223510"/>
                  <a:pt x="487571" y="218800"/>
                </a:cubicBezTo>
                <a:cubicBezTo>
                  <a:pt x="481341" y="205203"/>
                  <a:pt x="484278" y="188851"/>
                  <a:pt x="495047" y="178097"/>
                </a:cubicBezTo>
                <a:lnTo>
                  <a:pt x="525843" y="147259"/>
                </a:lnTo>
                <a:cubicBezTo>
                  <a:pt x="528157" y="145037"/>
                  <a:pt x="529404" y="142016"/>
                  <a:pt x="529404" y="138816"/>
                </a:cubicBezTo>
                <a:cubicBezTo>
                  <a:pt x="529404" y="135528"/>
                  <a:pt x="528157" y="132507"/>
                  <a:pt x="525843" y="130285"/>
                </a:cubicBezTo>
                <a:lnTo>
                  <a:pt x="477157" y="81584"/>
                </a:lnTo>
                <a:cubicBezTo>
                  <a:pt x="472440" y="76962"/>
                  <a:pt x="464786" y="76962"/>
                  <a:pt x="460068" y="81584"/>
                </a:cubicBezTo>
                <a:lnTo>
                  <a:pt x="429273" y="112422"/>
                </a:lnTo>
                <a:cubicBezTo>
                  <a:pt x="418503" y="123175"/>
                  <a:pt x="402126" y="126108"/>
                  <a:pt x="388508" y="119798"/>
                </a:cubicBezTo>
                <a:cubicBezTo>
                  <a:pt x="383791" y="117665"/>
                  <a:pt x="378896" y="115621"/>
                  <a:pt x="374089" y="113844"/>
                </a:cubicBezTo>
                <a:cubicBezTo>
                  <a:pt x="359848" y="108600"/>
                  <a:pt x="350325" y="94914"/>
                  <a:pt x="350325" y="79984"/>
                </a:cubicBezTo>
                <a:lnTo>
                  <a:pt x="350325" y="36170"/>
                </a:lnTo>
                <a:cubicBezTo>
                  <a:pt x="350325" y="29594"/>
                  <a:pt x="344896" y="24173"/>
                  <a:pt x="338220" y="24173"/>
                </a:cubicBezTo>
                <a:close/>
                <a:moveTo>
                  <a:pt x="269330" y="0"/>
                </a:moveTo>
                <a:lnTo>
                  <a:pt x="338309" y="0"/>
                </a:lnTo>
                <a:cubicBezTo>
                  <a:pt x="358246" y="0"/>
                  <a:pt x="374534" y="16263"/>
                  <a:pt x="374534" y="36170"/>
                </a:cubicBezTo>
                <a:lnTo>
                  <a:pt x="374534" y="79984"/>
                </a:lnTo>
                <a:cubicBezTo>
                  <a:pt x="374534" y="84961"/>
                  <a:pt x="377650" y="89404"/>
                  <a:pt x="382456" y="91182"/>
                </a:cubicBezTo>
                <a:cubicBezTo>
                  <a:pt x="387974" y="93137"/>
                  <a:pt x="393403" y="95447"/>
                  <a:pt x="398655" y="97847"/>
                </a:cubicBezTo>
                <a:cubicBezTo>
                  <a:pt x="403105" y="99980"/>
                  <a:pt x="408534" y="98913"/>
                  <a:pt x="412095" y="95359"/>
                </a:cubicBezTo>
                <a:lnTo>
                  <a:pt x="442979" y="64520"/>
                </a:lnTo>
                <a:cubicBezTo>
                  <a:pt x="457131" y="50390"/>
                  <a:pt x="480095" y="50390"/>
                  <a:pt x="494246" y="64520"/>
                </a:cubicBezTo>
                <a:lnTo>
                  <a:pt x="543021" y="113222"/>
                </a:lnTo>
                <a:cubicBezTo>
                  <a:pt x="549875" y="119976"/>
                  <a:pt x="553613" y="129129"/>
                  <a:pt x="553613" y="138728"/>
                </a:cubicBezTo>
                <a:cubicBezTo>
                  <a:pt x="553613" y="148414"/>
                  <a:pt x="549875" y="157568"/>
                  <a:pt x="543021" y="164322"/>
                </a:cubicBezTo>
                <a:lnTo>
                  <a:pt x="512136" y="195161"/>
                </a:lnTo>
                <a:cubicBezTo>
                  <a:pt x="508576" y="198804"/>
                  <a:pt x="507508" y="204137"/>
                  <a:pt x="509555" y="208669"/>
                </a:cubicBezTo>
                <a:cubicBezTo>
                  <a:pt x="512047" y="213912"/>
                  <a:pt x="514273" y="219334"/>
                  <a:pt x="516320" y="224755"/>
                </a:cubicBezTo>
                <a:cubicBezTo>
                  <a:pt x="518100" y="229643"/>
                  <a:pt x="522550" y="232753"/>
                  <a:pt x="527534" y="232753"/>
                </a:cubicBezTo>
                <a:lnTo>
                  <a:pt x="571325" y="232753"/>
                </a:lnTo>
                <a:cubicBezTo>
                  <a:pt x="591351" y="232753"/>
                  <a:pt x="607639" y="249016"/>
                  <a:pt x="607639" y="268924"/>
                </a:cubicBezTo>
                <a:lnTo>
                  <a:pt x="607639" y="337710"/>
                </a:lnTo>
                <a:cubicBezTo>
                  <a:pt x="607639" y="357706"/>
                  <a:pt x="591351" y="373969"/>
                  <a:pt x="571325" y="373969"/>
                </a:cubicBezTo>
                <a:lnTo>
                  <a:pt x="527534" y="373969"/>
                </a:lnTo>
                <a:cubicBezTo>
                  <a:pt x="522550" y="373969"/>
                  <a:pt x="518100" y="377079"/>
                  <a:pt x="516320" y="381878"/>
                </a:cubicBezTo>
                <a:cubicBezTo>
                  <a:pt x="514273" y="387300"/>
                  <a:pt x="512047" y="392810"/>
                  <a:pt x="509555" y="398053"/>
                </a:cubicBezTo>
                <a:cubicBezTo>
                  <a:pt x="507508" y="402497"/>
                  <a:pt x="508576" y="407918"/>
                  <a:pt x="512136" y="411472"/>
                </a:cubicBezTo>
                <a:lnTo>
                  <a:pt x="543021" y="442311"/>
                </a:lnTo>
                <a:cubicBezTo>
                  <a:pt x="549875" y="449154"/>
                  <a:pt x="553613" y="458219"/>
                  <a:pt x="553613" y="467906"/>
                </a:cubicBezTo>
                <a:cubicBezTo>
                  <a:pt x="553613" y="477592"/>
                  <a:pt x="549875" y="486657"/>
                  <a:pt x="543021" y="493500"/>
                </a:cubicBezTo>
                <a:lnTo>
                  <a:pt x="494246" y="542202"/>
                </a:lnTo>
                <a:cubicBezTo>
                  <a:pt x="480095" y="556243"/>
                  <a:pt x="457131" y="556243"/>
                  <a:pt x="442979" y="542202"/>
                </a:cubicBezTo>
                <a:lnTo>
                  <a:pt x="412095" y="511363"/>
                </a:lnTo>
                <a:cubicBezTo>
                  <a:pt x="408534" y="507809"/>
                  <a:pt x="403105" y="506742"/>
                  <a:pt x="398655" y="508786"/>
                </a:cubicBezTo>
                <a:cubicBezTo>
                  <a:pt x="393403" y="511275"/>
                  <a:pt x="387974" y="513496"/>
                  <a:pt x="382456" y="515540"/>
                </a:cubicBezTo>
                <a:cubicBezTo>
                  <a:pt x="377650" y="517318"/>
                  <a:pt x="374534" y="521761"/>
                  <a:pt x="374534" y="526738"/>
                </a:cubicBezTo>
                <a:lnTo>
                  <a:pt x="374534" y="570463"/>
                </a:lnTo>
                <a:cubicBezTo>
                  <a:pt x="374534" y="590459"/>
                  <a:pt x="358246" y="606722"/>
                  <a:pt x="338309" y="606722"/>
                </a:cubicBezTo>
                <a:lnTo>
                  <a:pt x="269330" y="606722"/>
                </a:lnTo>
                <a:cubicBezTo>
                  <a:pt x="249393" y="606722"/>
                  <a:pt x="233105" y="590459"/>
                  <a:pt x="233105" y="570463"/>
                </a:cubicBezTo>
                <a:lnTo>
                  <a:pt x="233105" y="526738"/>
                </a:lnTo>
                <a:cubicBezTo>
                  <a:pt x="233105" y="521761"/>
                  <a:pt x="229989" y="517318"/>
                  <a:pt x="225094" y="515540"/>
                </a:cubicBezTo>
                <a:cubicBezTo>
                  <a:pt x="219665" y="513496"/>
                  <a:pt x="214236" y="511275"/>
                  <a:pt x="208984" y="508786"/>
                </a:cubicBezTo>
                <a:cubicBezTo>
                  <a:pt x="204445" y="506742"/>
                  <a:pt x="199105" y="507809"/>
                  <a:pt x="195455" y="511363"/>
                </a:cubicBezTo>
                <a:lnTo>
                  <a:pt x="164660" y="542202"/>
                </a:lnTo>
                <a:cubicBezTo>
                  <a:pt x="150508" y="556332"/>
                  <a:pt x="127455" y="556332"/>
                  <a:pt x="113393" y="542202"/>
                </a:cubicBezTo>
                <a:lnTo>
                  <a:pt x="64618" y="493500"/>
                </a:lnTo>
                <a:cubicBezTo>
                  <a:pt x="57764" y="486657"/>
                  <a:pt x="54026" y="477592"/>
                  <a:pt x="54026" y="467906"/>
                </a:cubicBezTo>
                <a:cubicBezTo>
                  <a:pt x="54026" y="458219"/>
                  <a:pt x="57764" y="449154"/>
                  <a:pt x="64618" y="442311"/>
                </a:cubicBezTo>
                <a:lnTo>
                  <a:pt x="95503" y="411472"/>
                </a:lnTo>
                <a:cubicBezTo>
                  <a:pt x="99063" y="407918"/>
                  <a:pt x="100131" y="402497"/>
                  <a:pt x="97995" y="398053"/>
                </a:cubicBezTo>
                <a:cubicBezTo>
                  <a:pt x="95592" y="392810"/>
                  <a:pt x="93277" y="387300"/>
                  <a:pt x="91319" y="381878"/>
                </a:cubicBezTo>
                <a:cubicBezTo>
                  <a:pt x="89539" y="377079"/>
                  <a:pt x="85089" y="373969"/>
                  <a:pt x="80105" y="373969"/>
                </a:cubicBezTo>
                <a:lnTo>
                  <a:pt x="36225" y="373969"/>
                </a:lnTo>
                <a:cubicBezTo>
                  <a:pt x="16288" y="373969"/>
                  <a:pt x="0" y="357706"/>
                  <a:pt x="0" y="337798"/>
                </a:cubicBezTo>
                <a:lnTo>
                  <a:pt x="0" y="268924"/>
                </a:lnTo>
                <a:cubicBezTo>
                  <a:pt x="0" y="249016"/>
                  <a:pt x="16288" y="232753"/>
                  <a:pt x="36225" y="232753"/>
                </a:cubicBezTo>
                <a:lnTo>
                  <a:pt x="80105" y="232753"/>
                </a:lnTo>
                <a:cubicBezTo>
                  <a:pt x="85089" y="232753"/>
                  <a:pt x="89539" y="229643"/>
                  <a:pt x="91319" y="224755"/>
                </a:cubicBezTo>
                <a:cubicBezTo>
                  <a:pt x="93277" y="219334"/>
                  <a:pt x="95592" y="213912"/>
                  <a:pt x="97995" y="208669"/>
                </a:cubicBezTo>
                <a:cubicBezTo>
                  <a:pt x="100131" y="204137"/>
                  <a:pt x="99063" y="198804"/>
                  <a:pt x="95503" y="195161"/>
                </a:cubicBezTo>
                <a:lnTo>
                  <a:pt x="64618" y="164411"/>
                </a:lnTo>
                <a:cubicBezTo>
                  <a:pt x="57764" y="157568"/>
                  <a:pt x="54026" y="148414"/>
                  <a:pt x="54026" y="138816"/>
                </a:cubicBezTo>
                <a:cubicBezTo>
                  <a:pt x="54026" y="129129"/>
                  <a:pt x="57764" y="119976"/>
                  <a:pt x="64618" y="113222"/>
                </a:cubicBezTo>
                <a:lnTo>
                  <a:pt x="113393" y="64520"/>
                </a:lnTo>
                <a:cubicBezTo>
                  <a:pt x="127455" y="50390"/>
                  <a:pt x="150508" y="50390"/>
                  <a:pt x="164660" y="64520"/>
                </a:cubicBezTo>
                <a:lnTo>
                  <a:pt x="195455" y="95359"/>
                </a:lnTo>
                <a:cubicBezTo>
                  <a:pt x="199105" y="98913"/>
                  <a:pt x="204445" y="99980"/>
                  <a:pt x="208984" y="97847"/>
                </a:cubicBezTo>
                <a:cubicBezTo>
                  <a:pt x="214236" y="95447"/>
                  <a:pt x="219665" y="93137"/>
                  <a:pt x="225094" y="91182"/>
                </a:cubicBezTo>
                <a:cubicBezTo>
                  <a:pt x="229989" y="89404"/>
                  <a:pt x="233105" y="84961"/>
                  <a:pt x="233105" y="79984"/>
                </a:cubicBezTo>
                <a:lnTo>
                  <a:pt x="233105" y="36170"/>
                </a:lnTo>
                <a:cubicBezTo>
                  <a:pt x="233105" y="16263"/>
                  <a:pt x="249393" y="0"/>
                  <a:pt x="269330" y="0"/>
                </a:cubicBezTo>
                <a:close/>
              </a:path>
            </a:pathLst>
          </a:custGeom>
          <a:solidFill>
            <a:srgbClr val="68B7E1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5" name="文本框 20"/>
          <p:cNvSpPr txBox="1"/>
          <p:nvPr/>
        </p:nvSpPr>
        <p:spPr>
          <a:xfrm flipH="1">
            <a:off x="9980736" y="4755296"/>
            <a:ext cx="1069340" cy="7226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6" name="文本框 20"/>
          <p:cNvSpPr txBox="1"/>
          <p:nvPr/>
        </p:nvSpPr>
        <p:spPr>
          <a:xfrm flipH="1">
            <a:off x="9833734" y="1498078"/>
            <a:ext cx="2012950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7" name="文本框 22"/>
          <p:cNvSpPr txBox="1"/>
          <p:nvPr/>
        </p:nvSpPr>
        <p:spPr>
          <a:xfrm flipH="1">
            <a:off x="9835003" y="1919800"/>
            <a:ext cx="1796823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8" name="文本框 20"/>
          <p:cNvSpPr txBox="1"/>
          <p:nvPr/>
        </p:nvSpPr>
        <p:spPr>
          <a:xfrm flipH="1">
            <a:off x="9184129" y="1400368"/>
            <a:ext cx="964565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en-US" altLang="zh-CN" sz="3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04</a:t>
            </a:r>
            <a:r>
              <a:rPr lang="zh-CN" altLang="en-US" sz="36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49" name="Freeform 9"/>
          <p:cNvSpPr>
            <a:spLocks noEditPoints="1"/>
          </p:cNvSpPr>
          <p:nvPr/>
        </p:nvSpPr>
        <p:spPr>
          <a:xfrm>
            <a:off x="9318114" y="1990534"/>
            <a:ext cx="425450" cy="422409"/>
          </a:xfrm>
          <a:custGeom>
            <a:avLst/>
            <a:gdLst>
              <a:gd name="T0" fmla="*/ 5319 w 6878"/>
              <a:gd name="T1" fmla="*/ 4183 h 6839"/>
              <a:gd name="T2" fmla="*/ 4884 w 6878"/>
              <a:gd name="T3" fmla="*/ 3824 h 6839"/>
              <a:gd name="T4" fmla="*/ 5318 w 6878"/>
              <a:gd name="T5" fmla="*/ 2217 h 6839"/>
              <a:gd name="T6" fmla="*/ 6462 w 6878"/>
              <a:gd name="T7" fmla="*/ 980 h 6839"/>
              <a:gd name="T8" fmla="*/ 5938 w 6878"/>
              <a:gd name="T9" fmla="*/ 327 h 6839"/>
              <a:gd name="T10" fmla="*/ 5457 w 6878"/>
              <a:gd name="T11" fmla="*/ 1016 h 6839"/>
              <a:gd name="T12" fmla="*/ 5452 w 6878"/>
              <a:gd name="T13" fmla="*/ 182 h 6839"/>
              <a:gd name="T14" fmla="*/ 4816 w 6878"/>
              <a:gd name="T15" fmla="*/ 249 h 6839"/>
              <a:gd name="T16" fmla="*/ 3333 w 6878"/>
              <a:gd name="T17" fmla="*/ 2834 h 6839"/>
              <a:gd name="T18" fmla="*/ 1455 w 6878"/>
              <a:gd name="T19" fmla="*/ 601 h 6839"/>
              <a:gd name="T20" fmla="*/ 50 w 6878"/>
              <a:gd name="T21" fmla="*/ 388 h 6839"/>
              <a:gd name="T22" fmla="*/ 698 w 6878"/>
              <a:gd name="T23" fmla="*/ 1515 h 6839"/>
              <a:gd name="T24" fmla="*/ 1533 w 6878"/>
              <a:gd name="T25" fmla="*/ 4634 h 6839"/>
              <a:gd name="T26" fmla="*/ 389 w 6878"/>
              <a:gd name="T27" fmla="*/ 5871 h 6839"/>
              <a:gd name="T28" fmla="*/ 913 w 6878"/>
              <a:gd name="T29" fmla="*/ 6524 h 6839"/>
              <a:gd name="T30" fmla="*/ 1389 w 6878"/>
              <a:gd name="T31" fmla="*/ 5833 h 6839"/>
              <a:gd name="T32" fmla="*/ 1399 w 6878"/>
              <a:gd name="T33" fmla="*/ 6668 h 6839"/>
              <a:gd name="T34" fmla="*/ 1542 w 6878"/>
              <a:gd name="T35" fmla="*/ 6834 h 6839"/>
              <a:gd name="T36" fmla="*/ 2690 w 6878"/>
              <a:gd name="T37" fmla="*/ 4844 h 6839"/>
              <a:gd name="T38" fmla="*/ 3824 w 6878"/>
              <a:gd name="T39" fmla="*/ 4884 h 6839"/>
              <a:gd name="T40" fmla="*/ 4183 w 6878"/>
              <a:gd name="T41" fmla="*/ 5319 h 6839"/>
              <a:gd name="T42" fmla="*/ 6217 w 6878"/>
              <a:gd name="T43" fmla="*/ 6839 h 6839"/>
              <a:gd name="T44" fmla="*/ 6721 w 6878"/>
              <a:gd name="T45" fmla="*/ 5934 h 6839"/>
              <a:gd name="T46" fmla="*/ 4986 w 6878"/>
              <a:gd name="T47" fmla="*/ 442 h 6839"/>
              <a:gd name="T48" fmla="*/ 5022 w 6878"/>
              <a:gd name="T49" fmla="*/ 775 h 6839"/>
              <a:gd name="T50" fmla="*/ 6111 w 6878"/>
              <a:gd name="T51" fmla="*/ 635 h 6839"/>
              <a:gd name="T52" fmla="*/ 5696 w 6878"/>
              <a:gd name="T53" fmla="*/ 1695 h 6839"/>
              <a:gd name="T54" fmla="*/ 3515 w 6878"/>
              <a:gd name="T55" fmla="*/ 3016 h 6839"/>
              <a:gd name="T56" fmla="*/ 2112 w 6878"/>
              <a:gd name="T57" fmla="*/ 5773 h 6839"/>
              <a:gd name="T58" fmla="*/ 1806 w 6878"/>
              <a:gd name="T59" fmla="*/ 6229 h 6839"/>
              <a:gd name="T60" fmla="*/ 1081 w 6878"/>
              <a:gd name="T61" fmla="*/ 5625 h 6839"/>
              <a:gd name="T62" fmla="*/ 646 w 6878"/>
              <a:gd name="T63" fmla="*/ 5867 h 6839"/>
              <a:gd name="T64" fmla="*/ 1715 w 6878"/>
              <a:gd name="T65" fmla="*/ 4816 h 6839"/>
              <a:gd name="T66" fmla="*/ 2509 w 6878"/>
              <a:gd name="T67" fmla="*/ 4662 h 6839"/>
              <a:gd name="T68" fmla="*/ 1051 w 6878"/>
              <a:gd name="T69" fmla="*/ 1289 h 6839"/>
              <a:gd name="T70" fmla="*/ 498 w 6878"/>
              <a:gd name="T71" fmla="*/ 304 h 6839"/>
              <a:gd name="T72" fmla="*/ 1282 w 6878"/>
              <a:gd name="T73" fmla="*/ 1094 h 6839"/>
              <a:gd name="T74" fmla="*/ 4286 w 6878"/>
              <a:gd name="T75" fmla="*/ 4422 h 6839"/>
              <a:gd name="T76" fmla="*/ 4170 w 6878"/>
              <a:gd name="T77" fmla="*/ 5049 h 6839"/>
              <a:gd name="T78" fmla="*/ 5049 w 6878"/>
              <a:gd name="T79" fmla="*/ 4170 h 6839"/>
              <a:gd name="T80" fmla="*/ 6540 w 6878"/>
              <a:gd name="T81" fmla="*/ 6319 h 6839"/>
              <a:gd name="T82" fmla="*/ 4650 w 6878"/>
              <a:gd name="T83" fmla="*/ 5074 h 6839"/>
              <a:gd name="T84" fmla="*/ 6540 w 6878"/>
              <a:gd name="T85" fmla="*/ 6319 h 68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878" h="6839">
                <a:moveTo>
                  <a:pt x="6721" y="5934"/>
                </a:moveTo>
                <a:lnTo>
                  <a:pt x="5224" y="4436"/>
                </a:lnTo>
                <a:lnTo>
                  <a:pt x="5319" y="4183"/>
                </a:lnTo>
                <a:cubicBezTo>
                  <a:pt x="5336" y="4136"/>
                  <a:pt x="5325" y="4083"/>
                  <a:pt x="5289" y="4047"/>
                </a:cubicBezTo>
                <a:lnTo>
                  <a:pt x="5066" y="3824"/>
                </a:lnTo>
                <a:cubicBezTo>
                  <a:pt x="5016" y="3774"/>
                  <a:pt x="4934" y="3774"/>
                  <a:pt x="4884" y="3824"/>
                </a:cubicBezTo>
                <a:lnTo>
                  <a:pt x="4603" y="4104"/>
                </a:lnTo>
                <a:lnTo>
                  <a:pt x="4016" y="3518"/>
                </a:lnTo>
                <a:lnTo>
                  <a:pt x="5318" y="2217"/>
                </a:lnTo>
                <a:cubicBezTo>
                  <a:pt x="5443" y="2091"/>
                  <a:pt x="5601" y="1996"/>
                  <a:pt x="5775" y="1940"/>
                </a:cubicBezTo>
                <a:cubicBezTo>
                  <a:pt x="5923" y="1892"/>
                  <a:pt x="6061" y="1808"/>
                  <a:pt x="6171" y="1697"/>
                </a:cubicBezTo>
                <a:cubicBezTo>
                  <a:pt x="6363" y="1506"/>
                  <a:pt x="6466" y="1251"/>
                  <a:pt x="6462" y="980"/>
                </a:cubicBezTo>
                <a:cubicBezTo>
                  <a:pt x="6457" y="709"/>
                  <a:pt x="6346" y="458"/>
                  <a:pt x="6148" y="272"/>
                </a:cubicBezTo>
                <a:cubicBezTo>
                  <a:pt x="6116" y="241"/>
                  <a:pt x="6070" y="230"/>
                  <a:pt x="6028" y="241"/>
                </a:cubicBezTo>
                <a:cubicBezTo>
                  <a:pt x="5985" y="252"/>
                  <a:pt x="5951" y="285"/>
                  <a:pt x="5938" y="327"/>
                </a:cubicBezTo>
                <a:lnTo>
                  <a:pt x="5775" y="850"/>
                </a:lnTo>
                <a:cubicBezTo>
                  <a:pt x="5754" y="914"/>
                  <a:pt x="5710" y="967"/>
                  <a:pt x="5650" y="999"/>
                </a:cubicBezTo>
                <a:cubicBezTo>
                  <a:pt x="5590" y="1030"/>
                  <a:pt x="5522" y="1036"/>
                  <a:pt x="5457" y="1016"/>
                </a:cubicBezTo>
                <a:cubicBezTo>
                  <a:pt x="5351" y="983"/>
                  <a:pt x="5279" y="886"/>
                  <a:pt x="5279" y="775"/>
                </a:cubicBezTo>
                <a:cubicBezTo>
                  <a:pt x="5279" y="749"/>
                  <a:pt x="5283" y="724"/>
                  <a:pt x="5291" y="699"/>
                </a:cubicBezTo>
                <a:lnTo>
                  <a:pt x="5452" y="182"/>
                </a:lnTo>
                <a:cubicBezTo>
                  <a:pt x="5465" y="140"/>
                  <a:pt x="5456" y="93"/>
                  <a:pt x="5426" y="60"/>
                </a:cubicBezTo>
                <a:cubicBezTo>
                  <a:pt x="5397" y="26"/>
                  <a:pt x="5353" y="10"/>
                  <a:pt x="5309" y="17"/>
                </a:cubicBezTo>
                <a:cubicBezTo>
                  <a:pt x="5125" y="47"/>
                  <a:pt x="4954" y="127"/>
                  <a:pt x="4816" y="249"/>
                </a:cubicBezTo>
                <a:cubicBezTo>
                  <a:pt x="4572" y="464"/>
                  <a:pt x="4448" y="784"/>
                  <a:pt x="4484" y="1106"/>
                </a:cubicBezTo>
                <a:cubicBezTo>
                  <a:pt x="4521" y="1436"/>
                  <a:pt x="4403" y="1765"/>
                  <a:pt x="4161" y="2007"/>
                </a:cubicBezTo>
                <a:lnTo>
                  <a:pt x="3333" y="2834"/>
                </a:lnTo>
                <a:lnTo>
                  <a:pt x="1547" y="1048"/>
                </a:lnTo>
                <a:lnTo>
                  <a:pt x="1515" y="698"/>
                </a:lnTo>
                <a:cubicBezTo>
                  <a:pt x="1511" y="658"/>
                  <a:pt x="1489" y="622"/>
                  <a:pt x="1455" y="601"/>
                </a:cubicBezTo>
                <a:lnTo>
                  <a:pt x="547" y="32"/>
                </a:lnTo>
                <a:cubicBezTo>
                  <a:pt x="497" y="0"/>
                  <a:pt x="430" y="7"/>
                  <a:pt x="388" y="50"/>
                </a:cubicBezTo>
                <a:lnTo>
                  <a:pt x="50" y="388"/>
                </a:lnTo>
                <a:cubicBezTo>
                  <a:pt x="7" y="431"/>
                  <a:pt x="0" y="497"/>
                  <a:pt x="32" y="547"/>
                </a:cubicBezTo>
                <a:lnTo>
                  <a:pt x="601" y="1455"/>
                </a:lnTo>
                <a:cubicBezTo>
                  <a:pt x="622" y="1489"/>
                  <a:pt x="658" y="1511"/>
                  <a:pt x="698" y="1515"/>
                </a:cubicBezTo>
                <a:lnTo>
                  <a:pt x="1048" y="1547"/>
                </a:lnTo>
                <a:lnTo>
                  <a:pt x="2835" y="3333"/>
                </a:lnTo>
                <a:lnTo>
                  <a:pt x="1533" y="4634"/>
                </a:lnTo>
                <a:cubicBezTo>
                  <a:pt x="1408" y="4759"/>
                  <a:pt x="1250" y="4855"/>
                  <a:pt x="1076" y="4911"/>
                </a:cubicBezTo>
                <a:cubicBezTo>
                  <a:pt x="925" y="4960"/>
                  <a:pt x="792" y="5041"/>
                  <a:pt x="680" y="5154"/>
                </a:cubicBezTo>
                <a:cubicBezTo>
                  <a:pt x="488" y="5345"/>
                  <a:pt x="385" y="5600"/>
                  <a:pt x="389" y="5871"/>
                </a:cubicBezTo>
                <a:cubicBezTo>
                  <a:pt x="393" y="6142"/>
                  <a:pt x="505" y="6393"/>
                  <a:pt x="703" y="6579"/>
                </a:cubicBezTo>
                <a:cubicBezTo>
                  <a:pt x="735" y="6609"/>
                  <a:pt x="781" y="6621"/>
                  <a:pt x="823" y="6610"/>
                </a:cubicBezTo>
                <a:cubicBezTo>
                  <a:pt x="866" y="6598"/>
                  <a:pt x="900" y="6566"/>
                  <a:pt x="913" y="6524"/>
                </a:cubicBezTo>
                <a:lnTo>
                  <a:pt x="1077" y="6001"/>
                </a:lnTo>
                <a:cubicBezTo>
                  <a:pt x="1097" y="5937"/>
                  <a:pt x="1141" y="5884"/>
                  <a:pt x="1201" y="5852"/>
                </a:cubicBezTo>
                <a:cubicBezTo>
                  <a:pt x="1259" y="5822"/>
                  <a:pt x="1326" y="5815"/>
                  <a:pt x="1389" y="5833"/>
                </a:cubicBezTo>
                <a:cubicBezTo>
                  <a:pt x="1390" y="5834"/>
                  <a:pt x="1392" y="5834"/>
                  <a:pt x="1394" y="5835"/>
                </a:cubicBezTo>
                <a:cubicBezTo>
                  <a:pt x="1527" y="5876"/>
                  <a:pt x="1602" y="6019"/>
                  <a:pt x="1560" y="6152"/>
                </a:cubicBezTo>
                <a:lnTo>
                  <a:pt x="1399" y="6668"/>
                </a:lnTo>
                <a:cubicBezTo>
                  <a:pt x="1386" y="6711"/>
                  <a:pt x="1395" y="6757"/>
                  <a:pt x="1425" y="6791"/>
                </a:cubicBezTo>
                <a:cubicBezTo>
                  <a:pt x="1449" y="6819"/>
                  <a:pt x="1485" y="6835"/>
                  <a:pt x="1522" y="6835"/>
                </a:cubicBezTo>
                <a:cubicBezTo>
                  <a:pt x="1529" y="6835"/>
                  <a:pt x="1535" y="6835"/>
                  <a:pt x="1542" y="6834"/>
                </a:cubicBezTo>
                <a:cubicBezTo>
                  <a:pt x="1726" y="6804"/>
                  <a:pt x="1896" y="6724"/>
                  <a:pt x="2035" y="6602"/>
                </a:cubicBezTo>
                <a:cubicBezTo>
                  <a:pt x="2279" y="6387"/>
                  <a:pt x="2403" y="6067"/>
                  <a:pt x="2367" y="5745"/>
                </a:cubicBezTo>
                <a:cubicBezTo>
                  <a:pt x="2330" y="5414"/>
                  <a:pt x="2448" y="5086"/>
                  <a:pt x="2690" y="4844"/>
                </a:cubicBezTo>
                <a:lnTo>
                  <a:pt x="3518" y="4017"/>
                </a:lnTo>
                <a:lnTo>
                  <a:pt x="4104" y="4603"/>
                </a:lnTo>
                <a:lnTo>
                  <a:pt x="3824" y="4884"/>
                </a:lnTo>
                <a:cubicBezTo>
                  <a:pt x="3774" y="4934"/>
                  <a:pt x="3774" y="5016"/>
                  <a:pt x="3824" y="5066"/>
                </a:cubicBezTo>
                <a:lnTo>
                  <a:pt x="4047" y="5289"/>
                </a:lnTo>
                <a:cubicBezTo>
                  <a:pt x="4083" y="5325"/>
                  <a:pt x="4136" y="5336"/>
                  <a:pt x="4183" y="5319"/>
                </a:cubicBezTo>
                <a:lnTo>
                  <a:pt x="4436" y="5224"/>
                </a:lnTo>
                <a:lnTo>
                  <a:pt x="5934" y="6721"/>
                </a:lnTo>
                <a:cubicBezTo>
                  <a:pt x="6012" y="6800"/>
                  <a:pt x="6115" y="6839"/>
                  <a:pt x="6217" y="6839"/>
                </a:cubicBezTo>
                <a:cubicBezTo>
                  <a:pt x="6320" y="6839"/>
                  <a:pt x="6423" y="6800"/>
                  <a:pt x="6501" y="6721"/>
                </a:cubicBezTo>
                <a:lnTo>
                  <a:pt x="6721" y="6501"/>
                </a:lnTo>
                <a:cubicBezTo>
                  <a:pt x="6878" y="6345"/>
                  <a:pt x="6878" y="6090"/>
                  <a:pt x="6721" y="5934"/>
                </a:cubicBezTo>
                <a:close/>
                <a:moveTo>
                  <a:pt x="4342" y="2189"/>
                </a:moveTo>
                <a:cubicBezTo>
                  <a:pt x="4640" y="1891"/>
                  <a:pt x="4785" y="1486"/>
                  <a:pt x="4739" y="1077"/>
                </a:cubicBezTo>
                <a:cubicBezTo>
                  <a:pt x="4713" y="839"/>
                  <a:pt x="4805" y="601"/>
                  <a:pt x="4986" y="442"/>
                </a:cubicBezTo>
                <a:cubicBezTo>
                  <a:pt x="5031" y="403"/>
                  <a:pt x="5080" y="369"/>
                  <a:pt x="5133" y="342"/>
                </a:cubicBezTo>
                <a:lnTo>
                  <a:pt x="5046" y="622"/>
                </a:lnTo>
                <a:cubicBezTo>
                  <a:pt x="5030" y="672"/>
                  <a:pt x="5022" y="723"/>
                  <a:pt x="5022" y="775"/>
                </a:cubicBezTo>
                <a:cubicBezTo>
                  <a:pt x="5022" y="999"/>
                  <a:pt x="5166" y="1195"/>
                  <a:pt x="5381" y="1262"/>
                </a:cubicBezTo>
                <a:cubicBezTo>
                  <a:pt x="5649" y="1345"/>
                  <a:pt x="5936" y="1195"/>
                  <a:pt x="6020" y="926"/>
                </a:cubicBezTo>
                <a:lnTo>
                  <a:pt x="6111" y="635"/>
                </a:lnTo>
                <a:cubicBezTo>
                  <a:pt x="6170" y="740"/>
                  <a:pt x="6203" y="859"/>
                  <a:pt x="6205" y="984"/>
                </a:cubicBezTo>
                <a:cubicBezTo>
                  <a:pt x="6208" y="1185"/>
                  <a:pt x="6131" y="1373"/>
                  <a:pt x="5990" y="1515"/>
                </a:cubicBezTo>
                <a:cubicBezTo>
                  <a:pt x="5906" y="1598"/>
                  <a:pt x="5808" y="1659"/>
                  <a:pt x="5696" y="1695"/>
                </a:cubicBezTo>
                <a:cubicBezTo>
                  <a:pt x="5483" y="1763"/>
                  <a:pt x="5289" y="1881"/>
                  <a:pt x="5136" y="2035"/>
                </a:cubicBezTo>
                <a:lnTo>
                  <a:pt x="3835" y="3336"/>
                </a:lnTo>
                <a:lnTo>
                  <a:pt x="3515" y="3016"/>
                </a:lnTo>
                <a:lnTo>
                  <a:pt x="4342" y="2189"/>
                </a:lnTo>
                <a:close/>
                <a:moveTo>
                  <a:pt x="2509" y="4662"/>
                </a:moveTo>
                <a:cubicBezTo>
                  <a:pt x="2211" y="4960"/>
                  <a:pt x="2066" y="5365"/>
                  <a:pt x="2112" y="5773"/>
                </a:cubicBezTo>
                <a:cubicBezTo>
                  <a:pt x="2138" y="6012"/>
                  <a:pt x="2046" y="6250"/>
                  <a:pt x="1866" y="6409"/>
                </a:cubicBezTo>
                <a:cubicBezTo>
                  <a:pt x="1821" y="6448"/>
                  <a:pt x="1771" y="6482"/>
                  <a:pt x="1718" y="6509"/>
                </a:cubicBezTo>
                <a:lnTo>
                  <a:pt x="1806" y="6229"/>
                </a:lnTo>
                <a:cubicBezTo>
                  <a:pt x="1888" y="5962"/>
                  <a:pt x="1741" y="5678"/>
                  <a:pt x="1477" y="5592"/>
                </a:cubicBezTo>
                <a:cubicBezTo>
                  <a:pt x="1475" y="5591"/>
                  <a:pt x="1473" y="5590"/>
                  <a:pt x="1470" y="5589"/>
                </a:cubicBezTo>
                <a:cubicBezTo>
                  <a:pt x="1340" y="5549"/>
                  <a:pt x="1202" y="5561"/>
                  <a:pt x="1081" y="5625"/>
                </a:cubicBezTo>
                <a:cubicBezTo>
                  <a:pt x="960" y="5688"/>
                  <a:pt x="872" y="5794"/>
                  <a:pt x="831" y="5925"/>
                </a:cubicBezTo>
                <a:lnTo>
                  <a:pt x="740" y="6216"/>
                </a:lnTo>
                <a:cubicBezTo>
                  <a:pt x="681" y="6110"/>
                  <a:pt x="648" y="5991"/>
                  <a:pt x="646" y="5867"/>
                </a:cubicBezTo>
                <a:cubicBezTo>
                  <a:pt x="643" y="5666"/>
                  <a:pt x="719" y="5478"/>
                  <a:pt x="861" y="5336"/>
                </a:cubicBezTo>
                <a:cubicBezTo>
                  <a:pt x="945" y="5252"/>
                  <a:pt x="1043" y="5192"/>
                  <a:pt x="1155" y="5156"/>
                </a:cubicBezTo>
                <a:cubicBezTo>
                  <a:pt x="1368" y="5087"/>
                  <a:pt x="1562" y="4970"/>
                  <a:pt x="1715" y="4816"/>
                </a:cubicBezTo>
                <a:lnTo>
                  <a:pt x="3016" y="3515"/>
                </a:lnTo>
                <a:lnTo>
                  <a:pt x="3336" y="3835"/>
                </a:lnTo>
                <a:lnTo>
                  <a:pt x="2509" y="4662"/>
                </a:lnTo>
                <a:close/>
                <a:moveTo>
                  <a:pt x="1184" y="1320"/>
                </a:moveTo>
                <a:cubicBezTo>
                  <a:pt x="1159" y="1295"/>
                  <a:pt x="1126" y="1282"/>
                  <a:pt x="1094" y="1282"/>
                </a:cubicBezTo>
                <a:cubicBezTo>
                  <a:pt x="1079" y="1282"/>
                  <a:pt x="1065" y="1284"/>
                  <a:pt x="1051" y="1289"/>
                </a:cubicBezTo>
                <a:lnTo>
                  <a:pt x="785" y="1265"/>
                </a:lnTo>
                <a:lnTo>
                  <a:pt x="304" y="497"/>
                </a:lnTo>
                <a:lnTo>
                  <a:pt x="498" y="304"/>
                </a:lnTo>
                <a:lnTo>
                  <a:pt x="1265" y="785"/>
                </a:lnTo>
                <a:lnTo>
                  <a:pt x="1289" y="1051"/>
                </a:lnTo>
                <a:cubicBezTo>
                  <a:pt x="1285" y="1065"/>
                  <a:pt x="1282" y="1079"/>
                  <a:pt x="1282" y="1094"/>
                </a:cubicBezTo>
                <a:cubicBezTo>
                  <a:pt x="1282" y="1128"/>
                  <a:pt x="1296" y="1160"/>
                  <a:pt x="1320" y="1184"/>
                </a:cubicBezTo>
                <a:lnTo>
                  <a:pt x="4422" y="4286"/>
                </a:lnTo>
                <a:lnTo>
                  <a:pt x="4286" y="4422"/>
                </a:lnTo>
                <a:lnTo>
                  <a:pt x="1184" y="1320"/>
                </a:lnTo>
                <a:close/>
                <a:moveTo>
                  <a:pt x="4397" y="4964"/>
                </a:moveTo>
                <a:lnTo>
                  <a:pt x="4170" y="5049"/>
                </a:lnTo>
                <a:lnTo>
                  <a:pt x="4096" y="4975"/>
                </a:lnTo>
                <a:lnTo>
                  <a:pt x="4975" y="4096"/>
                </a:lnTo>
                <a:lnTo>
                  <a:pt x="5049" y="4170"/>
                </a:lnTo>
                <a:lnTo>
                  <a:pt x="4964" y="4397"/>
                </a:lnTo>
                <a:lnTo>
                  <a:pt x="4397" y="4964"/>
                </a:lnTo>
                <a:close/>
                <a:moveTo>
                  <a:pt x="6540" y="6319"/>
                </a:moveTo>
                <a:lnTo>
                  <a:pt x="6319" y="6540"/>
                </a:lnTo>
                <a:cubicBezTo>
                  <a:pt x="6263" y="6596"/>
                  <a:pt x="6172" y="6596"/>
                  <a:pt x="6115" y="6540"/>
                </a:cubicBezTo>
                <a:lnTo>
                  <a:pt x="4650" y="5074"/>
                </a:lnTo>
                <a:lnTo>
                  <a:pt x="5074" y="4650"/>
                </a:lnTo>
                <a:lnTo>
                  <a:pt x="6540" y="6115"/>
                </a:lnTo>
                <a:cubicBezTo>
                  <a:pt x="6596" y="6172"/>
                  <a:pt x="6596" y="6263"/>
                  <a:pt x="6540" y="6319"/>
                </a:cubicBezTo>
                <a:close/>
              </a:path>
            </a:pathLst>
          </a:custGeom>
          <a:solidFill>
            <a:srgbClr val="68B7E1"/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0" name="任意多边形: 形状 49"/>
          <p:cNvSpPr/>
          <p:nvPr/>
        </p:nvSpPr>
        <p:spPr>
          <a:xfrm rot="18885077">
            <a:off x="3765031" y="4106507"/>
            <a:ext cx="2020208" cy="2020208"/>
          </a:xfrm>
          <a:custGeom>
            <a:avLst/>
            <a:gdLst>
              <a:gd name="connsiteX0" fmla="*/ 1632954 w 2020208"/>
              <a:gd name="connsiteY0" fmla="*/ 373893 h 2020208"/>
              <a:gd name="connsiteX1" fmla="*/ 986430 w 2020208"/>
              <a:gd name="connsiteY1" fmla="*/ 115972 h 2020208"/>
              <a:gd name="connsiteX2" fmla="*/ 88971 w 2020208"/>
              <a:gd name="connsiteY2" fmla="*/ 1037281 h 2020208"/>
              <a:gd name="connsiteX3" fmla="*/ 1010280 w 2020208"/>
              <a:gd name="connsiteY3" fmla="*/ 1934740 h 2020208"/>
              <a:gd name="connsiteX4" fmla="*/ 1907739 w 2020208"/>
              <a:gd name="connsiteY4" fmla="*/ 1013432 h 2020208"/>
              <a:gd name="connsiteX5" fmla="*/ 1632954 w 2020208"/>
              <a:gd name="connsiteY5" fmla="*/ 373893 h 2020208"/>
              <a:gd name="connsiteX6" fmla="*/ 2020208 w 2020208"/>
              <a:gd name="connsiteY6" fmla="*/ 0 h 2020208"/>
              <a:gd name="connsiteX7" fmla="*/ 2020208 w 2020208"/>
              <a:gd name="connsiteY7" fmla="*/ 1010104 h 2020208"/>
              <a:gd name="connsiteX8" fmla="*/ 1010104 w 2020208"/>
              <a:gd name="connsiteY8" fmla="*/ 2020208 h 2020208"/>
              <a:gd name="connsiteX9" fmla="*/ 0 w 2020208"/>
              <a:gd name="connsiteY9" fmla="*/ 1010104 h 2020208"/>
              <a:gd name="connsiteX10" fmla="*/ 1010104 w 2020208"/>
              <a:gd name="connsiteY10" fmla="*/ 0 h 2020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0208" h="2020208">
                <a:moveTo>
                  <a:pt x="1632954" y="373893"/>
                </a:moveTo>
                <a:cubicBezTo>
                  <a:pt x="1466230" y="211485"/>
                  <a:pt x="1237549" y="112680"/>
                  <a:pt x="986430" y="115972"/>
                </a:cubicBezTo>
                <a:cubicBezTo>
                  <a:pt x="484191" y="122558"/>
                  <a:pt x="82385" y="535043"/>
                  <a:pt x="88971" y="1037281"/>
                </a:cubicBezTo>
                <a:cubicBezTo>
                  <a:pt x="95557" y="1539520"/>
                  <a:pt x="508041" y="1941326"/>
                  <a:pt x="1010280" y="1934740"/>
                </a:cubicBezTo>
                <a:cubicBezTo>
                  <a:pt x="1512518" y="1928154"/>
                  <a:pt x="1914325" y="1515670"/>
                  <a:pt x="1907739" y="1013432"/>
                </a:cubicBezTo>
                <a:cubicBezTo>
                  <a:pt x="1904445" y="762312"/>
                  <a:pt x="1799678" y="536301"/>
                  <a:pt x="1632954" y="373893"/>
                </a:cubicBezTo>
                <a:close/>
                <a:moveTo>
                  <a:pt x="2020208" y="0"/>
                </a:moveTo>
                <a:lnTo>
                  <a:pt x="2020208" y="1010104"/>
                </a:lnTo>
                <a:cubicBezTo>
                  <a:pt x="2020208" y="1567969"/>
                  <a:pt x="1567969" y="2020208"/>
                  <a:pt x="1010104" y="2020208"/>
                </a:cubicBezTo>
                <a:cubicBezTo>
                  <a:pt x="452239" y="2020208"/>
                  <a:pt x="0" y="1567969"/>
                  <a:pt x="0" y="1010104"/>
                </a:cubicBezTo>
                <a:cubicBezTo>
                  <a:pt x="0" y="452239"/>
                  <a:pt x="452239" y="0"/>
                  <a:pt x="1010104" y="0"/>
                </a:cubicBezTo>
                <a:close/>
              </a:path>
            </a:pathLst>
          </a:cu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任意多边形: 形状 50"/>
          <p:cNvSpPr/>
          <p:nvPr/>
        </p:nvSpPr>
        <p:spPr>
          <a:xfrm rot="18885077">
            <a:off x="6635167" y="4106507"/>
            <a:ext cx="2020208" cy="2020208"/>
          </a:xfrm>
          <a:custGeom>
            <a:avLst/>
            <a:gdLst>
              <a:gd name="connsiteX0" fmla="*/ 1632954 w 2020208"/>
              <a:gd name="connsiteY0" fmla="*/ 373893 h 2020208"/>
              <a:gd name="connsiteX1" fmla="*/ 986430 w 2020208"/>
              <a:gd name="connsiteY1" fmla="*/ 115972 h 2020208"/>
              <a:gd name="connsiteX2" fmla="*/ 88971 w 2020208"/>
              <a:gd name="connsiteY2" fmla="*/ 1037281 h 2020208"/>
              <a:gd name="connsiteX3" fmla="*/ 1010280 w 2020208"/>
              <a:gd name="connsiteY3" fmla="*/ 1934740 h 2020208"/>
              <a:gd name="connsiteX4" fmla="*/ 1907739 w 2020208"/>
              <a:gd name="connsiteY4" fmla="*/ 1013432 h 2020208"/>
              <a:gd name="connsiteX5" fmla="*/ 1632954 w 2020208"/>
              <a:gd name="connsiteY5" fmla="*/ 373893 h 2020208"/>
              <a:gd name="connsiteX6" fmla="*/ 2020208 w 2020208"/>
              <a:gd name="connsiteY6" fmla="*/ 0 h 2020208"/>
              <a:gd name="connsiteX7" fmla="*/ 2020208 w 2020208"/>
              <a:gd name="connsiteY7" fmla="*/ 1010104 h 2020208"/>
              <a:gd name="connsiteX8" fmla="*/ 1010104 w 2020208"/>
              <a:gd name="connsiteY8" fmla="*/ 2020208 h 2020208"/>
              <a:gd name="connsiteX9" fmla="*/ 0 w 2020208"/>
              <a:gd name="connsiteY9" fmla="*/ 1010104 h 2020208"/>
              <a:gd name="connsiteX10" fmla="*/ 1010104 w 2020208"/>
              <a:gd name="connsiteY10" fmla="*/ 0 h 2020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0208" h="2020208">
                <a:moveTo>
                  <a:pt x="1632954" y="373893"/>
                </a:moveTo>
                <a:cubicBezTo>
                  <a:pt x="1466230" y="211485"/>
                  <a:pt x="1237549" y="112680"/>
                  <a:pt x="986430" y="115972"/>
                </a:cubicBezTo>
                <a:cubicBezTo>
                  <a:pt x="484191" y="122558"/>
                  <a:pt x="82385" y="535043"/>
                  <a:pt x="88971" y="1037281"/>
                </a:cubicBezTo>
                <a:cubicBezTo>
                  <a:pt x="95557" y="1539520"/>
                  <a:pt x="508041" y="1941326"/>
                  <a:pt x="1010280" y="1934740"/>
                </a:cubicBezTo>
                <a:cubicBezTo>
                  <a:pt x="1512518" y="1928154"/>
                  <a:pt x="1914325" y="1515670"/>
                  <a:pt x="1907739" y="1013432"/>
                </a:cubicBezTo>
                <a:cubicBezTo>
                  <a:pt x="1904445" y="762312"/>
                  <a:pt x="1799678" y="536301"/>
                  <a:pt x="1632954" y="373893"/>
                </a:cubicBezTo>
                <a:close/>
                <a:moveTo>
                  <a:pt x="2020208" y="0"/>
                </a:moveTo>
                <a:lnTo>
                  <a:pt x="2020208" y="1010104"/>
                </a:lnTo>
                <a:cubicBezTo>
                  <a:pt x="2020208" y="1567969"/>
                  <a:pt x="1567969" y="2020208"/>
                  <a:pt x="1010104" y="2020208"/>
                </a:cubicBezTo>
                <a:cubicBezTo>
                  <a:pt x="452239" y="2020208"/>
                  <a:pt x="0" y="1567969"/>
                  <a:pt x="0" y="1010104"/>
                </a:cubicBezTo>
                <a:cubicBezTo>
                  <a:pt x="0" y="452239"/>
                  <a:pt x="452239" y="0"/>
                  <a:pt x="1010104" y="0"/>
                </a:cubicBezTo>
                <a:close/>
              </a:path>
            </a:pathLst>
          </a:cu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任意多边形: 形状 51"/>
          <p:cNvSpPr/>
          <p:nvPr/>
        </p:nvSpPr>
        <p:spPr>
          <a:xfrm rot="18885077">
            <a:off x="9505302" y="4106507"/>
            <a:ext cx="2020208" cy="2020208"/>
          </a:xfrm>
          <a:custGeom>
            <a:avLst/>
            <a:gdLst>
              <a:gd name="connsiteX0" fmla="*/ 1632954 w 2020208"/>
              <a:gd name="connsiteY0" fmla="*/ 373893 h 2020208"/>
              <a:gd name="connsiteX1" fmla="*/ 986430 w 2020208"/>
              <a:gd name="connsiteY1" fmla="*/ 115972 h 2020208"/>
              <a:gd name="connsiteX2" fmla="*/ 88971 w 2020208"/>
              <a:gd name="connsiteY2" fmla="*/ 1037281 h 2020208"/>
              <a:gd name="connsiteX3" fmla="*/ 1010280 w 2020208"/>
              <a:gd name="connsiteY3" fmla="*/ 1934740 h 2020208"/>
              <a:gd name="connsiteX4" fmla="*/ 1907739 w 2020208"/>
              <a:gd name="connsiteY4" fmla="*/ 1013432 h 2020208"/>
              <a:gd name="connsiteX5" fmla="*/ 1632954 w 2020208"/>
              <a:gd name="connsiteY5" fmla="*/ 373893 h 2020208"/>
              <a:gd name="connsiteX6" fmla="*/ 2020208 w 2020208"/>
              <a:gd name="connsiteY6" fmla="*/ 0 h 2020208"/>
              <a:gd name="connsiteX7" fmla="*/ 2020208 w 2020208"/>
              <a:gd name="connsiteY7" fmla="*/ 1010104 h 2020208"/>
              <a:gd name="connsiteX8" fmla="*/ 1010104 w 2020208"/>
              <a:gd name="connsiteY8" fmla="*/ 2020208 h 2020208"/>
              <a:gd name="connsiteX9" fmla="*/ 0 w 2020208"/>
              <a:gd name="connsiteY9" fmla="*/ 1010104 h 2020208"/>
              <a:gd name="connsiteX10" fmla="*/ 1010104 w 2020208"/>
              <a:gd name="connsiteY10" fmla="*/ 0 h 2020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0208" h="2020208">
                <a:moveTo>
                  <a:pt x="1632954" y="373893"/>
                </a:moveTo>
                <a:cubicBezTo>
                  <a:pt x="1466230" y="211485"/>
                  <a:pt x="1237549" y="112680"/>
                  <a:pt x="986430" y="115972"/>
                </a:cubicBezTo>
                <a:cubicBezTo>
                  <a:pt x="484191" y="122558"/>
                  <a:pt x="82385" y="535043"/>
                  <a:pt x="88971" y="1037281"/>
                </a:cubicBezTo>
                <a:cubicBezTo>
                  <a:pt x="95557" y="1539520"/>
                  <a:pt x="508041" y="1941326"/>
                  <a:pt x="1010280" y="1934740"/>
                </a:cubicBezTo>
                <a:cubicBezTo>
                  <a:pt x="1512518" y="1928154"/>
                  <a:pt x="1914325" y="1515670"/>
                  <a:pt x="1907739" y="1013432"/>
                </a:cubicBezTo>
                <a:cubicBezTo>
                  <a:pt x="1904445" y="762312"/>
                  <a:pt x="1799678" y="536301"/>
                  <a:pt x="1632954" y="373893"/>
                </a:cubicBezTo>
                <a:close/>
                <a:moveTo>
                  <a:pt x="2020208" y="0"/>
                </a:moveTo>
                <a:lnTo>
                  <a:pt x="2020208" y="1010104"/>
                </a:lnTo>
                <a:cubicBezTo>
                  <a:pt x="2020208" y="1567969"/>
                  <a:pt x="1567969" y="2020208"/>
                  <a:pt x="1010104" y="2020208"/>
                </a:cubicBezTo>
                <a:cubicBezTo>
                  <a:pt x="452239" y="2020208"/>
                  <a:pt x="0" y="1567969"/>
                  <a:pt x="0" y="1010104"/>
                </a:cubicBezTo>
                <a:cubicBezTo>
                  <a:pt x="0" y="452239"/>
                  <a:pt x="452239" y="0"/>
                  <a:pt x="1010104" y="0"/>
                </a:cubicBezTo>
                <a:close/>
              </a:path>
            </a:pathLst>
          </a:cu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研究过程</a:t>
            </a:r>
          </a:p>
        </p:txBody>
      </p:sp>
      <p:sp>
        <p:nvSpPr>
          <p:cNvPr id="24" name="右箭头标注 1"/>
          <p:cNvSpPr/>
          <p:nvPr/>
        </p:nvSpPr>
        <p:spPr>
          <a:xfrm>
            <a:off x="368695" y="939800"/>
            <a:ext cx="4303635" cy="5603750"/>
          </a:xfrm>
          <a:prstGeom prst="rightArrowCallout">
            <a:avLst>
              <a:gd name="adj1" fmla="val 42706"/>
              <a:gd name="adj2" fmla="val 25000"/>
              <a:gd name="adj3" fmla="val 13491"/>
              <a:gd name="adj4" fmla="val 64977"/>
            </a:avLst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文本框 20"/>
          <p:cNvSpPr txBox="1"/>
          <p:nvPr/>
        </p:nvSpPr>
        <p:spPr>
          <a:xfrm flipH="1">
            <a:off x="6725285" y="1287780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6" name="文本框 22"/>
          <p:cNvSpPr txBox="1"/>
          <p:nvPr/>
        </p:nvSpPr>
        <p:spPr>
          <a:xfrm flipH="1">
            <a:off x="6715760" y="1661160"/>
            <a:ext cx="477647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7" name="文本框 26"/>
          <p:cNvSpPr txBox="1"/>
          <p:nvPr/>
        </p:nvSpPr>
        <p:spPr>
          <a:xfrm flipH="1">
            <a:off x="6725285" y="3057525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8" name="文本框 22"/>
          <p:cNvSpPr txBox="1"/>
          <p:nvPr/>
        </p:nvSpPr>
        <p:spPr>
          <a:xfrm flipH="1">
            <a:off x="6715760" y="3430905"/>
            <a:ext cx="477647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9" name="文本框 20"/>
          <p:cNvSpPr txBox="1"/>
          <p:nvPr/>
        </p:nvSpPr>
        <p:spPr>
          <a:xfrm flipH="1">
            <a:off x="6725285" y="4827270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0" name="文本框 22"/>
          <p:cNvSpPr txBox="1"/>
          <p:nvPr/>
        </p:nvSpPr>
        <p:spPr>
          <a:xfrm flipH="1">
            <a:off x="6715760" y="5200650"/>
            <a:ext cx="477647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31" name="箱子"/>
          <p:cNvSpPr/>
          <p:nvPr/>
        </p:nvSpPr>
        <p:spPr>
          <a:xfrm>
            <a:off x="3326128" y="3362007"/>
            <a:ext cx="877571" cy="745490"/>
          </a:xfrm>
          <a:custGeom>
            <a:avLst/>
            <a:gdLst>
              <a:gd name="connsiteX0" fmla="*/ 2733675 w 5559425"/>
              <a:gd name="connsiteY0" fmla="*/ 1498599 h 4676774"/>
              <a:gd name="connsiteX1" fmla="*/ 2708275 w 5559425"/>
              <a:gd name="connsiteY1" fmla="*/ 1501774 h 4676774"/>
              <a:gd name="connsiteX2" fmla="*/ 2689225 w 5559425"/>
              <a:gd name="connsiteY2" fmla="*/ 1511299 h 4676774"/>
              <a:gd name="connsiteX3" fmla="*/ 2673350 w 5559425"/>
              <a:gd name="connsiteY3" fmla="*/ 1520824 h 4676774"/>
              <a:gd name="connsiteX4" fmla="*/ 2663825 w 5559425"/>
              <a:gd name="connsiteY4" fmla="*/ 1536699 h 4676774"/>
              <a:gd name="connsiteX5" fmla="*/ 2657475 w 5559425"/>
              <a:gd name="connsiteY5" fmla="*/ 1555749 h 4676774"/>
              <a:gd name="connsiteX6" fmla="*/ 2654300 w 5559425"/>
              <a:gd name="connsiteY6" fmla="*/ 1577974 h 4676774"/>
              <a:gd name="connsiteX7" fmla="*/ 2654300 w 5559425"/>
              <a:gd name="connsiteY7" fmla="*/ 1603374 h 4676774"/>
              <a:gd name="connsiteX8" fmla="*/ 2654300 w 5559425"/>
              <a:gd name="connsiteY8" fmla="*/ 1758949 h 4676774"/>
              <a:gd name="connsiteX9" fmla="*/ 2593975 w 5559425"/>
              <a:gd name="connsiteY9" fmla="*/ 1771649 h 4676774"/>
              <a:gd name="connsiteX10" fmla="*/ 2540000 w 5559425"/>
              <a:gd name="connsiteY10" fmla="*/ 1787524 h 4676774"/>
              <a:gd name="connsiteX11" fmla="*/ 2492375 w 5559425"/>
              <a:gd name="connsiteY11" fmla="*/ 1806574 h 4676774"/>
              <a:gd name="connsiteX12" fmla="*/ 2444750 w 5559425"/>
              <a:gd name="connsiteY12" fmla="*/ 1828799 h 4676774"/>
              <a:gd name="connsiteX13" fmla="*/ 2400300 w 5559425"/>
              <a:gd name="connsiteY13" fmla="*/ 1854199 h 4676774"/>
              <a:gd name="connsiteX14" fmla="*/ 2362200 w 5559425"/>
              <a:gd name="connsiteY14" fmla="*/ 1879599 h 4676774"/>
              <a:gd name="connsiteX15" fmla="*/ 2327275 w 5559425"/>
              <a:gd name="connsiteY15" fmla="*/ 1911349 h 4676774"/>
              <a:gd name="connsiteX16" fmla="*/ 2292350 w 5559425"/>
              <a:gd name="connsiteY16" fmla="*/ 1943099 h 4676774"/>
              <a:gd name="connsiteX17" fmla="*/ 2266950 w 5559425"/>
              <a:gd name="connsiteY17" fmla="*/ 1978024 h 4676774"/>
              <a:gd name="connsiteX18" fmla="*/ 2241550 w 5559425"/>
              <a:gd name="connsiteY18" fmla="*/ 2016124 h 4676774"/>
              <a:gd name="connsiteX19" fmla="*/ 2219325 w 5559425"/>
              <a:gd name="connsiteY19" fmla="*/ 2054224 h 4676774"/>
              <a:gd name="connsiteX20" fmla="*/ 2203450 w 5559425"/>
              <a:gd name="connsiteY20" fmla="*/ 2092324 h 4676774"/>
              <a:gd name="connsiteX21" fmla="*/ 2190750 w 5559425"/>
              <a:gd name="connsiteY21" fmla="*/ 2130424 h 4676774"/>
              <a:gd name="connsiteX22" fmla="*/ 2181225 w 5559425"/>
              <a:gd name="connsiteY22" fmla="*/ 2168524 h 4676774"/>
              <a:gd name="connsiteX23" fmla="*/ 2174875 w 5559425"/>
              <a:gd name="connsiteY23" fmla="*/ 2209799 h 4676774"/>
              <a:gd name="connsiteX24" fmla="*/ 2171700 w 5559425"/>
              <a:gd name="connsiteY24" fmla="*/ 2251074 h 4676774"/>
              <a:gd name="connsiteX25" fmla="*/ 2174875 w 5559425"/>
              <a:gd name="connsiteY25" fmla="*/ 2314574 h 4676774"/>
              <a:gd name="connsiteX26" fmla="*/ 2184400 w 5559425"/>
              <a:gd name="connsiteY26" fmla="*/ 2371724 h 4676774"/>
              <a:gd name="connsiteX27" fmla="*/ 2197100 w 5559425"/>
              <a:gd name="connsiteY27" fmla="*/ 2425699 h 4676774"/>
              <a:gd name="connsiteX28" fmla="*/ 2216150 w 5559425"/>
              <a:gd name="connsiteY28" fmla="*/ 2476499 h 4676774"/>
              <a:gd name="connsiteX29" fmla="*/ 2238375 w 5559425"/>
              <a:gd name="connsiteY29" fmla="*/ 2520949 h 4676774"/>
              <a:gd name="connsiteX30" fmla="*/ 2266950 w 5559425"/>
              <a:gd name="connsiteY30" fmla="*/ 2562224 h 4676774"/>
              <a:gd name="connsiteX31" fmla="*/ 2298700 w 5559425"/>
              <a:gd name="connsiteY31" fmla="*/ 2603499 h 4676774"/>
              <a:gd name="connsiteX32" fmla="*/ 2333625 w 5559425"/>
              <a:gd name="connsiteY32" fmla="*/ 2638424 h 4676774"/>
              <a:gd name="connsiteX33" fmla="*/ 2371725 w 5559425"/>
              <a:gd name="connsiteY33" fmla="*/ 2670174 h 4676774"/>
              <a:gd name="connsiteX34" fmla="*/ 2413000 w 5559425"/>
              <a:gd name="connsiteY34" fmla="*/ 2701924 h 4676774"/>
              <a:gd name="connsiteX35" fmla="*/ 2457450 w 5559425"/>
              <a:gd name="connsiteY35" fmla="*/ 2730499 h 4676774"/>
              <a:gd name="connsiteX36" fmla="*/ 2501900 w 5559425"/>
              <a:gd name="connsiteY36" fmla="*/ 2755899 h 4676774"/>
              <a:gd name="connsiteX37" fmla="*/ 2600325 w 5559425"/>
              <a:gd name="connsiteY37" fmla="*/ 2803524 h 4676774"/>
              <a:gd name="connsiteX38" fmla="*/ 2701925 w 5559425"/>
              <a:gd name="connsiteY38" fmla="*/ 2844799 h 4676774"/>
              <a:gd name="connsiteX39" fmla="*/ 2790825 w 5559425"/>
              <a:gd name="connsiteY39" fmla="*/ 2882899 h 4676774"/>
              <a:gd name="connsiteX40" fmla="*/ 2863850 w 5559425"/>
              <a:gd name="connsiteY40" fmla="*/ 2920999 h 4676774"/>
              <a:gd name="connsiteX41" fmla="*/ 2924175 w 5559425"/>
              <a:gd name="connsiteY41" fmla="*/ 2955924 h 4676774"/>
              <a:gd name="connsiteX42" fmla="*/ 2946400 w 5559425"/>
              <a:gd name="connsiteY42" fmla="*/ 2974974 h 4676774"/>
              <a:gd name="connsiteX43" fmla="*/ 2968625 w 5559425"/>
              <a:gd name="connsiteY43" fmla="*/ 2994024 h 4676774"/>
              <a:gd name="connsiteX44" fmla="*/ 2984500 w 5559425"/>
              <a:gd name="connsiteY44" fmla="*/ 3009899 h 4676774"/>
              <a:gd name="connsiteX45" fmla="*/ 3000375 w 5559425"/>
              <a:gd name="connsiteY45" fmla="*/ 3032124 h 4676774"/>
              <a:gd name="connsiteX46" fmla="*/ 3013075 w 5559425"/>
              <a:gd name="connsiteY46" fmla="*/ 3051174 h 4676774"/>
              <a:gd name="connsiteX47" fmla="*/ 3022600 w 5559425"/>
              <a:gd name="connsiteY47" fmla="*/ 3073399 h 4676774"/>
              <a:gd name="connsiteX48" fmla="*/ 3028950 w 5559425"/>
              <a:gd name="connsiteY48" fmla="*/ 3095624 h 4676774"/>
              <a:gd name="connsiteX49" fmla="*/ 3035300 w 5559425"/>
              <a:gd name="connsiteY49" fmla="*/ 3121024 h 4676774"/>
              <a:gd name="connsiteX50" fmla="*/ 3038475 w 5559425"/>
              <a:gd name="connsiteY50" fmla="*/ 3146424 h 4676774"/>
              <a:gd name="connsiteX51" fmla="*/ 3041650 w 5559425"/>
              <a:gd name="connsiteY51" fmla="*/ 3171824 h 4676774"/>
              <a:gd name="connsiteX52" fmla="*/ 3038475 w 5559425"/>
              <a:gd name="connsiteY52" fmla="*/ 3203574 h 4676774"/>
              <a:gd name="connsiteX53" fmla="*/ 3032125 w 5559425"/>
              <a:gd name="connsiteY53" fmla="*/ 3232149 h 4676774"/>
              <a:gd name="connsiteX54" fmla="*/ 3025775 w 5559425"/>
              <a:gd name="connsiteY54" fmla="*/ 3257549 h 4676774"/>
              <a:gd name="connsiteX55" fmla="*/ 3013075 w 5559425"/>
              <a:gd name="connsiteY55" fmla="*/ 3279774 h 4676774"/>
              <a:gd name="connsiteX56" fmla="*/ 2997200 w 5559425"/>
              <a:gd name="connsiteY56" fmla="*/ 3301999 h 4676774"/>
              <a:gd name="connsiteX57" fmla="*/ 2978150 w 5559425"/>
              <a:gd name="connsiteY57" fmla="*/ 3317874 h 4676774"/>
              <a:gd name="connsiteX58" fmla="*/ 2955925 w 5559425"/>
              <a:gd name="connsiteY58" fmla="*/ 3333749 h 4676774"/>
              <a:gd name="connsiteX59" fmla="*/ 2927350 w 5559425"/>
              <a:gd name="connsiteY59" fmla="*/ 3349624 h 4676774"/>
              <a:gd name="connsiteX60" fmla="*/ 2898775 w 5559425"/>
              <a:gd name="connsiteY60" fmla="*/ 3359149 h 4676774"/>
              <a:gd name="connsiteX61" fmla="*/ 2870200 w 5559425"/>
              <a:gd name="connsiteY61" fmla="*/ 3371849 h 4676774"/>
              <a:gd name="connsiteX62" fmla="*/ 2803525 w 5559425"/>
              <a:gd name="connsiteY62" fmla="*/ 3384549 h 4676774"/>
              <a:gd name="connsiteX63" fmla="*/ 2733675 w 5559425"/>
              <a:gd name="connsiteY63" fmla="*/ 3394074 h 4676774"/>
              <a:gd name="connsiteX64" fmla="*/ 2657475 w 5559425"/>
              <a:gd name="connsiteY64" fmla="*/ 3397249 h 4676774"/>
              <a:gd name="connsiteX65" fmla="*/ 2581275 w 5559425"/>
              <a:gd name="connsiteY65" fmla="*/ 3397249 h 4676774"/>
              <a:gd name="connsiteX66" fmla="*/ 2517775 w 5559425"/>
              <a:gd name="connsiteY66" fmla="*/ 3390899 h 4676774"/>
              <a:gd name="connsiteX67" fmla="*/ 2457450 w 5559425"/>
              <a:gd name="connsiteY67" fmla="*/ 3384549 h 4676774"/>
              <a:gd name="connsiteX68" fmla="*/ 2406650 w 5559425"/>
              <a:gd name="connsiteY68" fmla="*/ 3375024 h 4676774"/>
              <a:gd name="connsiteX69" fmla="*/ 2324100 w 5559425"/>
              <a:gd name="connsiteY69" fmla="*/ 3349624 h 4676774"/>
              <a:gd name="connsiteX70" fmla="*/ 2257425 w 5559425"/>
              <a:gd name="connsiteY70" fmla="*/ 3324224 h 4676774"/>
              <a:gd name="connsiteX71" fmla="*/ 2232025 w 5559425"/>
              <a:gd name="connsiteY71" fmla="*/ 3314699 h 4676774"/>
              <a:gd name="connsiteX72" fmla="*/ 2212975 w 5559425"/>
              <a:gd name="connsiteY72" fmla="*/ 3308349 h 4676774"/>
              <a:gd name="connsiteX73" fmla="*/ 2203450 w 5559425"/>
              <a:gd name="connsiteY73" fmla="*/ 3311524 h 4676774"/>
              <a:gd name="connsiteX74" fmla="*/ 2193925 w 5559425"/>
              <a:gd name="connsiteY74" fmla="*/ 3317874 h 4676774"/>
              <a:gd name="connsiteX75" fmla="*/ 2184400 w 5559425"/>
              <a:gd name="connsiteY75" fmla="*/ 3330574 h 4676774"/>
              <a:gd name="connsiteX76" fmla="*/ 2174875 w 5559425"/>
              <a:gd name="connsiteY76" fmla="*/ 3346449 h 4676774"/>
              <a:gd name="connsiteX77" fmla="*/ 2159000 w 5559425"/>
              <a:gd name="connsiteY77" fmla="*/ 3390899 h 4676774"/>
              <a:gd name="connsiteX78" fmla="*/ 2146300 w 5559425"/>
              <a:gd name="connsiteY78" fmla="*/ 3441699 h 4676774"/>
              <a:gd name="connsiteX79" fmla="*/ 2133600 w 5559425"/>
              <a:gd name="connsiteY79" fmla="*/ 3495674 h 4676774"/>
              <a:gd name="connsiteX80" fmla="*/ 2130425 w 5559425"/>
              <a:gd name="connsiteY80" fmla="*/ 3546474 h 4676774"/>
              <a:gd name="connsiteX81" fmla="*/ 2130425 w 5559425"/>
              <a:gd name="connsiteY81" fmla="*/ 3568699 h 4676774"/>
              <a:gd name="connsiteX82" fmla="*/ 2130425 w 5559425"/>
              <a:gd name="connsiteY82" fmla="*/ 3587749 h 4676774"/>
              <a:gd name="connsiteX83" fmla="*/ 2133600 w 5559425"/>
              <a:gd name="connsiteY83" fmla="*/ 3600449 h 4676774"/>
              <a:gd name="connsiteX84" fmla="*/ 2139950 w 5559425"/>
              <a:gd name="connsiteY84" fmla="*/ 3606799 h 4676774"/>
              <a:gd name="connsiteX85" fmla="*/ 2168525 w 5559425"/>
              <a:gd name="connsiteY85" fmla="*/ 3622674 h 4676774"/>
              <a:gd name="connsiteX86" fmla="*/ 2203450 w 5559425"/>
              <a:gd name="connsiteY86" fmla="*/ 3641724 h 4676774"/>
              <a:gd name="connsiteX87" fmla="*/ 2247900 w 5559425"/>
              <a:gd name="connsiteY87" fmla="*/ 3657599 h 4676774"/>
              <a:gd name="connsiteX88" fmla="*/ 2301875 w 5559425"/>
              <a:gd name="connsiteY88" fmla="*/ 3673474 h 4676774"/>
              <a:gd name="connsiteX89" fmla="*/ 2362200 w 5559425"/>
              <a:gd name="connsiteY89" fmla="*/ 3689349 h 4676774"/>
              <a:gd name="connsiteX90" fmla="*/ 2432050 w 5559425"/>
              <a:gd name="connsiteY90" fmla="*/ 3702049 h 4676774"/>
              <a:gd name="connsiteX91" fmla="*/ 2511425 w 5559425"/>
              <a:gd name="connsiteY91" fmla="*/ 3711574 h 4676774"/>
              <a:gd name="connsiteX92" fmla="*/ 2597150 w 5559425"/>
              <a:gd name="connsiteY92" fmla="*/ 3717924 h 4676774"/>
              <a:gd name="connsiteX93" fmla="*/ 2597150 w 5559425"/>
              <a:gd name="connsiteY93" fmla="*/ 3829049 h 4676774"/>
              <a:gd name="connsiteX94" fmla="*/ 2597150 w 5559425"/>
              <a:gd name="connsiteY94" fmla="*/ 3860799 h 4676774"/>
              <a:gd name="connsiteX95" fmla="*/ 2603500 w 5559425"/>
              <a:gd name="connsiteY95" fmla="*/ 3886199 h 4676774"/>
              <a:gd name="connsiteX96" fmla="*/ 2609850 w 5559425"/>
              <a:gd name="connsiteY96" fmla="*/ 3905249 h 4676774"/>
              <a:gd name="connsiteX97" fmla="*/ 2619375 w 5559425"/>
              <a:gd name="connsiteY97" fmla="*/ 3921124 h 4676774"/>
              <a:gd name="connsiteX98" fmla="*/ 2632075 w 5559425"/>
              <a:gd name="connsiteY98" fmla="*/ 3930649 h 4676774"/>
              <a:gd name="connsiteX99" fmla="*/ 2647950 w 5559425"/>
              <a:gd name="connsiteY99" fmla="*/ 3936999 h 4676774"/>
              <a:gd name="connsiteX100" fmla="*/ 2670175 w 5559425"/>
              <a:gd name="connsiteY100" fmla="*/ 3940174 h 4676774"/>
              <a:gd name="connsiteX101" fmla="*/ 2695575 w 5559425"/>
              <a:gd name="connsiteY101" fmla="*/ 3940174 h 4676774"/>
              <a:gd name="connsiteX102" fmla="*/ 2879725 w 5559425"/>
              <a:gd name="connsiteY102" fmla="*/ 3940174 h 4676774"/>
              <a:gd name="connsiteX103" fmla="*/ 2905125 w 5559425"/>
              <a:gd name="connsiteY103" fmla="*/ 3940174 h 4676774"/>
              <a:gd name="connsiteX104" fmla="*/ 2924175 w 5559425"/>
              <a:gd name="connsiteY104" fmla="*/ 3936999 h 4676774"/>
              <a:gd name="connsiteX105" fmla="*/ 2940050 w 5559425"/>
              <a:gd name="connsiteY105" fmla="*/ 3930649 h 4676774"/>
              <a:gd name="connsiteX106" fmla="*/ 2946400 w 5559425"/>
              <a:gd name="connsiteY106" fmla="*/ 3924299 h 4676774"/>
              <a:gd name="connsiteX107" fmla="*/ 2952750 w 5559425"/>
              <a:gd name="connsiteY107" fmla="*/ 3911599 h 4676774"/>
              <a:gd name="connsiteX108" fmla="*/ 2959100 w 5559425"/>
              <a:gd name="connsiteY108" fmla="*/ 3892549 h 4676774"/>
              <a:gd name="connsiteX109" fmla="*/ 2959100 w 5559425"/>
              <a:gd name="connsiteY109" fmla="*/ 3870324 h 4676774"/>
              <a:gd name="connsiteX110" fmla="*/ 2962275 w 5559425"/>
              <a:gd name="connsiteY110" fmla="*/ 3841749 h 4676774"/>
              <a:gd name="connsiteX111" fmla="*/ 2962275 w 5559425"/>
              <a:gd name="connsiteY111" fmla="*/ 3689349 h 4676774"/>
              <a:gd name="connsiteX112" fmla="*/ 3009900 w 5559425"/>
              <a:gd name="connsiteY112" fmla="*/ 3679824 h 4676774"/>
              <a:gd name="connsiteX113" fmla="*/ 3057525 w 5559425"/>
              <a:gd name="connsiteY113" fmla="*/ 3663949 h 4676774"/>
              <a:gd name="connsiteX114" fmla="*/ 3101975 w 5559425"/>
              <a:gd name="connsiteY114" fmla="*/ 3648074 h 4676774"/>
              <a:gd name="connsiteX115" fmla="*/ 3146425 w 5559425"/>
              <a:gd name="connsiteY115" fmla="*/ 3629024 h 4676774"/>
              <a:gd name="connsiteX116" fmla="*/ 3187700 w 5559425"/>
              <a:gd name="connsiteY116" fmla="*/ 3609974 h 4676774"/>
              <a:gd name="connsiteX117" fmla="*/ 3225800 w 5559425"/>
              <a:gd name="connsiteY117" fmla="*/ 3584574 h 4676774"/>
              <a:gd name="connsiteX118" fmla="*/ 3260725 w 5559425"/>
              <a:gd name="connsiteY118" fmla="*/ 3555999 h 4676774"/>
              <a:gd name="connsiteX119" fmla="*/ 3295650 w 5559425"/>
              <a:gd name="connsiteY119" fmla="*/ 3527424 h 4676774"/>
              <a:gd name="connsiteX120" fmla="*/ 3324225 w 5559425"/>
              <a:gd name="connsiteY120" fmla="*/ 3492499 h 4676774"/>
              <a:gd name="connsiteX121" fmla="*/ 3349625 w 5559425"/>
              <a:gd name="connsiteY121" fmla="*/ 3454399 h 4676774"/>
              <a:gd name="connsiteX122" fmla="*/ 3371850 w 5559425"/>
              <a:gd name="connsiteY122" fmla="*/ 3413124 h 4676774"/>
              <a:gd name="connsiteX123" fmla="*/ 3390900 w 5559425"/>
              <a:gd name="connsiteY123" fmla="*/ 3371849 h 4676774"/>
              <a:gd name="connsiteX124" fmla="*/ 3406775 w 5559425"/>
              <a:gd name="connsiteY124" fmla="*/ 3324224 h 4676774"/>
              <a:gd name="connsiteX125" fmla="*/ 3419475 w 5559425"/>
              <a:gd name="connsiteY125" fmla="*/ 3270249 h 4676774"/>
              <a:gd name="connsiteX126" fmla="*/ 3425825 w 5559425"/>
              <a:gd name="connsiteY126" fmla="*/ 3216274 h 4676774"/>
              <a:gd name="connsiteX127" fmla="*/ 3429000 w 5559425"/>
              <a:gd name="connsiteY127" fmla="*/ 3155949 h 4676774"/>
              <a:gd name="connsiteX128" fmla="*/ 3425825 w 5559425"/>
              <a:gd name="connsiteY128" fmla="*/ 3101974 h 4676774"/>
              <a:gd name="connsiteX129" fmla="*/ 3419475 w 5559425"/>
              <a:gd name="connsiteY129" fmla="*/ 3051174 h 4676774"/>
              <a:gd name="connsiteX130" fmla="*/ 3406775 w 5559425"/>
              <a:gd name="connsiteY130" fmla="*/ 3003549 h 4676774"/>
              <a:gd name="connsiteX131" fmla="*/ 3394075 w 5559425"/>
              <a:gd name="connsiteY131" fmla="*/ 2955924 h 4676774"/>
              <a:gd name="connsiteX132" fmla="*/ 3371850 w 5559425"/>
              <a:gd name="connsiteY132" fmla="*/ 2911474 h 4676774"/>
              <a:gd name="connsiteX133" fmla="*/ 3349625 w 5559425"/>
              <a:gd name="connsiteY133" fmla="*/ 2870199 h 4676774"/>
              <a:gd name="connsiteX134" fmla="*/ 3317875 w 5559425"/>
              <a:gd name="connsiteY134" fmla="*/ 2828924 h 4676774"/>
              <a:gd name="connsiteX135" fmla="*/ 3286125 w 5559425"/>
              <a:gd name="connsiteY135" fmla="*/ 2790824 h 4676774"/>
              <a:gd name="connsiteX136" fmla="*/ 3248025 w 5559425"/>
              <a:gd name="connsiteY136" fmla="*/ 2755899 h 4676774"/>
              <a:gd name="connsiteX137" fmla="*/ 3206750 w 5559425"/>
              <a:gd name="connsiteY137" fmla="*/ 2720974 h 4676774"/>
              <a:gd name="connsiteX138" fmla="*/ 3162300 w 5559425"/>
              <a:gd name="connsiteY138" fmla="*/ 2689224 h 4676774"/>
              <a:gd name="connsiteX139" fmla="*/ 3114675 w 5559425"/>
              <a:gd name="connsiteY139" fmla="*/ 2657474 h 4676774"/>
              <a:gd name="connsiteX140" fmla="*/ 3063875 w 5559425"/>
              <a:gd name="connsiteY140" fmla="*/ 2625724 h 4676774"/>
              <a:gd name="connsiteX141" fmla="*/ 3006725 w 5559425"/>
              <a:gd name="connsiteY141" fmla="*/ 2597149 h 4676774"/>
              <a:gd name="connsiteX142" fmla="*/ 2946400 w 5559425"/>
              <a:gd name="connsiteY142" fmla="*/ 2568574 h 4676774"/>
              <a:gd name="connsiteX143" fmla="*/ 2886075 w 5559425"/>
              <a:gd name="connsiteY143" fmla="*/ 2539999 h 4676774"/>
              <a:gd name="connsiteX144" fmla="*/ 2806700 w 5559425"/>
              <a:gd name="connsiteY144" fmla="*/ 2508249 h 4676774"/>
              <a:gd name="connsiteX145" fmla="*/ 2740025 w 5559425"/>
              <a:gd name="connsiteY145" fmla="*/ 2476499 h 4676774"/>
              <a:gd name="connsiteX146" fmla="*/ 2682875 w 5559425"/>
              <a:gd name="connsiteY146" fmla="*/ 2441574 h 4676774"/>
              <a:gd name="connsiteX147" fmla="*/ 2635250 w 5559425"/>
              <a:gd name="connsiteY147" fmla="*/ 2409824 h 4676774"/>
              <a:gd name="connsiteX148" fmla="*/ 2616200 w 5559425"/>
              <a:gd name="connsiteY148" fmla="*/ 2393949 h 4676774"/>
              <a:gd name="connsiteX149" fmla="*/ 2600325 w 5559425"/>
              <a:gd name="connsiteY149" fmla="*/ 2378074 h 4676774"/>
              <a:gd name="connsiteX150" fmla="*/ 2587625 w 5559425"/>
              <a:gd name="connsiteY150" fmla="*/ 2359024 h 4676774"/>
              <a:gd name="connsiteX151" fmla="*/ 2574925 w 5559425"/>
              <a:gd name="connsiteY151" fmla="*/ 2339974 h 4676774"/>
              <a:gd name="connsiteX152" fmla="*/ 2565400 w 5559425"/>
              <a:gd name="connsiteY152" fmla="*/ 2320924 h 4676774"/>
              <a:gd name="connsiteX153" fmla="*/ 2559050 w 5559425"/>
              <a:gd name="connsiteY153" fmla="*/ 2298699 h 4676774"/>
              <a:gd name="connsiteX154" fmla="*/ 2555875 w 5559425"/>
              <a:gd name="connsiteY154" fmla="*/ 2276474 h 4676774"/>
              <a:gd name="connsiteX155" fmla="*/ 2552700 w 5559425"/>
              <a:gd name="connsiteY155" fmla="*/ 2251074 h 4676774"/>
              <a:gd name="connsiteX156" fmla="*/ 2555875 w 5559425"/>
              <a:gd name="connsiteY156" fmla="*/ 2228849 h 4676774"/>
              <a:gd name="connsiteX157" fmla="*/ 2559050 w 5559425"/>
              <a:gd name="connsiteY157" fmla="*/ 2206624 h 4676774"/>
              <a:gd name="connsiteX158" fmla="*/ 2562225 w 5559425"/>
              <a:gd name="connsiteY158" fmla="*/ 2184399 h 4676774"/>
              <a:gd name="connsiteX159" fmla="*/ 2571750 w 5559425"/>
              <a:gd name="connsiteY159" fmla="*/ 2162174 h 4676774"/>
              <a:gd name="connsiteX160" fmla="*/ 2581275 w 5559425"/>
              <a:gd name="connsiteY160" fmla="*/ 2143124 h 4676774"/>
              <a:gd name="connsiteX161" fmla="*/ 2593975 w 5559425"/>
              <a:gd name="connsiteY161" fmla="*/ 2124074 h 4676774"/>
              <a:gd name="connsiteX162" fmla="*/ 2609850 w 5559425"/>
              <a:gd name="connsiteY162" fmla="*/ 2108199 h 4676774"/>
              <a:gd name="connsiteX163" fmla="*/ 2625725 w 5559425"/>
              <a:gd name="connsiteY163" fmla="*/ 2092324 h 4676774"/>
              <a:gd name="connsiteX164" fmla="*/ 2644775 w 5559425"/>
              <a:gd name="connsiteY164" fmla="*/ 2079624 h 4676774"/>
              <a:gd name="connsiteX165" fmla="*/ 2667000 w 5559425"/>
              <a:gd name="connsiteY165" fmla="*/ 2066924 h 4676774"/>
              <a:gd name="connsiteX166" fmla="*/ 2695575 w 5559425"/>
              <a:gd name="connsiteY166" fmla="*/ 2057399 h 4676774"/>
              <a:gd name="connsiteX167" fmla="*/ 2724150 w 5559425"/>
              <a:gd name="connsiteY167" fmla="*/ 2047874 h 4676774"/>
              <a:gd name="connsiteX168" fmla="*/ 2759075 w 5559425"/>
              <a:gd name="connsiteY168" fmla="*/ 2041524 h 4676774"/>
              <a:gd name="connsiteX169" fmla="*/ 2797175 w 5559425"/>
              <a:gd name="connsiteY169" fmla="*/ 2038349 h 4676774"/>
              <a:gd name="connsiteX170" fmla="*/ 2838450 w 5559425"/>
              <a:gd name="connsiteY170" fmla="*/ 2035174 h 4676774"/>
              <a:gd name="connsiteX171" fmla="*/ 2886075 w 5559425"/>
              <a:gd name="connsiteY171" fmla="*/ 2035174 h 4676774"/>
              <a:gd name="connsiteX172" fmla="*/ 2933700 w 5559425"/>
              <a:gd name="connsiteY172" fmla="*/ 2035174 h 4676774"/>
              <a:gd name="connsiteX173" fmla="*/ 2981325 w 5559425"/>
              <a:gd name="connsiteY173" fmla="*/ 2038349 h 4676774"/>
              <a:gd name="connsiteX174" fmla="*/ 3032125 w 5559425"/>
              <a:gd name="connsiteY174" fmla="*/ 2044699 h 4676774"/>
              <a:gd name="connsiteX175" fmla="*/ 3079750 w 5559425"/>
              <a:gd name="connsiteY175" fmla="*/ 2054224 h 4676774"/>
              <a:gd name="connsiteX176" fmla="*/ 3165475 w 5559425"/>
              <a:gd name="connsiteY176" fmla="*/ 2073274 h 4676774"/>
              <a:gd name="connsiteX177" fmla="*/ 3225800 w 5559425"/>
              <a:gd name="connsiteY177" fmla="*/ 2089149 h 4676774"/>
              <a:gd name="connsiteX178" fmla="*/ 3238500 w 5559425"/>
              <a:gd name="connsiteY178" fmla="*/ 2089149 h 4676774"/>
              <a:gd name="connsiteX179" fmla="*/ 3251200 w 5559425"/>
              <a:gd name="connsiteY179" fmla="*/ 2082799 h 4676774"/>
              <a:gd name="connsiteX180" fmla="*/ 3260725 w 5559425"/>
              <a:gd name="connsiteY180" fmla="*/ 2073274 h 4676774"/>
              <a:gd name="connsiteX181" fmla="*/ 3273425 w 5559425"/>
              <a:gd name="connsiteY181" fmla="*/ 2054224 h 4676774"/>
              <a:gd name="connsiteX182" fmla="*/ 3295650 w 5559425"/>
              <a:gd name="connsiteY182" fmla="*/ 2006599 h 4676774"/>
              <a:gd name="connsiteX183" fmla="*/ 3311525 w 5559425"/>
              <a:gd name="connsiteY183" fmla="*/ 1958974 h 4676774"/>
              <a:gd name="connsiteX184" fmla="*/ 3321050 w 5559425"/>
              <a:gd name="connsiteY184" fmla="*/ 1904999 h 4676774"/>
              <a:gd name="connsiteX185" fmla="*/ 3324225 w 5559425"/>
              <a:gd name="connsiteY185" fmla="*/ 1857374 h 4676774"/>
              <a:gd name="connsiteX186" fmla="*/ 3324225 w 5559425"/>
              <a:gd name="connsiteY186" fmla="*/ 1835149 h 4676774"/>
              <a:gd name="connsiteX187" fmla="*/ 3317875 w 5559425"/>
              <a:gd name="connsiteY187" fmla="*/ 1819274 h 4676774"/>
              <a:gd name="connsiteX188" fmla="*/ 3311525 w 5559425"/>
              <a:gd name="connsiteY188" fmla="*/ 1806574 h 4676774"/>
              <a:gd name="connsiteX189" fmla="*/ 3298825 w 5559425"/>
              <a:gd name="connsiteY189" fmla="*/ 1797049 h 4676774"/>
              <a:gd name="connsiteX190" fmla="*/ 3254375 w 5559425"/>
              <a:gd name="connsiteY190" fmla="*/ 1784349 h 4676774"/>
              <a:gd name="connsiteX191" fmla="*/ 3197225 w 5559425"/>
              <a:gd name="connsiteY191" fmla="*/ 1768474 h 4676774"/>
              <a:gd name="connsiteX192" fmla="*/ 3159125 w 5559425"/>
              <a:gd name="connsiteY192" fmla="*/ 1762124 h 4676774"/>
              <a:gd name="connsiteX193" fmla="*/ 3117850 w 5559425"/>
              <a:gd name="connsiteY193" fmla="*/ 1755774 h 4676774"/>
              <a:gd name="connsiteX194" fmla="*/ 3019425 w 5559425"/>
              <a:gd name="connsiteY194" fmla="*/ 1746249 h 4676774"/>
              <a:gd name="connsiteX195" fmla="*/ 3019425 w 5559425"/>
              <a:gd name="connsiteY195" fmla="*/ 1609724 h 4676774"/>
              <a:gd name="connsiteX196" fmla="*/ 3019425 w 5559425"/>
              <a:gd name="connsiteY196" fmla="*/ 1555749 h 4676774"/>
              <a:gd name="connsiteX197" fmla="*/ 3016250 w 5559425"/>
              <a:gd name="connsiteY197" fmla="*/ 1533524 h 4676774"/>
              <a:gd name="connsiteX198" fmla="*/ 3009900 w 5559425"/>
              <a:gd name="connsiteY198" fmla="*/ 1520824 h 4676774"/>
              <a:gd name="connsiteX199" fmla="*/ 3003550 w 5559425"/>
              <a:gd name="connsiteY199" fmla="*/ 1511299 h 4676774"/>
              <a:gd name="connsiteX200" fmla="*/ 2990850 w 5559425"/>
              <a:gd name="connsiteY200" fmla="*/ 1501774 h 4676774"/>
              <a:gd name="connsiteX201" fmla="*/ 2968625 w 5559425"/>
              <a:gd name="connsiteY201" fmla="*/ 1498599 h 4676774"/>
              <a:gd name="connsiteX202" fmla="*/ 2943225 w 5559425"/>
              <a:gd name="connsiteY202" fmla="*/ 1498599 h 4676774"/>
              <a:gd name="connsiteX203" fmla="*/ 2762250 w 5559425"/>
              <a:gd name="connsiteY203" fmla="*/ 1498599 h 4676774"/>
              <a:gd name="connsiteX204" fmla="*/ 2077933 w 5559425"/>
              <a:gd name="connsiteY204" fmla="*/ 438148 h 4676774"/>
              <a:gd name="connsiteX205" fmla="*/ 2048669 w 5559425"/>
              <a:gd name="connsiteY205" fmla="*/ 467412 h 4676774"/>
              <a:gd name="connsiteX206" fmla="*/ 2048669 w 5559425"/>
              <a:gd name="connsiteY206" fmla="*/ 769928 h 4676774"/>
              <a:gd name="connsiteX207" fmla="*/ 2075397 w 5559425"/>
              <a:gd name="connsiteY207" fmla="*/ 778225 h 4676774"/>
              <a:gd name="connsiteX208" fmla="*/ 2174524 w 5559425"/>
              <a:gd name="connsiteY208" fmla="*/ 877352 h 4676774"/>
              <a:gd name="connsiteX209" fmla="*/ 2184888 w 5559425"/>
              <a:gd name="connsiteY209" fmla="*/ 928686 h 4676774"/>
              <a:gd name="connsiteX210" fmla="*/ 3371361 w 5559425"/>
              <a:gd name="connsiteY210" fmla="*/ 928686 h 4676774"/>
              <a:gd name="connsiteX211" fmla="*/ 3381725 w 5559425"/>
              <a:gd name="connsiteY211" fmla="*/ 877352 h 4676774"/>
              <a:gd name="connsiteX212" fmla="*/ 3480853 w 5559425"/>
              <a:gd name="connsiteY212" fmla="*/ 778224 h 4676774"/>
              <a:gd name="connsiteX213" fmla="*/ 3507582 w 5559425"/>
              <a:gd name="connsiteY213" fmla="*/ 769927 h 4676774"/>
              <a:gd name="connsiteX214" fmla="*/ 3507582 w 5559425"/>
              <a:gd name="connsiteY214" fmla="*/ 467412 h 4676774"/>
              <a:gd name="connsiteX215" fmla="*/ 3478318 w 5559425"/>
              <a:gd name="connsiteY215" fmla="*/ 438148 h 4676774"/>
              <a:gd name="connsiteX216" fmla="*/ 2060754 w 5559425"/>
              <a:gd name="connsiteY216" fmla="*/ 0 h 4676774"/>
              <a:gd name="connsiteX217" fmla="*/ 3495494 w 5559425"/>
              <a:gd name="connsiteY217" fmla="*/ 0 h 4676774"/>
              <a:gd name="connsiteX218" fmla="*/ 3949699 w 5559425"/>
              <a:gd name="connsiteY218" fmla="*/ 454204 h 4676774"/>
              <a:gd name="connsiteX219" fmla="*/ 3949699 w 5559425"/>
              <a:gd name="connsiteY219" fmla="*/ 772638 h 4676774"/>
              <a:gd name="connsiteX220" fmla="*/ 3967697 w 5559425"/>
              <a:gd name="connsiteY220" fmla="*/ 778224 h 4676774"/>
              <a:gd name="connsiteX221" fmla="*/ 4066824 w 5559425"/>
              <a:gd name="connsiteY221" fmla="*/ 877352 h 4676774"/>
              <a:gd name="connsiteX222" fmla="*/ 4077188 w 5559425"/>
              <a:gd name="connsiteY222" fmla="*/ 928686 h 4676774"/>
              <a:gd name="connsiteX223" fmla="*/ 5316011 w 5559425"/>
              <a:gd name="connsiteY223" fmla="*/ 928686 h 4676774"/>
              <a:gd name="connsiteX224" fmla="*/ 5559425 w 5559425"/>
              <a:gd name="connsiteY224" fmla="*/ 1172100 h 4676774"/>
              <a:gd name="connsiteX225" fmla="*/ 5559425 w 5559425"/>
              <a:gd name="connsiteY225" fmla="*/ 4355572 h 4676774"/>
              <a:gd name="connsiteX226" fmla="*/ 5316011 w 5559425"/>
              <a:gd name="connsiteY226" fmla="*/ 4598986 h 4676774"/>
              <a:gd name="connsiteX227" fmla="*/ 4950129 w 5559425"/>
              <a:gd name="connsiteY227" fmla="*/ 4598986 h 4676774"/>
              <a:gd name="connsiteX228" fmla="*/ 4924434 w 5559425"/>
              <a:gd name="connsiteY228" fmla="*/ 4637096 h 4676774"/>
              <a:gd name="connsiteX229" fmla="*/ 4828643 w 5559425"/>
              <a:gd name="connsiteY229" fmla="*/ 4676774 h 4676774"/>
              <a:gd name="connsiteX230" fmla="*/ 4572531 w 5559425"/>
              <a:gd name="connsiteY230" fmla="*/ 4676774 h 4676774"/>
              <a:gd name="connsiteX231" fmla="*/ 4476740 w 5559425"/>
              <a:gd name="connsiteY231" fmla="*/ 4637096 h 4676774"/>
              <a:gd name="connsiteX232" fmla="*/ 4451046 w 5559425"/>
              <a:gd name="connsiteY232" fmla="*/ 4598986 h 4676774"/>
              <a:gd name="connsiteX233" fmla="*/ 1063928 w 5559425"/>
              <a:gd name="connsiteY233" fmla="*/ 4598986 h 4676774"/>
              <a:gd name="connsiteX234" fmla="*/ 1038234 w 5559425"/>
              <a:gd name="connsiteY234" fmla="*/ 4637096 h 4676774"/>
              <a:gd name="connsiteX235" fmla="*/ 942443 w 5559425"/>
              <a:gd name="connsiteY235" fmla="*/ 4676774 h 4676774"/>
              <a:gd name="connsiteX236" fmla="*/ 686331 w 5559425"/>
              <a:gd name="connsiteY236" fmla="*/ 4676774 h 4676774"/>
              <a:gd name="connsiteX237" fmla="*/ 590540 w 5559425"/>
              <a:gd name="connsiteY237" fmla="*/ 4637096 h 4676774"/>
              <a:gd name="connsiteX238" fmla="*/ 564846 w 5559425"/>
              <a:gd name="connsiteY238" fmla="*/ 4598986 h 4676774"/>
              <a:gd name="connsiteX239" fmla="*/ 243414 w 5559425"/>
              <a:gd name="connsiteY239" fmla="*/ 4598986 h 4676774"/>
              <a:gd name="connsiteX240" fmla="*/ 0 w 5559425"/>
              <a:gd name="connsiteY240" fmla="*/ 4355572 h 4676774"/>
              <a:gd name="connsiteX241" fmla="*/ 0 w 5559425"/>
              <a:gd name="connsiteY241" fmla="*/ 1172100 h 4676774"/>
              <a:gd name="connsiteX242" fmla="*/ 243414 w 5559425"/>
              <a:gd name="connsiteY242" fmla="*/ 928686 h 4676774"/>
              <a:gd name="connsiteX243" fmla="*/ 1479061 w 5559425"/>
              <a:gd name="connsiteY243" fmla="*/ 928686 h 4676774"/>
              <a:gd name="connsiteX244" fmla="*/ 1489425 w 5559425"/>
              <a:gd name="connsiteY244" fmla="*/ 877352 h 4676774"/>
              <a:gd name="connsiteX245" fmla="*/ 1588552 w 5559425"/>
              <a:gd name="connsiteY245" fmla="*/ 778225 h 4676774"/>
              <a:gd name="connsiteX246" fmla="*/ 1606549 w 5559425"/>
              <a:gd name="connsiteY246" fmla="*/ 772638 h 4676774"/>
              <a:gd name="connsiteX247" fmla="*/ 1606549 w 5559425"/>
              <a:gd name="connsiteY247" fmla="*/ 454204 h 4676774"/>
              <a:gd name="connsiteX248" fmla="*/ 2060754 w 5559425"/>
              <a:gd name="connsiteY248" fmla="*/ 0 h 4676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5559425" h="4676774">
                <a:moveTo>
                  <a:pt x="2733675" y="1498599"/>
                </a:moveTo>
                <a:lnTo>
                  <a:pt x="2708275" y="1501774"/>
                </a:lnTo>
                <a:lnTo>
                  <a:pt x="2689225" y="1511299"/>
                </a:lnTo>
                <a:lnTo>
                  <a:pt x="2673350" y="1520824"/>
                </a:lnTo>
                <a:lnTo>
                  <a:pt x="2663825" y="1536699"/>
                </a:lnTo>
                <a:lnTo>
                  <a:pt x="2657475" y="1555749"/>
                </a:lnTo>
                <a:lnTo>
                  <a:pt x="2654300" y="1577974"/>
                </a:lnTo>
                <a:lnTo>
                  <a:pt x="2654300" y="1603374"/>
                </a:lnTo>
                <a:lnTo>
                  <a:pt x="2654300" y="1758949"/>
                </a:lnTo>
                <a:lnTo>
                  <a:pt x="2593975" y="1771649"/>
                </a:lnTo>
                <a:lnTo>
                  <a:pt x="2540000" y="1787524"/>
                </a:lnTo>
                <a:lnTo>
                  <a:pt x="2492375" y="1806574"/>
                </a:lnTo>
                <a:lnTo>
                  <a:pt x="2444750" y="1828799"/>
                </a:lnTo>
                <a:lnTo>
                  <a:pt x="2400300" y="1854199"/>
                </a:lnTo>
                <a:lnTo>
                  <a:pt x="2362200" y="1879599"/>
                </a:lnTo>
                <a:lnTo>
                  <a:pt x="2327275" y="1911349"/>
                </a:lnTo>
                <a:lnTo>
                  <a:pt x="2292350" y="1943099"/>
                </a:lnTo>
                <a:lnTo>
                  <a:pt x="2266950" y="1978024"/>
                </a:lnTo>
                <a:lnTo>
                  <a:pt x="2241550" y="2016124"/>
                </a:lnTo>
                <a:lnTo>
                  <a:pt x="2219325" y="2054224"/>
                </a:lnTo>
                <a:lnTo>
                  <a:pt x="2203450" y="2092324"/>
                </a:lnTo>
                <a:lnTo>
                  <a:pt x="2190750" y="2130424"/>
                </a:lnTo>
                <a:lnTo>
                  <a:pt x="2181225" y="2168524"/>
                </a:lnTo>
                <a:lnTo>
                  <a:pt x="2174875" y="2209799"/>
                </a:lnTo>
                <a:lnTo>
                  <a:pt x="2171700" y="2251074"/>
                </a:lnTo>
                <a:lnTo>
                  <a:pt x="2174875" y="2314574"/>
                </a:lnTo>
                <a:lnTo>
                  <a:pt x="2184400" y="2371724"/>
                </a:lnTo>
                <a:lnTo>
                  <a:pt x="2197100" y="2425699"/>
                </a:lnTo>
                <a:lnTo>
                  <a:pt x="2216150" y="2476499"/>
                </a:lnTo>
                <a:lnTo>
                  <a:pt x="2238375" y="2520949"/>
                </a:lnTo>
                <a:lnTo>
                  <a:pt x="2266950" y="2562224"/>
                </a:lnTo>
                <a:lnTo>
                  <a:pt x="2298700" y="2603499"/>
                </a:lnTo>
                <a:lnTo>
                  <a:pt x="2333625" y="2638424"/>
                </a:lnTo>
                <a:lnTo>
                  <a:pt x="2371725" y="2670174"/>
                </a:lnTo>
                <a:lnTo>
                  <a:pt x="2413000" y="2701924"/>
                </a:lnTo>
                <a:lnTo>
                  <a:pt x="2457450" y="2730499"/>
                </a:lnTo>
                <a:lnTo>
                  <a:pt x="2501900" y="2755899"/>
                </a:lnTo>
                <a:lnTo>
                  <a:pt x="2600325" y="2803524"/>
                </a:lnTo>
                <a:lnTo>
                  <a:pt x="2701925" y="2844799"/>
                </a:lnTo>
                <a:lnTo>
                  <a:pt x="2790825" y="2882899"/>
                </a:lnTo>
                <a:lnTo>
                  <a:pt x="2863850" y="2920999"/>
                </a:lnTo>
                <a:lnTo>
                  <a:pt x="2924175" y="2955924"/>
                </a:lnTo>
                <a:lnTo>
                  <a:pt x="2946400" y="2974974"/>
                </a:lnTo>
                <a:lnTo>
                  <a:pt x="2968625" y="2994024"/>
                </a:lnTo>
                <a:lnTo>
                  <a:pt x="2984500" y="3009899"/>
                </a:lnTo>
                <a:lnTo>
                  <a:pt x="3000375" y="3032124"/>
                </a:lnTo>
                <a:lnTo>
                  <a:pt x="3013075" y="3051174"/>
                </a:lnTo>
                <a:lnTo>
                  <a:pt x="3022600" y="3073399"/>
                </a:lnTo>
                <a:lnTo>
                  <a:pt x="3028950" y="3095624"/>
                </a:lnTo>
                <a:lnTo>
                  <a:pt x="3035300" y="3121024"/>
                </a:lnTo>
                <a:lnTo>
                  <a:pt x="3038475" y="3146424"/>
                </a:lnTo>
                <a:lnTo>
                  <a:pt x="3041650" y="3171824"/>
                </a:lnTo>
                <a:lnTo>
                  <a:pt x="3038475" y="3203574"/>
                </a:lnTo>
                <a:lnTo>
                  <a:pt x="3032125" y="3232149"/>
                </a:lnTo>
                <a:lnTo>
                  <a:pt x="3025775" y="3257549"/>
                </a:lnTo>
                <a:lnTo>
                  <a:pt x="3013075" y="3279774"/>
                </a:lnTo>
                <a:lnTo>
                  <a:pt x="2997200" y="3301999"/>
                </a:lnTo>
                <a:lnTo>
                  <a:pt x="2978150" y="3317874"/>
                </a:lnTo>
                <a:lnTo>
                  <a:pt x="2955925" y="3333749"/>
                </a:lnTo>
                <a:lnTo>
                  <a:pt x="2927350" y="3349624"/>
                </a:lnTo>
                <a:lnTo>
                  <a:pt x="2898775" y="3359149"/>
                </a:lnTo>
                <a:lnTo>
                  <a:pt x="2870200" y="3371849"/>
                </a:lnTo>
                <a:lnTo>
                  <a:pt x="2803525" y="3384549"/>
                </a:lnTo>
                <a:lnTo>
                  <a:pt x="2733675" y="3394074"/>
                </a:lnTo>
                <a:lnTo>
                  <a:pt x="2657475" y="3397249"/>
                </a:lnTo>
                <a:lnTo>
                  <a:pt x="2581275" y="3397249"/>
                </a:lnTo>
                <a:lnTo>
                  <a:pt x="2517775" y="3390899"/>
                </a:lnTo>
                <a:lnTo>
                  <a:pt x="2457450" y="3384549"/>
                </a:lnTo>
                <a:lnTo>
                  <a:pt x="2406650" y="3375024"/>
                </a:lnTo>
                <a:lnTo>
                  <a:pt x="2324100" y="3349624"/>
                </a:lnTo>
                <a:lnTo>
                  <a:pt x="2257425" y="3324224"/>
                </a:lnTo>
                <a:lnTo>
                  <a:pt x="2232025" y="3314699"/>
                </a:lnTo>
                <a:lnTo>
                  <a:pt x="2212975" y="3308349"/>
                </a:lnTo>
                <a:lnTo>
                  <a:pt x="2203450" y="3311524"/>
                </a:lnTo>
                <a:lnTo>
                  <a:pt x="2193925" y="3317874"/>
                </a:lnTo>
                <a:lnTo>
                  <a:pt x="2184400" y="3330574"/>
                </a:lnTo>
                <a:lnTo>
                  <a:pt x="2174875" y="3346449"/>
                </a:lnTo>
                <a:lnTo>
                  <a:pt x="2159000" y="3390899"/>
                </a:lnTo>
                <a:lnTo>
                  <a:pt x="2146300" y="3441699"/>
                </a:lnTo>
                <a:lnTo>
                  <a:pt x="2133600" y="3495674"/>
                </a:lnTo>
                <a:lnTo>
                  <a:pt x="2130425" y="3546474"/>
                </a:lnTo>
                <a:lnTo>
                  <a:pt x="2130425" y="3568699"/>
                </a:lnTo>
                <a:lnTo>
                  <a:pt x="2130425" y="3587749"/>
                </a:lnTo>
                <a:lnTo>
                  <a:pt x="2133600" y="3600449"/>
                </a:lnTo>
                <a:lnTo>
                  <a:pt x="2139950" y="3606799"/>
                </a:lnTo>
                <a:lnTo>
                  <a:pt x="2168525" y="3622674"/>
                </a:lnTo>
                <a:lnTo>
                  <a:pt x="2203450" y="3641724"/>
                </a:lnTo>
                <a:lnTo>
                  <a:pt x="2247900" y="3657599"/>
                </a:lnTo>
                <a:lnTo>
                  <a:pt x="2301875" y="3673474"/>
                </a:lnTo>
                <a:lnTo>
                  <a:pt x="2362200" y="3689349"/>
                </a:lnTo>
                <a:lnTo>
                  <a:pt x="2432050" y="3702049"/>
                </a:lnTo>
                <a:lnTo>
                  <a:pt x="2511425" y="3711574"/>
                </a:lnTo>
                <a:lnTo>
                  <a:pt x="2597150" y="3717924"/>
                </a:lnTo>
                <a:lnTo>
                  <a:pt x="2597150" y="3829049"/>
                </a:lnTo>
                <a:lnTo>
                  <a:pt x="2597150" y="3860799"/>
                </a:lnTo>
                <a:lnTo>
                  <a:pt x="2603500" y="3886199"/>
                </a:lnTo>
                <a:lnTo>
                  <a:pt x="2609850" y="3905249"/>
                </a:lnTo>
                <a:lnTo>
                  <a:pt x="2619375" y="3921124"/>
                </a:lnTo>
                <a:lnTo>
                  <a:pt x="2632075" y="3930649"/>
                </a:lnTo>
                <a:lnTo>
                  <a:pt x="2647950" y="3936999"/>
                </a:lnTo>
                <a:lnTo>
                  <a:pt x="2670175" y="3940174"/>
                </a:lnTo>
                <a:lnTo>
                  <a:pt x="2695575" y="3940174"/>
                </a:lnTo>
                <a:lnTo>
                  <a:pt x="2879725" y="3940174"/>
                </a:lnTo>
                <a:lnTo>
                  <a:pt x="2905125" y="3940174"/>
                </a:lnTo>
                <a:lnTo>
                  <a:pt x="2924175" y="3936999"/>
                </a:lnTo>
                <a:lnTo>
                  <a:pt x="2940050" y="3930649"/>
                </a:lnTo>
                <a:lnTo>
                  <a:pt x="2946400" y="3924299"/>
                </a:lnTo>
                <a:lnTo>
                  <a:pt x="2952750" y="3911599"/>
                </a:lnTo>
                <a:lnTo>
                  <a:pt x="2959100" y="3892549"/>
                </a:lnTo>
                <a:lnTo>
                  <a:pt x="2959100" y="3870324"/>
                </a:lnTo>
                <a:lnTo>
                  <a:pt x="2962275" y="3841749"/>
                </a:lnTo>
                <a:lnTo>
                  <a:pt x="2962275" y="3689349"/>
                </a:lnTo>
                <a:lnTo>
                  <a:pt x="3009900" y="3679824"/>
                </a:lnTo>
                <a:lnTo>
                  <a:pt x="3057525" y="3663949"/>
                </a:lnTo>
                <a:lnTo>
                  <a:pt x="3101975" y="3648074"/>
                </a:lnTo>
                <a:lnTo>
                  <a:pt x="3146425" y="3629024"/>
                </a:lnTo>
                <a:lnTo>
                  <a:pt x="3187700" y="3609974"/>
                </a:lnTo>
                <a:lnTo>
                  <a:pt x="3225800" y="3584574"/>
                </a:lnTo>
                <a:lnTo>
                  <a:pt x="3260725" y="3555999"/>
                </a:lnTo>
                <a:lnTo>
                  <a:pt x="3295650" y="3527424"/>
                </a:lnTo>
                <a:lnTo>
                  <a:pt x="3324225" y="3492499"/>
                </a:lnTo>
                <a:lnTo>
                  <a:pt x="3349625" y="3454399"/>
                </a:lnTo>
                <a:lnTo>
                  <a:pt x="3371850" y="3413124"/>
                </a:lnTo>
                <a:lnTo>
                  <a:pt x="3390900" y="3371849"/>
                </a:lnTo>
                <a:lnTo>
                  <a:pt x="3406775" y="3324224"/>
                </a:lnTo>
                <a:lnTo>
                  <a:pt x="3419475" y="3270249"/>
                </a:lnTo>
                <a:lnTo>
                  <a:pt x="3425825" y="3216274"/>
                </a:lnTo>
                <a:lnTo>
                  <a:pt x="3429000" y="3155949"/>
                </a:lnTo>
                <a:lnTo>
                  <a:pt x="3425825" y="3101974"/>
                </a:lnTo>
                <a:lnTo>
                  <a:pt x="3419475" y="3051174"/>
                </a:lnTo>
                <a:lnTo>
                  <a:pt x="3406775" y="3003549"/>
                </a:lnTo>
                <a:lnTo>
                  <a:pt x="3394075" y="2955924"/>
                </a:lnTo>
                <a:lnTo>
                  <a:pt x="3371850" y="2911474"/>
                </a:lnTo>
                <a:lnTo>
                  <a:pt x="3349625" y="2870199"/>
                </a:lnTo>
                <a:lnTo>
                  <a:pt x="3317875" y="2828924"/>
                </a:lnTo>
                <a:lnTo>
                  <a:pt x="3286125" y="2790824"/>
                </a:lnTo>
                <a:lnTo>
                  <a:pt x="3248025" y="2755899"/>
                </a:lnTo>
                <a:lnTo>
                  <a:pt x="3206750" y="2720974"/>
                </a:lnTo>
                <a:lnTo>
                  <a:pt x="3162300" y="2689224"/>
                </a:lnTo>
                <a:lnTo>
                  <a:pt x="3114675" y="2657474"/>
                </a:lnTo>
                <a:lnTo>
                  <a:pt x="3063875" y="2625724"/>
                </a:lnTo>
                <a:lnTo>
                  <a:pt x="3006725" y="2597149"/>
                </a:lnTo>
                <a:lnTo>
                  <a:pt x="2946400" y="2568574"/>
                </a:lnTo>
                <a:lnTo>
                  <a:pt x="2886075" y="2539999"/>
                </a:lnTo>
                <a:lnTo>
                  <a:pt x="2806700" y="2508249"/>
                </a:lnTo>
                <a:lnTo>
                  <a:pt x="2740025" y="2476499"/>
                </a:lnTo>
                <a:lnTo>
                  <a:pt x="2682875" y="2441574"/>
                </a:lnTo>
                <a:lnTo>
                  <a:pt x="2635250" y="2409824"/>
                </a:lnTo>
                <a:lnTo>
                  <a:pt x="2616200" y="2393949"/>
                </a:lnTo>
                <a:lnTo>
                  <a:pt x="2600325" y="2378074"/>
                </a:lnTo>
                <a:lnTo>
                  <a:pt x="2587625" y="2359024"/>
                </a:lnTo>
                <a:lnTo>
                  <a:pt x="2574925" y="2339974"/>
                </a:lnTo>
                <a:lnTo>
                  <a:pt x="2565400" y="2320924"/>
                </a:lnTo>
                <a:lnTo>
                  <a:pt x="2559050" y="2298699"/>
                </a:lnTo>
                <a:lnTo>
                  <a:pt x="2555875" y="2276474"/>
                </a:lnTo>
                <a:lnTo>
                  <a:pt x="2552700" y="2251074"/>
                </a:lnTo>
                <a:lnTo>
                  <a:pt x="2555875" y="2228849"/>
                </a:lnTo>
                <a:lnTo>
                  <a:pt x="2559050" y="2206624"/>
                </a:lnTo>
                <a:lnTo>
                  <a:pt x="2562225" y="2184399"/>
                </a:lnTo>
                <a:lnTo>
                  <a:pt x="2571750" y="2162174"/>
                </a:lnTo>
                <a:lnTo>
                  <a:pt x="2581275" y="2143124"/>
                </a:lnTo>
                <a:lnTo>
                  <a:pt x="2593975" y="2124074"/>
                </a:lnTo>
                <a:lnTo>
                  <a:pt x="2609850" y="2108199"/>
                </a:lnTo>
                <a:lnTo>
                  <a:pt x="2625725" y="2092324"/>
                </a:lnTo>
                <a:lnTo>
                  <a:pt x="2644775" y="2079624"/>
                </a:lnTo>
                <a:lnTo>
                  <a:pt x="2667000" y="2066924"/>
                </a:lnTo>
                <a:lnTo>
                  <a:pt x="2695575" y="2057399"/>
                </a:lnTo>
                <a:lnTo>
                  <a:pt x="2724150" y="2047874"/>
                </a:lnTo>
                <a:lnTo>
                  <a:pt x="2759075" y="2041524"/>
                </a:lnTo>
                <a:lnTo>
                  <a:pt x="2797175" y="2038349"/>
                </a:lnTo>
                <a:lnTo>
                  <a:pt x="2838450" y="2035174"/>
                </a:lnTo>
                <a:lnTo>
                  <a:pt x="2886075" y="2035174"/>
                </a:lnTo>
                <a:lnTo>
                  <a:pt x="2933700" y="2035174"/>
                </a:lnTo>
                <a:lnTo>
                  <a:pt x="2981325" y="2038349"/>
                </a:lnTo>
                <a:lnTo>
                  <a:pt x="3032125" y="2044699"/>
                </a:lnTo>
                <a:lnTo>
                  <a:pt x="3079750" y="2054224"/>
                </a:lnTo>
                <a:lnTo>
                  <a:pt x="3165475" y="2073274"/>
                </a:lnTo>
                <a:lnTo>
                  <a:pt x="3225800" y="2089149"/>
                </a:lnTo>
                <a:lnTo>
                  <a:pt x="3238500" y="2089149"/>
                </a:lnTo>
                <a:lnTo>
                  <a:pt x="3251200" y="2082799"/>
                </a:lnTo>
                <a:lnTo>
                  <a:pt x="3260725" y="2073274"/>
                </a:lnTo>
                <a:lnTo>
                  <a:pt x="3273425" y="2054224"/>
                </a:lnTo>
                <a:lnTo>
                  <a:pt x="3295650" y="2006599"/>
                </a:lnTo>
                <a:lnTo>
                  <a:pt x="3311525" y="1958974"/>
                </a:lnTo>
                <a:lnTo>
                  <a:pt x="3321050" y="1904999"/>
                </a:lnTo>
                <a:lnTo>
                  <a:pt x="3324225" y="1857374"/>
                </a:lnTo>
                <a:lnTo>
                  <a:pt x="3324225" y="1835149"/>
                </a:lnTo>
                <a:lnTo>
                  <a:pt x="3317875" y="1819274"/>
                </a:lnTo>
                <a:lnTo>
                  <a:pt x="3311525" y="1806574"/>
                </a:lnTo>
                <a:lnTo>
                  <a:pt x="3298825" y="1797049"/>
                </a:lnTo>
                <a:lnTo>
                  <a:pt x="3254375" y="1784349"/>
                </a:lnTo>
                <a:lnTo>
                  <a:pt x="3197225" y="1768474"/>
                </a:lnTo>
                <a:lnTo>
                  <a:pt x="3159125" y="1762124"/>
                </a:lnTo>
                <a:lnTo>
                  <a:pt x="3117850" y="1755774"/>
                </a:lnTo>
                <a:lnTo>
                  <a:pt x="3019425" y="1746249"/>
                </a:lnTo>
                <a:lnTo>
                  <a:pt x="3019425" y="1609724"/>
                </a:lnTo>
                <a:lnTo>
                  <a:pt x="3019425" y="1555749"/>
                </a:lnTo>
                <a:lnTo>
                  <a:pt x="3016250" y="1533524"/>
                </a:lnTo>
                <a:lnTo>
                  <a:pt x="3009900" y="1520824"/>
                </a:lnTo>
                <a:lnTo>
                  <a:pt x="3003550" y="1511299"/>
                </a:lnTo>
                <a:lnTo>
                  <a:pt x="2990850" y="1501774"/>
                </a:lnTo>
                <a:lnTo>
                  <a:pt x="2968625" y="1498599"/>
                </a:lnTo>
                <a:lnTo>
                  <a:pt x="2943225" y="1498599"/>
                </a:lnTo>
                <a:lnTo>
                  <a:pt x="2762250" y="1498599"/>
                </a:lnTo>
                <a:close/>
                <a:moveTo>
                  <a:pt x="2077933" y="438148"/>
                </a:moveTo>
                <a:cubicBezTo>
                  <a:pt x="2061771" y="438148"/>
                  <a:pt x="2048669" y="451250"/>
                  <a:pt x="2048669" y="467412"/>
                </a:cubicBezTo>
                <a:lnTo>
                  <a:pt x="2048669" y="769928"/>
                </a:lnTo>
                <a:lnTo>
                  <a:pt x="2075397" y="778225"/>
                </a:lnTo>
                <a:cubicBezTo>
                  <a:pt x="2119967" y="797076"/>
                  <a:pt x="2155673" y="832782"/>
                  <a:pt x="2174524" y="877352"/>
                </a:cubicBezTo>
                <a:lnTo>
                  <a:pt x="2184888" y="928686"/>
                </a:lnTo>
                <a:lnTo>
                  <a:pt x="3371361" y="928686"/>
                </a:lnTo>
                <a:lnTo>
                  <a:pt x="3381725" y="877352"/>
                </a:lnTo>
                <a:cubicBezTo>
                  <a:pt x="3400577" y="832782"/>
                  <a:pt x="3436283" y="797076"/>
                  <a:pt x="3480853" y="778224"/>
                </a:cubicBezTo>
                <a:lnTo>
                  <a:pt x="3507582" y="769927"/>
                </a:lnTo>
                <a:lnTo>
                  <a:pt x="3507582" y="467412"/>
                </a:lnTo>
                <a:cubicBezTo>
                  <a:pt x="3507582" y="451250"/>
                  <a:pt x="3494480" y="438148"/>
                  <a:pt x="3478318" y="438148"/>
                </a:cubicBezTo>
                <a:close/>
                <a:moveTo>
                  <a:pt x="2060754" y="0"/>
                </a:moveTo>
                <a:lnTo>
                  <a:pt x="3495494" y="0"/>
                </a:lnTo>
                <a:cubicBezTo>
                  <a:pt x="3746344" y="0"/>
                  <a:pt x="3949699" y="203354"/>
                  <a:pt x="3949699" y="454204"/>
                </a:cubicBezTo>
                <a:lnTo>
                  <a:pt x="3949699" y="772638"/>
                </a:lnTo>
                <a:lnTo>
                  <a:pt x="3967697" y="778224"/>
                </a:lnTo>
                <a:cubicBezTo>
                  <a:pt x="4012267" y="797076"/>
                  <a:pt x="4047973" y="832782"/>
                  <a:pt x="4066824" y="877352"/>
                </a:cubicBezTo>
                <a:lnTo>
                  <a:pt x="4077188" y="928686"/>
                </a:lnTo>
                <a:lnTo>
                  <a:pt x="5316011" y="928686"/>
                </a:lnTo>
                <a:cubicBezTo>
                  <a:pt x="5450445" y="928686"/>
                  <a:pt x="5559425" y="1037666"/>
                  <a:pt x="5559425" y="1172100"/>
                </a:cubicBezTo>
                <a:lnTo>
                  <a:pt x="5559425" y="4355572"/>
                </a:lnTo>
                <a:cubicBezTo>
                  <a:pt x="5559425" y="4490006"/>
                  <a:pt x="5450445" y="4598986"/>
                  <a:pt x="5316011" y="4598986"/>
                </a:cubicBezTo>
                <a:lnTo>
                  <a:pt x="4950129" y="4598986"/>
                </a:lnTo>
                <a:lnTo>
                  <a:pt x="4924434" y="4637096"/>
                </a:lnTo>
                <a:cubicBezTo>
                  <a:pt x="4899919" y="4661611"/>
                  <a:pt x="4866052" y="4676774"/>
                  <a:pt x="4828643" y="4676774"/>
                </a:cubicBezTo>
                <a:lnTo>
                  <a:pt x="4572531" y="4676774"/>
                </a:lnTo>
                <a:cubicBezTo>
                  <a:pt x="4535123" y="4676774"/>
                  <a:pt x="4501256" y="4661611"/>
                  <a:pt x="4476740" y="4637096"/>
                </a:cubicBezTo>
                <a:lnTo>
                  <a:pt x="4451046" y="4598986"/>
                </a:lnTo>
                <a:lnTo>
                  <a:pt x="1063928" y="4598986"/>
                </a:lnTo>
                <a:lnTo>
                  <a:pt x="1038234" y="4637096"/>
                </a:lnTo>
                <a:cubicBezTo>
                  <a:pt x="1013719" y="4661611"/>
                  <a:pt x="979851" y="4676774"/>
                  <a:pt x="942443" y="4676774"/>
                </a:cubicBezTo>
                <a:lnTo>
                  <a:pt x="686331" y="4676774"/>
                </a:lnTo>
                <a:cubicBezTo>
                  <a:pt x="648922" y="4676774"/>
                  <a:pt x="615055" y="4661611"/>
                  <a:pt x="590540" y="4637096"/>
                </a:cubicBezTo>
                <a:lnTo>
                  <a:pt x="564846" y="4598986"/>
                </a:lnTo>
                <a:lnTo>
                  <a:pt x="243414" y="4598986"/>
                </a:lnTo>
                <a:cubicBezTo>
                  <a:pt x="108980" y="4598986"/>
                  <a:pt x="0" y="4490006"/>
                  <a:pt x="0" y="4355572"/>
                </a:cubicBezTo>
                <a:lnTo>
                  <a:pt x="0" y="1172100"/>
                </a:lnTo>
                <a:cubicBezTo>
                  <a:pt x="0" y="1037666"/>
                  <a:pt x="108980" y="928686"/>
                  <a:pt x="243414" y="928686"/>
                </a:cubicBezTo>
                <a:lnTo>
                  <a:pt x="1479061" y="928686"/>
                </a:lnTo>
                <a:lnTo>
                  <a:pt x="1489425" y="877352"/>
                </a:lnTo>
                <a:cubicBezTo>
                  <a:pt x="1508276" y="832782"/>
                  <a:pt x="1543982" y="797076"/>
                  <a:pt x="1588552" y="778225"/>
                </a:cubicBezTo>
                <a:lnTo>
                  <a:pt x="1606549" y="772638"/>
                </a:lnTo>
                <a:lnTo>
                  <a:pt x="1606549" y="454204"/>
                </a:lnTo>
                <a:cubicBezTo>
                  <a:pt x="1606549" y="203354"/>
                  <a:pt x="1809904" y="0"/>
                  <a:pt x="20607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文本框 20"/>
          <p:cNvSpPr txBox="1"/>
          <p:nvPr/>
        </p:nvSpPr>
        <p:spPr>
          <a:xfrm flipH="1">
            <a:off x="711078" y="2704088"/>
            <a:ext cx="1812466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3" name="文本框 32"/>
          <p:cNvSpPr txBox="1"/>
          <p:nvPr/>
        </p:nvSpPr>
        <p:spPr>
          <a:xfrm flipH="1">
            <a:off x="711078" y="3183255"/>
            <a:ext cx="2248021" cy="1106008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34" name="向上箭头"/>
          <p:cNvSpPr/>
          <p:nvPr/>
        </p:nvSpPr>
        <p:spPr>
          <a:xfrm>
            <a:off x="4580890" y="2141855"/>
            <a:ext cx="638810" cy="63881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向上箭头"/>
          <p:cNvSpPr/>
          <p:nvPr/>
        </p:nvSpPr>
        <p:spPr>
          <a:xfrm flipV="1">
            <a:off x="4489450" y="4423410"/>
            <a:ext cx="638810" cy="63881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尖角箭头"/>
          <p:cNvSpPr/>
          <p:nvPr/>
        </p:nvSpPr>
        <p:spPr>
          <a:xfrm>
            <a:off x="4672330" y="3299460"/>
            <a:ext cx="562610" cy="456565"/>
          </a:xfrm>
          <a:custGeom>
            <a:avLst/>
            <a:gdLst>
              <a:gd name="connsiteX0" fmla="*/ 4381875 w 6516714"/>
              <a:gd name="connsiteY0" fmla="*/ 0 h 2476413"/>
              <a:gd name="connsiteX1" fmla="*/ 6516714 w 6516714"/>
              <a:gd name="connsiteY1" fmla="*/ 1238208 h 2476413"/>
              <a:gd name="connsiteX2" fmla="*/ 4381875 w 6516714"/>
              <a:gd name="connsiteY2" fmla="*/ 2476413 h 2476413"/>
              <a:gd name="connsiteX3" fmla="*/ 4381875 w 6516714"/>
              <a:gd name="connsiteY3" fmla="*/ 2456682 h 2476413"/>
              <a:gd name="connsiteX4" fmla="*/ 4855462 w 6516714"/>
              <a:gd name="connsiteY4" fmla="*/ 1644997 h 2476413"/>
              <a:gd name="connsiteX5" fmla="*/ 0 w 6516714"/>
              <a:gd name="connsiteY5" fmla="*/ 1238206 h 2476413"/>
              <a:gd name="connsiteX6" fmla="*/ 4855461 w 6516714"/>
              <a:gd name="connsiteY6" fmla="*/ 831415 h 2476413"/>
              <a:gd name="connsiteX7" fmla="*/ 4381875 w 6516714"/>
              <a:gd name="connsiteY7" fmla="*/ 19731 h 247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16714" h="2476413">
                <a:moveTo>
                  <a:pt x="4381875" y="0"/>
                </a:moveTo>
                <a:lnTo>
                  <a:pt x="6516714" y="1238208"/>
                </a:lnTo>
                <a:lnTo>
                  <a:pt x="4381875" y="2476413"/>
                </a:lnTo>
                <a:lnTo>
                  <a:pt x="4381875" y="2456682"/>
                </a:lnTo>
                <a:lnTo>
                  <a:pt x="4855462" y="1644997"/>
                </a:lnTo>
                <a:lnTo>
                  <a:pt x="0" y="1238206"/>
                </a:lnTo>
                <a:lnTo>
                  <a:pt x="4855461" y="831415"/>
                </a:lnTo>
                <a:lnTo>
                  <a:pt x="4381875" y="19731"/>
                </a:lnTo>
                <a:close/>
              </a:path>
            </a:pathLst>
          </a:cu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文本框 20"/>
          <p:cNvSpPr txBox="1"/>
          <p:nvPr/>
        </p:nvSpPr>
        <p:spPr>
          <a:xfrm flipH="1">
            <a:off x="5557044" y="1222831"/>
            <a:ext cx="970915" cy="120032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7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1.</a:t>
            </a:r>
            <a:endParaRPr lang="zh-CN" altLang="en-US" sz="7200" i="1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8" name="文本框 20"/>
          <p:cNvSpPr txBox="1"/>
          <p:nvPr/>
        </p:nvSpPr>
        <p:spPr>
          <a:xfrm flipH="1">
            <a:off x="5557044" y="2927577"/>
            <a:ext cx="970915" cy="120032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7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2.</a:t>
            </a:r>
            <a:endParaRPr lang="zh-CN" altLang="en-US" sz="7200" i="1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9" name="文本框 20"/>
          <p:cNvSpPr txBox="1"/>
          <p:nvPr/>
        </p:nvSpPr>
        <p:spPr>
          <a:xfrm flipH="1">
            <a:off x="5557044" y="4742815"/>
            <a:ext cx="970915" cy="120032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7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3.</a:t>
            </a:r>
            <a:endParaRPr lang="zh-CN" altLang="en-US" sz="7200" i="1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3775906" y="2428696"/>
            <a:ext cx="4640188" cy="10045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68B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8B7E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81574" y="2376977"/>
            <a:ext cx="3428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68B7E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4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576605" y="3951671"/>
            <a:ext cx="5038791" cy="156067"/>
            <a:chOff x="3891126" y="3631108"/>
            <a:chExt cx="5038791" cy="156067"/>
          </a:xfrm>
        </p:grpSpPr>
        <p:sp>
          <p:nvSpPr>
            <p:cNvPr id="13" name="椭圆 12"/>
            <p:cNvSpPr/>
            <p:nvPr/>
          </p:nvSpPr>
          <p:spPr>
            <a:xfrm>
              <a:off x="3891126" y="3631108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773850" y="3631108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891126" y="3737318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预期研究目标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研究目标</a:t>
            </a:r>
          </a:p>
        </p:txBody>
      </p:sp>
      <p:sp>
        <p:nvSpPr>
          <p:cNvPr id="121" name="人"/>
          <p:cNvSpPr/>
          <p:nvPr/>
        </p:nvSpPr>
        <p:spPr bwMode="auto">
          <a:xfrm flipH="1">
            <a:off x="658245" y="2598079"/>
            <a:ext cx="2352307" cy="4111853"/>
          </a:xfrm>
          <a:custGeom>
            <a:avLst/>
            <a:gdLst>
              <a:gd name="T0" fmla="*/ 967181 w 1446213"/>
              <a:gd name="T1" fmla="*/ 1406665 h 2574926"/>
              <a:gd name="T2" fmla="*/ 1000853 w 1446213"/>
              <a:gd name="T3" fmla="*/ 1458134 h 2574926"/>
              <a:gd name="T4" fmla="*/ 1000853 w 1446213"/>
              <a:gd name="T5" fmla="*/ 1520669 h 2574926"/>
              <a:gd name="T6" fmla="*/ 972039 w 1446213"/>
              <a:gd name="T7" fmla="*/ 1567277 h 2574926"/>
              <a:gd name="T8" fmla="*/ 925132 w 1446213"/>
              <a:gd name="T9" fmla="*/ 1593599 h 2574926"/>
              <a:gd name="T10" fmla="*/ 74318 w 1446213"/>
              <a:gd name="T11" fmla="*/ 140434 h 2574926"/>
              <a:gd name="T12" fmla="*/ 109044 w 1446213"/>
              <a:gd name="T13" fmla="*/ 155365 h 2574926"/>
              <a:gd name="T14" fmla="*/ 150649 w 1446213"/>
              <a:gd name="T15" fmla="*/ 219452 h 2574926"/>
              <a:gd name="T16" fmla="*/ 233690 w 1446213"/>
              <a:gd name="T17" fmla="*/ 319440 h 2574926"/>
              <a:gd name="T18" fmla="*/ 320590 w 1446213"/>
              <a:gd name="T19" fmla="*/ 381346 h 2574926"/>
              <a:gd name="T20" fmla="*/ 434499 w 1446213"/>
              <a:gd name="T21" fmla="*/ 424295 h 2574926"/>
              <a:gd name="T22" fmla="*/ 820347 w 1446213"/>
              <a:gd name="T23" fmla="*/ 429999 h 2574926"/>
              <a:gd name="T24" fmla="*/ 859603 w 1446213"/>
              <a:gd name="T25" fmla="*/ 438219 h 2574926"/>
              <a:gd name="T26" fmla="*/ 934760 w 1446213"/>
              <a:gd name="T27" fmla="*/ 489555 h 2574926"/>
              <a:gd name="T28" fmla="*/ 993141 w 1446213"/>
              <a:gd name="T29" fmla="*/ 560353 h 2574926"/>
              <a:gd name="T30" fmla="*/ 1042798 w 1446213"/>
              <a:gd name="T31" fmla="*/ 668059 h 2574926"/>
              <a:gd name="T32" fmla="*/ 1068801 w 1446213"/>
              <a:gd name="T33" fmla="*/ 816700 h 2574926"/>
              <a:gd name="T34" fmla="*/ 1057393 w 1446213"/>
              <a:gd name="T35" fmla="*/ 1012651 h 2574926"/>
              <a:gd name="T36" fmla="*/ 1023505 w 1446213"/>
              <a:gd name="T37" fmla="*/ 1164312 h 2574926"/>
              <a:gd name="T38" fmla="*/ 980391 w 1446213"/>
              <a:gd name="T39" fmla="*/ 1198871 h 2574926"/>
              <a:gd name="T40" fmla="*/ 934760 w 1446213"/>
              <a:gd name="T41" fmla="*/ 1194006 h 2574926"/>
              <a:gd name="T42" fmla="*/ 906744 w 1446213"/>
              <a:gd name="T43" fmla="*/ 1168003 h 2574926"/>
              <a:gd name="T44" fmla="*/ 897686 w 1446213"/>
              <a:gd name="T45" fmla="*/ 1130926 h 2574926"/>
              <a:gd name="T46" fmla="*/ 928385 w 1446213"/>
              <a:gd name="T47" fmla="*/ 976245 h 2574926"/>
              <a:gd name="T48" fmla="*/ 935599 w 1446213"/>
              <a:gd name="T49" fmla="*/ 819552 h 2574926"/>
              <a:gd name="T50" fmla="*/ 919326 w 1446213"/>
              <a:gd name="T51" fmla="*/ 719563 h 2574926"/>
              <a:gd name="T52" fmla="*/ 880574 w 1446213"/>
              <a:gd name="T53" fmla="*/ 631318 h 2574926"/>
              <a:gd name="T54" fmla="*/ 874366 w 1446213"/>
              <a:gd name="T55" fmla="*/ 1837390 h 2574926"/>
              <a:gd name="T56" fmla="*/ 839304 w 1446213"/>
              <a:gd name="T57" fmla="*/ 1884533 h 2574926"/>
              <a:gd name="T58" fmla="*/ 783105 w 1446213"/>
              <a:gd name="T59" fmla="*/ 1904832 h 2574926"/>
              <a:gd name="T60" fmla="*/ 724556 w 1446213"/>
              <a:gd name="T61" fmla="*/ 1890069 h 2574926"/>
              <a:gd name="T62" fmla="*/ 685133 w 1446213"/>
              <a:gd name="T63" fmla="*/ 1846785 h 2574926"/>
              <a:gd name="T64" fmla="*/ 675235 w 1446213"/>
              <a:gd name="T65" fmla="*/ 1126564 h 2574926"/>
              <a:gd name="T66" fmla="*/ 413865 w 1446213"/>
              <a:gd name="T67" fmla="*/ 1495986 h 2574926"/>
              <a:gd name="T68" fmla="*/ 367227 w 1446213"/>
              <a:gd name="T69" fmla="*/ 1455218 h 2574926"/>
              <a:gd name="T70" fmla="*/ 350619 w 1446213"/>
              <a:gd name="T71" fmla="*/ 1395662 h 2574926"/>
              <a:gd name="T72" fmla="*/ 389874 w 1446213"/>
              <a:gd name="T73" fmla="*/ 550455 h 2574926"/>
              <a:gd name="T74" fmla="*/ 283850 w 1446213"/>
              <a:gd name="T75" fmla="*/ 511869 h 2574926"/>
              <a:gd name="T76" fmla="*/ 168263 w 1446213"/>
              <a:gd name="T77" fmla="*/ 438387 h 2574926"/>
              <a:gd name="T78" fmla="*/ 56367 w 1446213"/>
              <a:gd name="T79" fmla="*/ 317931 h 2574926"/>
              <a:gd name="T80" fmla="*/ 1006 w 1446213"/>
              <a:gd name="T81" fmla="*/ 217774 h 2574926"/>
              <a:gd name="T82" fmla="*/ 5536 w 1446213"/>
              <a:gd name="T83" fmla="*/ 180027 h 2574926"/>
              <a:gd name="T84" fmla="*/ 30197 w 1446213"/>
              <a:gd name="T85" fmla="*/ 150668 h 2574926"/>
              <a:gd name="T86" fmla="*/ 651594 w 1446213"/>
              <a:gd name="T87" fmla="*/ 0 h 2574926"/>
              <a:gd name="T88" fmla="*/ 707877 w 1446213"/>
              <a:gd name="T89" fmla="*/ 7392 h 2574926"/>
              <a:gd name="T90" fmla="*/ 766178 w 1446213"/>
              <a:gd name="T91" fmla="*/ 35785 h 2574926"/>
              <a:gd name="T92" fmla="*/ 831031 w 1446213"/>
              <a:gd name="T93" fmla="*/ 120462 h 2574926"/>
              <a:gd name="T94" fmla="*/ 842792 w 1446213"/>
              <a:gd name="T95" fmla="*/ 201610 h 2574926"/>
              <a:gd name="T96" fmla="*/ 829855 w 1446213"/>
              <a:gd name="T97" fmla="*/ 257052 h 2574926"/>
              <a:gd name="T98" fmla="*/ 783483 w 1446213"/>
              <a:gd name="T99" fmla="*/ 324424 h 2574926"/>
              <a:gd name="T100" fmla="*/ 687884 w 1446213"/>
              <a:gd name="T101" fmla="*/ 371802 h 2574926"/>
              <a:gd name="T102" fmla="*/ 622863 w 1446213"/>
              <a:gd name="T103" fmla="*/ 371634 h 2574926"/>
              <a:gd name="T104" fmla="*/ 569435 w 1446213"/>
              <a:gd name="T105" fmla="*/ 353321 h 2574926"/>
              <a:gd name="T106" fmla="*/ 501895 w 1446213"/>
              <a:gd name="T107" fmla="*/ 293678 h 2574926"/>
              <a:gd name="T108" fmla="*/ 468964 w 1446213"/>
              <a:gd name="T109" fmla="*/ 196401 h 2574926"/>
              <a:gd name="T110" fmla="*/ 474676 w 1446213"/>
              <a:gd name="T111" fmla="*/ 140287 h 2574926"/>
              <a:gd name="T112" fmla="*/ 499206 w 1446213"/>
              <a:gd name="T113" fmla="*/ 84676 h 2574926"/>
              <a:gd name="T114" fmla="*/ 581028 w 1446213"/>
              <a:gd name="T115" fmla="*/ 15793 h 257492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446213" h="2574926">
                <a:moveTo>
                  <a:pt x="1212850" y="1863725"/>
                </a:moveTo>
                <a:lnTo>
                  <a:pt x="1242966" y="1870070"/>
                </a:lnTo>
                <a:lnTo>
                  <a:pt x="1250212" y="1871656"/>
                </a:lnTo>
                <a:lnTo>
                  <a:pt x="1257458" y="1873696"/>
                </a:lnTo>
                <a:lnTo>
                  <a:pt x="1264251" y="1876415"/>
                </a:lnTo>
                <a:lnTo>
                  <a:pt x="1271270" y="1878908"/>
                </a:lnTo>
                <a:lnTo>
                  <a:pt x="1277610" y="1881854"/>
                </a:lnTo>
                <a:lnTo>
                  <a:pt x="1283950" y="1885253"/>
                </a:lnTo>
                <a:lnTo>
                  <a:pt x="1290064" y="1888879"/>
                </a:lnTo>
                <a:lnTo>
                  <a:pt x="1295951" y="1892958"/>
                </a:lnTo>
                <a:lnTo>
                  <a:pt x="1301839" y="1897037"/>
                </a:lnTo>
                <a:lnTo>
                  <a:pt x="1307273" y="1901343"/>
                </a:lnTo>
                <a:lnTo>
                  <a:pt x="1312708" y="1906101"/>
                </a:lnTo>
                <a:lnTo>
                  <a:pt x="1317463" y="1911087"/>
                </a:lnTo>
                <a:lnTo>
                  <a:pt x="1322444" y="1916299"/>
                </a:lnTo>
                <a:lnTo>
                  <a:pt x="1326973" y="1921738"/>
                </a:lnTo>
                <a:lnTo>
                  <a:pt x="1331049" y="1926950"/>
                </a:lnTo>
                <a:lnTo>
                  <a:pt x="1335125" y="1932842"/>
                </a:lnTo>
                <a:lnTo>
                  <a:pt x="1338747" y="1938734"/>
                </a:lnTo>
                <a:lnTo>
                  <a:pt x="1342370" y="1945079"/>
                </a:lnTo>
                <a:lnTo>
                  <a:pt x="1345541" y="1951424"/>
                </a:lnTo>
                <a:lnTo>
                  <a:pt x="1348258" y="1957769"/>
                </a:lnTo>
                <a:lnTo>
                  <a:pt x="1350749" y="1964114"/>
                </a:lnTo>
                <a:lnTo>
                  <a:pt x="1352786" y="1970912"/>
                </a:lnTo>
                <a:lnTo>
                  <a:pt x="1354598" y="1977711"/>
                </a:lnTo>
                <a:lnTo>
                  <a:pt x="1356183" y="1984736"/>
                </a:lnTo>
                <a:lnTo>
                  <a:pt x="1357542" y="1991534"/>
                </a:lnTo>
                <a:lnTo>
                  <a:pt x="1358447" y="1998786"/>
                </a:lnTo>
                <a:lnTo>
                  <a:pt x="1358900" y="2006037"/>
                </a:lnTo>
                <a:lnTo>
                  <a:pt x="1358900" y="2013062"/>
                </a:lnTo>
                <a:lnTo>
                  <a:pt x="1358674" y="2020540"/>
                </a:lnTo>
                <a:lnTo>
                  <a:pt x="1358221" y="2028019"/>
                </a:lnTo>
                <a:lnTo>
                  <a:pt x="1357315" y="2035270"/>
                </a:lnTo>
                <a:lnTo>
                  <a:pt x="1355956" y="2042522"/>
                </a:lnTo>
                <a:lnTo>
                  <a:pt x="1354371" y="2049093"/>
                </a:lnTo>
                <a:lnTo>
                  <a:pt x="1352786" y="2055439"/>
                </a:lnTo>
                <a:lnTo>
                  <a:pt x="1350749" y="2061557"/>
                </a:lnTo>
                <a:lnTo>
                  <a:pt x="1348484" y="2067449"/>
                </a:lnTo>
                <a:lnTo>
                  <a:pt x="1345993" y="2073341"/>
                </a:lnTo>
                <a:lnTo>
                  <a:pt x="1343276" y="2079006"/>
                </a:lnTo>
                <a:lnTo>
                  <a:pt x="1340333" y="2084445"/>
                </a:lnTo>
                <a:lnTo>
                  <a:pt x="1337162" y="2089657"/>
                </a:lnTo>
                <a:lnTo>
                  <a:pt x="1333540" y="2095096"/>
                </a:lnTo>
                <a:lnTo>
                  <a:pt x="1330143" y="2100308"/>
                </a:lnTo>
                <a:lnTo>
                  <a:pt x="1326294" y="2105067"/>
                </a:lnTo>
                <a:lnTo>
                  <a:pt x="1322444" y="2109825"/>
                </a:lnTo>
                <a:lnTo>
                  <a:pt x="1318368" y="2114131"/>
                </a:lnTo>
                <a:lnTo>
                  <a:pt x="1313840" y="2118437"/>
                </a:lnTo>
                <a:lnTo>
                  <a:pt x="1309311" y="2122516"/>
                </a:lnTo>
                <a:lnTo>
                  <a:pt x="1304782" y="2126595"/>
                </a:lnTo>
                <a:lnTo>
                  <a:pt x="1299801" y="2130220"/>
                </a:lnTo>
                <a:lnTo>
                  <a:pt x="1294819" y="2133846"/>
                </a:lnTo>
                <a:lnTo>
                  <a:pt x="1289611" y="2137245"/>
                </a:lnTo>
                <a:lnTo>
                  <a:pt x="1284403" y="2140191"/>
                </a:lnTo>
                <a:lnTo>
                  <a:pt x="1279195" y="2143137"/>
                </a:lnTo>
                <a:lnTo>
                  <a:pt x="1273534" y="2145857"/>
                </a:lnTo>
                <a:lnTo>
                  <a:pt x="1267874" y="2148123"/>
                </a:lnTo>
                <a:lnTo>
                  <a:pt x="1262213" y="2150389"/>
                </a:lnTo>
                <a:lnTo>
                  <a:pt x="1256325" y="2152202"/>
                </a:lnTo>
                <a:lnTo>
                  <a:pt x="1250438" y="2154015"/>
                </a:lnTo>
                <a:lnTo>
                  <a:pt x="1244324" y="2155601"/>
                </a:lnTo>
                <a:lnTo>
                  <a:pt x="1238437" y="2156734"/>
                </a:lnTo>
                <a:lnTo>
                  <a:pt x="1232323" y="2157640"/>
                </a:lnTo>
                <a:lnTo>
                  <a:pt x="1225757" y="2158547"/>
                </a:lnTo>
                <a:lnTo>
                  <a:pt x="1219643" y="2158774"/>
                </a:lnTo>
                <a:lnTo>
                  <a:pt x="1213303" y="2159000"/>
                </a:lnTo>
                <a:lnTo>
                  <a:pt x="1212850" y="2159000"/>
                </a:lnTo>
                <a:lnTo>
                  <a:pt x="1212850" y="1863725"/>
                </a:lnTo>
                <a:close/>
                <a:moveTo>
                  <a:pt x="87526" y="188913"/>
                </a:moveTo>
                <a:lnTo>
                  <a:pt x="91834" y="188913"/>
                </a:lnTo>
                <a:lnTo>
                  <a:pt x="96142" y="189140"/>
                </a:lnTo>
                <a:lnTo>
                  <a:pt x="100450" y="189820"/>
                </a:lnTo>
                <a:lnTo>
                  <a:pt x="104532" y="190274"/>
                </a:lnTo>
                <a:lnTo>
                  <a:pt x="109067" y="190954"/>
                </a:lnTo>
                <a:lnTo>
                  <a:pt x="113148" y="192088"/>
                </a:lnTo>
                <a:lnTo>
                  <a:pt x="117230" y="193221"/>
                </a:lnTo>
                <a:lnTo>
                  <a:pt x="121311" y="194809"/>
                </a:lnTo>
                <a:lnTo>
                  <a:pt x="125393" y="196396"/>
                </a:lnTo>
                <a:lnTo>
                  <a:pt x="129248" y="198210"/>
                </a:lnTo>
                <a:lnTo>
                  <a:pt x="133102" y="200251"/>
                </a:lnTo>
                <a:lnTo>
                  <a:pt x="136957" y="202292"/>
                </a:lnTo>
                <a:lnTo>
                  <a:pt x="140585" y="204560"/>
                </a:lnTo>
                <a:lnTo>
                  <a:pt x="144213" y="207281"/>
                </a:lnTo>
                <a:lnTo>
                  <a:pt x="147388" y="210002"/>
                </a:lnTo>
                <a:lnTo>
                  <a:pt x="150789" y="212723"/>
                </a:lnTo>
                <a:lnTo>
                  <a:pt x="153737" y="215898"/>
                </a:lnTo>
                <a:lnTo>
                  <a:pt x="156911" y="219299"/>
                </a:lnTo>
                <a:lnTo>
                  <a:pt x="159632" y="222474"/>
                </a:lnTo>
                <a:lnTo>
                  <a:pt x="162580" y="226102"/>
                </a:lnTo>
                <a:lnTo>
                  <a:pt x="165074" y="229731"/>
                </a:lnTo>
                <a:lnTo>
                  <a:pt x="167342" y="233812"/>
                </a:lnTo>
                <a:lnTo>
                  <a:pt x="169836" y="237667"/>
                </a:lnTo>
                <a:lnTo>
                  <a:pt x="177999" y="253314"/>
                </a:lnTo>
                <a:lnTo>
                  <a:pt x="186389" y="268280"/>
                </a:lnTo>
                <a:lnTo>
                  <a:pt x="194778" y="282793"/>
                </a:lnTo>
                <a:lnTo>
                  <a:pt x="203622" y="296626"/>
                </a:lnTo>
                <a:lnTo>
                  <a:pt x="212238" y="310232"/>
                </a:lnTo>
                <a:lnTo>
                  <a:pt x="221308" y="323384"/>
                </a:lnTo>
                <a:lnTo>
                  <a:pt x="230151" y="336083"/>
                </a:lnTo>
                <a:lnTo>
                  <a:pt x="239448" y="348555"/>
                </a:lnTo>
                <a:lnTo>
                  <a:pt x="248745" y="360347"/>
                </a:lnTo>
                <a:lnTo>
                  <a:pt x="258268" y="371458"/>
                </a:lnTo>
                <a:lnTo>
                  <a:pt x="267792" y="382570"/>
                </a:lnTo>
                <a:lnTo>
                  <a:pt x="277089" y="393001"/>
                </a:lnTo>
                <a:lnTo>
                  <a:pt x="286612" y="403432"/>
                </a:lnTo>
                <a:lnTo>
                  <a:pt x="296362" y="413183"/>
                </a:lnTo>
                <a:lnTo>
                  <a:pt x="306113" y="422480"/>
                </a:lnTo>
                <a:lnTo>
                  <a:pt x="315863" y="431777"/>
                </a:lnTo>
                <a:lnTo>
                  <a:pt x="325613" y="440621"/>
                </a:lnTo>
                <a:lnTo>
                  <a:pt x="335363" y="448785"/>
                </a:lnTo>
                <a:lnTo>
                  <a:pt x="345340" y="456948"/>
                </a:lnTo>
                <a:lnTo>
                  <a:pt x="355091" y="464658"/>
                </a:lnTo>
                <a:lnTo>
                  <a:pt x="364841" y="472141"/>
                </a:lnTo>
                <a:lnTo>
                  <a:pt x="374818" y="478944"/>
                </a:lnTo>
                <a:lnTo>
                  <a:pt x="384568" y="485974"/>
                </a:lnTo>
                <a:lnTo>
                  <a:pt x="394319" y="492323"/>
                </a:lnTo>
                <a:lnTo>
                  <a:pt x="404069" y="498446"/>
                </a:lnTo>
                <a:lnTo>
                  <a:pt x="413819" y="504342"/>
                </a:lnTo>
                <a:lnTo>
                  <a:pt x="423569" y="510011"/>
                </a:lnTo>
                <a:lnTo>
                  <a:pt x="433320" y="515453"/>
                </a:lnTo>
                <a:lnTo>
                  <a:pt x="442843" y="520442"/>
                </a:lnTo>
                <a:lnTo>
                  <a:pt x="452367" y="525204"/>
                </a:lnTo>
                <a:lnTo>
                  <a:pt x="461437" y="529966"/>
                </a:lnTo>
                <a:lnTo>
                  <a:pt x="470733" y="534275"/>
                </a:lnTo>
                <a:lnTo>
                  <a:pt x="487286" y="541531"/>
                </a:lnTo>
                <a:lnTo>
                  <a:pt x="503385" y="547881"/>
                </a:lnTo>
                <a:lnTo>
                  <a:pt x="518804" y="553777"/>
                </a:lnTo>
                <a:lnTo>
                  <a:pt x="533770" y="558992"/>
                </a:lnTo>
                <a:lnTo>
                  <a:pt x="548282" y="563527"/>
                </a:lnTo>
                <a:lnTo>
                  <a:pt x="562114" y="567382"/>
                </a:lnTo>
                <a:lnTo>
                  <a:pt x="575038" y="570784"/>
                </a:lnTo>
                <a:lnTo>
                  <a:pt x="587283" y="573505"/>
                </a:lnTo>
                <a:lnTo>
                  <a:pt x="598620" y="576226"/>
                </a:lnTo>
                <a:lnTo>
                  <a:pt x="609278" y="578267"/>
                </a:lnTo>
                <a:lnTo>
                  <a:pt x="618801" y="579854"/>
                </a:lnTo>
                <a:lnTo>
                  <a:pt x="627191" y="580988"/>
                </a:lnTo>
                <a:lnTo>
                  <a:pt x="640796" y="582576"/>
                </a:lnTo>
                <a:lnTo>
                  <a:pt x="649413" y="583256"/>
                </a:lnTo>
                <a:lnTo>
                  <a:pt x="654401" y="582349"/>
                </a:lnTo>
                <a:lnTo>
                  <a:pt x="659163" y="581442"/>
                </a:lnTo>
                <a:lnTo>
                  <a:pt x="664378" y="581215"/>
                </a:lnTo>
                <a:lnTo>
                  <a:pt x="669593" y="580988"/>
                </a:lnTo>
                <a:lnTo>
                  <a:pt x="1103366" y="580988"/>
                </a:lnTo>
                <a:lnTo>
                  <a:pt x="1108808" y="581215"/>
                </a:lnTo>
                <a:lnTo>
                  <a:pt x="1114024" y="581895"/>
                </a:lnTo>
                <a:lnTo>
                  <a:pt x="1119239" y="582576"/>
                </a:lnTo>
                <a:lnTo>
                  <a:pt x="1124454" y="583483"/>
                </a:lnTo>
                <a:lnTo>
                  <a:pt x="1128309" y="583936"/>
                </a:lnTo>
                <a:lnTo>
                  <a:pt x="1132164" y="584163"/>
                </a:lnTo>
                <a:lnTo>
                  <a:pt x="1136018" y="584616"/>
                </a:lnTo>
                <a:lnTo>
                  <a:pt x="1139646" y="585070"/>
                </a:lnTo>
                <a:lnTo>
                  <a:pt x="1143501" y="586204"/>
                </a:lnTo>
                <a:lnTo>
                  <a:pt x="1147356" y="586884"/>
                </a:lnTo>
                <a:lnTo>
                  <a:pt x="1151211" y="588245"/>
                </a:lnTo>
                <a:lnTo>
                  <a:pt x="1155066" y="589379"/>
                </a:lnTo>
                <a:lnTo>
                  <a:pt x="1161868" y="592326"/>
                </a:lnTo>
                <a:lnTo>
                  <a:pt x="1167083" y="594594"/>
                </a:lnTo>
                <a:lnTo>
                  <a:pt x="1173659" y="597996"/>
                </a:lnTo>
                <a:lnTo>
                  <a:pt x="1181142" y="601851"/>
                </a:lnTo>
                <a:lnTo>
                  <a:pt x="1189758" y="606613"/>
                </a:lnTo>
                <a:lnTo>
                  <a:pt x="1199282" y="612282"/>
                </a:lnTo>
                <a:lnTo>
                  <a:pt x="1209486" y="619085"/>
                </a:lnTo>
                <a:lnTo>
                  <a:pt x="1220597" y="626568"/>
                </a:lnTo>
                <a:lnTo>
                  <a:pt x="1232161" y="635412"/>
                </a:lnTo>
                <a:lnTo>
                  <a:pt x="1244179" y="645163"/>
                </a:lnTo>
                <a:lnTo>
                  <a:pt x="1250528" y="650605"/>
                </a:lnTo>
                <a:lnTo>
                  <a:pt x="1256650" y="655820"/>
                </a:lnTo>
                <a:lnTo>
                  <a:pt x="1263452" y="661716"/>
                </a:lnTo>
                <a:lnTo>
                  <a:pt x="1269802" y="668292"/>
                </a:lnTo>
                <a:lnTo>
                  <a:pt x="1276151" y="674642"/>
                </a:lnTo>
                <a:lnTo>
                  <a:pt x="1282726" y="681218"/>
                </a:lnTo>
                <a:lnTo>
                  <a:pt x="1289529" y="688475"/>
                </a:lnTo>
                <a:lnTo>
                  <a:pt x="1296105" y="695958"/>
                </a:lnTo>
                <a:lnTo>
                  <a:pt x="1302907" y="703894"/>
                </a:lnTo>
                <a:lnTo>
                  <a:pt x="1309483" y="711831"/>
                </a:lnTo>
                <a:lnTo>
                  <a:pt x="1316059" y="720222"/>
                </a:lnTo>
                <a:lnTo>
                  <a:pt x="1322861" y="729065"/>
                </a:lnTo>
                <a:lnTo>
                  <a:pt x="1329437" y="738136"/>
                </a:lnTo>
                <a:lnTo>
                  <a:pt x="1336013" y="747660"/>
                </a:lnTo>
                <a:lnTo>
                  <a:pt x="1342362" y="757411"/>
                </a:lnTo>
                <a:lnTo>
                  <a:pt x="1348711" y="767615"/>
                </a:lnTo>
                <a:lnTo>
                  <a:pt x="1355060" y="778273"/>
                </a:lnTo>
                <a:lnTo>
                  <a:pt x="1360955" y="788931"/>
                </a:lnTo>
                <a:lnTo>
                  <a:pt x="1367077" y="800269"/>
                </a:lnTo>
                <a:lnTo>
                  <a:pt x="1373200" y="811834"/>
                </a:lnTo>
                <a:lnTo>
                  <a:pt x="1378642" y="823626"/>
                </a:lnTo>
                <a:lnTo>
                  <a:pt x="1384310" y="836098"/>
                </a:lnTo>
                <a:lnTo>
                  <a:pt x="1389752" y="848797"/>
                </a:lnTo>
                <a:lnTo>
                  <a:pt x="1394968" y="861722"/>
                </a:lnTo>
                <a:lnTo>
                  <a:pt x="1399956" y="875102"/>
                </a:lnTo>
                <a:lnTo>
                  <a:pt x="1404945" y="888934"/>
                </a:lnTo>
                <a:lnTo>
                  <a:pt x="1409480" y="902994"/>
                </a:lnTo>
                <a:lnTo>
                  <a:pt x="1413788" y="917733"/>
                </a:lnTo>
                <a:lnTo>
                  <a:pt x="1417869" y="932926"/>
                </a:lnTo>
                <a:lnTo>
                  <a:pt x="1421951" y="947893"/>
                </a:lnTo>
                <a:lnTo>
                  <a:pt x="1425579" y="963766"/>
                </a:lnTo>
                <a:lnTo>
                  <a:pt x="1428980" y="980093"/>
                </a:lnTo>
                <a:lnTo>
                  <a:pt x="1432381" y="996420"/>
                </a:lnTo>
                <a:lnTo>
                  <a:pt x="1435102" y="1013428"/>
                </a:lnTo>
                <a:lnTo>
                  <a:pt x="1437597" y="1030435"/>
                </a:lnTo>
                <a:lnTo>
                  <a:pt x="1439864" y="1048123"/>
                </a:lnTo>
                <a:lnTo>
                  <a:pt x="1441905" y="1066490"/>
                </a:lnTo>
                <a:lnTo>
                  <a:pt x="1443265" y="1084858"/>
                </a:lnTo>
                <a:lnTo>
                  <a:pt x="1444626" y="1103906"/>
                </a:lnTo>
                <a:lnTo>
                  <a:pt x="1445306" y="1123408"/>
                </a:lnTo>
                <a:lnTo>
                  <a:pt x="1445986" y="1143137"/>
                </a:lnTo>
                <a:lnTo>
                  <a:pt x="1446213" y="1163092"/>
                </a:lnTo>
                <a:lnTo>
                  <a:pt x="1445986" y="1184181"/>
                </a:lnTo>
                <a:lnTo>
                  <a:pt x="1445306" y="1205724"/>
                </a:lnTo>
                <a:lnTo>
                  <a:pt x="1444399" y="1227493"/>
                </a:lnTo>
                <a:lnTo>
                  <a:pt x="1442812" y="1249943"/>
                </a:lnTo>
                <a:lnTo>
                  <a:pt x="1440998" y="1272846"/>
                </a:lnTo>
                <a:lnTo>
                  <a:pt x="1438730" y="1296203"/>
                </a:lnTo>
                <a:lnTo>
                  <a:pt x="1436236" y="1319786"/>
                </a:lnTo>
                <a:lnTo>
                  <a:pt x="1432835" y="1344050"/>
                </a:lnTo>
                <a:lnTo>
                  <a:pt x="1429207" y="1368767"/>
                </a:lnTo>
                <a:lnTo>
                  <a:pt x="1425125" y="1394165"/>
                </a:lnTo>
                <a:lnTo>
                  <a:pt x="1420590" y="1419789"/>
                </a:lnTo>
                <a:lnTo>
                  <a:pt x="1415375" y="1445867"/>
                </a:lnTo>
                <a:lnTo>
                  <a:pt x="1409933" y="1472852"/>
                </a:lnTo>
                <a:lnTo>
                  <a:pt x="1403811" y="1500064"/>
                </a:lnTo>
                <a:lnTo>
                  <a:pt x="1397235" y="1527729"/>
                </a:lnTo>
                <a:lnTo>
                  <a:pt x="1389979" y="1555848"/>
                </a:lnTo>
                <a:lnTo>
                  <a:pt x="1389072" y="1559703"/>
                </a:lnTo>
                <a:lnTo>
                  <a:pt x="1387712" y="1563331"/>
                </a:lnTo>
                <a:lnTo>
                  <a:pt x="1386351" y="1566959"/>
                </a:lnTo>
                <a:lnTo>
                  <a:pt x="1384991" y="1570587"/>
                </a:lnTo>
                <a:lnTo>
                  <a:pt x="1383403" y="1573762"/>
                </a:lnTo>
                <a:lnTo>
                  <a:pt x="1381589" y="1577163"/>
                </a:lnTo>
                <a:lnTo>
                  <a:pt x="1379775" y="1580565"/>
                </a:lnTo>
                <a:lnTo>
                  <a:pt x="1377735" y="1583513"/>
                </a:lnTo>
                <a:lnTo>
                  <a:pt x="1373426" y="1589409"/>
                </a:lnTo>
                <a:lnTo>
                  <a:pt x="1368438" y="1595078"/>
                </a:lnTo>
                <a:lnTo>
                  <a:pt x="1363449" y="1600067"/>
                </a:lnTo>
                <a:lnTo>
                  <a:pt x="1357781" y="1604829"/>
                </a:lnTo>
                <a:lnTo>
                  <a:pt x="1351658" y="1608910"/>
                </a:lnTo>
                <a:lnTo>
                  <a:pt x="1345309" y="1612539"/>
                </a:lnTo>
                <a:lnTo>
                  <a:pt x="1338960" y="1615713"/>
                </a:lnTo>
                <a:lnTo>
                  <a:pt x="1332158" y="1618435"/>
                </a:lnTo>
                <a:lnTo>
                  <a:pt x="1325129" y="1620475"/>
                </a:lnTo>
                <a:lnTo>
                  <a:pt x="1317873" y="1622063"/>
                </a:lnTo>
                <a:lnTo>
                  <a:pt x="1310617" y="1622743"/>
                </a:lnTo>
                <a:lnTo>
                  <a:pt x="1306989" y="1623197"/>
                </a:lnTo>
                <a:lnTo>
                  <a:pt x="1303134" y="1623197"/>
                </a:lnTo>
                <a:lnTo>
                  <a:pt x="1297465" y="1623197"/>
                </a:lnTo>
                <a:lnTo>
                  <a:pt x="1291796" y="1622516"/>
                </a:lnTo>
                <a:lnTo>
                  <a:pt x="1286128" y="1621609"/>
                </a:lnTo>
                <a:lnTo>
                  <a:pt x="1280459" y="1620249"/>
                </a:lnTo>
                <a:lnTo>
                  <a:pt x="1275924" y="1619115"/>
                </a:lnTo>
                <a:lnTo>
                  <a:pt x="1271616" y="1617527"/>
                </a:lnTo>
                <a:lnTo>
                  <a:pt x="1267534" y="1615940"/>
                </a:lnTo>
                <a:lnTo>
                  <a:pt x="1263452" y="1613899"/>
                </a:lnTo>
                <a:lnTo>
                  <a:pt x="1259598" y="1611858"/>
                </a:lnTo>
                <a:lnTo>
                  <a:pt x="1255743" y="1609817"/>
                </a:lnTo>
                <a:lnTo>
                  <a:pt x="1251888" y="1607096"/>
                </a:lnTo>
                <a:lnTo>
                  <a:pt x="1248487" y="1604602"/>
                </a:lnTo>
                <a:lnTo>
                  <a:pt x="1244859" y="1601881"/>
                </a:lnTo>
                <a:lnTo>
                  <a:pt x="1241911" y="1598933"/>
                </a:lnTo>
                <a:lnTo>
                  <a:pt x="1238737" y="1595985"/>
                </a:lnTo>
                <a:lnTo>
                  <a:pt x="1235562" y="1592810"/>
                </a:lnTo>
                <a:lnTo>
                  <a:pt x="1232841" y="1589409"/>
                </a:lnTo>
                <a:lnTo>
                  <a:pt x="1230347" y="1586234"/>
                </a:lnTo>
                <a:lnTo>
                  <a:pt x="1227853" y="1582606"/>
                </a:lnTo>
                <a:lnTo>
                  <a:pt x="1225585" y="1578751"/>
                </a:lnTo>
                <a:lnTo>
                  <a:pt x="1223318" y="1575123"/>
                </a:lnTo>
                <a:lnTo>
                  <a:pt x="1221504" y="1571268"/>
                </a:lnTo>
                <a:lnTo>
                  <a:pt x="1219690" y="1567186"/>
                </a:lnTo>
                <a:lnTo>
                  <a:pt x="1218102" y="1563104"/>
                </a:lnTo>
                <a:lnTo>
                  <a:pt x="1216969" y="1559022"/>
                </a:lnTo>
                <a:lnTo>
                  <a:pt x="1215835" y="1554941"/>
                </a:lnTo>
                <a:lnTo>
                  <a:pt x="1214928" y="1550632"/>
                </a:lnTo>
                <a:lnTo>
                  <a:pt x="1214021" y="1546550"/>
                </a:lnTo>
                <a:lnTo>
                  <a:pt x="1213567" y="1542015"/>
                </a:lnTo>
                <a:lnTo>
                  <a:pt x="1213341" y="1537480"/>
                </a:lnTo>
                <a:lnTo>
                  <a:pt x="1213114" y="1533171"/>
                </a:lnTo>
                <a:lnTo>
                  <a:pt x="1213341" y="1528636"/>
                </a:lnTo>
                <a:lnTo>
                  <a:pt x="1213567" y="1524101"/>
                </a:lnTo>
                <a:lnTo>
                  <a:pt x="1214474" y="1519792"/>
                </a:lnTo>
                <a:lnTo>
                  <a:pt x="1215155" y="1515257"/>
                </a:lnTo>
                <a:lnTo>
                  <a:pt x="1216062" y="1510722"/>
                </a:lnTo>
                <a:lnTo>
                  <a:pt x="1222637" y="1484870"/>
                </a:lnTo>
                <a:lnTo>
                  <a:pt x="1228760" y="1459473"/>
                </a:lnTo>
                <a:lnTo>
                  <a:pt x="1234428" y="1434529"/>
                </a:lnTo>
                <a:lnTo>
                  <a:pt x="1239190" y="1410492"/>
                </a:lnTo>
                <a:lnTo>
                  <a:pt x="1243952" y="1386908"/>
                </a:lnTo>
                <a:lnTo>
                  <a:pt x="1248033" y="1363778"/>
                </a:lnTo>
                <a:lnTo>
                  <a:pt x="1251435" y="1341329"/>
                </a:lnTo>
                <a:lnTo>
                  <a:pt x="1254836" y="1319559"/>
                </a:lnTo>
                <a:lnTo>
                  <a:pt x="1257784" y="1298017"/>
                </a:lnTo>
                <a:lnTo>
                  <a:pt x="1260051" y="1277154"/>
                </a:lnTo>
                <a:lnTo>
                  <a:pt x="1262092" y="1256972"/>
                </a:lnTo>
                <a:lnTo>
                  <a:pt x="1263679" y="1237017"/>
                </a:lnTo>
                <a:lnTo>
                  <a:pt x="1264813" y="1217742"/>
                </a:lnTo>
                <a:lnTo>
                  <a:pt x="1265720" y="1198921"/>
                </a:lnTo>
                <a:lnTo>
                  <a:pt x="1266174" y="1180780"/>
                </a:lnTo>
                <a:lnTo>
                  <a:pt x="1266400" y="1163092"/>
                </a:lnTo>
                <a:lnTo>
                  <a:pt x="1266174" y="1148806"/>
                </a:lnTo>
                <a:lnTo>
                  <a:pt x="1265947" y="1134520"/>
                </a:lnTo>
                <a:lnTo>
                  <a:pt x="1265493" y="1121141"/>
                </a:lnTo>
                <a:lnTo>
                  <a:pt x="1264586" y="1107761"/>
                </a:lnTo>
                <a:lnTo>
                  <a:pt x="1263679" y="1094609"/>
                </a:lnTo>
                <a:lnTo>
                  <a:pt x="1262545" y="1082137"/>
                </a:lnTo>
                <a:lnTo>
                  <a:pt x="1261185" y="1069665"/>
                </a:lnTo>
                <a:lnTo>
                  <a:pt x="1259824" y="1057647"/>
                </a:lnTo>
                <a:lnTo>
                  <a:pt x="1258237" y="1045855"/>
                </a:lnTo>
                <a:lnTo>
                  <a:pt x="1256423" y="1034517"/>
                </a:lnTo>
                <a:lnTo>
                  <a:pt x="1254382" y="1023632"/>
                </a:lnTo>
                <a:lnTo>
                  <a:pt x="1252342" y="1012521"/>
                </a:lnTo>
                <a:lnTo>
                  <a:pt x="1250074" y="1002316"/>
                </a:lnTo>
                <a:lnTo>
                  <a:pt x="1247807" y="992112"/>
                </a:lnTo>
                <a:lnTo>
                  <a:pt x="1245312" y="982134"/>
                </a:lnTo>
                <a:lnTo>
                  <a:pt x="1242591" y="972610"/>
                </a:lnTo>
                <a:lnTo>
                  <a:pt x="1240097" y="963086"/>
                </a:lnTo>
                <a:lnTo>
                  <a:pt x="1237149" y="954015"/>
                </a:lnTo>
                <a:lnTo>
                  <a:pt x="1234202" y="945398"/>
                </a:lnTo>
                <a:lnTo>
                  <a:pt x="1231254" y="936781"/>
                </a:lnTo>
                <a:lnTo>
                  <a:pt x="1228306" y="928391"/>
                </a:lnTo>
                <a:lnTo>
                  <a:pt x="1224905" y="920454"/>
                </a:lnTo>
                <a:lnTo>
                  <a:pt x="1221730" y="912744"/>
                </a:lnTo>
                <a:lnTo>
                  <a:pt x="1218556" y="905034"/>
                </a:lnTo>
                <a:lnTo>
                  <a:pt x="1211526" y="890975"/>
                </a:lnTo>
                <a:lnTo>
                  <a:pt x="1204724" y="877369"/>
                </a:lnTo>
                <a:lnTo>
                  <a:pt x="1197468" y="865124"/>
                </a:lnTo>
                <a:lnTo>
                  <a:pt x="1190212" y="853332"/>
                </a:lnTo>
                <a:lnTo>
                  <a:pt x="1190212" y="1223411"/>
                </a:lnTo>
                <a:lnTo>
                  <a:pt x="1190212" y="1436116"/>
                </a:lnTo>
                <a:lnTo>
                  <a:pt x="1190212" y="1858805"/>
                </a:lnTo>
                <a:lnTo>
                  <a:pt x="1190212" y="2156773"/>
                </a:lnTo>
                <a:lnTo>
                  <a:pt x="1190212" y="2435920"/>
                </a:lnTo>
                <a:lnTo>
                  <a:pt x="1189985" y="2443176"/>
                </a:lnTo>
                <a:lnTo>
                  <a:pt x="1189532" y="2449979"/>
                </a:lnTo>
                <a:lnTo>
                  <a:pt x="1188625" y="2457009"/>
                </a:lnTo>
                <a:lnTo>
                  <a:pt x="1187491" y="2463812"/>
                </a:lnTo>
                <a:lnTo>
                  <a:pt x="1185904" y="2470615"/>
                </a:lnTo>
                <a:lnTo>
                  <a:pt x="1184090" y="2477191"/>
                </a:lnTo>
                <a:lnTo>
                  <a:pt x="1181822" y="2483540"/>
                </a:lnTo>
                <a:lnTo>
                  <a:pt x="1179328" y="2490116"/>
                </a:lnTo>
                <a:lnTo>
                  <a:pt x="1176607" y="2496239"/>
                </a:lnTo>
                <a:lnTo>
                  <a:pt x="1173659" y="2502135"/>
                </a:lnTo>
                <a:lnTo>
                  <a:pt x="1170258" y="2508031"/>
                </a:lnTo>
                <a:lnTo>
                  <a:pt x="1166403" y="2513700"/>
                </a:lnTo>
                <a:lnTo>
                  <a:pt x="1162548" y="2518915"/>
                </a:lnTo>
                <a:lnTo>
                  <a:pt x="1158467" y="2524131"/>
                </a:lnTo>
                <a:lnTo>
                  <a:pt x="1154159" y="2529347"/>
                </a:lnTo>
                <a:lnTo>
                  <a:pt x="1149397" y="2534109"/>
                </a:lnTo>
                <a:lnTo>
                  <a:pt x="1144862" y="2538871"/>
                </a:lnTo>
                <a:lnTo>
                  <a:pt x="1139646" y="2543179"/>
                </a:lnTo>
                <a:lnTo>
                  <a:pt x="1134431" y="2547261"/>
                </a:lnTo>
                <a:lnTo>
                  <a:pt x="1128989" y="2551116"/>
                </a:lnTo>
                <a:lnTo>
                  <a:pt x="1123320" y="2554744"/>
                </a:lnTo>
                <a:lnTo>
                  <a:pt x="1117425" y="2557919"/>
                </a:lnTo>
                <a:lnTo>
                  <a:pt x="1111529" y="2561094"/>
                </a:lnTo>
                <a:lnTo>
                  <a:pt x="1105407" y="2563815"/>
                </a:lnTo>
                <a:lnTo>
                  <a:pt x="1099285" y="2566536"/>
                </a:lnTo>
                <a:lnTo>
                  <a:pt x="1092482" y="2568577"/>
                </a:lnTo>
                <a:lnTo>
                  <a:pt x="1086133" y="2570618"/>
                </a:lnTo>
                <a:lnTo>
                  <a:pt x="1079331" y="2572205"/>
                </a:lnTo>
                <a:lnTo>
                  <a:pt x="1072528" y="2573112"/>
                </a:lnTo>
                <a:lnTo>
                  <a:pt x="1065726" y="2574246"/>
                </a:lnTo>
                <a:lnTo>
                  <a:pt x="1058470" y="2574699"/>
                </a:lnTo>
                <a:lnTo>
                  <a:pt x="1051214" y="2574926"/>
                </a:lnTo>
                <a:lnTo>
                  <a:pt x="1044185" y="2574699"/>
                </a:lnTo>
                <a:lnTo>
                  <a:pt x="1037155" y="2574246"/>
                </a:lnTo>
                <a:lnTo>
                  <a:pt x="1030353" y="2573112"/>
                </a:lnTo>
                <a:lnTo>
                  <a:pt x="1023324" y="2572205"/>
                </a:lnTo>
                <a:lnTo>
                  <a:pt x="1016748" y="2570618"/>
                </a:lnTo>
                <a:lnTo>
                  <a:pt x="1009945" y="2568577"/>
                </a:lnTo>
                <a:lnTo>
                  <a:pt x="1003596" y="2566536"/>
                </a:lnTo>
                <a:lnTo>
                  <a:pt x="997247" y="2563815"/>
                </a:lnTo>
                <a:lnTo>
                  <a:pt x="991352" y="2561094"/>
                </a:lnTo>
                <a:lnTo>
                  <a:pt x="985230" y="2557919"/>
                </a:lnTo>
                <a:lnTo>
                  <a:pt x="979334" y="2554744"/>
                </a:lnTo>
                <a:lnTo>
                  <a:pt x="973665" y="2551116"/>
                </a:lnTo>
                <a:lnTo>
                  <a:pt x="968223" y="2547261"/>
                </a:lnTo>
                <a:lnTo>
                  <a:pt x="963008" y="2543179"/>
                </a:lnTo>
                <a:lnTo>
                  <a:pt x="958020" y="2538871"/>
                </a:lnTo>
                <a:lnTo>
                  <a:pt x="953031" y="2534109"/>
                </a:lnTo>
                <a:lnTo>
                  <a:pt x="948496" y="2529347"/>
                </a:lnTo>
                <a:lnTo>
                  <a:pt x="944188" y="2524131"/>
                </a:lnTo>
                <a:lnTo>
                  <a:pt x="940106" y="2518915"/>
                </a:lnTo>
                <a:lnTo>
                  <a:pt x="936252" y="2513700"/>
                </a:lnTo>
                <a:lnTo>
                  <a:pt x="932624" y="2508031"/>
                </a:lnTo>
                <a:lnTo>
                  <a:pt x="929222" y="2502135"/>
                </a:lnTo>
                <a:lnTo>
                  <a:pt x="926048" y="2496239"/>
                </a:lnTo>
                <a:lnTo>
                  <a:pt x="923327" y="2490116"/>
                </a:lnTo>
                <a:lnTo>
                  <a:pt x="921059" y="2483540"/>
                </a:lnTo>
                <a:lnTo>
                  <a:pt x="918792" y="2477191"/>
                </a:lnTo>
                <a:lnTo>
                  <a:pt x="916978" y="2470615"/>
                </a:lnTo>
                <a:lnTo>
                  <a:pt x="915391" y="2463812"/>
                </a:lnTo>
                <a:lnTo>
                  <a:pt x="914030" y="2457009"/>
                </a:lnTo>
                <a:lnTo>
                  <a:pt x="913123" y="2449979"/>
                </a:lnTo>
                <a:lnTo>
                  <a:pt x="912670" y="2443176"/>
                </a:lnTo>
                <a:lnTo>
                  <a:pt x="912670" y="2435920"/>
                </a:lnTo>
                <a:lnTo>
                  <a:pt x="912670" y="2099175"/>
                </a:lnTo>
                <a:lnTo>
                  <a:pt x="912670" y="1800753"/>
                </a:lnTo>
                <a:lnTo>
                  <a:pt x="912670" y="1522740"/>
                </a:lnTo>
                <a:lnTo>
                  <a:pt x="858476" y="1522740"/>
                </a:lnTo>
                <a:lnTo>
                  <a:pt x="853034" y="1545416"/>
                </a:lnTo>
                <a:lnTo>
                  <a:pt x="797254" y="1776943"/>
                </a:lnTo>
                <a:lnTo>
                  <a:pt x="889995" y="1796218"/>
                </a:lnTo>
                <a:lnTo>
                  <a:pt x="889995" y="2094413"/>
                </a:lnTo>
                <a:lnTo>
                  <a:pt x="590004" y="2032053"/>
                </a:lnTo>
                <a:lnTo>
                  <a:pt x="587283" y="2031372"/>
                </a:lnTo>
                <a:lnTo>
                  <a:pt x="585469" y="2031145"/>
                </a:lnTo>
                <a:lnTo>
                  <a:pt x="580707" y="2029785"/>
                </a:lnTo>
                <a:lnTo>
                  <a:pt x="572998" y="2027290"/>
                </a:lnTo>
                <a:lnTo>
                  <a:pt x="566875" y="2025250"/>
                </a:lnTo>
                <a:lnTo>
                  <a:pt x="559393" y="2022075"/>
                </a:lnTo>
                <a:lnTo>
                  <a:pt x="553497" y="2018900"/>
                </a:lnTo>
                <a:lnTo>
                  <a:pt x="546695" y="2015499"/>
                </a:lnTo>
                <a:lnTo>
                  <a:pt x="541026" y="2011871"/>
                </a:lnTo>
                <a:lnTo>
                  <a:pt x="534677" y="2007789"/>
                </a:lnTo>
                <a:lnTo>
                  <a:pt x="529235" y="2003707"/>
                </a:lnTo>
                <a:lnTo>
                  <a:pt x="523566" y="1998945"/>
                </a:lnTo>
                <a:lnTo>
                  <a:pt x="518804" y="1994410"/>
                </a:lnTo>
                <a:lnTo>
                  <a:pt x="513362" y="1988967"/>
                </a:lnTo>
                <a:lnTo>
                  <a:pt x="509054" y="1984205"/>
                </a:lnTo>
                <a:lnTo>
                  <a:pt x="504292" y="1978536"/>
                </a:lnTo>
                <a:lnTo>
                  <a:pt x="500438" y="1973094"/>
                </a:lnTo>
                <a:lnTo>
                  <a:pt x="496356" y="1966971"/>
                </a:lnTo>
                <a:lnTo>
                  <a:pt x="493182" y="1961302"/>
                </a:lnTo>
                <a:lnTo>
                  <a:pt x="489554" y="1954726"/>
                </a:lnTo>
                <a:lnTo>
                  <a:pt x="486606" y="1949057"/>
                </a:lnTo>
                <a:lnTo>
                  <a:pt x="483658" y="1941800"/>
                </a:lnTo>
                <a:lnTo>
                  <a:pt x="481617" y="1935905"/>
                </a:lnTo>
                <a:lnTo>
                  <a:pt x="479123" y="1928421"/>
                </a:lnTo>
                <a:lnTo>
                  <a:pt x="477763" y="1922299"/>
                </a:lnTo>
                <a:lnTo>
                  <a:pt x="476175" y="1914815"/>
                </a:lnTo>
                <a:lnTo>
                  <a:pt x="475042" y="1908239"/>
                </a:lnTo>
                <a:lnTo>
                  <a:pt x="474135" y="1900756"/>
                </a:lnTo>
                <a:lnTo>
                  <a:pt x="473908" y="1893726"/>
                </a:lnTo>
                <a:lnTo>
                  <a:pt x="473908" y="1886470"/>
                </a:lnTo>
                <a:lnTo>
                  <a:pt x="474135" y="1878987"/>
                </a:lnTo>
                <a:lnTo>
                  <a:pt x="474815" y="1871730"/>
                </a:lnTo>
                <a:lnTo>
                  <a:pt x="475949" y="1864474"/>
                </a:lnTo>
                <a:lnTo>
                  <a:pt x="476629" y="1859258"/>
                </a:lnTo>
                <a:lnTo>
                  <a:pt x="477536" y="1856990"/>
                </a:lnTo>
                <a:lnTo>
                  <a:pt x="477763" y="1854723"/>
                </a:lnTo>
                <a:lnTo>
                  <a:pt x="568689" y="1478748"/>
                </a:lnTo>
                <a:lnTo>
                  <a:pt x="582521" y="1421603"/>
                </a:lnTo>
                <a:lnTo>
                  <a:pt x="582521" y="755823"/>
                </a:lnTo>
                <a:lnTo>
                  <a:pt x="565742" y="752875"/>
                </a:lnTo>
                <a:lnTo>
                  <a:pt x="546921" y="748794"/>
                </a:lnTo>
                <a:lnTo>
                  <a:pt x="526967" y="744032"/>
                </a:lnTo>
                <a:lnTo>
                  <a:pt x="516310" y="741311"/>
                </a:lnTo>
                <a:lnTo>
                  <a:pt x="505426" y="738136"/>
                </a:lnTo>
                <a:lnTo>
                  <a:pt x="494089" y="734961"/>
                </a:lnTo>
                <a:lnTo>
                  <a:pt x="482751" y="731333"/>
                </a:lnTo>
                <a:lnTo>
                  <a:pt x="470960" y="727478"/>
                </a:lnTo>
                <a:lnTo>
                  <a:pt x="458942" y="723169"/>
                </a:lnTo>
                <a:lnTo>
                  <a:pt x="446698" y="718634"/>
                </a:lnTo>
                <a:lnTo>
                  <a:pt x="434000" y="713872"/>
                </a:lnTo>
                <a:lnTo>
                  <a:pt x="421302" y="708657"/>
                </a:lnTo>
                <a:lnTo>
                  <a:pt x="408150" y="702987"/>
                </a:lnTo>
                <a:lnTo>
                  <a:pt x="395906" y="697772"/>
                </a:lnTo>
                <a:lnTo>
                  <a:pt x="383661" y="691876"/>
                </a:lnTo>
                <a:lnTo>
                  <a:pt x="370963" y="685753"/>
                </a:lnTo>
                <a:lnTo>
                  <a:pt x="358265" y="679177"/>
                </a:lnTo>
                <a:lnTo>
                  <a:pt x="345567" y="672374"/>
                </a:lnTo>
                <a:lnTo>
                  <a:pt x="332642" y="665118"/>
                </a:lnTo>
                <a:lnTo>
                  <a:pt x="319718" y="657408"/>
                </a:lnTo>
                <a:lnTo>
                  <a:pt x="306566" y="649471"/>
                </a:lnTo>
                <a:lnTo>
                  <a:pt x="293415" y="641081"/>
                </a:lnTo>
                <a:lnTo>
                  <a:pt x="280263" y="632237"/>
                </a:lnTo>
                <a:lnTo>
                  <a:pt x="267112" y="623166"/>
                </a:lnTo>
                <a:lnTo>
                  <a:pt x="253960" y="613416"/>
                </a:lnTo>
                <a:lnTo>
                  <a:pt x="240809" y="603438"/>
                </a:lnTo>
                <a:lnTo>
                  <a:pt x="227430" y="592553"/>
                </a:lnTo>
                <a:lnTo>
                  <a:pt x="214279" y="581895"/>
                </a:lnTo>
                <a:lnTo>
                  <a:pt x="201354" y="570330"/>
                </a:lnTo>
                <a:lnTo>
                  <a:pt x="188203" y="558539"/>
                </a:lnTo>
                <a:lnTo>
                  <a:pt x="175278" y="546067"/>
                </a:lnTo>
                <a:lnTo>
                  <a:pt x="162580" y="533368"/>
                </a:lnTo>
                <a:lnTo>
                  <a:pt x="149655" y="519989"/>
                </a:lnTo>
                <a:lnTo>
                  <a:pt x="136957" y="506156"/>
                </a:lnTo>
                <a:lnTo>
                  <a:pt x="124713" y="491870"/>
                </a:lnTo>
                <a:lnTo>
                  <a:pt x="112015" y="477130"/>
                </a:lnTo>
                <a:lnTo>
                  <a:pt x="99997" y="461710"/>
                </a:lnTo>
                <a:lnTo>
                  <a:pt x="87979" y="445837"/>
                </a:lnTo>
                <a:lnTo>
                  <a:pt x="76188" y="429737"/>
                </a:lnTo>
                <a:lnTo>
                  <a:pt x="64624" y="412729"/>
                </a:lnTo>
                <a:lnTo>
                  <a:pt x="53059" y="395495"/>
                </a:lnTo>
                <a:lnTo>
                  <a:pt x="41949" y="377354"/>
                </a:lnTo>
                <a:lnTo>
                  <a:pt x="31065" y="358759"/>
                </a:lnTo>
                <a:lnTo>
                  <a:pt x="20181" y="339711"/>
                </a:lnTo>
                <a:lnTo>
                  <a:pt x="9977" y="319983"/>
                </a:lnTo>
                <a:lnTo>
                  <a:pt x="7936" y="315901"/>
                </a:lnTo>
                <a:lnTo>
                  <a:pt x="6122" y="311819"/>
                </a:lnTo>
                <a:lnTo>
                  <a:pt x="4535" y="307511"/>
                </a:lnTo>
                <a:lnTo>
                  <a:pt x="3401" y="302975"/>
                </a:lnTo>
                <a:lnTo>
                  <a:pt x="2267" y="298667"/>
                </a:lnTo>
                <a:lnTo>
                  <a:pt x="1360" y="294358"/>
                </a:lnTo>
                <a:lnTo>
                  <a:pt x="680" y="290050"/>
                </a:lnTo>
                <a:lnTo>
                  <a:pt x="227" y="285741"/>
                </a:lnTo>
                <a:lnTo>
                  <a:pt x="0" y="281206"/>
                </a:lnTo>
                <a:lnTo>
                  <a:pt x="0" y="276897"/>
                </a:lnTo>
                <a:lnTo>
                  <a:pt x="227" y="272589"/>
                </a:lnTo>
                <a:lnTo>
                  <a:pt x="453" y="268507"/>
                </a:lnTo>
                <a:lnTo>
                  <a:pt x="1360" y="264199"/>
                </a:lnTo>
                <a:lnTo>
                  <a:pt x="2041" y="259663"/>
                </a:lnTo>
                <a:lnTo>
                  <a:pt x="3174" y="255582"/>
                </a:lnTo>
                <a:lnTo>
                  <a:pt x="4308" y="251500"/>
                </a:lnTo>
                <a:lnTo>
                  <a:pt x="5669" y="247418"/>
                </a:lnTo>
                <a:lnTo>
                  <a:pt x="7483" y="243336"/>
                </a:lnTo>
                <a:lnTo>
                  <a:pt x="9297" y="239481"/>
                </a:lnTo>
                <a:lnTo>
                  <a:pt x="11111" y="235626"/>
                </a:lnTo>
                <a:lnTo>
                  <a:pt x="13378" y="231771"/>
                </a:lnTo>
                <a:lnTo>
                  <a:pt x="15646" y="228143"/>
                </a:lnTo>
                <a:lnTo>
                  <a:pt x="18140" y="224515"/>
                </a:lnTo>
                <a:lnTo>
                  <a:pt x="20861" y="221340"/>
                </a:lnTo>
                <a:lnTo>
                  <a:pt x="23809" y="217939"/>
                </a:lnTo>
                <a:lnTo>
                  <a:pt x="26983" y="214764"/>
                </a:lnTo>
                <a:lnTo>
                  <a:pt x="29931" y="211816"/>
                </a:lnTo>
                <a:lnTo>
                  <a:pt x="33559" y="208868"/>
                </a:lnTo>
                <a:lnTo>
                  <a:pt x="37187" y="206147"/>
                </a:lnTo>
                <a:lnTo>
                  <a:pt x="40815" y="203653"/>
                </a:lnTo>
                <a:lnTo>
                  <a:pt x="44670" y="201385"/>
                </a:lnTo>
                <a:lnTo>
                  <a:pt x="48751" y="198891"/>
                </a:lnTo>
                <a:lnTo>
                  <a:pt x="52833" y="196850"/>
                </a:lnTo>
                <a:lnTo>
                  <a:pt x="57141" y="195036"/>
                </a:lnTo>
                <a:lnTo>
                  <a:pt x="61222" y="193675"/>
                </a:lnTo>
                <a:lnTo>
                  <a:pt x="65531" y="192314"/>
                </a:lnTo>
                <a:lnTo>
                  <a:pt x="70066" y="191181"/>
                </a:lnTo>
                <a:lnTo>
                  <a:pt x="74374" y="190500"/>
                </a:lnTo>
                <a:lnTo>
                  <a:pt x="78682" y="189820"/>
                </a:lnTo>
                <a:lnTo>
                  <a:pt x="82991" y="189140"/>
                </a:lnTo>
                <a:lnTo>
                  <a:pt x="87526" y="188913"/>
                </a:lnTo>
                <a:close/>
                <a:moveTo>
                  <a:pt x="880715" y="0"/>
                </a:moveTo>
                <a:lnTo>
                  <a:pt x="886846" y="0"/>
                </a:lnTo>
                <a:lnTo>
                  <a:pt x="893432" y="0"/>
                </a:lnTo>
                <a:lnTo>
                  <a:pt x="899564" y="227"/>
                </a:lnTo>
                <a:lnTo>
                  <a:pt x="905922" y="681"/>
                </a:lnTo>
                <a:lnTo>
                  <a:pt x="912281" y="1363"/>
                </a:lnTo>
                <a:lnTo>
                  <a:pt x="918412" y="2044"/>
                </a:lnTo>
                <a:lnTo>
                  <a:pt x="924998" y="3179"/>
                </a:lnTo>
                <a:lnTo>
                  <a:pt x="931356" y="4088"/>
                </a:lnTo>
                <a:lnTo>
                  <a:pt x="937715" y="5450"/>
                </a:lnTo>
                <a:lnTo>
                  <a:pt x="944300" y="6586"/>
                </a:lnTo>
                <a:lnTo>
                  <a:pt x="950432" y="8175"/>
                </a:lnTo>
                <a:lnTo>
                  <a:pt x="956790" y="9992"/>
                </a:lnTo>
                <a:lnTo>
                  <a:pt x="962922" y="11809"/>
                </a:lnTo>
                <a:lnTo>
                  <a:pt x="969053" y="13853"/>
                </a:lnTo>
                <a:lnTo>
                  <a:pt x="974958" y="15896"/>
                </a:lnTo>
                <a:lnTo>
                  <a:pt x="980862" y="18167"/>
                </a:lnTo>
                <a:lnTo>
                  <a:pt x="986767" y="20892"/>
                </a:lnTo>
                <a:lnTo>
                  <a:pt x="992671" y="23390"/>
                </a:lnTo>
                <a:lnTo>
                  <a:pt x="998348" y="25888"/>
                </a:lnTo>
                <a:lnTo>
                  <a:pt x="1003798" y="28841"/>
                </a:lnTo>
                <a:lnTo>
                  <a:pt x="1009476" y="31793"/>
                </a:lnTo>
                <a:lnTo>
                  <a:pt x="1014699" y="34972"/>
                </a:lnTo>
                <a:lnTo>
                  <a:pt x="1025372" y="41331"/>
                </a:lnTo>
                <a:lnTo>
                  <a:pt x="1035591" y="48370"/>
                </a:lnTo>
                <a:lnTo>
                  <a:pt x="1045356" y="56091"/>
                </a:lnTo>
                <a:lnTo>
                  <a:pt x="1054667" y="63585"/>
                </a:lnTo>
                <a:lnTo>
                  <a:pt x="1063523" y="72215"/>
                </a:lnTo>
                <a:lnTo>
                  <a:pt x="1072153" y="80844"/>
                </a:lnTo>
                <a:lnTo>
                  <a:pt x="1080101" y="89928"/>
                </a:lnTo>
                <a:lnTo>
                  <a:pt x="1087822" y="99466"/>
                </a:lnTo>
                <a:lnTo>
                  <a:pt x="1094862" y="109458"/>
                </a:lnTo>
                <a:lnTo>
                  <a:pt x="1101675" y="119450"/>
                </a:lnTo>
                <a:lnTo>
                  <a:pt x="1107806" y="129896"/>
                </a:lnTo>
                <a:lnTo>
                  <a:pt x="1113483" y="140796"/>
                </a:lnTo>
                <a:lnTo>
                  <a:pt x="1118479" y="151697"/>
                </a:lnTo>
                <a:lnTo>
                  <a:pt x="1123248" y="162824"/>
                </a:lnTo>
                <a:lnTo>
                  <a:pt x="1127336" y="174406"/>
                </a:lnTo>
                <a:lnTo>
                  <a:pt x="1130969" y="186215"/>
                </a:lnTo>
                <a:lnTo>
                  <a:pt x="1133694" y="198023"/>
                </a:lnTo>
                <a:lnTo>
                  <a:pt x="1136192" y="210059"/>
                </a:lnTo>
                <a:lnTo>
                  <a:pt x="1138009" y="222322"/>
                </a:lnTo>
                <a:lnTo>
                  <a:pt x="1139145" y="234812"/>
                </a:lnTo>
                <a:lnTo>
                  <a:pt x="1139599" y="240944"/>
                </a:lnTo>
                <a:lnTo>
                  <a:pt x="1139826" y="247075"/>
                </a:lnTo>
                <a:lnTo>
                  <a:pt x="1139826" y="253434"/>
                </a:lnTo>
                <a:lnTo>
                  <a:pt x="1139599" y="259565"/>
                </a:lnTo>
                <a:lnTo>
                  <a:pt x="1139599" y="265924"/>
                </a:lnTo>
                <a:lnTo>
                  <a:pt x="1139145" y="272509"/>
                </a:lnTo>
                <a:lnTo>
                  <a:pt x="1138690" y="278641"/>
                </a:lnTo>
                <a:lnTo>
                  <a:pt x="1137782" y="284999"/>
                </a:lnTo>
                <a:lnTo>
                  <a:pt x="1136874" y="291358"/>
                </a:lnTo>
                <a:lnTo>
                  <a:pt x="1135738" y="297943"/>
                </a:lnTo>
                <a:lnTo>
                  <a:pt x="1134376" y="304075"/>
                </a:lnTo>
                <a:lnTo>
                  <a:pt x="1133240" y="310433"/>
                </a:lnTo>
                <a:lnTo>
                  <a:pt x="1131651" y="316792"/>
                </a:lnTo>
                <a:lnTo>
                  <a:pt x="1129834" y="323151"/>
                </a:lnTo>
                <a:lnTo>
                  <a:pt x="1128017" y="329282"/>
                </a:lnTo>
                <a:lnTo>
                  <a:pt x="1125973" y="335413"/>
                </a:lnTo>
                <a:lnTo>
                  <a:pt x="1123929" y="341545"/>
                </a:lnTo>
                <a:lnTo>
                  <a:pt x="1121659" y="347449"/>
                </a:lnTo>
                <a:lnTo>
                  <a:pt x="1119161" y="353354"/>
                </a:lnTo>
                <a:lnTo>
                  <a:pt x="1116435" y="359031"/>
                </a:lnTo>
                <a:lnTo>
                  <a:pt x="1113937" y="364708"/>
                </a:lnTo>
                <a:lnTo>
                  <a:pt x="1111212" y="370385"/>
                </a:lnTo>
                <a:lnTo>
                  <a:pt x="1108033" y="375836"/>
                </a:lnTo>
                <a:lnTo>
                  <a:pt x="1104854" y="381286"/>
                </a:lnTo>
                <a:lnTo>
                  <a:pt x="1098495" y="391959"/>
                </a:lnTo>
                <a:lnTo>
                  <a:pt x="1091683" y="401951"/>
                </a:lnTo>
                <a:lnTo>
                  <a:pt x="1083961" y="411716"/>
                </a:lnTo>
                <a:lnTo>
                  <a:pt x="1076240" y="421027"/>
                </a:lnTo>
                <a:lnTo>
                  <a:pt x="1067611" y="430110"/>
                </a:lnTo>
                <a:lnTo>
                  <a:pt x="1058981" y="438513"/>
                </a:lnTo>
                <a:lnTo>
                  <a:pt x="1049898" y="446461"/>
                </a:lnTo>
                <a:lnTo>
                  <a:pt x="1040587" y="454182"/>
                </a:lnTo>
                <a:lnTo>
                  <a:pt x="1030368" y="461449"/>
                </a:lnTo>
                <a:lnTo>
                  <a:pt x="1020376" y="468035"/>
                </a:lnTo>
                <a:lnTo>
                  <a:pt x="1009930" y="474393"/>
                </a:lnTo>
                <a:lnTo>
                  <a:pt x="999257" y="479843"/>
                </a:lnTo>
                <a:lnTo>
                  <a:pt x="988129" y="485066"/>
                </a:lnTo>
                <a:lnTo>
                  <a:pt x="976774" y="489608"/>
                </a:lnTo>
                <a:lnTo>
                  <a:pt x="965420" y="493696"/>
                </a:lnTo>
                <a:lnTo>
                  <a:pt x="953611" y="497102"/>
                </a:lnTo>
                <a:lnTo>
                  <a:pt x="941802" y="500282"/>
                </a:lnTo>
                <a:lnTo>
                  <a:pt x="929767" y="502552"/>
                </a:lnTo>
                <a:lnTo>
                  <a:pt x="917504" y="504369"/>
                </a:lnTo>
                <a:lnTo>
                  <a:pt x="905241" y="505505"/>
                </a:lnTo>
                <a:lnTo>
                  <a:pt x="898882" y="505959"/>
                </a:lnTo>
                <a:lnTo>
                  <a:pt x="892751" y="506186"/>
                </a:lnTo>
                <a:lnTo>
                  <a:pt x="886392" y="506413"/>
                </a:lnTo>
                <a:lnTo>
                  <a:pt x="880261" y="506186"/>
                </a:lnTo>
                <a:lnTo>
                  <a:pt x="873902" y="505959"/>
                </a:lnTo>
                <a:lnTo>
                  <a:pt x="867317" y="505505"/>
                </a:lnTo>
                <a:lnTo>
                  <a:pt x="861185" y="504823"/>
                </a:lnTo>
                <a:lnTo>
                  <a:pt x="854827" y="504369"/>
                </a:lnTo>
                <a:lnTo>
                  <a:pt x="848468" y="503234"/>
                </a:lnTo>
                <a:lnTo>
                  <a:pt x="841882" y="502325"/>
                </a:lnTo>
                <a:lnTo>
                  <a:pt x="835751" y="500963"/>
                </a:lnTo>
                <a:lnTo>
                  <a:pt x="829392" y="499600"/>
                </a:lnTo>
                <a:lnTo>
                  <a:pt x="823034" y="498238"/>
                </a:lnTo>
                <a:lnTo>
                  <a:pt x="816902" y="496421"/>
                </a:lnTo>
                <a:lnTo>
                  <a:pt x="810317" y="494604"/>
                </a:lnTo>
                <a:lnTo>
                  <a:pt x="804412" y="492560"/>
                </a:lnTo>
                <a:lnTo>
                  <a:pt x="798281" y="490290"/>
                </a:lnTo>
                <a:lnTo>
                  <a:pt x="792377" y="488246"/>
                </a:lnTo>
                <a:lnTo>
                  <a:pt x="786472" y="485521"/>
                </a:lnTo>
                <a:lnTo>
                  <a:pt x="780795" y="483023"/>
                </a:lnTo>
                <a:lnTo>
                  <a:pt x="775118" y="480525"/>
                </a:lnTo>
                <a:lnTo>
                  <a:pt x="769667" y="477572"/>
                </a:lnTo>
                <a:lnTo>
                  <a:pt x="763990" y="474620"/>
                </a:lnTo>
                <a:lnTo>
                  <a:pt x="758540" y="471441"/>
                </a:lnTo>
                <a:lnTo>
                  <a:pt x="753317" y="468489"/>
                </a:lnTo>
                <a:lnTo>
                  <a:pt x="748094" y="465082"/>
                </a:lnTo>
                <a:lnTo>
                  <a:pt x="737875" y="457816"/>
                </a:lnTo>
                <a:lnTo>
                  <a:pt x="728337" y="450322"/>
                </a:lnTo>
                <a:lnTo>
                  <a:pt x="718799" y="442373"/>
                </a:lnTo>
                <a:lnTo>
                  <a:pt x="709715" y="434198"/>
                </a:lnTo>
                <a:lnTo>
                  <a:pt x="701313" y="425569"/>
                </a:lnTo>
                <a:lnTo>
                  <a:pt x="693365" y="416258"/>
                </a:lnTo>
                <a:lnTo>
                  <a:pt x="685644" y="406720"/>
                </a:lnTo>
                <a:lnTo>
                  <a:pt x="678377" y="396955"/>
                </a:lnTo>
                <a:lnTo>
                  <a:pt x="671791" y="386736"/>
                </a:lnTo>
                <a:lnTo>
                  <a:pt x="665660" y="376517"/>
                </a:lnTo>
                <a:lnTo>
                  <a:pt x="659983" y="365617"/>
                </a:lnTo>
                <a:lnTo>
                  <a:pt x="654759" y="354716"/>
                </a:lnTo>
                <a:lnTo>
                  <a:pt x="650218" y="343362"/>
                </a:lnTo>
                <a:lnTo>
                  <a:pt x="646130" y="331780"/>
                </a:lnTo>
                <a:lnTo>
                  <a:pt x="642724" y="320198"/>
                </a:lnTo>
                <a:lnTo>
                  <a:pt x="639544" y="308163"/>
                </a:lnTo>
                <a:lnTo>
                  <a:pt x="637273" y="296127"/>
                </a:lnTo>
                <a:lnTo>
                  <a:pt x="635457" y="284091"/>
                </a:lnTo>
                <a:lnTo>
                  <a:pt x="634321" y="271601"/>
                </a:lnTo>
                <a:lnTo>
                  <a:pt x="633867" y="265469"/>
                </a:lnTo>
                <a:lnTo>
                  <a:pt x="633640" y="259111"/>
                </a:lnTo>
                <a:lnTo>
                  <a:pt x="633413" y="252979"/>
                </a:lnTo>
                <a:lnTo>
                  <a:pt x="633640" y="246621"/>
                </a:lnTo>
                <a:lnTo>
                  <a:pt x="633867" y="240262"/>
                </a:lnTo>
                <a:lnTo>
                  <a:pt x="634321" y="233904"/>
                </a:lnTo>
                <a:lnTo>
                  <a:pt x="635003" y="227545"/>
                </a:lnTo>
                <a:lnTo>
                  <a:pt x="635457" y="221414"/>
                </a:lnTo>
                <a:lnTo>
                  <a:pt x="636592" y="214828"/>
                </a:lnTo>
                <a:lnTo>
                  <a:pt x="637501" y="208470"/>
                </a:lnTo>
                <a:lnTo>
                  <a:pt x="638863" y="202111"/>
                </a:lnTo>
                <a:lnTo>
                  <a:pt x="640226" y="195752"/>
                </a:lnTo>
                <a:lnTo>
                  <a:pt x="641588" y="189621"/>
                </a:lnTo>
                <a:lnTo>
                  <a:pt x="643405" y="183035"/>
                </a:lnTo>
                <a:lnTo>
                  <a:pt x="645222" y="176904"/>
                </a:lnTo>
                <a:lnTo>
                  <a:pt x="647265" y="170772"/>
                </a:lnTo>
                <a:lnTo>
                  <a:pt x="649309" y="164868"/>
                </a:lnTo>
                <a:lnTo>
                  <a:pt x="651807" y="158964"/>
                </a:lnTo>
                <a:lnTo>
                  <a:pt x="654305" y="153059"/>
                </a:lnTo>
                <a:lnTo>
                  <a:pt x="656803" y="147155"/>
                </a:lnTo>
                <a:lnTo>
                  <a:pt x="659301" y="141478"/>
                </a:lnTo>
                <a:lnTo>
                  <a:pt x="662253" y="135800"/>
                </a:lnTo>
                <a:lnTo>
                  <a:pt x="665206" y="130350"/>
                </a:lnTo>
                <a:lnTo>
                  <a:pt x="668385" y="125127"/>
                </a:lnTo>
                <a:lnTo>
                  <a:pt x="674743" y="114454"/>
                </a:lnTo>
                <a:lnTo>
                  <a:pt x="682010" y="104235"/>
                </a:lnTo>
                <a:lnTo>
                  <a:pt x="689504" y="94470"/>
                </a:lnTo>
                <a:lnTo>
                  <a:pt x="697453" y="85159"/>
                </a:lnTo>
                <a:lnTo>
                  <a:pt x="705628" y="76303"/>
                </a:lnTo>
                <a:lnTo>
                  <a:pt x="714257" y="67900"/>
                </a:lnTo>
                <a:lnTo>
                  <a:pt x="723568" y="59498"/>
                </a:lnTo>
                <a:lnTo>
                  <a:pt x="733106" y="52231"/>
                </a:lnTo>
                <a:lnTo>
                  <a:pt x="742871" y="44964"/>
                </a:lnTo>
                <a:lnTo>
                  <a:pt x="753090" y="38151"/>
                </a:lnTo>
                <a:lnTo>
                  <a:pt x="763309" y="32020"/>
                </a:lnTo>
                <a:lnTo>
                  <a:pt x="774209" y="26343"/>
                </a:lnTo>
                <a:lnTo>
                  <a:pt x="785337" y="21347"/>
                </a:lnTo>
                <a:lnTo>
                  <a:pt x="796464" y="16578"/>
                </a:lnTo>
                <a:lnTo>
                  <a:pt x="808046" y="12490"/>
                </a:lnTo>
                <a:lnTo>
                  <a:pt x="819628" y="9084"/>
                </a:lnTo>
                <a:lnTo>
                  <a:pt x="831663" y="6131"/>
                </a:lnTo>
                <a:lnTo>
                  <a:pt x="843699" y="3633"/>
                </a:lnTo>
                <a:lnTo>
                  <a:pt x="855962" y="1817"/>
                </a:lnTo>
                <a:lnTo>
                  <a:pt x="868225" y="681"/>
                </a:lnTo>
                <a:lnTo>
                  <a:pt x="874356" y="227"/>
                </a:lnTo>
                <a:lnTo>
                  <a:pt x="880715" y="0"/>
                </a:lnTo>
                <a:close/>
              </a:path>
            </a:pathLst>
          </a:custGeom>
          <a:solidFill>
            <a:srgbClr val="E3E1E2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546390" y="3226300"/>
            <a:ext cx="1715034" cy="1714951"/>
            <a:chOff x="2022336" y="1965168"/>
            <a:chExt cx="1715034" cy="1714951"/>
          </a:xfrm>
          <a:solidFill>
            <a:srgbClr val="FAC2AE"/>
          </a:solidFill>
        </p:grpSpPr>
        <p:sp>
          <p:nvSpPr>
            <p:cNvPr id="136" name="齿轮"/>
            <p:cNvSpPr/>
            <p:nvPr/>
          </p:nvSpPr>
          <p:spPr bwMode="auto">
            <a:xfrm>
              <a:off x="2022336" y="1965168"/>
              <a:ext cx="1715034" cy="1714951"/>
            </a:xfrm>
            <a:custGeom>
              <a:avLst/>
              <a:gdLst>
                <a:gd name="T0" fmla="*/ 2147483646 w 4408"/>
                <a:gd name="T1" fmla="*/ 2147483646 h 4408"/>
                <a:gd name="T2" fmla="*/ 2147483646 w 4408"/>
                <a:gd name="T3" fmla="*/ 2147483646 h 4408"/>
                <a:gd name="T4" fmla="*/ 2147483646 w 4408"/>
                <a:gd name="T5" fmla="*/ 2147483646 h 4408"/>
                <a:gd name="T6" fmla="*/ 2147483646 w 4408"/>
                <a:gd name="T7" fmla="*/ 2147483646 h 4408"/>
                <a:gd name="T8" fmla="*/ 2147483646 w 4408"/>
                <a:gd name="T9" fmla="*/ 2147483646 h 4408"/>
                <a:gd name="T10" fmla="*/ 2147483646 w 4408"/>
                <a:gd name="T11" fmla="*/ 2147483646 h 4408"/>
                <a:gd name="T12" fmla="*/ 2147483646 w 4408"/>
                <a:gd name="T13" fmla="*/ 2147483646 h 4408"/>
                <a:gd name="T14" fmla="*/ 2147483646 w 4408"/>
                <a:gd name="T15" fmla="*/ 2147483646 h 4408"/>
                <a:gd name="T16" fmla="*/ 2147483646 w 4408"/>
                <a:gd name="T17" fmla="*/ 2147483646 h 4408"/>
                <a:gd name="T18" fmla="*/ 2147483646 w 4408"/>
                <a:gd name="T19" fmla="*/ 2147483646 h 4408"/>
                <a:gd name="T20" fmla="*/ 2147483646 w 4408"/>
                <a:gd name="T21" fmla="*/ 564979005 h 4408"/>
                <a:gd name="T22" fmla="*/ 2147483646 w 4408"/>
                <a:gd name="T23" fmla="*/ 2147483646 h 4408"/>
                <a:gd name="T24" fmla="*/ 2147483646 w 4408"/>
                <a:gd name="T25" fmla="*/ 2147483646 h 4408"/>
                <a:gd name="T26" fmla="*/ 2147483646 w 4408"/>
                <a:gd name="T27" fmla="*/ 2147483646 h 4408"/>
                <a:gd name="T28" fmla="*/ 2147483646 w 4408"/>
                <a:gd name="T29" fmla="*/ 2147483646 h 4408"/>
                <a:gd name="T30" fmla="*/ 2147483646 w 4408"/>
                <a:gd name="T31" fmla="*/ 2147483646 h 4408"/>
                <a:gd name="T32" fmla="*/ 2147483646 w 4408"/>
                <a:gd name="T33" fmla="*/ 2147483646 h 4408"/>
                <a:gd name="T34" fmla="*/ 2147483646 w 4408"/>
                <a:gd name="T35" fmla="*/ 2147483646 h 4408"/>
                <a:gd name="T36" fmla="*/ 2147483646 w 4408"/>
                <a:gd name="T37" fmla="*/ 2147483646 h 4408"/>
                <a:gd name="T38" fmla="*/ 2147483646 w 4408"/>
                <a:gd name="T39" fmla="*/ 2147483646 h 4408"/>
                <a:gd name="T40" fmla="*/ 2147483646 w 4408"/>
                <a:gd name="T41" fmla="*/ 2147483646 h 4408"/>
                <a:gd name="T42" fmla="*/ 2147483646 w 4408"/>
                <a:gd name="T43" fmla="*/ 2147483646 h 4408"/>
                <a:gd name="T44" fmla="*/ 642768528 w 4408"/>
                <a:gd name="T45" fmla="*/ 2147483646 h 4408"/>
                <a:gd name="T46" fmla="*/ 2147483646 w 4408"/>
                <a:gd name="T47" fmla="*/ 2147483646 h 4408"/>
                <a:gd name="T48" fmla="*/ 2147483646 w 4408"/>
                <a:gd name="T49" fmla="*/ 2147483646 h 4408"/>
                <a:gd name="T50" fmla="*/ 2147483646 w 4408"/>
                <a:gd name="T51" fmla="*/ 2147483646 h 4408"/>
                <a:gd name="T52" fmla="*/ 2147483646 w 4408"/>
                <a:gd name="T53" fmla="*/ 2147483646 h 4408"/>
                <a:gd name="T54" fmla="*/ 2147483646 w 4408"/>
                <a:gd name="T55" fmla="*/ 2147483646 h 4408"/>
                <a:gd name="T56" fmla="*/ 2147483646 w 4408"/>
                <a:gd name="T57" fmla="*/ 2147483646 h 4408"/>
                <a:gd name="T58" fmla="*/ 2147483646 w 4408"/>
                <a:gd name="T59" fmla="*/ 2147483646 h 4408"/>
                <a:gd name="T60" fmla="*/ 2147483646 w 4408"/>
                <a:gd name="T61" fmla="*/ 2147483646 h 4408"/>
                <a:gd name="T62" fmla="*/ 2147483646 w 4408"/>
                <a:gd name="T63" fmla="*/ 2147483646 h 4408"/>
                <a:gd name="T64" fmla="*/ 2147483646 w 4408"/>
                <a:gd name="T65" fmla="*/ 2147483646 h 4408"/>
                <a:gd name="T66" fmla="*/ 2147483646 w 4408"/>
                <a:gd name="T67" fmla="*/ 2147483646 h 4408"/>
                <a:gd name="T68" fmla="*/ 2147483646 w 4408"/>
                <a:gd name="T69" fmla="*/ 2147483646 h 4408"/>
                <a:gd name="T70" fmla="*/ 2147483646 w 4408"/>
                <a:gd name="T71" fmla="*/ 2147483646 h 4408"/>
                <a:gd name="T72" fmla="*/ 2147483646 w 4408"/>
                <a:gd name="T73" fmla="*/ 2147483646 h 4408"/>
                <a:gd name="T74" fmla="*/ 2147483646 w 4408"/>
                <a:gd name="T75" fmla="*/ 2147483646 h 4408"/>
                <a:gd name="T76" fmla="*/ 2147483646 w 4408"/>
                <a:gd name="T77" fmla="*/ 2147483646 h 4408"/>
                <a:gd name="T78" fmla="*/ 2147483646 w 4408"/>
                <a:gd name="T79" fmla="*/ 2147483646 h 4408"/>
                <a:gd name="T80" fmla="*/ 2147483646 w 4408"/>
                <a:gd name="T81" fmla="*/ 2147483646 h 4408"/>
                <a:gd name="T82" fmla="*/ 2147483646 w 4408"/>
                <a:gd name="T83" fmla="*/ 2147483646 h 4408"/>
                <a:gd name="T84" fmla="*/ 2147483646 w 4408"/>
                <a:gd name="T85" fmla="*/ 2147483646 h 4408"/>
                <a:gd name="T86" fmla="*/ 2147483646 w 4408"/>
                <a:gd name="T87" fmla="*/ 2147483646 h 4408"/>
                <a:gd name="T88" fmla="*/ 2147483646 w 4408"/>
                <a:gd name="T89" fmla="*/ 2147483646 h 4408"/>
                <a:gd name="T90" fmla="*/ 2147483646 w 4408"/>
                <a:gd name="T91" fmla="*/ 2147483646 h 4408"/>
                <a:gd name="T92" fmla="*/ 2147483646 w 4408"/>
                <a:gd name="T93" fmla="*/ 2147483646 h 4408"/>
                <a:gd name="T94" fmla="*/ 2147483646 w 4408"/>
                <a:gd name="T95" fmla="*/ 2147483646 h 4408"/>
                <a:gd name="T96" fmla="*/ 2147483646 w 4408"/>
                <a:gd name="T97" fmla="*/ 2147483646 h 4408"/>
                <a:gd name="T98" fmla="*/ 2147483646 w 4408"/>
                <a:gd name="T99" fmla="*/ 2147483646 h 4408"/>
                <a:gd name="T100" fmla="*/ 2147483646 w 4408"/>
                <a:gd name="T101" fmla="*/ 2147483646 h 4408"/>
                <a:gd name="T102" fmla="*/ 2147483646 w 4408"/>
                <a:gd name="T103" fmla="*/ 2147483646 h 4408"/>
                <a:gd name="T104" fmla="*/ 2147483646 w 4408"/>
                <a:gd name="T105" fmla="*/ 2147483646 h 4408"/>
                <a:gd name="T106" fmla="*/ 2147483646 w 4408"/>
                <a:gd name="T107" fmla="*/ 2147483646 h 4408"/>
                <a:gd name="T108" fmla="*/ 2147483646 w 4408"/>
                <a:gd name="T109" fmla="*/ 2147483646 h 4408"/>
                <a:gd name="T110" fmla="*/ 2147483646 w 4408"/>
                <a:gd name="T111" fmla="*/ 2147483646 h 4408"/>
                <a:gd name="T112" fmla="*/ 2147483646 w 4408"/>
                <a:gd name="T113" fmla="*/ 2147483646 h 4408"/>
                <a:gd name="T114" fmla="*/ 2147483646 w 4408"/>
                <a:gd name="T115" fmla="*/ 2147483646 h 4408"/>
                <a:gd name="T116" fmla="*/ 2147483646 w 4408"/>
                <a:gd name="T117" fmla="*/ 2147483646 h 440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408" h="4408">
                  <a:moveTo>
                    <a:pt x="4239" y="1864"/>
                  </a:moveTo>
                  <a:lnTo>
                    <a:pt x="4036" y="1864"/>
                  </a:lnTo>
                  <a:lnTo>
                    <a:pt x="4018" y="1864"/>
                  </a:lnTo>
                  <a:lnTo>
                    <a:pt x="4001" y="1861"/>
                  </a:lnTo>
                  <a:lnTo>
                    <a:pt x="3983" y="1857"/>
                  </a:lnTo>
                  <a:lnTo>
                    <a:pt x="3966" y="1852"/>
                  </a:lnTo>
                  <a:lnTo>
                    <a:pt x="3949" y="1845"/>
                  </a:lnTo>
                  <a:lnTo>
                    <a:pt x="3933" y="1837"/>
                  </a:lnTo>
                  <a:lnTo>
                    <a:pt x="3916" y="1828"/>
                  </a:lnTo>
                  <a:lnTo>
                    <a:pt x="3901" y="1818"/>
                  </a:lnTo>
                  <a:lnTo>
                    <a:pt x="3887" y="1806"/>
                  </a:lnTo>
                  <a:lnTo>
                    <a:pt x="3873" y="1793"/>
                  </a:lnTo>
                  <a:lnTo>
                    <a:pt x="3861" y="1780"/>
                  </a:lnTo>
                  <a:lnTo>
                    <a:pt x="3848" y="1766"/>
                  </a:lnTo>
                  <a:lnTo>
                    <a:pt x="3838" y="1751"/>
                  </a:lnTo>
                  <a:lnTo>
                    <a:pt x="3829" y="1736"/>
                  </a:lnTo>
                  <a:lnTo>
                    <a:pt x="3822" y="1719"/>
                  </a:lnTo>
                  <a:lnTo>
                    <a:pt x="3816" y="1703"/>
                  </a:lnTo>
                  <a:lnTo>
                    <a:pt x="3699" y="1419"/>
                  </a:lnTo>
                  <a:lnTo>
                    <a:pt x="3691" y="1403"/>
                  </a:lnTo>
                  <a:lnTo>
                    <a:pt x="3685" y="1387"/>
                  </a:lnTo>
                  <a:lnTo>
                    <a:pt x="3680" y="1369"/>
                  </a:lnTo>
                  <a:lnTo>
                    <a:pt x="3677" y="1351"/>
                  </a:lnTo>
                  <a:lnTo>
                    <a:pt x="3675" y="1333"/>
                  </a:lnTo>
                  <a:lnTo>
                    <a:pt x="3675" y="1315"/>
                  </a:lnTo>
                  <a:lnTo>
                    <a:pt x="3675" y="1296"/>
                  </a:lnTo>
                  <a:lnTo>
                    <a:pt x="3678" y="1278"/>
                  </a:lnTo>
                  <a:lnTo>
                    <a:pt x="3681" y="1260"/>
                  </a:lnTo>
                  <a:lnTo>
                    <a:pt x="3685" y="1242"/>
                  </a:lnTo>
                  <a:lnTo>
                    <a:pt x="3691" y="1224"/>
                  </a:lnTo>
                  <a:lnTo>
                    <a:pt x="3698" y="1208"/>
                  </a:lnTo>
                  <a:lnTo>
                    <a:pt x="3706" y="1192"/>
                  </a:lnTo>
                  <a:lnTo>
                    <a:pt x="3717" y="1177"/>
                  </a:lnTo>
                  <a:lnTo>
                    <a:pt x="3727" y="1162"/>
                  </a:lnTo>
                  <a:lnTo>
                    <a:pt x="3739" y="1149"/>
                  </a:lnTo>
                  <a:lnTo>
                    <a:pt x="3883" y="1005"/>
                  </a:lnTo>
                  <a:lnTo>
                    <a:pt x="3895" y="992"/>
                  </a:lnTo>
                  <a:lnTo>
                    <a:pt x="3904" y="979"/>
                  </a:lnTo>
                  <a:lnTo>
                    <a:pt x="3913" y="965"/>
                  </a:lnTo>
                  <a:lnTo>
                    <a:pt x="3920" y="949"/>
                  </a:lnTo>
                  <a:lnTo>
                    <a:pt x="3926" y="933"/>
                  </a:lnTo>
                  <a:lnTo>
                    <a:pt x="3930" y="918"/>
                  </a:lnTo>
                  <a:lnTo>
                    <a:pt x="3932" y="902"/>
                  </a:lnTo>
                  <a:lnTo>
                    <a:pt x="3933" y="886"/>
                  </a:lnTo>
                  <a:lnTo>
                    <a:pt x="3932" y="869"/>
                  </a:lnTo>
                  <a:lnTo>
                    <a:pt x="3930" y="853"/>
                  </a:lnTo>
                  <a:lnTo>
                    <a:pt x="3926" y="837"/>
                  </a:lnTo>
                  <a:lnTo>
                    <a:pt x="3920" y="822"/>
                  </a:lnTo>
                  <a:lnTo>
                    <a:pt x="3913" y="806"/>
                  </a:lnTo>
                  <a:lnTo>
                    <a:pt x="3904" y="792"/>
                  </a:lnTo>
                  <a:lnTo>
                    <a:pt x="3895" y="778"/>
                  </a:lnTo>
                  <a:lnTo>
                    <a:pt x="3883" y="765"/>
                  </a:lnTo>
                  <a:lnTo>
                    <a:pt x="3643" y="525"/>
                  </a:lnTo>
                  <a:lnTo>
                    <a:pt x="3630" y="514"/>
                  </a:lnTo>
                  <a:lnTo>
                    <a:pt x="3616" y="504"/>
                  </a:lnTo>
                  <a:lnTo>
                    <a:pt x="3602" y="495"/>
                  </a:lnTo>
                  <a:lnTo>
                    <a:pt x="3587" y="489"/>
                  </a:lnTo>
                  <a:lnTo>
                    <a:pt x="3572" y="483"/>
                  </a:lnTo>
                  <a:lnTo>
                    <a:pt x="3555" y="479"/>
                  </a:lnTo>
                  <a:lnTo>
                    <a:pt x="3539" y="477"/>
                  </a:lnTo>
                  <a:lnTo>
                    <a:pt x="3523" y="476"/>
                  </a:lnTo>
                  <a:lnTo>
                    <a:pt x="3507" y="477"/>
                  </a:lnTo>
                  <a:lnTo>
                    <a:pt x="3490" y="479"/>
                  </a:lnTo>
                  <a:lnTo>
                    <a:pt x="3474" y="483"/>
                  </a:lnTo>
                  <a:lnTo>
                    <a:pt x="3459" y="489"/>
                  </a:lnTo>
                  <a:lnTo>
                    <a:pt x="3444" y="495"/>
                  </a:lnTo>
                  <a:lnTo>
                    <a:pt x="3430" y="504"/>
                  </a:lnTo>
                  <a:lnTo>
                    <a:pt x="3415" y="514"/>
                  </a:lnTo>
                  <a:lnTo>
                    <a:pt x="3403" y="525"/>
                  </a:lnTo>
                  <a:lnTo>
                    <a:pt x="3259" y="669"/>
                  </a:lnTo>
                  <a:lnTo>
                    <a:pt x="3246" y="682"/>
                  </a:lnTo>
                  <a:lnTo>
                    <a:pt x="3232" y="692"/>
                  </a:lnTo>
                  <a:lnTo>
                    <a:pt x="3217" y="702"/>
                  </a:lnTo>
                  <a:lnTo>
                    <a:pt x="3200" y="710"/>
                  </a:lnTo>
                  <a:lnTo>
                    <a:pt x="3183" y="717"/>
                  </a:lnTo>
                  <a:lnTo>
                    <a:pt x="3166" y="723"/>
                  </a:lnTo>
                  <a:lnTo>
                    <a:pt x="3149" y="727"/>
                  </a:lnTo>
                  <a:lnTo>
                    <a:pt x="3130" y="731"/>
                  </a:lnTo>
                  <a:lnTo>
                    <a:pt x="3112" y="733"/>
                  </a:lnTo>
                  <a:lnTo>
                    <a:pt x="3093" y="733"/>
                  </a:lnTo>
                  <a:lnTo>
                    <a:pt x="3075" y="733"/>
                  </a:lnTo>
                  <a:lnTo>
                    <a:pt x="3056" y="731"/>
                  </a:lnTo>
                  <a:lnTo>
                    <a:pt x="3039" y="728"/>
                  </a:lnTo>
                  <a:lnTo>
                    <a:pt x="3022" y="723"/>
                  </a:lnTo>
                  <a:lnTo>
                    <a:pt x="3005" y="717"/>
                  </a:lnTo>
                  <a:lnTo>
                    <a:pt x="2989" y="710"/>
                  </a:lnTo>
                  <a:lnTo>
                    <a:pt x="2705" y="592"/>
                  </a:lnTo>
                  <a:lnTo>
                    <a:pt x="2689" y="587"/>
                  </a:lnTo>
                  <a:lnTo>
                    <a:pt x="2673" y="579"/>
                  </a:lnTo>
                  <a:lnTo>
                    <a:pt x="2658" y="570"/>
                  </a:lnTo>
                  <a:lnTo>
                    <a:pt x="2642" y="560"/>
                  </a:lnTo>
                  <a:lnTo>
                    <a:pt x="2628" y="549"/>
                  </a:lnTo>
                  <a:lnTo>
                    <a:pt x="2615" y="536"/>
                  </a:lnTo>
                  <a:lnTo>
                    <a:pt x="2603" y="522"/>
                  </a:lnTo>
                  <a:lnTo>
                    <a:pt x="2591" y="507"/>
                  </a:lnTo>
                  <a:lnTo>
                    <a:pt x="2581" y="492"/>
                  </a:lnTo>
                  <a:lnTo>
                    <a:pt x="2571" y="476"/>
                  </a:lnTo>
                  <a:lnTo>
                    <a:pt x="2563" y="460"/>
                  </a:lnTo>
                  <a:lnTo>
                    <a:pt x="2556" y="442"/>
                  </a:lnTo>
                  <a:lnTo>
                    <a:pt x="2551" y="425"/>
                  </a:lnTo>
                  <a:lnTo>
                    <a:pt x="2547" y="408"/>
                  </a:lnTo>
                  <a:lnTo>
                    <a:pt x="2544" y="391"/>
                  </a:lnTo>
                  <a:lnTo>
                    <a:pt x="2543" y="373"/>
                  </a:lnTo>
                  <a:lnTo>
                    <a:pt x="2543" y="169"/>
                  </a:lnTo>
                  <a:lnTo>
                    <a:pt x="2543" y="152"/>
                  </a:lnTo>
                  <a:lnTo>
                    <a:pt x="2540" y="135"/>
                  </a:lnTo>
                  <a:lnTo>
                    <a:pt x="2536" y="119"/>
                  </a:lnTo>
                  <a:lnTo>
                    <a:pt x="2530" y="103"/>
                  </a:lnTo>
                  <a:lnTo>
                    <a:pt x="2523" y="88"/>
                  </a:lnTo>
                  <a:lnTo>
                    <a:pt x="2515" y="75"/>
                  </a:lnTo>
                  <a:lnTo>
                    <a:pt x="2505" y="62"/>
                  </a:lnTo>
                  <a:lnTo>
                    <a:pt x="2493" y="50"/>
                  </a:lnTo>
                  <a:lnTo>
                    <a:pt x="2481" y="39"/>
                  </a:lnTo>
                  <a:lnTo>
                    <a:pt x="2469" y="28"/>
                  </a:lnTo>
                  <a:lnTo>
                    <a:pt x="2455" y="20"/>
                  </a:lnTo>
                  <a:lnTo>
                    <a:pt x="2440" y="13"/>
                  </a:lnTo>
                  <a:lnTo>
                    <a:pt x="2424" y="7"/>
                  </a:lnTo>
                  <a:lnTo>
                    <a:pt x="2408" y="3"/>
                  </a:lnTo>
                  <a:lnTo>
                    <a:pt x="2391" y="1"/>
                  </a:lnTo>
                  <a:lnTo>
                    <a:pt x="2374" y="0"/>
                  </a:lnTo>
                  <a:lnTo>
                    <a:pt x="2035" y="0"/>
                  </a:lnTo>
                  <a:lnTo>
                    <a:pt x="2018" y="1"/>
                  </a:lnTo>
                  <a:lnTo>
                    <a:pt x="2001" y="3"/>
                  </a:lnTo>
                  <a:lnTo>
                    <a:pt x="1985" y="7"/>
                  </a:lnTo>
                  <a:lnTo>
                    <a:pt x="1969" y="13"/>
                  </a:lnTo>
                  <a:lnTo>
                    <a:pt x="1955" y="20"/>
                  </a:lnTo>
                  <a:lnTo>
                    <a:pt x="1941" y="28"/>
                  </a:lnTo>
                  <a:lnTo>
                    <a:pt x="1927" y="39"/>
                  </a:lnTo>
                  <a:lnTo>
                    <a:pt x="1915" y="50"/>
                  </a:lnTo>
                  <a:lnTo>
                    <a:pt x="1904" y="62"/>
                  </a:lnTo>
                  <a:lnTo>
                    <a:pt x="1894" y="75"/>
                  </a:lnTo>
                  <a:lnTo>
                    <a:pt x="1886" y="88"/>
                  </a:lnTo>
                  <a:lnTo>
                    <a:pt x="1879" y="103"/>
                  </a:lnTo>
                  <a:lnTo>
                    <a:pt x="1873" y="119"/>
                  </a:lnTo>
                  <a:lnTo>
                    <a:pt x="1869" y="135"/>
                  </a:lnTo>
                  <a:lnTo>
                    <a:pt x="1867" y="152"/>
                  </a:lnTo>
                  <a:lnTo>
                    <a:pt x="1866" y="169"/>
                  </a:lnTo>
                  <a:lnTo>
                    <a:pt x="1866" y="373"/>
                  </a:lnTo>
                  <a:lnTo>
                    <a:pt x="1864" y="391"/>
                  </a:lnTo>
                  <a:lnTo>
                    <a:pt x="1861" y="408"/>
                  </a:lnTo>
                  <a:lnTo>
                    <a:pt x="1858" y="425"/>
                  </a:lnTo>
                  <a:lnTo>
                    <a:pt x="1852" y="442"/>
                  </a:lnTo>
                  <a:lnTo>
                    <a:pt x="1845" y="460"/>
                  </a:lnTo>
                  <a:lnTo>
                    <a:pt x="1837" y="476"/>
                  </a:lnTo>
                  <a:lnTo>
                    <a:pt x="1828" y="492"/>
                  </a:lnTo>
                  <a:lnTo>
                    <a:pt x="1818" y="507"/>
                  </a:lnTo>
                  <a:lnTo>
                    <a:pt x="1807" y="522"/>
                  </a:lnTo>
                  <a:lnTo>
                    <a:pt x="1793" y="536"/>
                  </a:lnTo>
                  <a:lnTo>
                    <a:pt x="1780" y="549"/>
                  </a:lnTo>
                  <a:lnTo>
                    <a:pt x="1766" y="560"/>
                  </a:lnTo>
                  <a:lnTo>
                    <a:pt x="1751" y="570"/>
                  </a:lnTo>
                  <a:lnTo>
                    <a:pt x="1736" y="579"/>
                  </a:lnTo>
                  <a:lnTo>
                    <a:pt x="1719" y="587"/>
                  </a:lnTo>
                  <a:lnTo>
                    <a:pt x="1703" y="592"/>
                  </a:lnTo>
                  <a:lnTo>
                    <a:pt x="1419" y="710"/>
                  </a:lnTo>
                  <a:lnTo>
                    <a:pt x="1404" y="717"/>
                  </a:lnTo>
                  <a:lnTo>
                    <a:pt x="1387" y="723"/>
                  </a:lnTo>
                  <a:lnTo>
                    <a:pt x="1370" y="728"/>
                  </a:lnTo>
                  <a:lnTo>
                    <a:pt x="1352" y="731"/>
                  </a:lnTo>
                  <a:lnTo>
                    <a:pt x="1334" y="733"/>
                  </a:lnTo>
                  <a:lnTo>
                    <a:pt x="1316" y="733"/>
                  </a:lnTo>
                  <a:lnTo>
                    <a:pt x="1297" y="733"/>
                  </a:lnTo>
                  <a:lnTo>
                    <a:pt x="1278" y="731"/>
                  </a:lnTo>
                  <a:lnTo>
                    <a:pt x="1261" y="727"/>
                  </a:lnTo>
                  <a:lnTo>
                    <a:pt x="1243" y="723"/>
                  </a:lnTo>
                  <a:lnTo>
                    <a:pt x="1225" y="717"/>
                  </a:lnTo>
                  <a:lnTo>
                    <a:pt x="1208" y="710"/>
                  </a:lnTo>
                  <a:lnTo>
                    <a:pt x="1193" y="702"/>
                  </a:lnTo>
                  <a:lnTo>
                    <a:pt x="1178" y="692"/>
                  </a:lnTo>
                  <a:lnTo>
                    <a:pt x="1164" y="682"/>
                  </a:lnTo>
                  <a:lnTo>
                    <a:pt x="1150" y="669"/>
                  </a:lnTo>
                  <a:lnTo>
                    <a:pt x="1005" y="525"/>
                  </a:lnTo>
                  <a:lnTo>
                    <a:pt x="993" y="514"/>
                  </a:lnTo>
                  <a:lnTo>
                    <a:pt x="979" y="504"/>
                  </a:lnTo>
                  <a:lnTo>
                    <a:pt x="965" y="495"/>
                  </a:lnTo>
                  <a:lnTo>
                    <a:pt x="950" y="489"/>
                  </a:lnTo>
                  <a:lnTo>
                    <a:pt x="934" y="483"/>
                  </a:lnTo>
                  <a:lnTo>
                    <a:pt x="918" y="479"/>
                  </a:lnTo>
                  <a:lnTo>
                    <a:pt x="902" y="477"/>
                  </a:lnTo>
                  <a:lnTo>
                    <a:pt x="886" y="476"/>
                  </a:lnTo>
                  <a:lnTo>
                    <a:pt x="869" y="477"/>
                  </a:lnTo>
                  <a:lnTo>
                    <a:pt x="853" y="479"/>
                  </a:lnTo>
                  <a:lnTo>
                    <a:pt x="837" y="483"/>
                  </a:lnTo>
                  <a:lnTo>
                    <a:pt x="822" y="489"/>
                  </a:lnTo>
                  <a:lnTo>
                    <a:pt x="807" y="495"/>
                  </a:lnTo>
                  <a:lnTo>
                    <a:pt x="792" y="504"/>
                  </a:lnTo>
                  <a:lnTo>
                    <a:pt x="779" y="514"/>
                  </a:lnTo>
                  <a:lnTo>
                    <a:pt x="766" y="525"/>
                  </a:lnTo>
                  <a:lnTo>
                    <a:pt x="527" y="765"/>
                  </a:lnTo>
                  <a:lnTo>
                    <a:pt x="514" y="778"/>
                  </a:lnTo>
                  <a:lnTo>
                    <a:pt x="504" y="792"/>
                  </a:lnTo>
                  <a:lnTo>
                    <a:pt x="496" y="806"/>
                  </a:lnTo>
                  <a:lnTo>
                    <a:pt x="489" y="822"/>
                  </a:lnTo>
                  <a:lnTo>
                    <a:pt x="484" y="837"/>
                  </a:lnTo>
                  <a:lnTo>
                    <a:pt x="480" y="853"/>
                  </a:lnTo>
                  <a:lnTo>
                    <a:pt x="477" y="869"/>
                  </a:lnTo>
                  <a:lnTo>
                    <a:pt x="477" y="886"/>
                  </a:lnTo>
                  <a:lnTo>
                    <a:pt x="477" y="902"/>
                  </a:lnTo>
                  <a:lnTo>
                    <a:pt x="480" y="918"/>
                  </a:lnTo>
                  <a:lnTo>
                    <a:pt x="484" y="933"/>
                  </a:lnTo>
                  <a:lnTo>
                    <a:pt x="489" y="949"/>
                  </a:lnTo>
                  <a:lnTo>
                    <a:pt x="496" y="965"/>
                  </a:lnTo>
                  <a:lnTo>
                    <a:pt x="504" y="979"/>
                  </a:lnTo>
                  <a:lnTo>
                    <a:pt x="514" y="992"/>
                  </a:lnTo>
                  <a:lnTo>
                    <a:pt x="527" y="1005"/>
                  </a:lnTo>
                  <a:lnTo>
                    <a:pt x="670" y="1149"/>
                  </a:lnTo>
                  <a:lnTo>
                    <a:pt x="682" y="1162"/>
                  </a:lnTo>
                  <a:lnTo>
                    <a:pt x="693" y="1177"/>
                  </a:lnTo>
                  <a:lnTo>
                    <a:pt x="702" y="1192"/>
                  </a:lnTo>
                  <a:lnTo>
                    <a:pt x="710" y="1208"/>
                  </a:lnTo>
                  <a:lnTo>
                    <a:pt x="717" y="1224"/>
                  </a:lnTo>
                  <a:lnTo>
                    <a:pt x="723" y="1242"/>
                  </a:lnTo>
                  <a:lnTo>
                    <a:pt x="728" y="1260"/>
                  </a:lnTo>
                  <a:lnTo>
                    <a:pt x="732" y="1278"/>
                  </a:lnTo>
                  <a:lnTo>
                    <a:pt x="734" y="1296"/>
                  </a:lnTo>
                  <a:lnTo>
                    <a:pt x="735" y="1315"/>
                  </a:lnTo>
                  <a:lnTo>
                    <a:pt x="734" y="1333"/>
                  </a:lnTo>
                  <a:lnTo>
                    <a:pt x="732" y="1351"/>
                  </a:lnTo>
                  <a:lnTo>
                    <a:pt x="728" y="1369"/>
                  </a:lnTo>
                  <a:lnTo>
                    <a:pt x="723" y="1387"/>
                  </a:lnTo>
                  <a:lnTo>
                    <a:pt x="717" y="1403"/>
                  </a:lnTo>
                  <a:lnTo>
                    <a:pt x="710" y="1419"/>
                  </a:lnTo>
                  <a:lnTo>
                    <a:pt x="594" y="1703"/>
                  </a:lnTo>
                  <a:lnTo>
                    <a:pt x="587" y="1719"/>
                  </a:lnTo>
                  <a:lnTo>
                    <a:pt x="579" y="1736"/>
                  </a:lnTo>
                  <a:lnTo>
                    <a:pt x="570" y="1751"/>
                  </a:lnTo>
                  <a:lnTo>
                    <a:pt x="560" y="1766"/>
                  </a:lnTo>
                  <a:lnTo>
                    <a:pt x="549" y="1780"/>
                  </a:lnTo>
                  <a:lnTo>
                    <a:pt x="536" y="1793"/>
                  </a:lnTo>
                  <a:lnTo>
                    <a:pt x="523" y="1806"/>
                  </a:lnTo>
                  <a:lnTo>
                    <a:pt x="508" y="1818"/>
                  </a:lnTo>
                  <a:lnTo>
                    <a:pt x="493" y="1828"/>
                  </a:lnTo>
                  <a:lnTo>
                    <a:pt x="477" y="1837"/>
                  </a:lnTo>
                  <a:lnTo>
                    <a:pt x="460" y="1845"/>
                  </a:lnTo>
                  <a:lnTo>
                    <a:pt x="443" y="1852"/>
                  </a:lnTo>
                  <a:lnTo>
                    <a:pt x="426" y="1857"/>
                  </a:lnTo>
                  <a:lnTo>
                    <a:pt x="409" y="1861"/>
                  </a:lnTo>
                  <a:lnTo>
                    <a:pt x="391" y="1864"/>
                  </a:lnTo>
                  <a:lnTo>
                    <a:pt x="373" y="1865"/>
                  </a:lnTo>
                  <a:lnTo>
                    <a:pt x="170" y="1864"/>
                  </a:lnTo>
                  <a:lnTo>
                    <a:pt x="152" y="1865"/>
                  </a:lnTo>
                  <a:lnTo>
                    <a:pt x="136" y="1868"/>
                  </a:lnTo>
                  <a:lnTo>
                    <a:pt x="120" y="1873"/>
                  </a:lnTo>
                  <a:lnTo>
                    <a:pt x="104" y="1879"/>
                  </a:lnTo>
                  <a:lnTo>
                    <a:pt x="89" y="1886"/>
                  </a:lnTo>
                  <a:lnTo>
                    <a:pt x="75" y="1894"/>
                  </a:lnTo>
                  <a:lnTo>
                    <a:pt x="62" y="1904"/>
                  </a:lnTo>
                  <a:lnTo>
                    <a:pt x="50" y="1915"/>
                  </a:lnTo>
                  <a:lnTo>
                    <a:pt x="39" y="1926"/>
                  </a:lnTo>
                  <a:lnTo>
                    <a:pt x="30" y="1939"/>
                  </a:lnTo>
                  <a:lnTo>
                    <a:pt x="20" y="1954"/>
                  </a:lnTo>
                  <a:lnTo>
                    <a:pt x="13" y="1969"/>
                  </a:lnTo>
                  <a:lnTo>
                    <a:pt x="8" y="1984"/>
                  </a:lnTo>
                  <a:lnTo>
                    <a:pt x="3" y="2000"/>
                  </a:lnTo>
                  <a:lnTo>
                    <a:pt x="1" y="2018"/>
                  </a:lnTo>
                  <a:lnTo>
                    <a:pt x="0" y="2035"/>
                  </a:lnTo>
                  <a:lnTo>
                    <a:pt x="0" y="2374"/>
                  </a:lnTo>
                  <a:lnTo>
                    <a:pt x="1" y="2391"/>
                  </a:lnTo>
                  <a:lnTo>
                    <a:pt x="3" y="2408"/>
                  </a:lnTo>
                  <a:lnTo>
                    <a:pt x="8" y="2424"/>
                  </a:lnTo>
                  <a:lnTo>
                    <a:pt x="13" y="2440"/>
                  </a:lnTo>
                  <a:lnTo>
                    <a:pt x="20" y="2454"/>
                  </a:lnTo>
                  <a:lnTo>
                    <a:pt x="30" y="2468"/>
                  </a:lnTo>
                  <a:lnTo>
                    <a:pt x="39" y="2481"/>
                  </a:lnTo>
                  <a:lnTo>
                    <a:pt x="50" y="2493"/>
                  </a:lnTo>
                  <a:lnTo>
                    <a:pt x="62" y="2504"/>
                  </a:lnTo>
                  <a:lnTo>
                    <a:pt x="75" y="2515"/>
                  </a:lnTo>
                  <a:lnTo>
                    <a:pt x="89" y="2523"/>
                  </a:lnTo>
                  <a:lnTo>
                    <a:pt x="104" y="2530"/>
                  </a:lnTo>
                  <a:lnTo>
                    <a:pt x="120" y="2536"/>
                  </a:lnTo>
                  <a:lnTo>
                    <a:pt x="136" y="2540"/>
                  </a:lnTo>
                  <a:lnTo>
                    <a:pt x="152" y="2542"/>
                  </a:lnTo>
                  <a:lnTo>
                    <a:pt x="170" y="2543"/>
                  </a:lnTo>
                  <a:lnTo>
                    <a:pt x="373" y="2543"/>
                  </a:lnTo>
                  <a:lnTo>
                    <a:pt x="391" y="2544"/>
                  </a:lnTo>
                  <a:lnTo>
                    <a:pt x="408" y="2547"/>
                  </a:lnTo>
                  <a:lnTo>
                    <a:pt x="426" y="2551"/>
                  </a:lnTo>
                  <a:lnTo>
                    <a:pt x="443" y="2556"/>
                  </a:lnTo>
                  <a:lnTo>
                    <a:pt x="460" y="2563"/>
                  </a:lnTo>
                  <a:lnTo>
                    <a:pt x="477" y="2571"/>
                  </a:lnTo>
                  <a:lnTo>
                    <a:pt x="492" y="2581"/>
                  </a:lnTo>
                  <a:lnTo>
                    <a:pt x="507" y="2591"/>
                  </a:lnTo>
                  <a:lnTo>
                    <a:pt x="523" y="2603"/>
                  </a:lnTo>
                  <a:lnTo>
                    <a:pt x="536" y="2615"/>
                  </a:lnTo>
                  <a:lnTo>
                    <a:pt x="549" y="2628"/>
                  </a:lnTo>
                  <a:lnTo>
                    <a:pt x="560" y="2642"/>
                  </a:lnTo>
                  <a:lnTo>
                    <a:pt x="570" y="2658"/>
                  </a:lnTo>
                  <a:lnTo>
                    <a:pt x="579" y="2673"/>
                  </a:lnTo>
                  <a:lnTo>
                    <a:pt x="586" y="2689"/>
                  </a:lnTo>
                  <a:lnTo>
                    <a:pt x="593" y="2705"/>
                  </a:lnTo>
                  <a:lnTo>
                    <a:pt x="710" y="2989"/>
                  </a:lnTo>
                  <a:lnTo>
                    <a:pt x="717" y="3006"/>
                  </a:lnTo>
                  <a:lnTo>
                    <a:pt x="723" y="3022"/>
                  </a:lnTo>
                  <a:lnTo>
                    <a:pt x="728" y="3039"/>
                  </a:lnTo>
                  <a:lnTo>
                    <a:pt x="732" y="3057"/>
                  </a:lnTo>
                  <a:lnTo>
                    <a:pt x="734" y="3075"/>
                  </a:lnTo>
                  <a:lnTo>
                    <a:pt x="735" y="3094"/>
                  </a:lnTo>
                  <a:lnTo>
                    <a:pt x="734" y="3112"/>
                  </a:lnTo>
                  <a:lnTo>
                    <a:pt x="732" y="3130"/>
                  </a:lnTo>
                  <a:lnTo>
                    <a:pt x="727" y="3149"/>
                  </a:lnTo>
                  <a:lnTo>
                    <a:pt x="723" y="3166"/>
                  </a:lnTo>
                  <a:lnTo>
                    <a:pt x="717" y="3184"/>
                  </a:lnTo>
                  <a:lnTo>
                    <a:pt x="710" y="3200"/>
                  </a:lnTo>
                  <a:lnTo>
                    <a:pt x="702" y="3217"/>
                  </a:lnTo>
                  <a:lnTo>
                    <a:pt x="693" y="3232"/>
                  </a:lnTo>
                  <a:lnTo>
                    <a:pt x="682" y="3246"/>
                  </a:lnTo>
                  <a:lnTo>
                    <a:pt x="670" y="3259"/>
                  </a:lnTo>
                  <a:lnTo>
                    <a:pt x="526" y="3403"/>
                  </a:lnTo>
                  <a:lnTo>
                    <a:pt x="514" y="3415"/>
                  </a:lnTo>
                  <a:lnTo>
                    <a:pt x="504" y="3430"/>
                  </a:lnTo>
                  <a:lnTo>
                    <a:pt x="496" y="3444"/>
                  </a:lnTo>
                  <a:lnTo>
                    <a:pt x="489" y="3459"/>
                  </a:lnTo>
                  <a:lnTo>
                    <a:pt x="483" y="3474"/>
                  </a:lnTo>
                  <a:lnTo>
                    <a:pt x="480" y="3490"/>
                  </a:lnTo>
                  <a:lnTo>
                    <a:pt x="477" y="3507"/>
                  </a:lnTo>
                  <a:lnTo>
                    <a:pt x="477" y="3523"/>
                  </a:lnTo>
                  <a:lnTo>
                    <a:pt x="477" y="3539"/>
                  </a:lnTo>
                  <a:lnTo>
                    <a:pt x="480" y="3555"/>
                  </a:lnTo>
                  <a:lnTo>
                    <a:pt x="483" y="3572"/>
                  </a:lnTo>
                  <a:lnTo>
                    <a:pt x="489" y="3587"/>
                  </a:lnTo>
                  <a:lnTo>
                    <a:pt x="496" y="3602"/>
                  </a:lnTo>
                  <a:lnTo>
                    <a:pt x="504" y="3616"/>
                  </a:lnTo>
                  <a:lnTo>
                    <a:pt x="514" y="3630"/>
                  </a:lnTo>
                  <a:lnTo>
                    <a:pt x="526" y="3643"/>
                  </a:lnTo>
                  <a:lnTo>
                    <a:pt x="766" y="3883"/>
                  </a:lnTo>
                  <a:lnTo>
                    <a:pt x="779" y="3894"/>
                  </a:lnTo>
                  <a:lnTo>
                    <a:pt x="792" y="3904"/>
                  </a:lnTo>
                  <a:lnTo>
                    <a:pt x="807" y="3913"/>
                  </a:lnTo>
                  <a:lnTo>
                    <a:pt x="822" y="3921"/>
                  </a:lnTo>
                  <a:lnTo>
                    <a:pt x="837" y="3926"/>
                  </a:lnTo>
                  <a:lnTo>
                    <a:pt x="853" y="3930"/>
                  </a:lnTo>
                  <a:lnTo>
                    <a:pt x="869" y="3932"/>
                  </a:lnTo>
                  <a:lnTo>
                    <a:pt x="886" y="3933"/>
                  </a:lnTo>
                  <a:lnTo>
                    <a:pt x="902" y="3932"/>
                  </a:lnTo>
                  <a:lnTo>
                    <a:pt x="918" y="3930"/>
                  </a:lnTo>
                  <a:lnTo>
                    <a:pt x="934" y="3926"/>
                  </a:lnTo>
                  <a:lnTo>
                    <a:pt x="950" y="3921"/>
                  </a:lnTo>
                  <a:lnTo>
                    <a:pt x="965" y="3913"/>
                  </a:lnTo>
                  <a:lnTo>
                    <a:pt x="979" y="3904"/>
                  </a:lnTo>
                  <a:lnTo>
                    <a:pt x="993" y="3894"/>
                  </a:lnTo>
                  <a:lnTo>
                    <a:pt x="1005" y="3883"/>
                  </a:lnTo>
                  <a:lnTo>
                    <a:pt x="1150" y="3739"/>
                  </a:lnTo>
                  <a:lnTo>
                    <a:pt x="1163" y="3727"/>
                  </a:lnTo>
                  <a:lnTo>
                    <a:pt x="1177" y="3717"/>
                  </a:lnTo>
                  <a:lnTo>
                    <a:pt x="1192" y="3706"/>
                  </a:lnTo>
                  <a:lnTo>
                    <a:pt x="1208" y="3698"/>
                  </a:lnTo>
                  <a:lnTo>
                    <a:pt x="1225" y="3691"/>
                  </a:lnTo>
                  <a:lnTo>
                    <a:pt x="1243" y="3685"/>
                  </a:lnTo>
                  <a:lnTo>
                    <a:pt x="1260" y="3681"/>
                  </a:lnTo>
                  <a:lnTo>
                    <a:pt x="1278" y="3678"/>
                  </a:lnTo>
                  <a:lnTo>
                    <a:pt x="1296" y="3675"/>
                  </a:lnTo>
                  <a:lnTo>
                    <a:pt x="1315" y="3675"/>
                  </a:lnTo>
                  <a:lnTo>
                    <a:pt x="1333" y="3675"/>
                  </a:lnTo>
                  <a:lnTo>
                    <a:pt x="1351" y="3677"/>
                  </a:lnTo>
                  <a:lnTo>
                    <a:pt x="1370" y="3681"/>
                  </a:lnTo>
                  <a:lnTo>
                    <a:pt x="1387" y="3685"/>
                  </a:lnTo>
                  <a:lnTo>
                    <a:pt x="1403" y="3691"/>
                  </a:lnTo>
                  <a:lnTo>
                    <a:pt x="1419" y="3699"/>
                  </a:lnTo>
                  <a:lnTo>
                    <a:pt x="1703" y="3816"/>
                  </a:lnTo>
                  <a:lnTo>
                    <a:pt x="1719" y="3822"/>
                  </a:lnTo>
                  <a:lnTo>
                    <a:pt x="1736" y="3829"/>
                  </a:lnTo>
                  <a:lnTo>
                    <a:pt x="1751" y="3838"/>
                  </a:lnTo>
                  <a:lnTo>
                    <a:pt x="1766" y="3848"/>
                  </a:lnTo>
                  <a:lnTo>
                    <a:pt x="1780" y="3861"/>
                  </a:lnTo>
                  <a:lnTo>
                    <a:pt x="1793" y="3873"/>
                  </a:lnTo>
                  <a:lnTo>
                    <a:pt x="1807" y="3887"/>
                  </a:lnTo>
                  <a:lnTo>
                    <a:pt x="1818" y="3901"/>
                  </a:lnTo>
                  <a:lnTo>
                    <a:pt x="1828" y="3916"/>
                  </a:lnTo>
                  <a:lnTo>
                    <a:pt x="1837" y="3933"/>
                  </a:lnTo>
                  <a:lnTo>
                    <a:pt x="1845" y="3949"/>
                  </a:lnTo>
                  <a:lnTo>
                    <a:pt x="1852" y="3966"/>
                  </a:lnTo>
                  <a:lnTo>
                    <a:pt x="1858" y="3983"/>
                  </a:lnTo>
                  <a:lnTo>
                    <a:pt x="1861" y="4001"/>
                  </a:lnTo>
                  <a:lnTo>
                    <a:pt x="1864" y="4019"/>
                  </a:lnTo>
                  <a:lnTo>
                    <a:pt x="1866" y="4036"/>
                  </a:lnTo>
                  <a:lnTo>
                    <a:pt x="1866" y="4239"/>
                  </a:lnTo>
                  <a:lnTo>
                    <a:pt x="1867" y="4256"/>
                  </a:lnTo>
                  <a:lnTo>
                    <a:pt x="1869" y="4272"/>
                  </a:lnTo>
                  <a:lnTo>
                    <a:pt x="1873" y="4289"/>
                  </a:lnTo>
                  <a:lnTo>
                    <a:pt x="1879" y="4305"/>
                  </a:lnTo>
                  <a:lnTo>
                    <a:pt x="1886" y="4319"/>
                  </a:lnTo>
                  <a:lnTo>
                    <a:pt x="1894" y="4333"/>
                  </a:lnTo>
                  <a:lnTo>
                    <a:pt x="1904" y="4347"/>
                  </a:lnTo>
                  <a:lnTo>
                    <a:pt x="1915" y="4359"/>
                  </a:lnTo>
                  <a:lnTo>
                    <a:pt x="1927" y="4370"/>
                  </a:lnTo>
                  <a:lnTo>
                    <a:pt x="1941" y="4379"/>
                  </a:lnTo>
                  <a:lnTo>
                    <a:pt x="1954" y="4388"/>
                  </a:lnTo>
                  <a:lnTo>
                    <a:pt x="1969" y="4395"/>
                  </a:lnTo>
                  <a:lnTo>
                    <a:pt x="1984" y="4400"/>
                  </a:lnTo>
                  <a:lnTo>
                    <a:pt x="2000" y="4405"/>
                  </a:lnTo>
                  <a:lnTo>
                    <a:pt x="2018" y="4407"/>
                  </a:lnTo>
                  <a:lnTo>
                    <a:pt x="2035" y="4408"/>
                  </a:lnTo>
                  <a:lnTo>
                    <a:pt x="2374" y="4408"/>
                  </a:lnTo>
                  <a:lnTo>
                    <a:pt x="2391" y="4407"/>
                  </a:lnTo>
                  <a:lnTo>
                    <a:pt x="2408" y="4405"/>
                  </a:lnTo>
                  <a:lnTo>
                    <a:pt x="2424" y="4400"/>
                  </a:lnTo>
                  <a:lnTo>
                    <a:pt x="2440" y="4395"/>
                  </a:lnTo>
                  <a:lnTo>
                    <a:pt x="2455" y="4388"/>
                  </a:lnTo>
                  <a:lnTo>
                    <a:pt x="2469" y="4379"/>
                  </a:lnTo>
                  <a:lnTo>
                    <a:pt x="2481" y="4370"/>
                  </a:lnTo>
                  <a:lnTo>
                    <a:pt x="2493" y="4359"/>
                  </a:lnTo>
                  <a:lnTo>
                    <a:pt x="2505" y="4347"/>
                  </a:lnTo>
                  <a:lnTo>
                    <a:pt x="2515" y="4333"/>
                  </a:lnTo>
                  <a:lnTo>
                    <a:pt x="2523" y="4319"/>
                  </a:lnTo>
                  <a:lnTo>
                    <a:pt x="2530" y="4305"/>
                  </a:lnTo>
                  <a:lnTo>
                    <a:pt x="2536" y="4289"/>
                  </a:lnTo>
                  <a:lnTo>
                    <a:pt x="2540" y="4272"/>
                  </a:lnTo>
                  <a:lnTo>
                    <a:pt x="2543" y="4256"/>
                  </a:lnTo>
                  <a:lnTo>
                    <a:pt x="2543" y="4239"/>
                  </a:lnTo>
                  <a:lnTo>
                    <a:pt x="2543" y="4036"/>
                  </a:lnTo>
                  <a:lnTo>
                    <a:pt x="2544" y="4019"/>
                  </a:lnTo>
                  <a:lnTo>
                    <a:pt x="2547" y="4001"/>
                  </a:lnTo>
                  <a:lnTo>
                    <a:pt x="2551" y="3983"/>
                  </a:lnTo>
                  <a:lnTo>
                    <a:pt x="2556" y="3966"/>
                  </a:lnTo>
                  <a:lnTo>
                    <a:pt x="2563" y="3949"/>
                  </a:lnTo>
                  <a:lnTo>
                    <a:pt x="2571" y="3933"/>
                  </a:lnTo>
                  <a:lnTo>
                    <a:pt x="2581" y="3916"/>
                  </a:lnTo>
                  <a:lnTo>
                    <a:pt x="2591" y="3901"/>
                  </a:lnTo>
                  <a:lnTo>
                    <a:pt x="2603" y="3887"/>
                  </a:lnTo>
                  <a:lnTo>
                    <a:pt x="2615" y="3873"/>
                  </a:lnTo>
                  <a:lnTo>
                    <a:pt x="2628" y="3861"/>
                  </a:lnTo>
                  <a:lnTo>
                    <a:pt x="2642" y="3848"/>
                  </a:lnTo>
                  <a:lnTo>
                    <a:pt x="2658" y="3838"/>
                  </a:lnTo>
                  <a:lnTo>
                    <a:pt x="2673" y="3829"/>
                  </a:lnTo>
                  <a:lnTo>
                    <a:pt x="2689" y="3822"/>
                  </a:lnTo>
                  <a:lnTo>
                    <a:pt x="2705" y="3816"/>
                  </a:lnTo>
                  <a:lnTo>
                    <a:pt x="2989" y="3699"/>
                  </a:lnTo>
                  <a:lnTo>
                    <a:pt x="3006" y="3691"/>
                  </a:lnTo>
                  <a:lnTo>
                    <a:pt x="3022" y="3685"/>
                  </a:lnTo>
                  <a:lnTo>
                    <a:pt x="3039" y="3681"/>
                  </a:lnTo>
                  <a:lnTo>
                    <a:pt x="3057" y="3677"/>
                  </a:lnTo>
                  <a:lnTo>
                    <a:pt x="3076" y="3675"/>
                  </a:lnTo>
                  <a:lnTo>
                    <a:pt x="3094" y="3675"/>
                  </a:lnTo>
                  <a:lnTo>
                    <a:pt x="3112" y="3675"/>
                  </a:lnTo>
                  <a:lnTo>
                    <a:pt x="3130" y="3678"/>
                  </a:lnTo>
                  <a:lnTo>
                    <a:pt x="3149" y="3681"/>
                  </a:lnTo>
                  <a:lnTo>
                    <a:pt x="3167" y="3685"/>
                  </a:lnTo>
                  <a:lnTo>
                    <a:pt x="3184" y="3691"/>
                  </a:lnTo>
                  <a:lnTo>
                    <a:pt x="3201" y="3698"/>
                  </a:lnTo>
                  <a:lnTo>
                    <a:pt x="3217" y="3706"/>
                  </a:lnTo>
                  <a:lnTo>
                    <a:pt x="3232" y="3717"/>
                  </a:lnTo>
                  <a:lnTo>
                    <a:pt x="3246" y="3727"/>
                  </a:lnTo>
                  <a:lnTo>
                    <a:pt x="3259" y="3739"/>
                  </a:lnTo>
                  <a:lnTo>
                    <a:pt x="3403" y="3883"/>
                  </a:lnTo>
                  <a:lnTo>
                    <a:pt x="3415" y="3894"/>
                  </a:lnTo>
                  <a:lnTo>
                    <a:pt x="3430" y="3904"/>
                  </a:lnTo>
                  <a:lnTo>
                    <a:pt x="3444" y="3913"/>
                  </a:lnTo>
                  <a:lnTo>
                    <a:pt x="3459" y="3921"/>
                  </a:lnTo>
                  <a:lnTo>
                    <a:pt x="3474" y="3926"/>
                  </a:lnTo>
                  <a:lnTo>
                    <a:pt x="3490" y="3930"/>
                  </a:lnTo>
                  <a:lnTo>
                    <a:pt x="3507" y="3932"/>
                  </a:lnTo>
                  <a:lnTo>
                    <a:pt x="3523" y="3933"/>
                  </a:lnTo>
                  <a:lnTo>
                    <a:pt x="3539" y="3932"/>
                  </a:lnTo>
                  <a:lnTo>
                    <a:pt x="3555" y="3930"/>
                  </a:lnTo>
                  <a:lnTo>
                    <a:pt x="3572" y="3926"/>
                  </a:lnTo>
                  <a:lnTo>
                    <a:pt x="3587" y="3921"/>
                  </a:lnTo>
                  <a:lnTo>
                    <a:pt x="3602" y="3913"/>
                  </a:lnTo>
                  <a:lnTo>
                    <a:pt x="3616" y="3904"/>
                  </a:lnTo>
                  <a:lnTo>
                    <a:pt x="3630" y="3894"/>
                  </a:lnTo>
                  <a:lnTo>
                    <a:pt x="3643" y="3883"/>
                  </a:lnTo>
                  <a:lnTo>
                    <a:pt x="3883" y="3643"/>
                  </a:lnTo>
                  <a:lnTo>
                    <a:pt x="3895" y="3630"/>
                  </a:lnTo>
                  <a:lnTo>
                    <a:pt x="3904" y="3616"/>
                  </a:lnTo>
                  <a:lnTo>
                    <a:pt x="3913" y="3602"/>
                  </a:lnTo>
                  <a:lnTo>
                    <a:pt x="3920" y="3587"/>
                  </a:lnTo>
                  <a:lnTo>
                    <a:pt x="3926" y="3572"/>
                  </a:lnTo>
                  <a:lnTo>
                    <a:pt x="3930" y="3555"/>
                  </a:lnTo>
                  <a:lnTo>
                    <a:pt x="3932" y="3539"/>
                  </a:lnTo>
                  <a:lnTo>
                    <a:pt x="3933" y="3523"/>
                  </a:lnTo>
                  <a:lnTo>
                    <a:pt x="3932" y="3507"/>
                  </a:lnTo>
                  <a:lnTo>
                    <a:pt x="3930" y="3490"/>
                  </a:lnTo>
                  <a:lnTo>
                    <a:pt x="3926" y="3474"/>
                  </a:lnTo>
                  <a:lnTo>
                    <a:pt x="3920" y="3459"/>
                  </a:lnTo>
                  <a:lnTo>
                    <a:pt x="3913" y="3444"/>
                  </a:lnTo>
                  <a:lnTo>
                    <a:pt x="3904" y="3430"/>
                  </a:lnTo>
                  <a:lnTo>
                    <a:pt x="3895" y="3415"/>
                  </a:lnTo>
                  <a:lnTo>
                    <a:pt x="3883" y="3403"/>
                  </a:lnTo>
                  <a:lnTo>
                    <a:pt x="3739" y="3259"/>
                  </a:lnTo>
                  <a:lnTo>
                    <a:pt x="3727" y="3246"/>
                  </a:lnTo>
                  <a:lnTo>
                    <a:pt x="3717" y="3232"/>
                  </a:lnTo>
                  <a:lnTo>
                    <a:pt x="3706" y="3217"/>
                  </a:lnTo>
                  <a:lnTo>
                    <a:pt x="3698" y="3200"/>
                  </a:lnTo>
                  <a:lnTo>
                    <a:pt x="3691" y="3184"/>
                  </a:lnTo>
                  <a:lnTo>
                    <a:pt x="3685" y="3166"/>
                  </a:lnTo>
                  <a:lnTo>
                    <a:pt x="3681" y="3149"/>
                  </a:lnTo>
                  <a:lnTo>
                    <a:pt x="3678" y="3130"/>
                  </a:lnTo>
                  <a:lnTo>
                    <a:pt x="3675" y="3112"/>
                  </a:lnTo>
                  <a:lnTo>
                    <a:pt x="3675" y="3094"/>
                  </a:lnTo>
                  <a:lnTo>
                    <a:pt x="3675" y="3075"/>
                  </a:lnTo>
                  <a:lnTo>
                    <a:pt x="3677" y="3057"/>
                  </a:lnTo>
                  <a:lnTo>
                    <a:pt x="3680" y="3039"/>
                  </a:lnTo>
                  <a:lnTo>
                    <a:pt x="3685" y="3022"/>
                  </a:lnTo>
                  <a:lnTo>
                    <a:pt x="3691" y="3006"/>
                  </a:lnTo>
                  <a:lnTo>
                    <a:pt x="3699" y="2989"/>
                  </a:lnTo>
                  <a:lnTo>
                    <a:pt x="3816" y="2705"/>
                  </a:lnTo>
                  <a:lnTo>
                    <a:pt x="3822" y="2689"/>
                  </a:lnTo>
                  <a:lnTo>
                    <a:pt x="3829" y="2673"/>
                  </a:lnTo>
                  <a:lnTo>
                    <a:pt x="3838" y="2658"/>
                  </a:lnTo>
                  <a:lnTo>
                    <a:pt x="3848" y="2642"/>
                  </a:lnTo>
                  <a:lnTo>
                    <a:pt x="3861" y="2628"/>
                  </a:lnTo>
                  <a:lnTo>
                    <a:pt x="3873" y="2615"/>
                  </a:lnTo>
                  <a:lnTo>
                    <a:pt x="3887" y="2603"/>
                  </a:lnTo>
                  <a:lnTo>
                    <a:pt x="3901" y="2591"/>
                  </a:lnTo>
                  <a:lnTo>
                    <a:pt x="3916" y="2581"/>
                  </a:lnTo>
                  <a:lnTo>
                    <a:pt x="3933" y="2571"/>
                  </a:lnTo>
                  <a:lnTo>
                    <a:pt x="3949" y="2563"/>
                  </a:lnTo>
                  <a:lnTo>
                    <a:pt x="3966" y="2556"/>
                  </a:lnTo>
                  <a:lnTo>
                    <a:pt x="3983" y="2551"/>
                  </a:lnTo>
                  <a:lnTo>
                    <a:pt x="4001" y="2547"/>
                  </a:lnTo>
                  <a:lnTo>
                    <a:pt x="4018" y="2544"/>
                  </a:lnTo>
                  <a:lnTo>
                    <a:pt x="4036" y="2543"/>
                  </a:lnTo>
                  <a:lnTo>
                    <a:pt x="4239" y="2543"/>
                  </a:lnTo>
                  <a:lnTo>
                    <a:pt x="4256" y="2543"/>
                  </a:lnTo>
                  <a:lnTo>
                    <a:pt x="4273" y="2540"/>
                  </a:lnTo>
                  <a:lnTo>
                    <a:pt x="4290" y="2536"/>
                  </a:lnTo>
                  <a:lnTo>
                    <a:pt x="4305" y="2530"/>
                  </a:lnTo>
                  <a:lnTo>
                    <a:pt x="4320" y="2523"/>
                  </a:lnTo>
                  <a:lnTo>
                    <a:pt x="4333" y="2515"/>
                  </a:lnTo>
                  <a:lnTo>
                    <a:pt x="4346" y="2504"/>
                  </a:lnTo>
                  <a:lnTo>
                    <a:pt x="4359" y="2493"/>
                  </a:lnTo>
                  <a:lnTo>
                    <a:pt x="4370" y="2481"/>
                  </a:lnTo>
                  <a:lnTo>
                    <a:pt x="4380" y="2469"/>
                  </a:lnTo>
                  <a:lnTo>
                    <a:pt x="4388" y="2455"/>
                  </a:lnTo>
                  <a:lnTo>
                    <a:pt x="4395" y="2440"/>
                  </a:lnTo>
                  <a:lnTo>
                    <a:pt x="4401" y="2424"/>
                  </a:lnTo>
                  <a:lnTo>
                    <a:pt x="4405" y="2408"/>
                  </a:lnTo>
                  <a:lnTo>
                    <a:pt x="4407" y="2391"/>
                  </a:lnTo>
                  <a:lnTo>
                    <a:pt x="4408" y="2374"/>
                  </a:lnTo>
                  <a:lnTo>
                    <a:pt x="4408" y="2035"/>
                  </a:lnTo>
                  <a:lnTo>
                    <a:pt x="4407" y="2018"/>
                  </a:lnTo>
                  <a:lnTo>
                    <a:pt x="4405" y="2000"/>
                  </a:lnTo>
                  <a:lnTo>
                    <a:pt x="4401" y="1984"/>
                  </a:lnTo>
                  <a:lnTo>
                    <a:pt x="4395" y="1969"/>
                  </a:lnTo>
                  <a:lnTo>
                    <a:pt x="4388" y="1954"/>
                  </a:lnTo>
                  <a:lnTo>
                    <a:pt x="4380" y="1939"/>
                  </a:lnTo>
                  <a:lnTo>
                    <a:pt x="4370" y="1926"/>
                  </a:lnTo>
                  <a:lnTo>
                    <a:pt x="4359" y="1915"/>
                  </a:lnTo>
                  <a:lnTo>
                    <a:pt x="4346" y="1904"/>
                  </a:lnTo>
                  <a:lnTo>
                    <a:pt x="4333" y="1894"/>
                  </a:lnTo>
                  <a:lnTo>
                    <a:pt x="4320" y="1886"/>
                  </a:lnTo>
                  <a:lnTo>
                    <a:pt x="4305" y="1879"/>
                  </a:lnTo>
                  <a:lnTo>
                    <a:pt x="4290" y="1873"/>
                  </a:lnTo>
                  <a:lnTo>
                    <a:pt x="4273" y="1868"/>
                  </a:lnTo>
                  <a:lnTo>
                    <a:pt x="4256" y="1865"/>
                  </a:lnTo>
                  <a:lnTo>
                    <a:pt x="4239" y="1864"/>
                  </a:lnTo>
                  <a:close/>
                  <a:moveTo>
                    <a:pt x="3052" y="2204"/>
                  </a:moveTo>
                  <a:lnTo>
                    <a:pt x="3052" y="2204"/>
                  </a:lnTo>
                  <a:lnTo>
                    <a:pt x="3051" y="2248"/>
                  </a:lnTo>
                  <a:lnTo>
                    <a:pt x="3048" y="2290"/>
                  </a:lnTo>
                  <a:lnTo>
                    <a:pt x="3043" y="2333"/>
                  </a:lnTo>
                  <a:lnTo>
                    <a:pt x="3035" y="2375"/>
                  </a:lnTo>
                  <a:lnTo>
                    <a:pt x="3026" y="2415"/>
                  </a:lnTo>
                  <a:lnTo>
                    <a:pt x="3015" y="2456"/>
                  </a:lnTo>
                  <a:lnTo>
                    <a:pt x="3002" y="2495"/>
                  </a:lnTo>
                  <a:lnTo>
                    <a:pt x="2986" y="2534"/>
                  </a:lnTo>
                  <a:lnTo>
                    <a:pt x="2969" y="2571"/>
                  </a:lnTo>
                  <a:lnTo>
                    <a:pt x="2950" y="2608"/>
                  </a:lnTo>
                  <a:lnTo>
                    <a:pt x="2929" y="2643"/>
                  </a:lnTo>
                  <a:lnTo>
                    <a:pt x="2908" y="2678"/>
                  </a:lnTo>
                  <a:lnTo>
                    <a:pt x="2884" y="2711"/>
                  </a:lnTo>
                  <a:lnTo>
                    <a:pt x="2858" y="2743"/>
                  </a:lnTo>
                  <a:lnTo>
                    <a:pt x="2832" y="2774"/>
                  </a:lnTo>
                  <a:lnTo>
                    <a:pt x="2805" y="2804"/>
                  </a:lnTo>
                  <a:lnTo>
                    <a:pt x="2775" y="2831"/>
                  </a:lnTo>
                  <a:lnTo>
                    <a:pt x="2744" y="2858"/>
                  </a:lnTo>
                  <a:lnTo>
                    <a:pt x="2712" y="2883"/>
                  </a:lnTo>
                  <a:lnTo>
                    <a:pt x="2679" y="2907"/>
                  </a:lnTo>
                  <a:lnTo>
                    <a:pt x="2644" y="2928"/>
                  </a:lnTo>
                  <a:lnTo>
                    <a:pt x="2609" y="2949"/>
                  </a:lnTo>
                  <a:lnTo>
                    <a:pt x="2572" y="2968"/>
                  </a:lnTo>
                  <a:lnTo>
                    <a:pt x="2535" y="2985"/>
                  </a:lnTo>
                  <a:lnTo>
                    <a:pt x="2496" y="3000"/>
                  </a:lnTo>
                  <a:lnTo>
                    <a:pt x="2457" y="3014"/>
                  </a:lnTo>
                  <a:lnTo>
                    <a:pt x="2416" y="3025"/>
                  </a:lnTo>
                  <a:lnTo>
                    <a:pt x="2376" y="3034"/>
                  </a:lnTo>
                  <a:lnTo>
                    <a:pt x="2334" y="3042"/>
                  </a:lnTo>
                  <a:lnTo>
                    <a:pt x="2292" y="3047"/>
                  </a:lnTo>
                  <a:lnTo>
                    <a:pt x="2249" y="3050"/>
                  </a:lnTo>
                  <a:lnTo>
                    <a:pt x="2205" y="3051"/>
                  </a:lnTo>
                  <a:lnTo>
                    <a:pt x="2162" y="3050"/>
                  </a:lnTo>
                  <a:lnTo>
                    <a:pt x="2118" y="3047"/>
                  </a:lnTo>
                  <a:lnTo>
                    <a:pt x="2075" y="3042"/>
                  </a:lnTo>
                  <a:lnTo>
                    <a:pt x="2034" y="3034"/>
                  </a:lnTo>
                  <a:lnTo>
                    <a:pt x="1993" y="3025"/>
                  </a:lnTo>
                  <a:lnTo>
                    <a:pt x="1953" y="3014"/>
                  </a:lnTo>
                  <a:lnTo>
                    <a:pt x="1913" y="3000"/>
                  </a:lnTo>
                  <a:lnTo>
                    <a:pt x="1875" y="2985"/>
                  </a:lnTo>
                  <a:lnTo>
                    <a:pt x="1837" y="2968"/>
                  </a:lnTo>
                  <a:lnTo>
                    <a:pt x="1801" y="2949"/>
                  </a:lnTo>
                  <a:lnTo>
                    <a:pt x="1765" y="2928"/>
                  </a:lnTo>
                  <a:lnTo>
                    <a:pt x="1731" y="2907"/>
                  </a:lnTo>
                  <a:lnTo>
                    <a:pt x="1697" y="2883"/>
                  </a:lnTo>
                  <a:lnTo>
                    <a:pt x="1666" y="2858"/>
                  </a:lnTo>
                  <a:lnTo>
                    <a:pt x="1635" y="2831"/>
                  </a:lnTo>
                  <a:lnTo>
                    <a:pt x="1605" y="2804"/>
                  </a:lnTo>
                  <a:lnTo>
                    <a:pt x="1577" y="2774"/>
                  </a:lnTo>
                  <a:lnTo>
                    <a:pt x="1551" y="2743"/>
                  </a:lnTo>
                  <a:lnTo>
                    <a:pt x="1526" y="2711"/>
                  </a:lnTo>
                  <a:lnTo>
                    <a:pt x="1501" y="2678"/>
                  </a:lnTo>
                  <a:lnTo>
                    <a:pt x="1480" y="2643"/>
                  </a:lnTo>
                  <a:lnTo>
                    <a:pt x="1460" y="2608"/>
                  </a:lnTo>
                  <a:lnTo>
                    <a:pt x="1441" y="2571"/>
                  </a:lnTo>
                  <a:lnTo>
                    <a:pt x="1423" y="2534"/>
                  </a:lnTo>
                  <a:lnTo>
                    <a:pt x="1408" y="2495"/>
                  </a:lnTo>
                  <a:lnTo>
                    <a:pt x="1395" y="2456"/>
                  </a:lnTo>
                  <a:lnTo>
                    <a:pt x="1384" y="2415"/>
                  </a:lnTo>
                  <a:lnTo>
                    <a:pt x="1375" y="2375"/>
                  </a:lnTo>
                  <a:lnTo>
                    <a:pt x="1366" y="2333"/>
                  </a:lnTo>
                  <a:lnTo>
                    <a:pt x="1361" y="2290"/>
                  </a:lnTo>
                  <a:lnTo>
                    <a:pt x="1358" y="2248"/>
                  </a:lnTo>
                  <a:lnTo>
                    <a:pt x="1357" y="2204"/>
                  </a:lnTo>
                  <a:lnTo>
                    <a:pt x="1358" y="2161"/>
                  </a:lnTo>
                  <a:lnTo>
                    <a:pt x="1361" y="2117"/>
                  </a:lnTo>
                  <a:lnTo>
                    <a:pt x="1366" y="2074"/>
                  </a:lnTo>
                  <a:lnTo>
                    <a:pt x="1375" y="2033"/>
                  </a:lnTo>
                  <a:lnTo>
                    <a:pt x="1384" y="1992"/>
                  </a:lnTo>
                  <a:lnTo>
                    <a:pt x="1395" y="1952"/>
                  </a:lnTo>
                  <a:lnTo>
                    <a:pt x="1408" y="1912"/>
                  </a:lnTo>
                  <a:lnTo>
                    <a:pt x="1423" y="1874"/>
                  </a:lnTo>
                  <a:lnTo>
                    <a:pt x="1441" y="1836"/>
                  </a:lnTo>
                  <a:lnTo>
                    <a:pt x="1460" y="1799"/>
                  </a:lnTo>
                  <a:lnTo>
                    <a:pt x="1480" y="1764"/>
                  </a:lnTo>
                  <a:lnTo>
                    <a:pt x="1501" y="1729"/>
                  </a:lnTo>
                  <a:lnTo>
                    <a:pt x="1526" y="1697"/>
                  </a:lnTo>
                  <a:lnTo>
                    <a:pt x="1551" y="1665"/>
                  </a:lnTo>
                  <a:lnTo>
                    <a:pt x="1577" y="1634"/>
                  </a:lnTo>
                  <a:lnTo>
                    <a:pt x="1605" y="1605"/>
                  </a:lnTo>
                  <a:lnTo>
                    <a:pt x="1635" y="1576"/>
                  </a:lnTo>
                  <a:lnTo>
                    <a:pt x="1666" y="1550"/>
                  </a:lnTo>
                  <a:lnTo>
                    <a:pt x="1697" y="1525"/>
                  </a:lnTo>
                  <a:lnTo>
                    <a:pt x="1731" y="1501"/>
                  </a:lnTo>
                  <a:lnTo>
                    <a:pt x="1765" y="1479"/>
                  </a:lnTo>
                  <a:lnTo>
                    <a:pt x="1801" y="1459"/>
                  </a:lnTo>
                  <a:lnTo>
                    <a:pt x="1837" y="1439"/>
                  </a:lnTo>
                  <a:lnTo>
                    <a:pt x="1875" y="1423"/>
                  </a:lnTo>
                  <a:lnTo>
                    <a:pt x="1913" y="1408"/>
                  </a:lnTo>
                  <a:lnTo>
                    <a:pt x="1953" y="1394"/>
                  </a:lnTo>
                  <a:lnTo>
                    <a:pt x="1993" y="1383"/>
                  </a:lnTo>
                  <a:lnTo>
                    <a:pt x="2034" y="1373"/>
                  </a:lnTo>
                  <a:lnTo>
                    <a:pt x="2075" y="1365"/>
                  </a:lnTo>
                  <a:lnTo>
                    <a:pt x="2118" y="1360"/>
                  </a:lnTo>
                  <a:lnTo>
                    <a:pt x="2162" y="1357"/>
                  </a:lnTo>
                  <a:lnTo>
                    <a:pt x="2205" y="1356"/>
                  </a:lnTo>
                  <a:lnTo>
                    <a:pt x="2249" y="1357"/>
                  </a:lnTo>
                  <a:lnTo>
                    <a:pt x="2292" y="1360"/>
                  </a:lnTo>
                  <a:lnTo>
                    <a:pt x="2334" y="1365"/>
                  </a:lnTo>
                  <a:lnTo>
                    <a:pt x="2376" y="1373"/>
                  </a:lnTo>
                  <a:lnTo>
                    <a:pt x="2416" y="1383"/>
                  </a:lnTo>
                  <a:lnTo>
                    <a:pt x="2457" y="1394"/>
                  </a:lnTo>
                  <a:lnTo>
                    <a:pt x="2496" y="1408"/>
                  </a:lnTo>
                  <a:lnTo>
                    <a:pt x="2535" y="1423"/>
                  </a:lnTo>
                  <a:lnTo>
                    <a:pt x="2572" y="1439"/>
                  </a:lnTo>
                  <a:lnTo>
                    <a:pt x="2609" y="1459"/>
                  </a:lnTo>
                  <a:lnTo>
                    <a:pt x="2644" y="1479"/>
                  </a:lnTo>
                  <a:lnTo>
                    <a:pt x="2679" y="1501"/>
                  </a:lnTo>
                  <a:lnTo>
                    <a:pt x="2712" y="1525"/>
                  </a:lnTo>
                  <a:lnTo>
                    <a:pt x="2744" y="1550"/>
                  </a:lnTo>
                  <a:lnTo>
                    <a:pt x="2775" y="1576"/>
                  </a:lnTo>
                  <a:lnTo>
                    <a:pt x="2805" y="1605"/>
                  </a:lnTo>
                  <a:lnTo>
                    <a:pt x="2832" y="1634"/>
                  </a:lnTo>
                  <a:lnTo>
                    <a:pt x="2858" y="1665"/>
                  </a:lnTo>
                  <a:lnTo>
                    <a:pt x="2884" y="1697"/>
                  </a:lnTo>
                  <a:lnTo>
                    <a:pt x="2908" y="1729"/>
                  </a:lnTo>
                  <a:lnTo>
                    <a:pt x="2929" y="1764"/>
                  </a:lnTo>
                  <a:lnTo>
                    <a:pt x="2950" y="1799"/>
                  </a:lnTo>
                  <a:lnTo>
                    <a:pt x="2969" y="1836"/>
                  </a:lnTo>
                  <a:lnTo>
                    <a:pt x="2986" y="1874"/>
                  </a:lnTo>
                  <a:lnTo>
                    <a:pt x="3002" y="1912"/>
                  </a:lnTo>
                  <a:lnTo>
                    <a:pt x="3015" y="1952"/>
                  </a:lnTo>
                  <a:lnTo>
                    <a:pt x="3026" y="1992"/>
                  </a:lnTo>
                  <a:lnTo>
                    <a:pt x="3035" y="2033"/>
                  </a:lnTo>
                  <a:lnTo>
                    <a:pt x="3043" y="2074"/>
                  </a:lnTo>
                  <a:lnTo>
                    <a:pt x="3048" y="2117"/>
                  </a:lnTo>
                  <a:lnTo>
                    <a:pt x="3051" y="2161"/>
                  </a:lnTo>
                  <a:lnTo>
                    <a:pt x="3052" y="220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2451244" y="2394055"/>
              <a:ext cx="857219" cy="857177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138" name="文本框 20"/>
          <p:cNvSpPr txBox="1"/>
          <p:nvPr/>
        </p:nvSpPr>
        <p:spPr>
          <a:xfrm flipH="1">
            <a:off x="2941937" y="3751512"/>
            <a:ext cx="919811" cy="706367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C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29636" y="1035611"/>
            <a:ext cx="1530237" cy="1530163"/>
            <a:chOff x="548730" y="1680833"/>
            <a:chExt cx="1530237" cy="1530163"/>
          </a:xfrm>
        </p:grpSpPr>
        <p:sp>
          <p:nvSpPr>
            <p:cNvPr id="133" name="齿轮"/>
            <p:cNvSpPr/>
            <p:nvPr/>
          </p:nvSpPr>
          <p:spPr bwMode="auto">
            <a:xfrm>
              <a:off x="548730" y="1680833"/>
              <a:ext cx="1530237" cy="1530163"/>
            </a:xfrm>
            <a:custGeom>
              <a:avLst/>
              <a:gdLst>
                <a:gd name="T0" fmla="*/ 2147483646 w 4408"/>
                <a:gd name="T1" fmla="*/ 2147483646 h 4408"/>
                <a:gd name="T2" fmla="*/ 2147483646 w 4408"/>
                <a:gd name="T3" fmla="*/ 2147483646 h 4408"/>
                <a:gd name="T4" fmla="*/ 2147483646 w 4408"/>
                <a:gd name="T5" fmla="*/ 2147483646 h 4408"/>
                <a:gd name="T6" fmla="*/ 2147483646 w 4408"/>
                <a:gd name="T7" fmla="*/ 2147483646 h 4408"/>
                <a:gd name="T8" fmla="*/ 2147483646 w 4408"/>
                <a:gd name="T9" fmla="*/ 2147483646 h 4408"/>
                <a:gd name="T10" fmla="*/ 2147483646 w 4408"/>
                <a:gd name="T11" fmla="*/ 2147483646 h 4408"/>
                <a:gd name="T12" fmla="*/ 2147483646 w 4408"/>
                <a:gd name="T13" fmla="*/ 2147483646 h 4408"/>
                <a:gd name="T14" fmla="*/ 2147483646 w 4408"/>
                <a:gd name="T15" fmla="*/ 2147483646 h 4408"/>
                <a:gd name="T16" fmla="*/ 2147483646 w 4408"/>
                <a:gd name="T17" fmla="*/ 2147483646 h 4408"/>
                <a:gd name="T18" fmla="*/ 2147483646 w 4408"/>
                <a:gd name="T19" fmla="*/ 2147483646 h 4408"/>
                <a:gd name="T20" fmla="*/ 2147483646 w 4408"/>
                <a:gd name="T21" fmla="*/ 564979005 h 4408"/>
                <a:gd name="T22" fmla="*/ 2147483646 w 4408"/>
                <a:gd name="T23" fmla="*/ 2147483646 h 4408"/>
                <a:gd name="T24" fmla="*/ 2147483646 w 4408"/>
                <a:gd name="T25" fmla="*/ 2147483646 h 4408"/>
                <a:gd name="T26" fmla="*/ 2147483646 w 4408"/>
                <a:gd name="T27" fmla="*/ 2147483646 h 4408"/>
                <a:gd name="T28" fmla="*/ 2147483646 w 4408"/>
                <a:gd name="T29" fmla="*/ 2147483646 h 4408"/>
                <a:gd name="T30" fmla="*/ 2147483646 w 4408"/>
                <a:gd name="T31" fmla="*/ 2147483646 h 4408"/>
                <a:gd name="T32" fmla="*/ 2147483646 w 4408"/>
                <a:gd name="T33" fmla="*/ 2147483646 h 4408"/>
                <a:gd name="T34" fmla="*/ 2147483646 w 4408"/>
                <a:gd name="T35" fmla="*/ 2147483646 h 4408"/>
                <a:gd name="T36" fmla="*/ 2147483646 w 4408"/>
                <a:gd name="T37" fmla="*/ 2147483646 h 4408"/>
                <a:gd name="T38" fmla="*/ 2147483646 w 4408"/>
                <a:gd name="T39" fmla="*/ 2147483646 h 4408"/>
                <a:gd name="T40" fmla="*/ 2147483646 w 4408"/>
                <a:gd name="T41" fmla="*/ 2147483646 h 4408"/>
                <a:gd name="T42" fmla="*/ 2147483646 w 4408"/>
                <a:gd name="T43" fmla="*/ 2147483646 h 4408"/>
                <a:gd name="T44" fmla="*/ 642768528 w 4408"/>
                <a:gd name="T45" fmla="*/ 2147483646 h 4408"/>
                <a:gd name="T46" fmla="*/ 2147483646 w 4408"/>
                <a:gd name="T47" fmla="*/ 2147483646 h 4408"/>
                <a:gd name="T48" fmla="*/ 2147483646 w 4408"/>
                <a:gd name="T49" fmla="*/ 2147483646 h 4408"/>
                <a:gd name="T50" fmla="*/ 2147483646 w 4408"/>
                <a:gd name="T51" fmla="*/ 2147483646 h 4408"/>
                <a:gd name="T52" fmla="*/ 2147483646 w 4408"/>
                <a:gd name="T53" fmla="*/ 2147483646 h 4408"/>
                <a:gd name="T54" fmla="*/ 2147483646 w 4408"/>
                <a:gd name="T55" fmla="*/ 2147483646 h 4408"/>
                <a:gd name="T56" fmla="*/ 2147483646 w 4408"/>
                <a:gd name="T57" fmla="*/ 2147483646 h 4408"/>
                <a:gd name="T58" fmla="*/ 2147483646 w 4408"/>
                <a:gd name="T59" fmla="*/ 2147483646 h 4408"/>
                <a:gd name="T60" fmla="*/ 2147483646 w 4408"/>
                <a:gd name="T61" fmla="*/ 2147483646 h 4408"/>
                <a:gd name="T62" fmla="*/ 2147483646 w 4408"/>
                <a:gd name="T63" fmla="*/ 2147483646 h 4408"/>
                <a:gd name="T64" fmla="*/ 2147483646 w 4408"/>
                <a:gd name="T65" fmla="*/ 2147483646 h 4408"/>
                <a:gd name="T66" fmla="*/ 2147483646 w 4408"/>
                <a:gd name="T67" fmla="*/ 2147483646 h 4408"/>
                <a:gd name="T68" fmla="*/ 2147483646 w 4408"/>
                <a:gd name="T69" fmla="*/ 2147483646 h 4408"/>
                <a:gd name="T70" fmla="*/ 2147483646 w 4408"/>
                <a:gd name="T71" fmla="*/ 2147483646 h 4408"/>
                <a:gd name="T72" fmla="*/ 2147483646 w 4408"/>
                <a:gd name="T73" fmla="*/ 2147483646 h 4408"/>
                <a:gd name="T74" fmla="*/ 2147483646 w 4408"/>
                <a:gd name="T75" fmla="*/ 2147483646 h 4408"/>
                <a:gd name="T76" fmla="*/ 2147483646 w 4408"/>
                <a:gd name="T77" fmla="*/ 2147483646 h 4408"/>
                <a:gd name="T78" fmla="*/ 2147483646 w 4408"/>
                <a:gd name="T79" fmla="*/ 2147483646 h 4408"/>
                <a:gd name="T80" fmla="*/ 2147483646 w 4408"/>
                <a:gd name="T81" fmla="*/ 2147483646 h 4408"/>
                <a:gd name="T82" fmla="*/ 2147483646 w 4408"/>
                <a:gd name="T83" fmla="*/ 2147483646 h 4408"/>
                <a:gd name="T84" fmla="*/ 2147483646 w 4408"/>
                <a:gd name="T85" fmla="*/ 2147483646 h 4408"/>
                <a:gd name="T86" fmla="*/ 2147483646 w 4408"/>
                <a:gd name="T87" fmla="*/ 2147483646 h 4408"/>
                <a:gd name="T88" fmla="*/ 2147483646 w 4408"/>
                <a:gd name="T89" fmla="*/ 2147483646 h 4408"/>
                <a:gd name="T90" fmla="*/ 2147483646 w 4408"/>
                <a:gd name="T91" fmla="*/ 2147483646 h 4408"/>
                <a:gd name="T92" fmla="*/ 2147483646 w 4408"/>
                <a:gd name="T93" fmla="*/ 2147483646 h 4408"/>
                <a:gd name="T94" fmla="*/ 2147483646 w 4408"/>
                <a:gd name="T95" fmla="*/ 2147483646 h 4408"/>
                <a:gd name="T96" fmla="*/ 2147483646 w 4408"/>
                <a:gd name="T97" fmla="*/ 2147483646 h 4408"/>
                <a:gd name="T98" fmla="*/ 2147483646 w 4408"/>
                <a:gd name="T99" fmla="*/ 2147483646 h 4408"/>
                <a:gd name="T100" fmla="*/ 2147483646 w 4408"/>
                <a:gd name="T101" fmla="*/ 2147483646 h 4408"/>
                <a:gd name="T102" fmla="*/ 2147483646 w 4408"/>
                <a:gd name="T103" fmla="*/ 2147483646 h 4408"/>
                <a:gd name="T104" fmla="*/ 2147483646 w 4408"/>
                <a:gd name="T105" fmla="*/ 2147483646 h 4408"/>
                <a:gd name="T106" fmla="*/ 2147483646 w 4408"/>
                <a:gd name="T107" fmla="*/ 2147483646 h 4408"/>
                <a:gd name="T108" fmla="*/ 2147483646 w 4408"/>
                <a:gd name="T109" fmla="*/ 2147483646 h 4408"/>
                <a:gd name="T110" fmla="*/ 2147483646 w 4408"/>
                <a:gd name="T111" fmla="*/ 2147483646 h 4408"/>
                <a:gd name="T112" fmla="*/ 2147483646 w 4408"/>
                <a:gd name="T113" fmla="*/ 2147483646 h 4408"/>
                <a:gd name="T114" fmla="*/ 2147483646 w 4408"/>
                <a:gd name="T115" fmla="*/ 2147483646 h 4408"/>
                <a:gd name="T116" fmla="*/ 2147483646 w 4408"/>
                <a:gd name="T117" fmla="*/ 2147483646 h 440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408" h="4408">
                  <a:moveTo>
                    <a:pt x="4239" y="1864"/>
                  </a:moveTo>
                  <a:lnTo>
                    <a:pt x="4036" y="1864"/>
                  </a:lnTo>
                  <a:lnTo>
                    <a:pt x="4018" y="1864"/>
                  </a:lnTo>
                  <a:lnTo>
                    <a:pt x="4001" y="1861"/>
                  </a:lnTo>
                  <a:lnTo>
                    <a:pt x="3983" y="1857"/>
                  </a:lnTo>
                  <a:lnTo>
                    <a:pt x="3966" y="1852"/>
                  </a:lnTo>
                  <a:lnTo>
                    <a:pt x="3949" y="1845"/>
                  </a:lnTo>
                  <a:lnTo>
                    <a:pt x="3933" y="1837"/>
                  </a:lnTo>
                  <a:lnTo>
                    <a:pt x="3916" y="1828"/>
                  </a:lnTo>
                  <a:lnTo>
                    <a:pt x="3901" y="1818"/>
                  </a:lnTo>
                  <a:lnTo>
                    <a:pt x="3887" y="1806"/>
                  </a:lnTo>
                  <a:lnTo>
                    <a:pt x="3873" y="1793"/>
                  </a:lnTo>
                  <a:lnTo>
                    <a:pt x="3861" y="1780"/>
                  </a:lnTo>
                  <a:lnTo>
                    <a:pt x="3848" y="1766"/>
                  </a:lnTo>
                  <a:lnTo>
                    <a:pt x="3838" y="1751"/>
                  </a:lnTo>
                  <a:lnTo>
                    <a:pt x="3829" y="1736"/>
                  </a:lnTo>
                  <a:lnTo>
                    <a:pt x="3822" y="1719"/>
                  </a:lnTo>
                  <a:lnTo>
                    <a:pt x="3816" y="1703"/>
                  </a:lnTo>
                  <a:lnTo>
                    <a:pt x="3699" y="1419"/>
                  </a:lnTo>
                  <a:lnTo>
                    <a:pt x="3691" y="1403"/>
                  </a:lnTo>
                  <a:lnTo>
                    <a:pt x="3685" y="1387"/>
                  </a:lnTo>
                  <a:lnTo>
                    <a:pt x="3680" y="1369"/>
                  </a:lnTo>
                  <a:lnTo>
                    <a:pt x="3677" y="1351"/>
                  </a:lnTo>
                  <a:lnTo>
                    <a:pt x="3675" y="1333"/>
                  </a:lnTo>
                  <a:lnTo>
                    <a:pt x="3675" y="1315"/>
                  </a:lnTo>
                  <a:lnTo>
                    <a:pt x="3675" y="1296"/>
                  </a:lnTo>
                  <a:lnTo>
                    <a:pt x="3678" y="1278"/>
                  </a:lnTo>
                  <a:lnTo>
                    <a:pt x="3681" y="1260"/>
                  </a:lnTo>
                  <a:lnTo>
                    <a:pt x="3685" y="1242"/>
                  </a:lnTo>
                  <a:lnTo>
                    <a:pt x="3691" y="1224"/>
                  </a:lnTo>
                  <a:lnTo>
                    <a:pt x="3698" y="1208"/>
                  </a:lnTo>
                  <a:lnTo>
                    <a:pt x="3706" y="1192"/>
                  </a:lnTo>
                  <a:lnTo>
                    <a:pt x="3717" y="1177"/>
                  </a:lnTo>
                  <a:lnTo>
                    <a:pt x="3727" y="1162"/>
                  </a:lnTo>
                  <a:lnTo>
                    <a:pt x="3739" y="1149"/>
                  </a:lnTo>
                  <a:lnTo>
                    <a:pt x="3883" y="1005"/>
                  </a:lnTo>
                  <a:lnTo>
                    <a:pt x="3895" y="992"/>
                  </a:lnTo>
                  <a:lnTo>
                    <a:pt x="3904" y="979"/>
                  </a:lnTo>
                  <a:lnTo>
                    <a:pt x="3913" y="965"/>
                  </a:lnTo>
                  <a:lnTo>
                    <a:pt x="3920" y="949"/>
                  </a:lnTo>
                  <a:lnTo>
                    <a:pt x="3926" y="933"/>
                  </a:lnTo>
                  <a:lnTo>
                    <a:pt x="3930" y="918"/>
                  </a:lnTo>
                  <a:lnTo>
                    <a:pt x="3932" y="902"/>
                  </a:lnTo>
                  <a:lnTo>
                    <a:pt x="3933" y="886"/>
                  </a:lnTo>
                  <a:lnTo>
                    <a:pt x="3932" y="869"/>
                  </a:lnTo>
                  <a:lnTo>
                    <a:pt x="3930" y="853"/>
                  </a:lnTo>
                  <a:lnTo>
                    <a:pt x="3926" y="837"/>
                  </a:lnTo>
                  <a:lnTo>
                    <a:pt x="3920" y="822"/>
                  </a:lnTo>
                  <a:lnTo>
                    <a:pt x="3913" y="806"/>
                  </a:lnTo>
                  <a:lnTo>
                    <a:pt x="3904" y="792"/>
                  </a:lnTo>
                  <a:lnTo>
                    <a:pt x="3895" y="778"/>
                  </a:lnTo>
                  <a:lnTo>
                    <a:pt x="3883" y="765"/>
                  </a:lnTo>
                  <a:lnTo>
                    <a:pt x="3643" y="525"/>
                  </a:lnTo>
                  <a:lnTo>
                    <a:pt x="3630" y="514"/>
                  </a:lnTo>
                  <a:lnTo>
                    <a:pt x="3616" y="504"/>
                  </a:lnTo>
                  <a:lnTo>
                    <a:pt x="3602" y="495"/>
                  </a:lnTo>
                  <a:lnTo>
                    <a:pt x="3587" y="489"/>
                  </a:lnTo>
                  <a:lnTo>
                    <a:pt x="3572" y="483"/>
                  </a:lnTo>
                  <a:lnTo>
                    <a:pt x="3555" y="479"/>
                  </a:lnTo>
                  <a:lnTo>
                    <a:pt x="3539" y="477"/>
                  </a:lnTo>
                  <a:lnTo>
                    <a:pt x="3523" y="476"/>
                  </a:lnTo>
                  <a:lnTo>
                    <a:pt x="3507" y="477"/>
                  </a:lnTo>
                  <a:lnTo>
                    <a:pt x="3490" y="479"/>
                  </a:lnTo>
                  <a:lnTo>
                    <a:pt x="3474" y="483"/>
                  </a:lnTo>
                  <a:lnTo>
                    <a:pt x="3459" y="489"/>
                  </a:lnTo>
                  <a:lnTo>
                    <a:pt x="3444" y="495"/>
                  </a:lnTo>
                  <a:lnTo>
                    <a:pt x="3430" y="504"/>
                  </a:lnTo>
                  <a:lnTo>
                    <a:pt x="3415" y="514"/>
                  </a:lnTo>
                  <a:lnTo>
                    <a:pt x="3403" y="525"/>
                  </a:lnTo>
                  <a:lnTo>
                    <a:pt x="3259" y="669"/>
                  </a:lnTo>
                  <a:lnTo>
                    <a:pt x="3246" y="682"/>
                  </a:lnTo>
                  <a:lnTo>
                    <a:pt x="3232" y="692"/>
                  </a:lnTo>
                  <a:lnTo>
                    <a:pt x="3217" y="702"/>
                  </a:lnTo>
                  <a:lnTo>
                    <a:pt x="3200" y="710"/>
                  </a:lnTo>
                  <a:lnTo>
                    <a:pt x="3183" y="717"/>
                  </a:lnTo>
                  <a:lnTo>
                    <a:pt x="3166" y="723"/>
                  </a:lnTo>
                  <a:lnTo>
                    <a:pt x="3149" y="727"/>
                  </a:lnTo>
                  <a:lnTo>
                    <a:pt x="3130" y="731"/>
                  </a:lnTo>
                  <a:lnTo>
                    <a:pt x="3112" y="733"/>
                  </a:lnTo>
                  <a:lnTo>
                    <a:pt x="3093" y="733"/>
                  </a:lnTo>
                  <a:lnTo>
                    <a:pt x="3075" y="733"/>
                  </a:lnTo>
                  <a:lnTo>
                    <a:pt x="3056" y="731"/>
                  </a:lnTo>
                  <a:lnTo>
                    <a:pt x="3039" y="728"/>
                  </a:lnTo>
                  <a:lnTo>
                    <a:pt x="3022" y="723"/>
                  </a:lnTo>
                  <a:lnTo>
                    <a:pt x="3005" y="717"/>
                  </a:lnTo>
                  <a:lnTo>
                    <a:pt x="2989" y="710"/>
                  </a:lnTo>
                  <a:lnTo>
                    <a:pt x="2705" y="592"/>
                  </a:lnTo>
                  <a:lnTo>
                    <a:pt x="2689" y="587"/>
                  </a:lnTo>
                  <a:lnTo>
                    <a:pt x="2673" y="579"/>
                  </a:lnTo>
                  <a:lnTo>
                    <a:pt x="2658" y="570"/>
                  </a:lnTo>
                  <a:lnTo>
                    <a:pt x="2642" y="560"/>
                  </a:lnTo>
                  <a:lnTo>
                    <a:pt x="2628" y="549"/>
                  </a:lnTo>
                  <a:lnTo>
                    <a:pt x="2615" y="536"/>
                  </a:lnTo>
                  <a:lnTo>
                    <a:pt x="2603" y="522"/>
                  </a:lnTo>
                  <a:lnTo>
                    <a:pt x="2591" y="507"/>
                  </a:lnTo>
                  <a:lnTo>
                    <a:pt x="2581" y="492"/>
                  </a:lnTo>
                  <a:lnTo>
                    <a:pt x="2571" y="476"/>
                  </a:lnTo>
                  <a:lnTo>
                    <a:pt x="2563" y="460"/>
                  </a:lnTo>
                  <a:lnTo>
                    <a:pt x="2556" y="442"/>
                  </a:lnTo>
                  <a:lnTo>
                    <a:pt x="2551" y="425"/>
                  </a:lnTo>
                  <a:lnTo>
                    <a:pt x="2547" y="408"/>
                  </a:lnTo>
                  <a:lnTo>
                    <a:pt x="2544" y="391"/>
                  </a:lnTo>
                  <a:lnTo>
                    <a:pt x="2543" y="373"/>
                  </a:lnTo>
                  <a:lnTo>
                    <a:pt x="2543" y="169"/>
                  </a:lnTo>
                  <a:lnTo>
                    <a:pt x="2543" y="152"/>
                  </a:lnTo>
                  <a:lnTo>
                    <a:pt x="2540" y="135"/>
                  </a:lnTo>
                  <a:lnTo>
                    <a:pt x="2536" y="119"/>
                  </a:lnTo>
                  <a:lnTo>
                    <a:pt x="2530" y="103"/>
                  </a:lnTo>
                  <a:lnTo>
                    <a:pt x="2523" y="88"/>
                  </a:lnTo>
                  <a:lnTo>
                    <a:pt x="2515" y="75"/>
                  </a:lnTo>
                  <a:lnTo>
                    <a:pt x="2505" y="62"/>
                  </a:lnTo>
                  <a:lnTo>
                    <a:pt x="2493" y="50"/>
                  </a:lnTo>
                  <a:lnTo>
                    <a:pt x="2481" y="39"/>
                  </a:lnTo>
                  <a:lnTo>
                    <a:pt x="2469" y="28"/>
                  </a:lnTo>
                  <a:lnTo>
                    <a:pt x="2455" y="20"/>
                  </a:lnTo>
                  <a:lnTo>
                    <a:pt x="2440" y="13"/>
                  </a:lnTo>
                  <a:lnTo>
                    <a:pt x="2424" y="7"/>
                  </a:lnTo>
                  <a:lnTo>
                    <a:pt x="2408" y="3"/>
                  </a:lnTo>
                  <a:lnTo>
                    <a:pt x="2391" y="1"/>
                  </a:lnTo>
                  <a:lnTo>
                    <a:pt x="2374" y="0"/>
                  </a:lnTo>
                  <a:lnTo>
                    <a:pt x="2035" y="0"/>
                  </a:lnTo>
                  <a:lnTo>
                    <a:pt x="2018" y="1"/>
                  </a:lnTo>
                  <a:lnTo>
                    <a:pt x="2001" y="3"/>
                  </a:lnTo>
                  <a:lnTo>
                    <a:pt x="1985" y="7"/>
                  </a:lnTo>
                  <a:lnTo>
                    <a:pt x="1969" y="13"/>
                  </a:lnTo>
                  <a:lnTo>
                    <a:pt x="1955" y="20"/>
                  </a:lnTo>
                  <a:lnTo>
                    <a:pt x="1941" y="28"/>
                  </a:lnTo>
                  <a:lnTo>
                    <a:pt x="1927" y="39"/>
                  </a:lnTo>
                  <a:lnTo>
                    <a:pt x="1915" y="50"/>
                  </a:lnTo>
                  <a:lnTo>
                    <a:pt x="1904" y="62"/>
                  </a:lnTo>
                  <a:lnTo>
                    <a:pt x="1894" y="75"/>
                  </a:lnTo>
                  <a:lnTo>
                    <a:pt x="1886" y="88"/>
                  </a:lnTo>
                  <a:lnTo>
                    <a:pt x="1879" y="103"/>
                  </a:lnTo>
                  <a:lnTo>
                    <a:pt x="1873" y="119"/>
                  </a:lnTo>
                  <a:lnTo>
                    <a:pt x="1869" y="135"/>
                  </a:lnTo>
                  <a:lnTo>
                    <a:pt x="1867" y="152"/>
                  </a:lnTo>
                  <a:lnTo>
                    <a:pt x="1866" y="169"/>
                  </a:lnTo>
                  <a:lnTo>
                    <a:pt x="1866" y="373"/>
                  </a:lnTo>
                  <a:lnTo>
                    <a:pt x="1864" y="391"/>
                  </a:lnTo>
                  <a:lnTo>
                    <a:pt x="1861" y="408"/>
                  </a:lnTo>
                  <a:lnTo>
                    <a:pt x="1858" y="425"/>
                  </a:lnTo>
                  <a:lnTo>
                    <a:pt x="1852" y="442"/>
                  </a:lnTo>
                  <a:lnTo>
                    <a:pt x="1845" y="460"/>
                  </a:lnTo>
                  <a:lnTo>
                    <a:pt x="1837" y="476"/>
                  </a:lnTo>
                  <a:lnTo>
                    <a:pt x="1828" y="492"/>
                  </a:lnTo>
                  <a:lnTo>
                    <a:pt x="1818" y="507"/>
                  </a:lnTo>
                  <a:lnTo>
                    <a:pt x="1807" y="522"/>
                  </a:lnTo>
                  <a:lnTo>
                    <a:pt x="1793" y="536"/>
                  </a:lnTo>
                  <a:lnTo>
                    <a:pt x="1780" y="549"/>
                  </a:lnTo>
                  <a:lnTo>
                    <a:pt x="1766" y="560"/>
                  </a:lnTo>
                  <a:lnTo>
                    <a:pt x="1751" y="570"/>
                  </a:lnTo>
                  <a:lnTo>
                    <a:pt x="1736" y="579"/>
                  </a:lnTo>
                  <a:lnTo>
                    <a:pt x="1719" y="587"/>
                  </a:lnTo>
                  <a:lnTo>
                    <a:pt x="1703" y="592"/>
                  </a:lnTo>
                  <a:lnTo>
                    <a:pt x="1419" y="710"/>
                  </a:lnTo>
                  <a:lnTo>
                    <a:pt x="1404" y="717"/>
                  </a:lnTo>
                  <a:lnTo>
                    <a:pt x="1387" y="723"/>
                  </a:lnTo>
                  <a:lnTo>
                    <a:pt x="1370" y="728"/>
                  </a:lnTo>
                  <a:lnTo>
                    <a:pt x="1352" y="731"/>
                  </a:lnTo>
                  <a:lnTo>
                    <a:pt x="1334" y="733"/>
                  </a:lnTo>
                  <a:lnTo>
                    <a:pt x="1316" y="733"/>
                  </a:lnTo>
                  <a:lnTo>
                    <a:pt x="1297" y="733"/>
                  </a:lnTo>
                  <a:lnTo>
                    <a:pt x="1278" y="731"/>
                  </a:lnTo>
                  <a:lnTo>
                    <a:pt x="1261" y="727"/>
                  </a:lnTo>
                  <a:lnTo>
                    <a:pt x="1243" y="723"/>
                  </a:lnTo>
                  <a:lnTo>
                    <a:pt x="1225" y="717"/>
                  </a:lnTo>
                  <a:lnTo>
                    <a:pt x="1208" y="710"/>
                  </a:lnTo>
                  <a:lnTo>
                    <a:pt x="1193" y="702"/>
                  </a:lnTo>
                  <a:lnTo>
                    <a:pt x="1178" y="692"/>
                  </a:lnTo>
                  <a:lnTo>
                    <a:pt x="1164" y="682"/>
                  </a:lnTo>
                  <a:lnTo>
                    <a:pt x="1150" y="669"/>
                  </a:lnTo>
                  <a:lnTo>
                    <a:pt x="1005" y="525"/>
                  </a:lnTo>
                  <a:lnTo>
                    <a:pt x="993" y="514"/>
                  </a:lnTo>
                  <a:lnTo>
                    <a:pt x="979" y="504"/>
                  </a:lnTo>
                  <a:lnTo>
                    <a:pt x="965" y="495"/>
                  </a:lnTo>
                  <a:lnTo>
                    <a:pt x="950" y="489"/>
                  </a:lnTo>
                  <a:lnTo>
                    <a:pt x="934" y="483"/>
                  </a:lnTo>
                  <a:lnTo>
                    <a:pt x="918" y="479"/>
                  </a:lnTo>
                  <a:lnTo>
                    <a:pt x="902" y="477"/>
                  </a:lnTo>
                  <a:lnTo>
                    <a:pt x="886" y="476"/>
                  </a:lnTo>
                  <a:lnTo>
                    <a:pt x="869" y="477"/>
                  </a:lnTo>
                  <a:lnTo>
                    <a:pt x="853" y="479"/>
                  </a:lnTo>
                  <a:lnTo>
                    <a:pt x="837" y="483"/>
                  </a:lnTo>
                  <a:lnTo>
                    <a:pt x="822" y="489"/>
                  </a:lnTo>
                  <a:lnTo>
                    <a:pt x="807" y="495"/>
                  </a:lnTo>
                  <a:lnTo>
                    <a:pt x="792" y="504"/>
                  </a:lnTo>
                  <a:lnTo>
                    <a:pt x="779" y="514"/>
                  </a:lnTo>
                  <a:lnTo>
                    <a:pt x="766" y="525"/>
                  </a:lnTo>
                  <a:lnTo>
                    <a:pt x="527" y="765"/>
                  </a:lnTo>
                  <a:lnTo>
                    <a:pt x="514" y="778"/>
                  </a:lnTo>
                  <a:lnTo>
                    <a:pt x="504" y="792"/>
                  </a:lnTo>
                  <a:lnTo>
                    <a:pt x="496" y="806"/>
                  </a:lnTo>
                  <a:lnTo>
                    <a:pt x="489" y="822"/>
                  </a:lnTo>
                  <a:lnTo>
                    <a:pt x="484" y="837"/>
                  </a:lnTo>
                  <a:lnTo>
                    <a:pt x="480" y="853"/>
                  </a:lnTo>
                  <a:lnTo>
                    <a:pt x="477" y="869"/>
                  </a:lnTo>
                  <a:lnTo>
                    <a:pt x="477" y="886"/>
                  </a:lnTo>
                  <a:lnTo>
                    <a:pt x="477" y="902"/>
                  </a:lnTo>
                  <a:lnTo>
                    <a:pt x="480" y="918"/>
                  </a:lnTo>
                  <a:lnTo>
                    <a:pt x="484" y="933"/>
                  </a:lnTo>
                  <a:lnTo>
                    <a:pt x="489" y="949"/>
                  </a:lnTo>
                  <a:lnTo>
                    <a:pt x="496" y="965"/>
                  </a:lnTo>
                  <a:lnTo>
                    <a:pt x="504" y="979"/>
                  </a:lnTo>
                  <a:lnTo>
                    <a:pt x="514" y="992"/>
                  </a:lnTo>
                  <a:lnTo>
                    <a:pt x="527" y="1005"/>
                  </a:lnTo>
                  <a:lnTo>
                    <a:pt x="670" y="1149"/>
                  </a:lnTo>
                  <a:lnTo>
                    <a:pt x="682" y="1162"/>
                  </a:lnTo>
                  <a:lnTo>
                    <a:pt x="693" y="1177"/>
                  </a:lnTo>
                  <a:lnTo>
                    <a:pt x="702" y="1192"/>
                  </a:lnTo>
                  <a:lnTo>
                    <a:pt x="710" y="1208"/>
                  </a:lnTo>
                  <a:lnTo>
                    <a:pt x="717" y="1224"/>
                  </a:lnTo>
                  <a:lnTo>
                    <a:pt x="723" y="1242"/>
                  </a:lnTo>
                  <a:lnTo>
                    <a:pt x="728" y="1260"/>
                  </a:lnTo>
                  <a:lnTo>
                    <a:pt x="732" y="1278"/>
                  </a:lnTo>
                  <a:lnTo>
                    <a:pt x="734" y="1296"/>
                  </a:lnTo>
                  <a:lnTo>
                    <a:pt x="735" y="1315"/>
                  </a:lnTo>
                  <a:lnTo>
                    <a:pt x="734" y="1333"/>
                  </a:lnTo>
                  <a:lnTo>
                    <a:pt x="732" y="1351"/>
                  </a:lnTo>
                  <a:lnTo>
                    <a:pt x="728" y="1369"/>
                  </a:lnTo>
                  <a:lnTo>
                    <a:pt x="723" y="1387"/>
                  </a:lnTo>
                  <a:lnTo>
                    <a:pt x="717" y="1403"/>
                  </a:lnTo>
                  <a:lnTo>
                    <a:pt x="710" y="1419"/>
                  </a:lnTo>
                  <a:lnTo>
                    <a:pt x="594" y="1703"/>
                  </a:lnTo>
                  <a:lnTo>
                    <a:pt x="587" y="1719"/>
                  </a:lnTo>
                  <a:lnTo>
                    <a:pt x="579" y="1736"/>
                  </a:lnTo>
                  <a:lnTo>
                    <a:pt x="570" y="1751"/>
                  </a:lnTo>
                  <a:lnTo>
                    <a:pt x="560" y="1766"/>
                  </a:lnTo>
                  <a:lnTo>
                    <a:pt x="549" y="1780"/>
                  </a:lnTo>
                  <a:lnTo>
                    <a:pt x="536" y="1793"/>
                  </a:lnTo>
                  <a:lnTo>
                    <a:pt x="523" y="1806"/>
                  </a:lnTo>
                  <a:lnTo>
                    <a:pt x="508" y="1818"/>
                  </a:lnTo>
                  <a:lnTo>
                    <a:pt x="493" y="1828"/>
                  </a:lnTo>
                  <a:lnTo>
                    <a:pt x="477" y="1837"/>
                  </a:lnTo>
                  <a:lnTo>
                    <a:pt x="460" y="1845"/>
                  </a:lnTo>
                  <a:lnTo>
                    <a:pt x="443" y="1852"/>
                  </a:lnTo>
                  <a:lnTo>
                    <a:pt x="426" y="1857"/>
                  </a:lnTo>
                  <a:lnTo>
                    <a:pt x="409" y="1861"/>
                  </a:lnTo>
                  <a:lnTo>
                    <a:pt x="391" y="1864"/>
                  </a:lnTo>
                  <a:lnTo>
                    <a:pt x="373" y="1865"/>
                  </a:lnTo>
                  <a:lnTo>
                    <a:pt x="170" y="1864"/>
                  </a:lnTo>
                  <a:lnTo>
                    <a:pt x="152" y="1865"/>
                  </a:lnTo>
                  <a:lnTo>
                    <a:pt x="136" y="1868"/>
                  </a:lnTo>
                  <a:lnTo>
                    <a:pt x="120" y="1873"/>
                  </a:lnTo>
                  <a:lnTo>
                    <a:pt x="104" y="1879"/>
                  </a:lnTo>
                  <a:lnTo>
                    <a:pt x="89" y="1886"/>
                  </a:lnTo>
                  <a:lnTo>
                    <a:pt x="75" y="1894"/>
                  </a:lnTo>
                  <a:lnTo>
                    <a:pt x="62" y="1904"/>
                  </a:lnTo>
                  <a:lnTo>
                    <a:pt x="50" y="1915"/>
                  </a:lnTo>
                  <a:lnTo>
                    <a:pt x="39" y="1926"/>
                  </a:lnTo>
                  <a:lnTo>
                    <a:pt x="30" y="1939"/>
                  </a:lnTo>
                  <a:lnTo>
                    <a:pt x="20" y="1954"/>
                  </a:lnTo>
                  <a:lnTo>
                    <a:pt x="13" y="1969"/>
                  </a:lnTo>
                  <a:lnTo>
                    <a:pt x="8" y="1984"/>
                  </a:lnTo>
                  <a:lnTo>
                    <a:pt x="3" y="2000"/>
                  </a:lnTo>
                  <a:lnTo>
                    <a:pt x="1" y="2018"/>
                  </a:lnTo>
                  <a:lnTo>
                    <a:pt x="0" y="2035"/>
                  </a:lnTo>
                  <a:lnTo>
                    <a:pt x="0" y="2374"/>
                  </a:lnTo>
                  <a:lnTo>
                    <a:pt x="1" y="2391"/>
                  </a:lnTo>
                  <a:lnTo>
                    <a:pt x="3" y="2408"/>
                  </a:lnTo>
                  <a:lnTo>
                    <a:pt x="8" y="2424"/>
                  </a:lnTo>
                  <a:lnTo>
                    <a:pt x="13" y="2440"/>
                  </a:lnTo>
                  <a:lnTo>
                    <a:pt x="20" y="2454"/>
                  </a:lnTo>
                  <a:lnTo>
                    <a:pt x="30" y="2468"/>
                  </a:lnTo>
                  <a:lnTo>
                    <a:pt x="39" y="2481"/>
                  </a:lnTo>
                  <a:lnTo>
                    <a:pt x="50" y="2493"/>
                  </a:lnTo>
                  <a:lnTo>
                    <a:pt x="62" y="2504"/>
                  </a:lnTo>
                  <a:lnTo>
                    <a:pt x="75" y="2515"/>
                  </a:lnTo>
                  <a:lnTo>
                    <a:pt x="89" y="2523"/>
                  </a:lnTo>
                  <a:lnTo>
                    <a:pt x="104" y="2530"/>
                  </a:lnTo>
                  <a:lnTo>
                    <a:pt x="120" y="2536"/>
                  </a:lnTo>
                  <a:lnTo>
                    <a:pt x="136" y="2540"/>
                  </a:lnTo>
                  <a:lnTo>
                    <a:pt x="152" y="2542"/>
                  </a:lnTo>
                  <a:lnTo>
                    <a:pt x="170" y="2543"/>
                  </a:lnTo>
                  <a:lnTo>
                    <a:pt x="373" y="2543"/>
                  </a:lnTo>
                  <a:lnTo>
                    <a:pt x="391" y="2544"/>
                  </a:lnTo>
                  <a:lnTo>
                    <a:pt x="408" y="2547"/>
                  </a:lnTo>
                  <a:lnTo>
                    <a:pt x="426" y="2551"/>
                  </a:lnTo>
                  <a:lnTo>
                    <a:pt x="443" y="2556"/>
                  </a:lnTo>
                  <a:lnTo>
                    <a:pt x="460" y="2563"/>
                  </a:lnTo>
                  <a:lnTo>
                    <a:pt x="477" y="2571"/>
                  </a:lnTo>
                  <a:lnTo>
                    <a:pt x="492" y="2581"/>
                  </a:lnTo>
                  <a:lnTo>
                    <a:pt x="507" y="2591"/>
                  </a:lnTo>
                  <a:lnTo>
                    <a:pt x="523" y="2603"/>
                  </a:lnTo>
                  <a:lnTo>
                    <a:pt x="536" y="2615"/>
                  </a:lnTo>
                  <a:lnTo>
                    <a:pt x="549" y="2628"/>
                  </a:lnTo>
                  <a:lnTo>
                    <a:pt x="560" y="2642"/>
                  </a:lnTo>
                  <a:lnTo>
                    <a:pt x="570" y="2658"/>
                  </a:lnTo>
                  <a:lnTo>
                    <a:pt x="579" y="2673"/>
                  </a:lnTo>
                  <a:lnTo>
                    <a:pt x="586" y="2689"/>
                  </a:lnTo>
                  <a:lnTo>
                    <a:pt x="593" y="2705"/>
                  </a:lnTo>
                  <a:lnTo>
                    <a:pt x="710" y="2989"/>
                  </a:lnTo>
                  <a:lnTo>
                    <a:pt x="717" y="3006"/>
                  </a:lnTo>
                  <a:lnTo>
                    <a:pt x="723" y="3022"/>
                  </a:lnTo>
                  <a:lnTo>
                    <a:pt x="728" y="3039"/>
                  </a:lnTo>
                  <a:lnTo>
                    <a:pt x="732" y="3057"/>
                  </a:lnTo>
                  <a:lnTo>
                    <a:pt x="734" y="3075"/>
                  </a:lnTo>
                  <a:lnTo>
                    <a:pt x="735" y="3094"/>
                  </a:lnTo>
                  <a:lnTo>
                    <a:pt x="734" y="3112"/>
                  </a:lnTo>
                  <a:lnTo>
                    <a:pt x="732" y="3130"/>
                  </a:lnTo>
                  <a:lnTo>
                    <a:pt x="727" y="3149"/>
                  </a:lnTo>
                  <a:lnTo>
                    <a:pt x="723" y="3166"/>
                  </a:lnTo>
                  <a:lnTo>
                    <a:pt x="717" y="3184"/>
                  </a:lnTo>
                  <a:lnTo>
                    <a:pt x="710" y="3200"/>
                  </a:lnTo>
                  <a:lnTo>
                    <a:pt x="702" y="3217"/>
                  </a:lnTo>
                  <a:lnTo>
                    <a:pt x="693" y="3232"/>
                  </a:lnTo>
                  <a:lnTo>
                    <a:pt x="682" y="3246"/>
                  </a:lnTo>
                  <a:lnTo>
                    <a:pt x="670" y="3259"/>
                  </a:lnTo>
                  <a:lnTo>
                    <a:pt x="526" y="3403"/>
                  </a:lnTo>
                  <a:lnTo>
                    <a:pt x="514" y="3415"/>
                  </a:lnTo>
                  <a:lnTo>
                    <a:pt x="504" y="3430"/>
                  </a:lnTo>
                  <a:lnTo>
                    <a:pt x="496" y="3444"/>
                  </a:lnTo>
                  <a:lnTo>
                    <a:pt x="489" y="3459"/>
                  </a:lnTo>
                  <a:lnTo>
                    <a:pt x="483" y="3474"/>
                  </a:lnTo>
                  <a:lnTo>
                    <a:pt x="480" y="3490"/>
                  </a:lnTo>
                  <a:lnTo>
                    <a:pt x="477" y="3507"/>
                  </a:lnTo>
                  <a:lnTo>
                    <a:pt x="477" y="3523"/>
                  </a:lnTo>
                  <a:lnTo>
                    <a:pt x="477" y="3539"/>
                  </a:lnTo>
                  <a:lnTo>
                    <a:pt x="480" y="3555"/>
                  </a:lnTo>
                  <a:lnTo>
                    <a:pt x="483" y="3572"/>
                  </a:lnTo>
                  <a:lnTo>
                    <a:pt x="489" y="3587"/>
                  </a:lnTo>
                  <a:lnTo>
                    <a:pt x="496" y="3602"/>
                  </a:lnTo>
                  <a:lnTo>
                    <a:pt x="504" y="3616"/>
                  </a:lnTo>
                  <a:lnTo>
                    <a:pt x="514" y="3630"/>
                  </a:lnTo>
                  <a:lnTo>
                    <a:pt x="526" y="3643"/>
                  </a:lnTo>
                  <a:lnTo>
                    <a:pt x="766" y="3883"/>
                  </a:lnTo>
                  <a:lnTo>
                    <a:pt x="779" y="3894"/>
                  </a:lnTo>
                  <a:lnTo>
                    <a:pt x="792" y="3904"/>
                  </a:lnTo>
                  <a:lnTo>
                    <a:pt x="807" y="3913"/>
                  </a:lnTo>
                  <a:lnTo>
                    <a:pt x="822" y="3921"/>
                  </a:lnTo>
                  <a:lnTo>
                    <a:pt x="837" y="3926"/>
                  </a:lnTo>
                  <a:lnTo>
                    <a:pt x="853" y="3930"/>
                  </a:lnTo>
                  <a:lnTo>
                    <a:pt x="869" y="3932"/>
                  </a:lnTo>
                  <a:lnTo>
                    <a:pt x="886" y="3933"/>
                  </a:lnTo>
                  <a:lnTo>
                    <a:pt x="902" y="3932"/>
                  </a:lnTo>
                  <a:lnTo>
                    <a:pt x="918" y="3930"/>
                  </a:lnTo>
                  <a:lnTo>
                    <a:pt x="934" y="3926"/>
                  </a:lnTo>
                  <a:lnTo>
                    <a:pt x="950" y="3921"/>
                  </a:lnTo>
                  <a:lnTo>
                    <a:pt x="965" y="3913"/>
                  </a:lnTo>
                  <a:lnTo>
                    <a:pt x="979" y="3904"/>
                  </a:lnTo>
                  <a:lnTo>
                    <a:pt x="993" y="3894"/>
                  </a:lnTo>
                  <a:lnTo>
                    <a:pt x="1005" y="3883"/>
                  </a:lnTo>
                  <a:lnTo>
                    <a:pt x="1150" y="3739"/>
                  </a:lnTo>
                  <a:lnTo>
                    <a:pt x="1163" y="3727"/>
                  </a:lnTo>
                  <a:lnTo>
                    <a:pt x="1177" y="3717"/>
                  </a:lnTo>
                  <a:lnTo>
                    <a:pt x="1192" y="3706"/>
                  </a:lnTo>
                  <a:lnTo>
                    <a:pt x="1208" y="3698"/>
                  </a:lnTo>
                  <a:lnTo>
                    <a:pt x="1225" y="3691"/>
                  </a:lnTo>
                  <a:lnTo>
                    <a:pt x="1243" y="3685"/>
                  </a:lnTo>
                  <a:lnTo>
                    <a:pt x="1260" y="3681"/>
                  </a:lnTo>
                  <a:lnTo>
                    <a:pt x="1278" y="3678"/>
                  </a:lnTo>
                  <a:lnTo>
                    <a:pt x="1296" y="3675"/>
                  </a:lnTo>
                  <a:lnTo>
                    <a:pt x="1315" y="3675"/>
                  </a:lnTo>
                  <a:lnTo>
                    <a:pt x="1333" y="3675"/>
                  </a:lnTo>
                  <a:lnTo>
                    <a:pt x="1351" y="3677"/>
                  </a:lnTo>
                  <a:lnTo>
                    <a:pt x="1370" y="3681"/>
                  </a:lnTo>
                  <a:lnTo>
                    <a:pt x="1387" y="3685"/>
                  </a:lnTo>
                  <a:lnTo>
                    <a:pt x="1403" y="3691"/>
                  </a:lnTo>
                  <a:lnTo>
                    <a:pt x="1419" y="3699"/>
                  </a:lnTo>
                  <a:lnTo>
                    <a:pt x="1703" y="3816"/>
                  </a:lnTo>
                  <a:lnTo>
                    <a:pt x="1719" y="3822"/>
                  </a:lnTo>
                  <a:lnTo>
                    <a:pt x="1736" y="3829"/>
                  </a:lnTo>
                  <a:lnTo>
                    <a:pt x="1751" y="3838"/>
                  </a:lnTo>
                  <a:lnTo>
                    <a:pt x="1766" y="3848"/>
                  </a:lnTo>
                  <a:lnTo>
                    <a:pt x="1780" y="3861"/>
                  </a:lnTo>
                  <a:lnTo>
                    <a:pt x="1793" y="3873"/>
                  </a:lnTo>
                  <a:lnTo>
                    <a:pt x="1807" y="3887"/>
                  </a:lnTo>
                  <a:lnTo>
                    <a:pt x="1818" y="3901"/>
                  </a:lnTo>
                  <a:lnTo>
                    <a:pt x="1828" y="3916"/>
                  </a:lnTo>
                  <a:lnTo>
                    <a:pt x="1837" y="3933"/>
                  </a:lnTo>
                  <a:lnTo>
                    <a:pt x="1845" y="3949"/>
                  </a:lnTo>
                  <a:lnTo>
                    <a:pt x="1852" y="3966"/>
                  </a:lnTo>
                  <a:lnTo>
                    <a:pt x="1858" y="3983"/>
                  </a:lnTo>
                  <a:lnTo>
                    <a:pt x="1861" y="4001"/>
                  </a:lnTo>
                  <a:lnTo>
                    <a:pt x="1864" y="4019"/>
                  </a:lnTo>
                  <a:lnTo>
                    <a:pt x="1866" y="4036"/>
                  </a:lnTo>
                  <a:lnTo>
                    <a:pt x="1866" y="4239"/>
                  </a:lnTo>
                  <a:lnTo>
                    <a:pt x="1867" y="4256"/>
                  </a:lnTo>
                  <a:lnTo>
                    <a:pt x="1869" y="4272"/>
                  </a:lnTo>
                  <a:lnTo>
                    <a:pt x="1873" y="4289"/>
                  </a:lnTo>
                  <a:lnTo>
                    <a:pt x="1879" y="4305"/>
                  </a:lnTo>
                  <a:lnTo>
                    <a:pt x="1886" y="4319"/>
                  </a:lnTo>
                  <a:lnTo>
                    <a:pt x="1894" y="4333"/>
                  </a:lnTo>
                  <a:lnTo>
                    <a:pt x="1904" y="4347"/>
                  </a:lnTo>
                  <a:lnTo>
                    <a:pt x="1915" y="4359"/>
                  </a:lnTo>
                  <a:lnTo>
                    <a:pt x="1927" y="4370"/>
                  </a:lnTo>
                  <a:lnTo>
                    <a:pt x="1941" y="4379"/>
                  </a:lnTo>
                  <a:lnTo>
                    <a:pt x="1954" y="4388"/>
                  </a:lnTo>
                  <a:lnTo>
                    <a:pt x="1969" y="4395"/>
                  </a:lnTo>
                  <a:lnTo>
                    <a:pt x="1984" y="4400"/>
                  </a:lnTo>
                  <a:lnTo>
                    <a:pt x="2000" y="4405"/>
                  </a:lnTo>
                  <a:lnTo>
                    <a:pt x="2018" y="4407"/>
                  </a:lnTo>
                  <a:lnTo>
                    <a:pt x="2035" y="4408"/>
                  </a:lnTo>
                  <a:lnTo>
                    <a:pt x="2374" y="4408"/>
                  </a:lnTo>
                  <a:lnTo>
                    <a:pt x="2391" y="4407"/>
                  </a:lnTo>
                  <a:lnTo>
                    <a:pt x="2408" y="4405"/>
                  </a:lnTo>
                  <a:lnTo>
                    <a:pt x="2424" y="4400"/>
                  </a:lnTo>
                  <a:lnTo>
                    <a:pt x="2440" y="4395"/>
                  </a:lnTo>
                  <a:lnTo>
                    <a:pt x="2455" y="4388"/>
                  </a:lnTo>
                  <a:lnTo>
                    <a:pt x="2469" y="4379"/>
                  </a:lnTo>
                  <a:lnTo>
                    <a:pt x="2481" y="4370"/>
                  </a:lnTo>
                  <a:lnTo>
                    <a:pt x="2493" y="4359"/>
                  </a:lnTo>
                  <a:lnTo>
                    <a:pt x="2505" y="4347"/>
                  </a:lnTo>
                  <a:lnTo>
                    <a:pt x="2515" y="4333"/>
                  </a:lnTo>
                  <a:lnTo>
                    <a:pt x="2523" y="4319"/>
                  </a:lnTo>
                  <a:lnTo>
                    <a:pt x="2530" y="4305"/>
                  </a:lnTo>
                  <a:lnTo>
                    <a:pt x="2536" y="4289"/>
                  </a:lnTo>
                  <a:lnTo>
                    <a:pt x="2540" y="4272"/>
                  </a:lnTo>
                  <a:lnTo>
                    <a:pt x="2543" y="4256"/>
                  </a:lnTo>
                  <a:lnTo>
                    <a:pt x="2543" y="4239"/>
                  </a:lnTo>
                  <a:lnTo>
                    <a:pt x="2543" y="4036"/>
                  </a:lnTo>
                  <a:lnTo>
                    <a:pt x="2544" y="4019"/>
                  </a:lnTo>
                  <a:lnTo>
                    <a:pt x="2547" y="4001"/>
                  </a:lnTo>
                  <a:lnTo>
                    <a:pt x="2551" y="3983"/>
                  </a:lnTo>
                  <a:lnTo>
                    <a:pt x="2556" y="3966"/>
                  </a:lnTo>
                  <a:lnTo>
                    <a:pt x="2563" y="3949"/>
                  </a:lnTo>
                  <a:lnTo>
                    <a:pt x="2571" y="3933"/>
                  </a:lnTo>
                  <a:lnTo>
                    <a:pt x="2581" y="3916"/>
                  </a:lnTo>
                  <a:lnTo>
                    <a:pt x="2591" y="3901"/>
                  </a:lnTo>
                  <a:lnTo>
                    <a:pt x="2603" y="3887"/>
                  </a:lnTo>
                  <a:lnTo>
                    <a:pt x="2615" y="3873"/>
                  </a:lnTo>
                  <a:lnTo>
                    <a:pt x="2628" y="3861"/>
                  </a:lnTo>
                  <a:lnTo>
                    <a:pt x="2642" y="3848"/>
                  </a:lnTo>
                  <a:lnTo>
                    <a:pt x="2658" y="3838"/>
                  </a:lnTo>
                  <a:lnTo>
                    <a:pt x="2673" y="3829"/>
                  </a:lnTo>
                  <a:lnTo>
                    <a:pt x="2689" y="3822"/>
                  </a:lnTo>
                  <a:lnTo>
                    <a:pt x="2705" y="3816"/>
                  </a:lnTo>
                  <a:lnTo>
                    <a:pt x="2989" y="3699"/>
                  </a:lnTo>
                  <a:lnTo>
                    <a:pt x="3006" y="3691"/>
                  </a:lnTo>
                  <a:lnTo>
                    <a:pt x="3022" y="3685"/>
                  </a:lnTo>
                  <a:lnTo>
                    <a:pt x="3039" y="3681"/>
                  </a:lnTo>
                  <a:lnTo>
                    <a:pt x="3057" y="3677"/>
                  </a:lnTo>
                  <a:lnTo>
                    <a:pt x="3076" y="3675"/>
                  </a:lnTo>
                  <a:lnTo>
                    <a:pt x="3094" y="3675"/>
                  </a:lnTo>
                  <a:lnTo>
                    <a:pt x="3112" y="3675"/>
                  </a:lnTo>
                  <a:lnTo>
                    <a:pt x="3130" y="3678"/>
                  </a:lnTo>
                  <a:lnTo>
                    <a:pt x="3149" y="3681"/>
                  </a:lnTo>
                  <a:lnTo>
                    <a:pt x="3167" y="3685"/>
                  </a:lnTo>
                  <a:lnTo>
                    <a:pt x="3184" y="3691"/>
                  </a:lnTo>
                  <a:lnTo>
                    <a:pt x="3201" y="3698"/>
                  </a:lnTo>
                  <a:lnTo>
                    <a:pt x="3217" y="3706"/>
                  </a:lnTo>
                  <a:lnTo>
                    <a:pt x="3232" y="3717"/>
                  </a:lnTo>
                  <a:lnTo>
                    <a:pt x="3246" y="3727"/>
                  </a:lnTo>
                  <a:lnTo>
                    <a:pt x="3259" y="3739"/>
                  </a:lnTo>
                  <a:lnTo>
                    <a:pt x="3403" y="3883"/>
                  </a:lnTo>
                  <a:lnTo>
                    <a:pt x="3415" y="3894"/>
                  </a:lnTo>
                  <a:lnTo>
                    <a:pt x="3430" y="3904"/>
                  </a:lnTo>
                  <a:lnTo>
                    <a:pt x="3444" y="3913"/>
                  </a:lnTo>
                  <a:lnTo>
                    <a:pt x="3459" y="3921"/>
                  </a:lnTo>
                  <a:lnTo>
                    <a:pt x="3474" y="3926"/>
                  </a:lnTo>
                  <a:lnTo>
                    <a:pt x="3490" y="3930"/>
                  </a:lnTo>
                  <a:lnTo>
                    <a:pt x="3507" y="3932"/>
                  </a:lnTo>
                  <a:lnTo>
                    <a:pt x="3523" y="3933"/>
                  </a:lnTo>
                  <a:lnTo>
                    <a:pt x="3539" y="3932"/>
                  </a:lnTo>
                  <a:lnTo>
                    <a:pt x="3555" y="3930"/>
                  </a:lnTo>
                  <a:lnTo>
                    <a:pt x="3572" y="3926"/>
                  </a:lnTo>
                  <a:lnTo>
                    <a:pt x="3587" y="3921"/>
                  </a:lnTo>
                  <a:lnTo>
                    <a:pt x="3602" y="3913"/>
                  </a:lnTo>
                  <a:lnTo>
                    <a:pt x="3616" y="3904"/>
                  </a:lnTo>
                  <a:lnTo>
                    <a:pt x="3630" y="3894"/>
                  </a:lnTo>
                  <a:lnTo>
                    <a:pt x="3643" y="3883"/>
                  </a:lnTo>
                  <a:lnTo>
                    <a:pt x="3883" y="3643"/>
                  </a:lnTo>
                  <a:lnTo>
                    <a:pt x="3895" y="3630"/>
                  </a:lnTo>
                  <a:lnTo>
                    <a:pt x="3904" y="3616"/>
                  </a:lnTo>
                  <a:lnTo>
                    <a:pt x="3913" y="3602"/>
                  </a:lnTo>
                  <a:lnTo>
                    <a:pt x="3920" y="3587"/>
                  </a:lnTo>
                  <a:lnTo>
                    <a:pt x="3926" y="3572"/>
                  </a:lnTo>
                  <a:lnTo>
                    <a:pt x="3930" y="3555"/>
                  </a:lnTo>
                  <a:lnTo>
                    <a:pt x="3932" y="3539"/>
                  </a:lnTo>
                  <a:lnTo>
                    <a:pt x="3933" y="3523"/>
                  </a:lnTo>
                  <a:lnTo>
                    <a:pt x="3932" y="3507"/>
                  </a:lnTo>
                  <a:lnTo>
                    <a:pt x="3930" y="3490"/>
                  </a:lnTo>
                  <a:lnTo>
                    <a:pt x="3926" y="3474"/>
                  </a:lnTo>
                  <a:lnTo>
                    <a:pt x="3920" y="3459"/>
                  </a:lnTo>
                  <a:lnTo>
                    <a:pt x="3913" y="3444"/>
                  </a:lnTo>
                  <a:lnTo>
                    <a:pt x="3904" y="3430"/>
                  </a:lnTo>
                  <a:lnTo>
                    <a:pt x="3895" y="3415"/>
                  </a:lnTo>
                  <a:lnTo>
                    <a:pt x="3883" y="3403"/>
                  </a:lnTo>
                  <a:lnTo>
                    <a:pt x="3739" y="3259"/>
                  </a:lnTo>
                  <a:lnTo>
                    <a:pt x="3727" y="3246"/>
                  </a:lnTo>
                  <a:lnTo>
                    <a:pt x="3717" y="3232"/>
                  </a:lnTo>
                  <a:lnTo>
                    <a:pt x="3706" y="3217"/>
                  </a:lnTo>
                  <a:lnTo>
                    <a:pt x="3698" y="3200"/>
                  </a:lnTo>
                  <a:lnTo>
                    <a:pt x="3691" y="3184"/>
                  </a:lnTo>
                  <a:lnTo>
                    <a:pt x="3685" y="3166"/>
                  </a:lnTo>
                  <a:lnTo>
                    <a:pt x="3681" y="3149"/>
                  </a:lnTo>
                  <a:lnTo>
                    <a:pt x="3678" y="3130"/>
                  </a:lnTo>
                  <a:lnTo>
                    <a:pt x="3675" y="3112"/>
                  </a:lnTo>
                  <a:lnTo>
                    <a:pt x="3675" y="3094"/>
                  </a:lnTo>
                  <a:lnTo>
                    <a:pt x="3675" y="3075"/>
                  </a:lnTo>
                  <a:lnTo>
                    <a:pt x="3677" y="3057"/>
                  </a:lnTo>
                  <a:lnTo>
                    <a:pt x="3680" y="3039"/>
                  </a:lnTo>
                  <a:lnTo>
                    <a:pt x="3685" y="3022"/>
                  </a:lnTo>
                  <a:lnTo>
                    <a:pt x="3691" y="3006"/>
                  </a:lnTo>
                  <a:lnTo>
                    <a:pt x="3699" y="2989"/>
                  </a:lnTo>
                  <a:lnTo>
                    <a:pt x="3816" y="2705"/>
                  </a:lnTo>
                  <a:lnTo>
                    <a:pt x="3822" y="2689"/>
                  </a:lnTo>
                  <a:lnTo>
                    <a:pt x="3829" y="2673"/>
                  </a:lnTo>
                  <a:lnTo>
                    <a:pt x="3838" y="2658"/>
                  </a:lnTo>
                  <a:lnTo>
                    <a:pt x="3848" y="2642"/>
                  </a:lnTo>
                  <a:lnTo>
                    <a:pt x="3861" y="2628"/>
                  </a:lnTo>
                  <a:lnTo>
                    <a:pt x="3873" y="2615"/>
                  </a:lnTo>
                  <a:lnTo>
                    <a:pt x="3887" y="2603"/>
                  </a:lnTo>
                  <a:lnTo>
                    <a:pt x="3901" y="2591"/>
                  </a:lnTo>
                  <a:lnTo>
                    <a:pt x="3916" y="2581"/>
                  </a:lnTo>
                  <a:lnTo>
                    <a:pt x="3933" y="2571"/>
                  </a:lnTo>
                  <a:lnTo>
                    <a:pt x="3949" y="2563"/>
                  </a:lnTo>
                  <a:lnTo>
                    <a:pt x="3966" y="2556"/>
                  </a:lnTo>
                  <a:lnTo>
                    <a:pt x="3983" y="2551"/>
                  </a:lnTo>
                  <a:lnTo>
                    <a:pt x="4001" y="2547"/>
                  </a:lnTo>
                  <a:lnTo>
                    <a:pt x="4018" y="2544"/>
                  </a:lnTo>
                  <a:lnTo>
                    <a:pt x="4036" y="2543"/>
                  </a:lnTo>
                  <a:lnTo>
                    <a:pt x="4239" y="2543"/>
                  </a:lnTo>
                  <a:lnTo>
                    <a:pt x="4256" y="2543"/>
                  </a:lnTo>
                  <a:lnTo>
                    <a:pt x="4273" y="2540"/>
                  </a:lnTo>
                  <a:lnTo>
                    <a:pt x="4290" y="2536"/>
                  </a:lnTo>
                  <a:lnTo>
                    <a:pt x="4305" y="2530"/>
                  </a:lnTo>
                  <a:lnTo>
                    <a:pt x="4320" y="2523"/>
                  </a:lnTo>
                  <a:lnTo>
                    <a:pt x="4333" y="2515"/>
                  </a:lnTo>
                  <a:lnTo>
                    <a:pt x="4346" y="2504"/>
                  </a:lnTo>
                  <a:lnTo>
                    <a:pt x="4359" y="2493"/>
                  </a:lnTo>
                  <a:lnTo>
                    <a:pt x="4370" y="2481"/>
                  </a:lnTo>
                  <a:lnTo>
                    <a:pt x="4380" y="2469"/>
                  </a:lnTo>
                  <a:lnTo>
                    <a:pt x="4388" y="2455"/>
                  </a:lnTo>
                  <a:lnTo>
                    <a:pt x="4395" y="2440"/>
                  </a:lnTo>
                  <a:lnTo>
                    <a:pt x="4401" y="2424"/>
                  </a:lnTo>
                  <a:lnTo>
                    <a:pt x="4405" y="2408"/>
                  </a:lnTo>
                  <a:lnTo>
                    <a:pt x="4407" y="2391"/>
                  </a:lnTo>
                  <a:lnTo>
                    <a:pt x="4408" y="2374"/>
                  </a:lnTo>
                  <a:lnTo>
                    <a:pt x="4408" y="2035"/>
                  </a:lnTo>
                  <a:lnTo>
                    <a:pt x="4407" y="2018"/>
                  </a:lnTo>
                  <a:lnTo>
                    <a:pt x="4405" y="2000"/>
                  </a:lnTo>
                  <a:lnTo>
                    <a:pt x="4401" y="1984"/>
                  </a:lnTo>
                  <a:lnTo>
                    <a:pt x="4395" y="1969"/>
                  </a:lnTo>
                  <a:lnTo>
                    <a:pt x="4388" y="1954"/>
                  </a:lnTo>
                  <a:lnTo>
                    <a:pt x="4380" y="1939"/>
                  </a:lnTo>
                  <a:lnTo>
                    <a:pt x="4370" y="1926"/>
                  </a:lnTo>
                  <a:lnTo>
                    <a:pt x="4359" y="1915"/>
                  </a:lnTo>
                  <a:lnTo>
                    <a:pt x="4346" y="1904"/>
                  </a:lnTo>
                  <a:lnTo>
                    <a:pt x="4333" y="1894"/>
                  </a:lnTo>
                  <a:lnTo>
                    <a:pt x="4320" y="1886"/>
                  </a:lnTo>
                  <a:lnTo>
                    <a:pt x="4305" y="1879"/>
                  </a:lnTo>
                  <a:lnTo>
                    <a:pt x="4290" y="1873"/>
                  </a:lnTo>
                  <a:lnTo>
                    <a:pt x="4273" y="1868"/>
                  </a:lnTo>
                  <a:lnTo>
                    <a:pt x="4256" y="1865"/>
                  </a:lnTo>
                  <a:lnTo>
                    <a:pt x="4239" y="1864"/>
                  </a:lnTo>
                  <a:close/>
                  <a:moveTo>
                    <a:pt x="3052" y="2204"/>
                  </a:moveTo>
                  <a:lnTo>
                    <a:pt x="3052" y="2204"/>
                  </a:lnTo>
                  <a:lnTo>
                    <a:pt x="3051" y="2248"/>
                  </a:lnTo>
                  <a:lnTo>
                    <a:pt x="3048" y="2290"/>
                  </a:lnTo>
                  <a:lnTo>
                    <a:pt x="3043" y="2333"/>
                  </a:lnTo>
                  <a:lnTo>
                    <a:pt x="3035" y="2375"/>
                  </a:lnTo>
                  <a:lnTo>
                    <a:pt x="3026" y="2415"/>
                  </a:lnTo>
                  <a:lnTo>
                    <a:pt x="3015" y="2456"/>
                  </a:lnTo>
                  <a:lnTo>
                    <a:pt x="3002" y="2495"/>
                  </a:lnTo>
                  <a:lnTo>
                    <a:pt x="2986" y="2534"/>
                  </a:lnTo>
                  <a:lnTo>
                    <a:pt x="2969" y="2571"/>
                  </a:lnTo>
                  <a:lnTo>
                    <a:pt x="2950" y="2608"/>
                  </a:lnTo>
                  <a:lnTo>
                    <a:pt x="2929" y="2643"/>
                  </a:lnTo>
                  <a:lnTo>
                    <a:pt x="2908" y="2678"/>
                  </a:lnTo>
                  <a:lnTo>
                    <a:pt x="2884" y="2711"/>
                  </a:lnTo>
                  <a:lnTo>
                    <a:pt x="2858" y="2743"/>
                  </a:lnTo>
                  <a:lnTo>
                    <a:pt x="2832" y="2774"/>
                  </a:lnTo>
                  <a:lnTo>
                    <a:pt x="2805" y="2804"/>
                  </a:lnTo>
                  <a:lnTo>
                    <a:pt x="2775" y="2831"/>
                  </a:lnTo>
                  <a:lnTo>
                    <a:pt x="2744" y="2858"/>
                  </a:lnTo>
                  <a:lnTo>
                    <a:pt x="2712" y="2883"/>
                  </a:lnTo>
                  <a:lnTo>
                    <a:pt x="2679" y="2907"/>
                  </a:lnTo>
                  <a:lnTo>
                    <a:pt x="2644" y="2928"/>
                  </a:lnTo>
                  <a:lnTo>
                    <a:pt x="2609" y="2949"/>
                  </a:lnTo>
                  <a:lnTo>
                    <a:pt x="2572" y="2968"/>
                  </a:lnTo>
                  <a:lnTo>
                    <a:pt x="2535" y="2985"/>
                  </a:lnTo>
                  <a:lnTo>
                    <a:pt x="2496" y="3000"/>
                  </a:lnTo>
                  <a:lnTo>
                    <a:pt x="2457" y="3014"/>
                  </a:lnTo>
                  <a:lnTo>
                    <a:pt x="2416" y="3025"/>
                  </a:lnTo>
                  <a:lnTo>
                    <a:pt x="2376" y="3034"/>
                  </a:lnTo>
                  <a:lnTo>
                    <a:pt x="2334" y="3042"/>
                  </a:lnTo>
                  <a:lnTo>
                    <a:pt x="2292" y="3047"/>
                  </a:lnTo>
                  <a:lnTo>
                    <a:pt x="2249" y="3050"/>
                  </a:lnTo>
                  <a:lnTo>
                    <a:pt x="2205" y="3051"/>
                  </a:lnTo>
                  <a:lnTo>
                    <a:pt x="2162" y="3050"/>
                  </a:lnTo>
                  <a:lnTo>
                    <a:pt x="2118" y="3047"/>
                  </a:lnTo>
                  <a:lnTo>
                    <a:pt x="2075" y="3042"/>
                  </a:lnTo>
                  <a:lnTo>
                    <a:pt x="2034" y="3034"/>
                  </a:lnTo>
                  <a:lnTo>
                    <a:pt x="1993" y="3025"/>
                  </a:lnTo>
                  <a:lnTo>
                    <a:pt x="1953" y="3014"/>
                  </a:lnTo>
                  <a:lnTo>
                    <a:pt x="1913" y="3000"/>
                  </a:lnTo>
                  <a:lnTo>
                    <a:pt x="1875" y="2985"/>
                  </a:lnTo>
                  <a:lnTo>
                    <a:pt x="1837" y="2968"/>
                  </a:lnTo>
                  <a:lnTo>
                    <a:pt x="1801" y="2949"/>
                  </a:lnTo>
                  <a:lnTo>
                    <a:pt x="1765" y="2928"/>
                  </a:lnTo>
                  <a:lnTo>
                    <a:pt x="1731" y="2907"/>
                  </a:lnTo>
                  <a:lnTo>
                    <a:pt x="1697" y="2883"/>
                  </a:lnTo>
                  <a:lnTo>
                    <a:pt x="1666" y="2858"/>
                  </a:lnTo>
                  <a:lnTo>
                    <a:pt x="1635" y="2831"/>
                  </a:lnTo>
                  <a:lnTo>
                    <a:pt x="1605" y="2804"/>
                  </a:lnTo>
                  <a:lnTo>
                    <a:pt x="1577" y="2774"/>
                  </a:lnTo>
                  <a:lnTo>
                    <a:pt x="1551" y="2743"/>
                  </a:lnTo>
                  <a:lnTo>
                    <a:pt x="1526" y="2711"/>
                  </a:lnTo>
                  <a:lnTo>
                    <a:pt x="1501" y="2678"/>
                  </a:lnTo>
                  <a:lnTo>
                    <a:pt x="1480" y="2643"/>
                  </a:lnTo>
                  <a:lnTo>
                    <a:pt x="1460" y="2608"/>
                  </a:lnTo>
                  <a:lnTo>
                    <a:pt x="1441" y="2571"/>
                  </a:lnTo>
                  <a:lnTo>
                    <a:pt x="1423" y="2534"/>
                  </a:lnTo>
                  <a:lnTo>
                    <a:pt x="1408" y="2495"/>
                  </a:lnTo>
                  <a:lnTo>
                    <a:pt x="1395" y="2456"/>
                  </a:lnTo>
                  <a:lnTo>
                    <a:pt x="1384" y="2415"/>
                  </a:lnTo>
                  <a:lnTo>
                    <a:pt x="1375" y="2375"/>
                  </a:lnTo>
                  <a:lnTo>
                    <a:pt x="1366" y="2333"/>
                  </a:lnTo>
                  <a:lnTo>
                    <a:pt x="1361" y="2290"/>
                  </a:lnTo>
                  <a:lnTo>
                    <a:pt x="1358" y="2248"/>
                  </a:lnTo>
                  <a:lnTo>
                    <a:pt x="1357" y="2204"/>
                  </a:lnTo>
                  <a:lnTo>
                    <a:pt x="1358" y="2161"/>
                  </a:lnTo>
                  <a:lnTo>
                    <a:pt x="1361" y="2117"/>
                  </a:lnTo>
                  <a:lnTo>
                    <a:pt x="1366" y="2074"/>
                  </a:lnTo>
                  <a:lnTo>
                    <a:pt x="1375" y="2033"/>
                  </a:lnTo>
                  <a:lnTo>
                    <a:pt x="1384" y="1992"/>
                  </a:lnTo>
                  <a:lnTo>
                    <a:pt x="1395" y="1952"/>
                  </a:lnTo>
                  <a:lnTo>
                    <a:pt x="1408" y="1912"/>
                  </a:lnTo>
                  <a:lnTo>
                    <a:pt x="1423" y="1874"/>
                  </a:lnTo>
                  <a:lnTo>
                    <a:pt x="1441" y="1836"/>
                  </a:lnTo>
                  <a:lnTo>
                    <a:pt x="1460" y="1799"/>
                  </a:lnTo>
                  <a:lnTo>
                    <a:pt x="1480" y="1764"/>
                  </a:lnTo>
                  <a:lnTo>
                    <a:pt x="1501" y="1729"/>
                  </a:lnTo>
                  <a:lnTo>
                    <a:pt x="1526" y="1697"/>
                  </a:lnTo>
                  <a:lnTo>
                    <a:pt x="1551" y="1665"/>
                  </a:lnTo>
                  <a:lnTo>
                    <a:pt x="1577" y="1634"/>
                  </a:lnTo>
                  <a:lnTo>
                    <a:pt x="1605" y="1605"/>
                  </a:lnTo>
                  <a:lnTo>
                    <a:pt x="1635" y="1576"/>
                  </a:lnTo>
                  <a:lnTo>
                    <a:pt x="1666" y="1550"/>
                  </a:lnTo>
                  <a:lnTo>
                    <a:pt x="1697" y="1525"/>
                  </a:lnTo>
                  <a:lnTo>
                    <a:pt x="1731" y="1501"/>
                  </a:lnTo>
                  <a:lnTo>
                    <a:pt x="1765" y="1479"/>
                  </a:lnTo>
                  <a:lnTo>
                    <a:pt x="1801" y="1459"/>
                  </a:lnTo>
                  <a:lnTo>
                    <a:pt x="1837" y="1439"/>
                  </a:lnTo>
                  <a:lnTo>
                    <a:pt x="1875" y="1423"/>
                  </a:lnTo>
                  <a:lnTo>
                    <a:pt x="1913" y="1408"/>
                  </a:lnTo>
                  <a:lnTo>
                    <a:pt x="1953" y="1394"/>
                  </a:lnTo>
                  <a:lnTo>
                    <a:pt x="1993" y="1383"/>
                  </a:lnTo>
                  <a:lnTo>
                    <a:pt x="2034" y="1373"/>
                  </a:lnTo>
                  <a:lnTo>
                    <a:pt x="2075" y="1365"/>
                  </a:lnTo>
                  <a:lnTo>
                    <a:pt x="2118" y="1360"/>
                  </a:lnTo>
                  <a:lnTo>
                    <a:pt x="2162" y="1357"/>
                  </a:lnTo>
                  <a:lnTo>
                    <a:pt x="2205" y="1356"/>
                  </a:lnTo>
                  <a:lnTo>
                    <a:pt x="2249" y="1357"/>
                  </a:lnTo>
                  <a:lnTo>
                    <a:pt x="2292" y="1360"/>
                  </a:lnTo>
                  <a:lnTo>
                    <a:pt x="2334" y="1365"/>
                  </a:lnTo>
                  <a:lnTo>
                    <a:pt x="2376" y="1373"/>
                  </a:lnTo>
                  <a:lnTo>
                    <a:pt x="2416" y="1383"/>
                  </a:lnTo>
                  <a:lnTo>
                    <a:pt x="2457" y="1394"/>
                  </a:lnTo>
                  <a:lnTo>
                    <a:pt x="2496" y="1408"/>
                  </a:lnTo>
                  <a:lnTo>
                    <a:pt x="2535" y="1423"/>
                  </a:lnTo>
                  <a:lnTo>
                    <a:pt x="2572" y="1439"/>
                  </a:lnTo>
                  <a:lnTo>
                    <a:pt x="2609" y="1459"/>
                  </a:lnTo>
                  <a:lnTo>
                    <a:pt x="2644" y="1479"/>
                  </a:lnTo>
                  <a:lnTo>
                    <a:pt x="2679" y="1501"/>
                  </a:lnTo>
                  <a:lnTo>
                    <a:pt x="2712" y="1525"/>
                  </a:lnTo>
                  <a:lnTo>
                    <a:pt x="2744" y="1550"/>
                  </a:lnTo>
                  <a:lnTo>
                    <a:pt x="2775" y="1576"/>
                  </a:lnTo>
                  <a:lnTo>
                    <a:pt x="2805" y="1605"/>
                  </a:lnTo>
                  <a:lnTo>
                    <a:pt x="2832" y="1634"/>
                  </a:lnTo>
                  <a:lnTo>
                    <a:pt x="2858" y="1665"/>
                  </a:lnTo>
                  <a:lnTo>
                    <a:pt x="2884" y="1697"/>
                  </a:lnTo>
                  <a:lnTo>
                    <a:pt x="2908" y="1729"/>
                  </a:lnTo>
                  <a:lnTo>
                    <a:pt x="2929" y="1764"/>
                  </a:lnTo>
                  <a:lnTo>
                    <a:pt x="2950" y="1799"/>
                  </a:lnTo>
                  <a:lnTo>
                    <a:pt x="2969" y="1836"/>
                  </a:lnTo>
                  <a:lnTo>
                    <a:pt x="2986" y="1874"/>
                  </a:lnTo>
                  <a:lnTo>
                    <a:pt x="3002" y="1912"/>
                  </a:lnTo>
                  <a:lnTo>
                    <a:pt x="3015" y="1952"/>
                  </a:lnTo>
                  <a:lnTo>
                    <a:pt x="3026" y="1992"/>
                  </a:lnTo>
                  <a:lnTo>
                    <a:pt x="3035" y="2033"/>
                  </a:lnTo>
                  <a:lnTo>
                    <a:pt x="3043" y="2074"/>
                  </a:lnTo>
                  <a:lnTo>
                    <a:pt x="3048" y="2117"/>
                  </a:lnTo>
                  <a:lnTo>
                    <a:pt x="3051" y="2161"/>
                  </a:lnTo>
                  <a:lnTo>
                    <a:pt x="3052" y="2204"/>
                  </a:lnTo>
                  <a:close/>
                </a:path>
              </a:pathLst>
            </a:custGeom>
            <a:solidFill>
              <a:srgbClr val="2B303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4" name="椭圆 133"/>
            <p:cNvSpPr/>
            <p:nvPr/>
          </p:nvSpPr>
          <p:spPr>
            <a:xfrm>
              <a:off x="931422" y="2063506"/>
              <a:ext cx="764853" cy="764816"/>
            </a:xfrm>
            <a:prstGeom prst="ellipse">
              <a:avLst/>
            </a:prstGeom>
            <a:solidFill>
              <a:srgbClr val="2B303C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135" name="文本框 20"/>
          <p:cNvSpPr txBox="1"/>
          <p:nvPr/>
        </p:nvSpPr>
        <p:spPr>
          <a:xfrm flipH="1">
            <a:off x="1296105" y="1468853"/>
            <a:ext cx="820701" cy="70631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4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A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266741" y="1727631"/>
            <a:ext cx="1530237" cy="1530163"/>
            <a:chOff x="3506673" y="1094877"/>
            <a:chExt cx="1530237" cy="1530163"/>
          </a:xfrm>
        </p:grpSpPr>
        <p:sp>
          <p:nvSpPr>
            <p:cNvPr id="130" name="齿轮"/>
            <p:cNvSpPr/>
            <p:nvPr/>
          </p:nvSpPr>
          <p:spPr bwMode="auto">
            <a:xfrm>
              <a:off x="3506673" y="1094877"/>
              <a:ext cx="1530237" cy="1530163"/>
            </a:xfrm>
            <a:custGeom>
              <a:avLst/>
              <a:gdLst>
                <a:gd name="T0" fmla="*/ 2147483646 w 4408"/>
                <a:gd name="T1" fmla="*/ 2147483646 h 4408"/>
                <a:gd name="T2" fmla="*/ 2147483646 w 4408"/>
                <a:gd name="T3" fmla="*/ 2147483646 h 4408"/>
                <a:gd name="T4" fmla="*/ 2147483646 w 4408"/>
                <a:gd name="T5" fmla="*/ 2147483646 h 4408"/>
                <a:gd name="T6" fmla="*/ 2147483646 w 4408"/>
                <a:gd name="T7" fmla="*/ 2147483646 h 4408"/>
                <a:gd name="T8" fmla="*/ 2147483646 w 4408"/>
                <a:gd name="T9" fmla="*/ 2147483646 h 4408"/>
                <a:gd name="T10" fmla="*/ 2147483646 w 4408"/>
                <a:gd name="T11" fmla="*/ 2147483646 h 4408"/>
                <a:gd name="T12" fmla="*/ 2147483646 w 4408"/>
                <a:gd name="T13" fmla="*/ 2147483646 h 4408"/>
                <a:gd name="T14" fmla="*/ 2147483646 w 4408"/>
                <a:gd name="T15" fmla="*/ 2147483646 h 4408"/>
                <a:gd name="T16" fmla="*/ 2147483646 w 4408"/>
                <a:gd name="T17" fmla="*/ 2147483646 h 4408"/>
                <a:gd name="T18" fmla="*/ 2147483646 w 4408"/>
                <a:gd name="T19" fmla="*/ 2147483646 h 4408"/>
                <a:gd name="T20" fmla="*/ 2147483646 w 4408"/>
                <a:gd name="T21" fmla="*/ 564979005 h 4408"/>
                <a:gd name="T22" fmla="*/ 2147483646 w 4408"/>
                <a:gd name="T23" fmla="*/ 2147483646 h 4408"/>
                <a:gd name="T24" fmla="*/ 2147483646 w 4408"/>
                <a:gd name="T25" fmla="*/ 2147483646 h 4408"/>
                <a:gd name="T26" fmla="*/ 2147483646 w 4408"/>
                <a:gd name="T27" fmla="*/ 2147483646 h 4408"/>
                <a:gd name="T28" fmla="*/ 2147483646 w 4408"/>
                <a:gd name="T29" fmla="*/ 2147483646 h 4408"/>
                <a:gd name="T30" fmla="*/ 2147483646 w 4408"/>
                <a:gd name="T31" fmla="*/ 2147483646 h 4408"/>
                <a:gd name="T32" fmla="*/ 2147483646 w 4408"/>
                <a:gd name="T33" fmla="*/ 2147483646 h 4408"/>
                <a:gd name="T34" fmla="*/ 2147483646 w 4408"/>
                <a:gd name="T35" fmla="*/ 2147483646 h 4408"/>
                <a:gd name="T36" fmla="*/ 2147483646 w 4408"/>
                <a:gd name="T37" fmla="*/ 2147483646 h 4408"/>
                <a:gd name="T38" fmla="*/ 2147483646 w 4408"/>
                <a:gd name="T39" fmla="*/ 2147483646 h 4408"/>
                <a:gd name="T40" fmla="*/ 2147483646 w 4408"/>
                <a:gd name="T41" fmla="*/ 2147483646 h 4408"/>
                <a:gd name="T42" fmla="*/ 2147483646 w 4408"/>
                <a:gd name="T43" fmla="*/ 2147483646 h 4408"/>
                <a:gd name="T44" fmla="*/ 642768528 w 4408"/>
                <a:gd name="T45" fmla="*/ 2147483646 h 4408"/>
                <a:gd name="T46" fmla="*/ 2147483646 w 4408"/>
                <a:gd name="T47" fmla="*/ 2147483646 h 4408"/>
                <a:gd name="T48" fmla="*/ 2147483646 w 4408"/>
                <a:gd name="T49" fmla="*/ 2147483646 h 4408"/>
                <a:gd name="T50" fmla="*/ 2147483646 w 4408"/>
                <a:gd name="T51" fmla="*/ 2147483646 h 4408"/>
                <a:gd name="T52" fmla="*/ 2147483646 w 4408"/>
                <a:gd name="T53" fmla="*/ 2147483646 h 4408"/>
                <a:gd name="T54" fmla="*/ 2147483646 w 4408"/>
                <a:gd name="T55" fmla="*/ 2147483646 h 4408"/>
                <a:gd name="T56" fmla="*/ 2147483646 w 4408"/>
                <a:gd name="T57" fmla="*/ 2147483646 h 4408"/>
                <a:gd name="T58" fmla="*/ 2147483646 w 4408"/>
                <a:gd name="T59" fmla="*/ 2147483646 h 4408"/>
                <a:gd name="T60" fmla="*/ 2147483646 w 4408"/>
                <a:gd name="T61" fmla="*/ 2147483646 h 4408"/>
                <a:gd name="T62" fmla="*/ 2147483646 w 4408"/>
                <a:gd name="T63" fmla="*/ 2147483646 h 4408"/>
                <a:gd name="T64" fmla="*/ 2147483646 w 4408"/>
                <a:gd name="T65" fmla="*/ 2147483646 h 4408"/>
                <a:gd name="T66" fmla="*/ 2147483646 w 4408"/>
                <a:gd name="T67" fmla="*/ 2147483646 h 4408"/>
                <a:gd name="T68" fmla="*/ 2147483646 w 4408"/>
                <a:gd name="T69" fmla="*/ 2147483646 h 4408"/>
                <a:gd name="T70" fmla="*/ 2147483646 w 4408"/>
                <a:gd name="T71" fmla="*/ 2147483646 h 4408"/>
                <a:gd name="T72" fmla="*/ 2147483646 w 4408"/>
                <a:gd name="T73" fmla="*/ 2147483646 h 4408"/>
                <a:gd name="T74" fmla="*/ 2147483646 w 4408"/>
                <a:gd name="T75" fmla="*/ 2147483646 h 4408"/>
                <a:gd name="T76" fmla="*/ 2147483646 w 4408"/>
                <a:gd name="T77" fmla="*/ 2147483646 h 4408"/>
                <a:gd name="T78" fmla="*/ 2147483646 w 4408"/>
                <a:gd name="T79" fmla="*/ 2147483646 h 4408"/>
                <a:gd name="T80" fmla="*/ 2147483646 w 4408"/>
                <a:gd name="T81" fmla="*/ 2147483646 h 4408"/>
                <a:gd name="T82" fmla="*/ 2147483646 w 4408"/>
                <a:gd name="T83" fmla="*/ 2147483646 h 4408"/>
                <a:gd name="T84" fmla="*/ 2147483646 w 4408"/>
                <a:gd name="T85" fmla="*/ 2147483646 h 4408"/>
                <a:gd name="T86" fmla="*/ 2147483646 w 4408"/>
                <a:gd name="T87" fmla="*/ 2147483646 h 4408"/>
                <a:gd name="T88" fmla="*/ 2147483646 w 4408"/>
                <a:gd name="T89" fmla="*/ 2147483646 h 4408"/>
                <a:gd name="T90" fmla="*/ 2147483646 w 4408"/>
                <a:gd name="T91" fmla="*/ 2147483646 h 4408"/>
                <a:gd name="T92" fmla="*/ 2147483646 w 4408"/>
                <a:gd name="T93" fmla="*/ 2147483646 h 4408"/>
                <a:gd name="T94" fmla="*/ 2147483646 w 4408"/>
                <a:gd name="T95" fmla="*/ 2147483646 h 4408"/>
                <a:gd name="T96" fmla="*/ 2147483646 w 4408"/>
                <a:gd name="T97" fmla="*/ 2147483646 h 4408"/>
                <a:gd name="T98" fmla="*/ 2147483646 w 4408"/>
                <a:gd name="T99" fmla="*/ 2147483646 h 4408"/>
                <a:gd name="T100" fmla="*/ 2147483646 w 4408"/>
                <a:gd name="T101" fmla="*/ 2147483646 h 4408"/>
                <a:gd name="T102" fmla="*/ 2147483646 w 4408"/>
                <a:gd name="T103" fmla="*/ 2147483646 h 4408"/>
                <a:gd name="T104" fmla="*/ 2147483646 w 4408"/>
                <a:gd name="T105" fmla="*/ 2147483646 h 4408"/>
                <a:gd name="T106" fmla="*/ 2147483646 w 4408"/>
                <a:gd name="T107" fmla="*/ 2147483646 h 4408"/>
                <a:gd name="T108" fmla="*/ 2147483646 w 4408"/>
                <a:gd name="T109" fmla="*/ 2147483646 h 4408"/>
                <a:gd name="T110" fmla="*/ 2147483646 w 4408"/>
                <a:gd name="T111" fmla="*/ 2147483646 h 4408"/>
                <a:gd name="T112" fmla="*/ 2147483646 w 4408"/>
                <a:gd name="T113" fmla="*/ 2147483646 h 4408"/>
                <a:gd name="T114" fmla="*/ 2147483646 w 4408"/>
                <a:gd name="T115" fmla="*/ 2147483646 h 4408"/>
                <a:gd name="T116" fmla="*/ 2147483646 w 4408"/>
                <a:gd name="T117" fmla="*/ 2147483646 h 440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408" h="4408">
                  <a:moveTo>
                    <a:pt x="4239" y="1864"/>
                  </a:moveTo>
                  <a:lnTo>
                    <a:pt x="4036" y="1864"/>
                  </a:lnTo>
                  <a:lnTo>
                    <a:pt x="4018" y="1864"/>
                  </a:lnTo>
                  <a:lnTo>
                    <a:pt x="4001" y="1861"/>
                  </a:lnTo>
                  <a:lnTo>
                    <a:pt x="3983" y="1857"/>
                  </a:lnTo>
                  <a:lnTo>
                    <a:pt x="3966" y="1852"/>
                  </a:lnTo>
                  <a:lnTo>
                    <a:pt x="3949" y="1845"/>
                  </a:lnTo>
                  <a:lnTo>
                    <a:pt x="3933" y="1837"/>
                  </a:lnTo>
                  <a:lnTo>
                    <a:pt x="3916" y="1828"/>
                  </a:lnTo>
                  <a:lnTo>
                    <a:pt x="3901" y="1818"/>
                  </a:lnTo>
                  <a:lnTo>
                    <a:pt x="3887" y="1806"/>
                  </a:lnTo>
                  <a:lnTo>
                    <a:pt x="3873" y="1793"/>
                  </a:lnTo>
                  <a:lnTo>
                    <a:pt x="3861" y="1780"/>
                  </a:lnTo>
                  <a:lnTo>
                    <a:pt x="3848" y="1766"/>
                  </a:lnTo>
                  <a:lnTo>
                    <a:pt x="3838" y="1751"/>
                  </a:lnTo>
                  <a:lnTo>
                    <a:pt x="3829" y="1736"/>
                  </a:lnTo>
                  <a:lnTo>
                    <a:pt x="3822" y="1719"/>
                  </a:lnTo>
                  <a:lnTo>
                    <a:pt x="3816" y="1703"/>
                  </a:lnTo>
                  <a:lnTo>
                    <a:pt x="3699" y="1419"/>
                  </a:lnTo>
                  <a:lnTo>
                    <a:pt x="3691" y="1403"/>
                  </a:lnTo>
                  <a:lnTo>
                    <a:pt x="3685" y="1387"/>
                  </a:lnTo>
                  <a:lnTo>
                    <a:pt x="3680" y="1369"/>
                  </a:lnTo>
                  <a:lnTo>
                    <a:pt x="3677" y="1351"/>
                  </a:lnTo>
                  <a:lnTo>
                    <a:pt x="3675" y="1333"/>
                  </a:lnTo>
                  <a:lnTo>
                    <a:pt x="3675" y="1315"/>
                  </a:lnTo>
                  <a:lnTo>
                    <a:pt x="3675" y="1296"/>
                  </a:lnTo>
                  <a:lnTo>
                    <a:pt x="3678" y="1278"/>
                  </a:lnTo>
                  <a:lnTo>
                    <a:pt x="3681" y="1260"/>
                  </a:lnTo>
                  <a:lnTo>
                    <a:pt x="3685" y="1242"/>
                  </a:lnTo>
                  <a:lnTo>
                    <a:pt x="3691" y="1224"/>
                  </a:lnTo>
                  <a:lnTo>
                    <a:pt x="3698" y="1208"/>
                  </a:lnTo>
                  <a:lnTo>
                    <a:pt x="3706" y="1192"/>
                  </a:lnTo>
                  <a:lnTo>
                    <a:pt x="3717" y="1177"/>
                  </a:lnTo>
                  <a:lnTo>
                    <a:pt x="3727" y="1162"/>
                  </a:lnTo>
                  <a:lnTo>
                    <a:pt x="3739" y="1149"/>
                  </a:lnTo>
                  <a:lnTo>
                    <a:pt x="3883" y="1005"/>
                  </a:lnTo>
                  <a:lnTo>
                    <a:pt x="3895" y="992"/>
                  </a:lnTo>
                  <a:lnTo>
                    <a:pt x="3904" y="979"/>
                  </a:lnTo>
                  <a:lnTo>
                    <a:pt x="3913" y="965"/>
                  </a:lnTo>
                  <a:lnTo>
                    <a:pt x="3920" y="949"/>
                  </a:lnTo>
                  <a:lnTo>
                    <a:pt x="3926" y="933"/>
                  </a:lnTo>
                  <a:lnTo>
                    <a:pt x="3930" y="918"/>
                  </a:lnTo>
                  <a:lnTo>
                    <a:pt x="3932" y="902"/>
                  </a:lnTo>
                  <a:lnTo>
                    <a:pt x="3933" y="886"/>
                  </a:lnTo>
                  <a:lnTo>
                    <a:pt x="3932" y="869"/>
                  </a:lnTo>
                  <a:lnTo>
                    <a:pt x="3930" y="853"/>
                  </a:lnTo>
                  <a:lnTo>
                    <a:pt x="3926" y="837"/>
                  </a:lnTo>
                  <a:lnTo>
                    <a:pt x="3920" y="822"/>
                  </a:lnTo>
                  <a:lnTo>
                    <a:pt x="3913" y="806"/>
                  </a:lnTo>
                  <a:lnTo>
                    <a:pt x="3904" y="792"/>
                  </a:lnTo>
                  <a:lnTo>
                    <a:pt x="3895" y="778"/>
                  </a:lnTo>
                  <a:lnTo>
                    <a:pt x="3883" y="765"/>
                  </a:lnTo>
                  <a:lnTo>
                    <a:pt x="3643" y="525"/>
                  </a:lnTo>
                  <a:lnTo>
                    <a:pt x="3630" y="514"/>
                  </a:lnTo>
                  <a:lnTo>
                    <a:pt x="3616" y="504"/>
                  </a:lnTo>
                  <a:lnTo>
                    <a:pt x="3602" y="495"/>
                  </a:lnTo>
                  <a:lnTo>
                    <a:pt x="3587" y="489"/>
                  </a:lnTo>
                  <a:lnTo>
                    <a:pt x="3572" y="483"/>
                  </a:lnTo>
                  <a:lnTo>
                    <a:pt x="3555" y="479"/>
                  </a:lnTo>
                  <a:lnTo>
                    <a:pt x="3539" y="477"/>
                  </a:lnTo>
                  <a:lnTo>
                    <a:pt x="3523" y="476"/>
                  </a:lnTo>
                  <a:lnTo>
                    <a:pt x="3507" y="477"/>
                  </a:lnTo>
                  <a:lnTo>
                    <a:pt x="3490" y="479"/>
                  </a:lnTo>
                  <a:lnTo>
                    <a:pt x="3474" y="483"/>
                  </a:lnTo>
                  <a:lnTo>
                    <a:pt x="3459" y="489"/>
                  </a:lnTo>
                  <a:lnTo>
                    <a:pt x="3444" y="495"/>
                  </a:lnTo>
                  <a:lnTo>
                    <a:pt x="3430" y="504"/>
                  </a:lnTo>
                  <a:lnTo>
                    <a:pt x="3415" y="514"/>
                  </a:lnTo>
                  <a:lnTo>
                    <a:pt x="3403" y="525"/>
                  </a:lnTo>
                  <a:lnTo>
                    <a:pt x="3259" y="669"/>
                  </a:lnTo>
                  <a:lnTo>
                    <a:pt x="3246" y="682"/>
                  </a:lnTo>
                  <a:lnTo>
                    <a:pt x="3232" y="692"/>
                  </a:lnTo>
                  <a:lnTo>
                    <a:pt x="3217" y="702"/>
                  </a:lnTo>
                  <a:lnTo>
                    <a:pt x="3200" y="710"/>
                  </a:lnTo>
                  <a:lnTo>
                    <a:pt x="3183" y="717"/>
                  </a:lnTo>
                  <a:lnTo>
                    <a:pt x="3166" y="723"/>
                  </a:lnTo>
                  <a:lnTo>
                    <a:pt x="3149" y="727"/>
                  </a:lnTo>
                  <a:lnTo>
                    <a:pt x="3130" y="731"/>
                  </a:lnTo>
                  <a:lnTo>
                    <a:pt x="3112" y="733"/>
                  </a:lnTo>
                  <a:lnTo>
                    <a:pt x="3093" y="733"/>
                  </a:lnTo>
                  <a:lnTo>
                    <a:pt x="3075" y="733"/>
                  </a:lnTo>
                  <a:lnTo>
                    <a:pt x="3056" y="731"/>
                  </a:lnTo>
                  <a:lnTo>
                    <a:pt x="3039" y="728"/>
                  </a:lnTo>
                  <a:lnTo>
                    <a:pt x="3022" y="723"/>
                  </a:lnTo>
                  <a:lnTo>
                    <a:pt x="3005" y="717"/>
                  </a:lnTo>
                  <a:lnTo>
                    <a:pt x="2989" y="710"/>
                  </a:lnTo>
                  <a:lnTo>
                    <a:pt x="2705" y="592"/>
                  </a:lnTo>
                  <a:lnTo>
                    <a:pt x="2689" y="587"/>
                  </a:lnTo>
                  <a:lnTo>
                    <a:pt x="2673" y="579"/>
                  </a:lnTo>
                  <a:lnTo>
                    <a:pt x="2658" y="570"/>
                  </a:lnTo>
                  <a:lnTo>
                    <a:pt x="2642" y="560"/>
                  </a:lnTo>
                  <a:lnTo>
                    <a:pt x="2628" y="549"/>
                  </a:lnTo>
                  <a:lnTo>
                    <a:pt x="2615" y="536"/>
                  </a:lnTo>
                  <a:lnTo>
                    <a:pt x="2603" y="522"/>
                  </a:lnTo>
                  <a:lnTo>
                    <a:pt x="2591" y="507"/>
                  </a:lnTo>
                  <a:lnTo>
                    <a:pt x="2581" y="492"/>
                  </a:lnTo>
                  <a:lnTo>
                    <a:pt x="2571" y="476"/>
                  </a:lnTo>
                  <a:lnTo>
                    <a:pt x="2563" y="460"/>
                  </a:lnTo>
                  <a:lnTo>
                    <a:pt x="2556" y="442"/>
                  </a:lnTo>
                  <a:lnTo>
                    <a:pt x="2551" y="425"/>
                  </a:lnTo>
                  <a:lnTo>
                    <a:pt x="2547" y="408"/>
                  </a:lnTo>
                  <a:lnTo>
                    <a:pt x="2544" y="391"/>
                  </a:lnTo>
                  <a:lnTo>
                    <a:pt x="2543" y="373"/>
                  </a:lnTo>
                  <a:lnTo>
                    <a:pt x="2543" y="169"/>
                  </a:lnTo>
                  <a:lnTo>
                    <a:pt x="2543" y="152"/>
                  </a:lnTo>
                  <a:lnTo>
                    <a:pt x="2540" y="135"/>
                  </a:lnTo>
                  <a:lnTo>
                    <a:pt x="2536" y="119"/>
                  </a:lnTo>
                  <a:lnTo>
                    <a:pt x="2530" y="103"/>
                  </a:lnTo>
                  <a:lnTo>
                    <a:pt x="2523" y="88"/>
                  </a:lnTo>
                  <a:lnTo>
                    <a:pt x="2515" y="75"/>
                  </a:lnTo>
                  <a:lnTo>
                    <a:pt x="2505" y="62"/>
                  </a:lnTo>
                  <a:lnTo>
                    <a:pt x="2493" y="50"/>
                  </a:lnTo>
                  <a:lnTo>
                    <a:pt x="2481" y="39"/>
                  </a:lnTo>
                  <a:lnTo>
                    <a:pt x="2469" y="28"/>
                  </a:lnTo>
                  <a:lnTo>
                    <a:pt x="2455" y="20"/>
                  </a:lnTo>
                  <a:lnTo>
                    <a:pt x="2440" y="13"/>
                  </a:lnTo>
                  <a:lnTo>
                    <a:pt x="2424" y="7"/>
                  </a:lnTo>
                  <a:lnTo>
                    <a:pt x="2408" y="3"/>
                  </a:lnTo>
                  <a:lnTo>
                    <a:pt x="2391" y="1"/>
                  </a:lnTo>
                  <a:lnTo>
                    <a:pt x="2374" y="0"/>
                  </a:lnTo>
                  <a:lnTo>
                    <a:pt x="2035" y="0"/>
                  </a:lnTo>
                  <a:lnTo>
                    <a:pt x="2018" y="1"/>
                  </a:lnTo>
                  <a:lnTo>
                    <a:pt x="2001" y="3"/>
                  </a:lnTo>
                  <a:lnTo>
                    <a:pt x="1985" y="7"/>
                  </a:lnTo>
                  <a:lnTo>
                    <a:pt x="1969" y="13"/>
                  </a:lnTo>
                  <a:lnTo>
                    <a:pt x="1955" y="20"/>
                  </a:lnTo>
                  <a:lnTo>
                    <a:pt x="1941" y="28"/>
                  </a:lnTo>
                  <a:lnTo>
                    <a:pt x="1927" y="39"/>
                  </a:lnTo>
                  <a:lnTo>
                    <a:pt x="1915" y="50"/>
                  </a:lnTo>
                  <a:lnTo>
                    <a:pt x="1904" y="62"/>
                  </a:lnTo>
                  <a:lnTo>
                    <a:pt x="1894" y="75"/>
                  </a:lnTo>
                  <a:lnTo>
                    <a:pt x="1886" y="88"/>
                  </a:lnTo>
                  <a:lnTo>
                    <a:pt x="1879" y="103"/>
                  </a:lnTo>
                  <a:lnTo>
                    <a:pt x="1873" y="119"/>
                  </a:lnTo>
                  <a:lnTo>
                    <a:pt x="1869" y="135"/>
                  </a:lnTo>
                  <a:lnTo>
                    <a:pt x="1867" y="152"/>
                  </a:lnTo>
                  <a:lnTo>
                    <a:pt x="1866" y="169"/>
                  </a:lnTo>
                  <a:lnTo>
                    <a:pt x="1866" y="373"/>
                  </a:lnTo>
                  <a:lnTo>
                    <a:pt x="1864" y="391"/>
                  </a:lnTo>
                  <a:lnTo>
                    <a:pt x="1861" y="408"/>
                  </a:lnTo>
                  <a:lnTo>
                    <a:pt x="1858" y="425"/>
                  </a:lnTo>
                  <a:lnTo>
                    <a:pt x="1852" y="442"/>
                  </a:lnTo>
                  <a:lnTo>
                    <a:pt x="1845" y="460"/>
                  </a:lnTo>
                  <a:lnTo>
                    <a:pt x="1837" y="476"/>
                  </a:lnTo>
                  <a:lnTo>
                    <a:pt x="1828" y="492"/>
                  </a:lnTo>
                  <a:lnTo>
                    <a:pt x="1818" y="507"/>
                  </a:lnTo>
                  <a:lnTo>
                    <a:pt x="1807" y="522"/>
                  </a:lnTo>
                  <a:lnTo>
                    <a:pt x="1793" y="536"/>
                  </a:lnTo>
                  <a:lnTo>
                    <a:pt x="1780" y="549"/>
                  </a:lnTo>
                  <a:lnTo>
                    <a:pt x="1766" y="560"/>
                  </a:lnTo>
                  <a:lnTo>
                    <a:pt x="1751" y="570"/>
                  </a:lnTo>
                  <a:lnTo>
                    <a:pt x="1736" y="579"/>
                  </a:lnTo>
                  <a:lnTo>
                    <a:pt x="1719" y="587"/>
                  </a:lnTo>
                  <a:lnTo>
                    <a:pt x="1703" y="592"/>
                  </a:lnTo>
                  <a:lnTo>
                    <a:pt x="1419" y="710"/>
                  </a:lnTo>
                  <a:lnTo>
                    <a:pt x="1404" y="717"/>
                  </a:lnTo>
                  <a:lnTo>
                    <a:pt x="1387" y="723"/>
                  </a:lnTo>
                  <a:lnTo>
                    <a:pt x="1370" y="728"/>
                  </a:lnTo>
                  <a:lnTo>
                    <a:pt x="1352" y="731"/>
                  </a:lnTo>
                  <a:lnTo>
                    <a:pt x="1334" y="733"/>
                  </a:lnTo>
                  <a:lnTo>
                    <a:pt x="1316" y="733"/>
                  </a:lnTo>
                  <a:lnTo>
                    <a:pt x="1297" y="733"/>
                  </a:lnTo>
                  <a:lnTo>
                    <a:pt x="1278" y="731"/>
                  </a:lnTo>
                  <a:lnTo>
                    <a:pt x="1261" y="727"/>
                  </a:lnTo>
                  <a:lnTo>
                    <a:pt x="1243" y="723"/>
                  </a:lnTo>
                  <a:lnTo>
                    <a:pt x="1225" y="717"/>
                  </a:lnTo>
                  <a:lnTo>
                    <a:pt x="1208" y="710"/>
                  </a:lnTo>
                  <a:lnTo>
                    <a:pt x="1193" y="702"/>
                  </a:lnTo>
                  <a:lnTo>
                    <a:pt x="1178" y="692"/>
                  </a:lnTo>
                  <a:lnTo>
                    <a:pt x="1164" y="682"/>
                  </a:lnTo>
                  <a:lnTo>
                    <a:pt x="1150" y="669"/>
                  </a:lnTo>
                  <a:lnTo>
                    <a:pt x="1005" y="525"/>
                  </a:lnTo>
                  <a:lnTo>
                    <a:pt x="993" y="514"/>
                  </a:lnTo>
                  <a:lnTo>
                    <a:pt x="979" y="504"/>
                  </a:lnTo>
                  <a:lnTo>
                    <a:pt x="965" y="495"/>
                  </a:lnTo>
                  <a:lnTo>
                    <a:pt x="950" y="489"/>
                  </a:lnTo>
                  <a:lnTo>
                    <a:pt x="934" y="483"/>
                  </a:lnTo>
                  <a:lnTo>
                    <a:pt x="918" y="479"/>
                  </a:lnTo>
                  <a:lnTo>
                    <a:pt x="902" y="477"/>
                  </a:lnTo>
                  <a:lnTo>
                    <a:pt x="886" y="476"/>
                  </a:lnTo>
                  <a:lnTo>
                    <a:pt x="869" y="477"/>
                  </a:lnTo>
                  <a:lnTo>
                    <a:pt x="853" y="479"/>
                  </a:lnTo>
                  <a:lnTo>
                    <a:pt x="837" y="483"/>
                  </a:lnTo>
                  <a:lnTo>
                    <a:pt x="822" y="489"/>
                  </a:lnTo>
                  <a:lnTo>
                    <a:pt x="807" y="495"/>
                  </a:lnTo>
                  <a:lnTo>
                    <a:pt x="792" y="504"/>
                  </a:lnTo>
                  <a:lnTo>
                    <a:pt x="779" y="514"/>
                  </a:lnTo>
                  <a:lnTo>
                    <a:pt x="766" y="525"/>
                  </a:lnTo>
                  <a:lnTo>
                    <a:pt x="527" y="765"/>
                  </a:lnTo>
                  <a:lnTo>
                    <a:pt x="514" y="778"/>
                  </a:lnTo>
                  <a:lnTo>
                    <a:pt x="504" y="792"/>
                  </a:lnTo>
                  <a:lnTo>
                    <a:pt x="496" y="806"/>
                  </a:lnTo>
                  <a:lnTo>
                    <a:pt x="489" y="822"/>
                  </a:lnTo>
                  <a:lnTo>
                    <a:pt x="484" y="837"/>
                  </a:lnTo>
                  <a:lnTo>
                    <a:pt x="480" y="853"/>
                  </a:lnTo>
                  <a:lnTo>
                    <a:pt x="477" y="869"/>
                  </a:lnTo>
                  <a:lnTo>
                    <a:pt x="477" y="886"/>
                  </a:lnTo>
                  <a:lnTo>
                    <a:pt x="477" y="902"/>
                  </a:lnTo>
                  <a:lnTo>
                    <a:pt x="480" y="918"/>
                  </a:lnTo>
                  <a:lnTo>
                    <a:pt x="484" y="933"/>
                  </a:lnTo>
                  <a:lnTo>
                    <a:pt x="489" y="949"/>
                  </a:lnTo>
                  <a:lnTo>
                    <a:pt x="496" y="965"/>
                  </a:lnTo>
                  <a:lnTo>
                    <a:pt x="504" y="979"/>
                  </a:lnTo>
                  <a:lnTo>
                    <a:pt x="514" y="992"/>
                  </a:lnTo>
                  <a:lnTo>
                    <a:pt x="527" y="1005"/>
                  </a:lnTo>
                  <a:lnTo>
                    <a:pt x="670" y="1149"/>
                  </a:lnTo>
                  <a:lnTo>
                    <a:pt x="682" y="1162"/>
                  </a:lnTo>
                  <a:lnTo>
                    <a:pt x="693" y="1177"/>
                  </a:lnTo>
                  <a:lnTo>
                    <a:pt x="702" y="1192"/>
                  </a:lnTo>
                  <a:lnTo>
                    <a:pt x="710" y="1208"/>
                  </a:lnTo>
                  <a:lnTo>
                    <a:pt x="717" y="1224"/>
                  </a:lnTo>
                  <a:lnTo>
                    <a:pt x="723" y="1242"/>
                  </a:lnTo>
                  <a:lnTo>
                    <a:pt x="728" y="1260"/>
                  </a:lnTo>
                  <a:lnTo>
                    <a:pt x="732" y="1278"/>
                  </a:lnTo>
                  <a:lnTo>
                    <a:pt x="734" y="1296"/>
                  </a:lnTo>
                  <a:lnTo>
                    <a:pt x="735" y="1315"/>
                  </a:lnTo>
                  <a:lnTo>
                    <a:pt x="734" y="1333"/>
                  </a:lnTo>
                  <a:lnTo>
                    <a:pt x="732" y="1351"/>
                  </a:lnTo>
                  <a:lnTo>
                    <a:pt x="728" y="1369"/>
                  </a:lnTo>
                  <a:lnTo>
                    <a:pt x="723" y="1387"/>
                  </a:lnTo>
                  <a:lnTo>
                    <a:pt x="717" y="1403"/>
                  </a:lnTo>
                  <a:lnTo>
                    <a:pt x="710" y="1419"/>
                  </a:lnTo>
                  <a:lnTo>
                    <a:pt x="594" y="1703"/>
                  </a:lnTo>
                  <a:lnTo>
                    <a:pt x="587" y="1719"/>
                  </a:lnTo>
                  <a:lnTo>
                    <a:pt x="579" y="1736"/>
                  </a:lnTo>
                  <a:lnTo>
                    <a:pt x="570" y="1751"/>
                  </a:lnTo>
                  <a:lnTo>
                    <a:pt x="560" y="1766"/>
                  </a:lnTo>
                  <a:lnTo>
                    <a:pt x="549" y="1780"/>
                  </a:lnTo>
                  <a:lnTo>
                    <a:pt x="536" y="1793"/>
                  </a:lnTo>
                  <a:lnTo>
                    <a:pt x="523" y="1806"/>
                  </a:lnTo>
                  <a:lnTo>
                    <a:pt x="508" y="1818"/>
                  </a:lnTo>
                  <a:lnTo>
                    <a:pt x="493" y="1828"/>
                  </a:lnTo>
                  <a:lnTo>
                    <a:pt x="477" y="1837"/>
                  </a:lnTo>
                  <a:lnTo>
                    <a:pt x="460" y="1845"/>
                  </a:lnTo>
                  <a:lnTo>
                    <a:pt x="443" y="1852"/>
                  </a:lnTo>
                  <a:lnTo>
                    <a:pt x="426" y="1857"/>
                  </a:lnTo>
                  <a:lnTo>
                    <a:pt x="409" y="1861"/>
                  </a:lnTo>
                  <a:lnTo>
                    <a:pt x="391" y="1864"/>
                  </a:lnTo>
                  <a:lnTo>
                    <a:pt x="373" y="1865"/>
                  </a:lnTo>
                  <a:lnTo>
                    <a:pt x="170" y="1864"/>
                  </a:lnTo>
                  <a:lnTo>
                    <a:pt x="152" y="1865"/>
                  </a:lnTo>
                  <a:lnTo>
                    <a:pt x="136" y="1868"/>
                  </a:lnTo>
                  <a:lnTo>
                    <a:pt x="120" y="1873"/>
                  </a:lnTo>
                  <a:lnTo>
                    <a:pt x="104" y="1879"/>
                  </a:lnTo>
                  <a:lnTo>
                    <a:pt x="89" y="1886"/>
                  </a:lnTo>
                  <a:lnTo>
                    <a:pt x="75" y="1894"/>
                  </a:lnTo>
                  <a:lnTo>
                    <a:pt x="62" y="1904"/>
                  </a:lnTo>
                  <a:lnTo>
                    <a:pt x="50" y="1915"/>
                  </a:lnTo>
                  <a:lnTo>
                    <a:pt x="39" y="1926"/>
                  </a:lnTo>
                  <a:lnTo>
                    <a:pt x="30" y="1939"/>
                  </a:lnTo>
                  <a:lnTo>
                    <a:pt x="20" y="1954"/>
                  </a:lnTo>
                  <a:lnTo>
                    <a:pt x="13" y="1969"/>
                  </a:lnTo>
                  <a:lnTo>
                    <a:pt x="8" y="1984"/>
                  </a:lnTo>
                  <a:lnTo>
                    <a:pt x="3" y="2000"/>
                  </a:lnTo>
                  <a:lnTo>
                    <a:pt x="1" y="2018"/>
                  </a:lnTo>
                  <a:lnTo>
                    <a:pt x="0" y="2035"/>
                  </a:lnTo>
                  <a:lnTo>
                    <a:pt x="0" y="2374"/>
                  </a:lnTo>
                  <a:lnTo>
                    <a:pt x="1" y="2391"/>
                  </a:lnTo>
                  <a:lnTo>
                    <a:pt x="3" y="2408"/>
                  </a:lnTo>
                  <a:lnTo>
                    <a:pt x="8" y="2424"/>
                  </a:lnTo>
                  <a:lnTo>
                    <a:pt x="13" y="2440"/>
                  </a:lnTo>
                  <a:lnTo>
                    <a:pt x="20" y="2454"/>
                  </a:lnTo>
                  <a:lnTo>
                    <a:pt x="30" y="2468"/>
                  </a:lnTo>
                  <a:lnTo>
                    <a:pt x="39" y="2481"/>
                  </a:lnTo>
                  <a:lnTo>
                    <a:pt x="50" y="2493"/>
                  </a:lnTo>
                  <a:lnTo>
                    <a:pt x="62" y="2504"/>
                  </a:lnTo>
                  <a:lnTo>
                    <a:pt x="75" y="2515"/>
                  </a:lnTo>
                  <a:lnTo>
                    <a:pt x="89" y="2523"/>
                  </a:lnTo>
                  <a:lnTo>
                    <a:pt x="104" y="2530"/>
                  </a:lnTo>
                  <a:lnTo>
                    <a:pt x="120" y="2536"/>
                  </a:lnTo>
                  <a:lnTo>
                    <a:pt x="136" y="2540"/>
                  </a:lnTo>
                  <a:lnTo>
                    <a:pt x="152" y="2542"/>
                  </a:lnTo>
                  <a:lnTo>
                    <a:pt x="170" y="2543"/>
                  </a:lnTo>
                  <a:lnTo>
                    <a:pt x="373" y="2543"/>
                  </a:lnTo>
                  <a:lnTo>
                    <a:pt x="391" y="2544"/>
                  </a:lnTo>
                  <a:lnTo>
                    <a:pt x="408" y="2547"/>
                  </a:lnTo>
                  <a:lnTo>
                    <a:pt x="426" y="2551"/>
                  </a:lnTo>
                  <a:lnTo>
                    <a:pt x="443" y="2556"/>
                  </a:lnTo>
                  <a:lnTo>
                    <a:pt x="460" y="2563"/>
                  </a:lnTo>
                  <a:lnTo>
                    <a:pt x="477" y="2571"/>
                  </a:lnTo>
                  <a:lnTo>
                    <a:pt x="492" y="2581"/>
                  </a:lnTo>
                  <a:lnTo>
                    <a:pt x="507" y="2591"/>
                  </a:lnTo>
                  <a:lnTo>
                    <a:pt x="523" y="2603"/>
                  </a:lnTo>
                  <a:lnTo>
                    <a:pt x="536" y="2615"/>
                  </a:lnTo>
                  <a:lnTo>
                    <a:pt x="549" y="2628"/>
                  </a:lnTo>
                  <a:lnTo>
                    <a:pt x="560" y="2642"/>
                  </a:lnTo>
                  <a:lnTo>
                    <a:pt x="570" y="2658"/>
                  </a:lnTo>
                  <a:lnTo>
                    <a:pt x="579" y="2673"/>
                  </a:lnTo>
                  <a:lnTo>
                    <a:pt x="586" y="2689"/>
                  </a:lnTo>
                  <a:lnTo>
                    <a:pt x="593" y="2705"/>
                  </a:lnTo>
                  <a:lnTo>
                    <a:pt x="710" y="2989"/>
                  </a:lnTo>
                  <a:lnTo>
                    <a:pt x="717" y="3006"/>
                  </a:lnTo>
                  <a:lnTo>
                    <a:pt x="723" y="3022"/>
                  </a:lnTo>
                  <a:lnTo>
                    <a:pt x="728" y="3039"/>
                  </a:lnTo>
                  <a:lnTo>
                    <a:pt x="732" y="3057"/>
                  </a:lnTo>
                  <a:lnTo>
                    <a:pt x="734" y="3075"/>
                  </a:lnTo>
                  <a:lnTo>
                    <a:pt x="735" y="3094"/>
                  </a:lnTo>
                  <a:lnTo>
                    <a:pt x="734" y="3112"/>
                  </a:lnTo>
                  <a:lnTo>
                    <a:pt x="732" y="3130"/>
                  </a:lnTo>
                  <a:lnTo>
                    <a:pt x="727" y="3149"/>
                  </a:lnTo>
                  <a:lnTo>
                    <a:pt x="723" y="3166"/>
                  </a:lnTo>
                  <a:lnTo>
                    <a:pt x="717" y="3184"/>
                  </a:lnTo>
                  <a:lnTo>
                    <a:pt x="710" y="3200"/>
                  </a:lnTo>
                  <a:lnTo>
                    <a:pt x="702" y="3217"/>
                  </a:lnTo>
                  <a:lnTo>
                    <a:pt x="693" y="3232"/>
                  </a:lnTo>
                  <a:lnTo>
                    <a:pt x="682" y="3246"/>
                  </a:lnTo>
                  <a:lnTo>
                    <a:pt x="670" y="3259"/>
                  </a:lnTo>
                  <a:lnTo>
                    <a:pt x="526" y="3403"/>
                  </a:lnTo>
                  <a:lnTo>
                    <a:pt x="514" y="3415"/>
                  </a:lnTo>
                  <a:lnTo>
                    <a:pt x="504" y="3430"/>
                  </a:lnTo>
                  <a:lnTo>
                    <a:pt x="496" y="3444"/>
                  </a:lnTo>
                  <a:lnTo>
                    <a:pt x="489" y="3459"/>
                  </a:lnTo>
                  <a:lnTo>
                    <a:pt x="483" y="3474"/>
                  </a:lnTo>
                  <a:lnTo>
                    <a:pt x="480" y="3490"/>
                  </a:lnTo>
                  <a:lnTo>
                    <a:pt x="477" y="3507"/>
                  </a:lnTo>
                  <a:lnTo>
                    <a:pt x="477" y="3523"/>
                  </a:lnTo>
                  <a:lnTo>
                    <a:pt x="477" y="3539"/>
                  </a:lnTo>
                  <a:lnTo>
                    <a:pt x="480" y="3555"/>
                  </a:lnTo>
                  <a:lnTo>
                    <a:pt x="483" y="3572"/>
                  </a:lnTo>
                  <a:lnTo>
                    <a:pt x="489" y="3587"/>
                  </a:lnTo>
                  <a:lnTo>
                    <a:pt x="496" y="3602"/>
                  </a:lnTo>
                  <a:lnTo>
                    <a:pt x="504" y="3616"/>
                  </a:lnTo>
                  <a:lnTo>
                    <a:pt x="514" y="3630"/>
                  </a:lnTo>
                  <a:lnTo>
                    <a:pt x="526" y="3643"/>
                  </a:lnTo>
                  <a:lnTo>
                    <a:pt x="766" y="3883"/>
                  </a:lnTo>
                  <a:lnTo>
                    <a:pt x="779" y="3894"/>
                  </a:lnTo>
                  <a:lnTo>
                    <a:pt x="792" y="3904"/>
                  </a:lnTo>
                  <a:lnTo>
                    <a:pt x="807" y="3913"/>
                  </a:lnTo>
                  <a:lnTo>
                    <a:pt x="822" y="3921"/>
                  </a:lnTo>
                  <a:lnTo>
                    <a:pt x="837" y="3926"/>
                  </a:lnTo>
                  <a:lnTo>
                    <a:pt x="853" y="3930"/>
                  </a:lnTo>
                  <a:lnTo>
                    <a:pt x="869" y="3932"/>
                  </a:lnTo>
                  <a:lnTo>
                    <a:pt x="886" y="3933"/>
                  </a:lnTo>
                  <a:lnTo>
                    <a:pt x="902" y="3932"/>
                  </a:lnTo>
                  <a:lnTo>
                    <a:pt x="918" y="3930"/>
                  </a:lnTo>
                  <a:lnTo>
                    <a:pt x="934" y="3926"/>
                  </a:lnTo>
                  <a:lnTo>
                    <a:pt x="950" y="3921"/>
                  </a:lnTo>
                  <a:lnTo>
                    <a:pt x="965" y="3913"/>
                  </a:lnTo>
                  <a:lnTo>
                    <a:pt x="979" y="3904"/>
                  </a:lnTo>
                  <a:lnTo>
                    <a:pt x="993" y="3894"/>
                  </a:lnTo>
                  <a:lnTo>
                    <a:pt x="1005" y="3883"/>
                  </a:lnTo>
                  <a:lnTo>
                    <a:pt x="1150" y="3739"/>
                  </a:lnTo>
                  <a:lnTo>
                    <a:pt x="1163" y="3727"/>
                  </a:lnTo>
                  <a:lnTo>
                    <a:pt x="1177" y="3717"/>
                  </a:lnTo>
                  <a:lnTo>
                    <a:pt x="1192" y="3706"/>
                  </a:lnTo>
                  <a:lnTo>
                    <a:pt x="1208" y="3698"/>
                  </a:lnTo>
                  <a:lnTo>
                    <a:pt x="1225" y="3691"/>
                  </a:lnTo>
                  <a:lnTo>
                    <a:pt x="1243" y="3685"/>
                  </a:lnTo>
                  <a:lnTo>
                    <a:pt x="1260" y="3681"/>
                  </a:lnTo>
                  <a:lnTo>
                    <a:pt x="1278" y="3678"/>
                  </a:lnTo>
                  <a:lnTo>
                    <a:pt x="1296" y="3675"/>
                  </a:lnTo>
                  <a:lnTo>
                    <a:pt x="1315" y="3675"/>
                  </a:lnTo>
                  <a:lnTo>
                    <a:pt x="1333" y="3675"/>
                  </a:lnTo>
                  <a:lnTo>
                    <a:pt x="1351" y="3677"/>
                  </a:lnTo>
                  <a:lnTo>
                    <a:pt x="1370" y="3681"/>
                  </a:lnTo>
                  <a:lnTo>
                    <a:pt x="1387" y="3685"/>
                  </a:lnTo>
                  <a:lnTo>
                    <a:pt x="1403" y="3691"/>
                  </a:lnTo>
                  <a:lnTo>
                    <a:pt x="1419" y="3699"/>
                  </a:lnTo>
                  <a:lnTo>
                    <a:pt x="1703" y="3816"/>
                  </a:lnTo>
                  <a:lnTo>
                    <a:pt x="1719" y="3822"/>
                  </a:lnTo>
                  <a:lnTo>
                    <a:pt x="1736" y="3829"/>
                  </a:lnTo>
                  <a:lnTo>
                    <a:pt x="1751" y="3838"/>
                  </a:lnTo>
                  <a:lnTo>
                    <a:pt x="1766" y="3848"/>
                  </a:lnTo>
                  <a:lnTo>
                    <a:pt x="1780" y="3861"/>
                  </a:lnTo>
                  <a:lnTo>
                    <a:pt x="1793" y="3873"/>
                  </a:lnTo>
                  <a:lnTo>
                    <a:pt x="1807" y="3887"/>
                  </a:lnTo>
                  <a:lnTo>
                    <a:pt x="1818" y="3901"/>
                  </a:lnTo>
                  <a:lnTo>
                    <a:pt x="1828" y="3916"/>
                  </a:lnTo>
                  <a:lnTo>
                    <a:pt x="1837" y="3933"/>
                  </a:lnTo>
                  <a:lnTo>
                    <a:pt x="1845" y="3949"/>
                  </a:lnTo>
                  <a:lnTo>
                    <a:pt x="1852" y="3966"/>
                  </a:lnTo>
                  <a:lnTo>
                    <a:pt x="1858" y="3983"/>
                  </a:lnTo>
                  <a:lnTo>
                    <a:pt x="1861" y="4001"/>
                  </a:lnTo>
                  <a:lnTo>
                    <a:pt x="1864" y="4019"/>
                  </a:lnTo>
                  <a:lnTo>
                    <a:pt x="1866" y="4036"/>
                  </a:lnTo>
                  <a:lnTo>
                    <a:pt x="1866" y="4239"/>
                  </a:lnTo>
                  <a:lnTo>
                    <a:pt x="1867" y="4256"/>
                  </a:lnTo>
                  <a:lnTo>
                    <a:pt x="1869" y="4272"/>
                  </a:lnTo>
                  <a:lnTo>
                    <a:pt x="1873" y="4289"/>
                  </a:lnTo>
                  <a:lnTo>
                    <a:pt x="1879" y="4305"/>
                  </a:lnTo>
                  <a:lnTo>
                    <a:pt x="1886" y="4319"/>
                  </a:lnTo>
                  <a:lnTo>
                    <a:pt x="1894" y="4333"/>
                  </a:lnTo>
                  <a:lnTo>
                    <a:pt x="1904" y="4347"/>
                  </a:lnTo>
                  <a:lnTo>
                    <a:pt x="1915" y="4359"/>
                  </a:lnTo>
                  <a:lnTo>
                    <a:pt x="1927" y="4370"/>
                  </a:lnTo>
                  <a:lnTo>
                    <a:pt x="1941" y="4379"/>
                  </a:lnTo>
                  <a:lnTo>
                    <a:pt x="1954" y="4388"/>
                  </a:lnTo>
                  <a:lnTo>
                    <a:pt x="1969" y="4395"/>
                  </a:lnTo>
                  <a:lnTo>
                    <a:pt x="1984" y="4400"/>
                  </a:lnTo>
                  <a:lnTo>
                    <a:pt x="2000" y="4405"/>
                  </a:lnTo>
                  <a:lnTo>
                    <a:pt x="2018" y="4407"/>
                  </a:lnTo>
                  <a:lnTo>
                    <a:pt x="2035" y="4408"/>
                  </a:lnTo>
                  <a:lnTo>
                    <a:pt x="2374" y="4408"/>
                  </a:lnTo>
                  <a:lnTo>
                    <a:pt x="2391" y="4407"/>
                  </a:lnTo>
                  <a:lnTo>
                    <a:pt x="2408" y="4405"/>
                  </a:lnTo>
                  <a:lnTo>
                    <a:pt x="2424" y="4400"/>
                  </a:lnTo>
                  <a:lnTo>
                    <a:pt x="2440" y="4395"/>
                  </a:lnTo>
                  <a:lnTo>
                    <a:pt x="2455" y="4388"/>
                  </a:lnTo>
                  <a:lnTo>
                    <a:pt x="2469" y="4379"/>
                  </a:lnTo>
                  <a:lnTo>
                    <a:pt x="2481" y="4370"/>
                  </a:lnTo>
                  <a:lnTo>
                    <a:pt x="2493" y="4359"/>
                  </a:lnTo>
                  <a:lnTo>
                    <a:pt x="2505" y="4347"/>
                  </a:lnTo>
                  <a:lnTo>
                    <a:pt x="2515" y="4333"/>
                  </a:lnTo>
                  <a:lnTo>
                    <a:pt x="2523" y="4319"/>
                  </a:lnTo>
                  <a:lnTo>
                    <a:pt x="2530" y="4305"/>
                  </a:lnTo>
                  <a:lnTo>
                    <a:pt x="2536" y="4289"/>
                  </a:lnTo>
                  <a:lnTo>
                    <a:pt x="2540" y="4272"/>
                  </a:lnTo>
                  <a:lnTo>
                    <a:pt x="2543" y="4256"/>
                  </a:lnTo>
                  <a:lnTo>
                    <a:pt x="2543" y="4239"/>
                  </a:lnTo>
                  <a:lnTo>
                    <a:pt x="2543" y="4036"/>
                  </a:lnTo>
                  <a:lnTo>
                    <a:pt x="2544" y="4019"/>
                  </a:lnTo>
                  <a:lnTo>
                    <a:pt x="2547" y="4001"/>
                  </a:lnTo>
                  <a:lnTo>
                    <a:pt x="2551" y="3983"/>
                  </a:lnTo>
                  <a:lnTo>
                    <a:pt x="2556" y="3966"/>
                  </a:lnTo>
                  <a:lnTo>
                    <a:pt x="2563" y="3949"/>
                  </a:lnTo>
                  <a:lnTo>
                    <a:pt x="2571" y="3933"/>
                  </a:lnTo>
                  <a:lnTo>
                    <a:pt x="2581" y="3916"/>
                  </a:lnTo>
                  <a:lnTo>
                    <a:pt x="2591" y="3901"/>
                  </a:lnTo>
                  <a:lnTo>
                    <a:pt x="2603" y="3887"/>
                  </a:lnTo>
                  <a:lnTo>
                    <a:pt x="2615" y="3873"/>
                  </a:lnTo>
                  <a:lnTo>
                    <a:pt x="2628" y="3861"/>
                  </a:lnTo>
                  <a:lnTo>
                    <a:pt x="2642" y="3848"/>
                  </a:lnTo>
                  <a:lnTo>
                    <a:pt x="2658" y="3838"/>
                  </a:lnTo>
                  <a:lnTo>
                    <a:pt x="2673" y="3829"/>
                  </a:lnTo>
                  <a:lnTo>
                    <a:pt x="2689" y="3822"/>
                  </a:lnTo>
                  <a:lnTo>
                    <a:pt x="2705" y="3816"/>
                  </a:lnTo>
                  <a:lnTo>
                    <a:pt x="2989" y="3699"/>
                  </a:lnTo>
                  <a:lnTo>
                    <a:pt x="3006" y="3691"/>
                  </a:lnTo>
                  <a:lnTo>
                    <a:pt x="3022" y="3685"/>
                  </a:lnTo>
                  <a:lnTo>
                    <a:pt x="3039" y="3681"/>
                  </a:lnTo>
                  <a:lnTo>
                    <a:pt x="3057" y="3677"/>
                  </a:lnTo>
                  <a:lnTo>
                    <a:pt x="3076" y="3675"/>
                  </a:lnTo>
                  <a:lnTo>
                    <a:pt x="3094" y="3675"/>
                  </a:lnTo>
                  <a:lnTo>
                    <a:pt x="3112" y="3675"/>
                  </a:lnTo>
                  <a:lnTo>
                    <a:pt x="3130" y="3678"/>
                  </a:lnTo>
                  <a:lnTo>
                    <a:pt x="3149" y="3681"/>
                  </a:lnTo>
                  <a:lnTo>
                    <a:pt x="3167" y="3685"/>
                  </a:lnTo>
                  <a:lnTo>
                    <a:pt x="3184" y="3691"/>
                  </a:lnTo>
                  <a:lnTo>
                    <a:pt x="3201" y="3698"/>
                  </a:lnTo>
                  <a:lnTo>
                    <a:pt x="3217" y="3706"/>
                  </a:lnTo>
                  <a:lnTo>
                    <a:pt x="3232" y="3717"/>
                  </a:lnTo>
                  <a:lnTo>
                    <a:pt x="3246" y="3727"/>
                  </a:lnTo>
                  <a:lnTo>
                    <a:pt x="3259" y="3739"/>
                  </a:lnTo>
                  <a:lnTo>
                    <a:pt x="3403" y="3883"/>
                  </a:lnTo>
                  <a:lnTo>
                    <a:pt x="3415" y="3894"/>
                  </a:lnTo>
                  <a:lnTo>
                    <a:pt x="3430" y="3904"/>
                  </a:lnTo>
                  <a:lnTo>
                    <a:pt x="3444" y="3913"/>
                  </a:lnTo>
                  <a:lnTo>
                    <a:pt x="3459" y="3921"/>
                  </a:lnTo>
                  <a:lnTo>
                    <a:pt x="3474" y="3926"/>
                  </a:lnTo>
                  <a:lnTo>
                    <a:pt x="3490" y="3930"/>
                  </a:lnTo>
                  <a:lnTo>
                    <a:pt x="3507" y="3932"/>
                  </a:lnTo>
                  <a:lnTo>
                    <a:pt x="3523" y="3933"/>
                  </a:lnTo>
                  <a:lnTo>
                    <a:pt x="3539" y="3932"/>
                  </a:lnTo>
                  <a:lnTo>
                    <a:pt x="3555" y="3930"/>
                  </a:lnTo>
                  <a:lnTo>
                    <a:pt x="3572" y="3926"/>
                  </a:lnTo>
                  <a:lnTo>
                    <a:pt x="3587" y="3921"/>
                  </a:lnTo>
                  <a:lnTo>
                    <a:pt x="3602" y="3913"/>
                  </a:lnTo>
                  <a:lnTo>
                    <a:pt x="3616" y="3904"/>
                  </a:lnTo>
                  <a:lnTo>
                    <a:pt x="3630" y="3894"/>
                  </a:lnTo>
                  <a:lnTo>
                    <a:pt x="3643" y="3883"/>
                  </a:lnTo>
                  <a:lnTo>
                    <a:pt x="3883" y="3643"/>
                  </a:lnTo>
                  <a:lnTo>
                    <a:pt x="3895" y="3630"/>
                  </a:lnTo>
                  <a:lnTo>
                    <a:pt x="3904" y="3616"/>
                  </a:lnTo>
                  <a:lnTo>
                    <a:pt x="3913" y="3602"/>
                  </a:lnTo>
                  <a:lnTo>
                    <a:pt x="3920" y="3587"/>
                  </a:lnTo>
                  <a:lnTo>
                    <a:pt x="3926" y="3572"/>
                  </a:lnTo>
                  <a:lnTo>
                    <a:pt x="3930" y="3555"/>
                  </a:lnTo>
                  <a:lnTo>
                    <a:pt x="3932" y="3539"/>
                  </a:lnTo>
                  <a:lnTo>
                    <a:pt x="3933" y="3523"/>
                  </a:lnTo>
                  <a:lnTo>
                    <a:pt x="3932" y="3507"/>
                  </a:lnTo>
                  <a:lnTo>
                    <a:pt x="3930" y="3490"/>
                  </a:lnTo>
                  <a:lnTo>
                    <a:pt x="3926" y="3474"/>
                  </a:lnTo>
                  <a:lnTo>
                    <a:pt x="3920" y="3459"/>
                  </a:lnTo>
                  <a:lnTo>
                    <a:pt x="3913" y="3444"/>
                  </a:lnTo>
                  <a:lnTo>
                    <a:pt x="3904" y="3430"/>
                  </a:lnTo>
                  <a:lnTo>
                    <a:pt x="3895" y="3415"/>
                  </a:lnTo>
                  <a:lnTo>
                    <a:pt x="3883" y="3403"/>
                  </a:lnTo>
                  <a:lnTo>
                    <a:pt x="3739" y="3259"/>
                  </a:lnTo>
                  <a:lnTo>
                    <a:pt x="3727" y="3246"/>
                  </a:lnTo>
                  <a:lnTo>
                    <a:pt x="3717" y="3232"/>
                  </a:lnTo>
                  <a:lnTo>
                    <a:pt x="3706" y="3217"/>
                  </a:lnTo>
                  <a:lnTo>
                    <a:pt x="3698" y="3200"/>
                  </a:lnTo>
                  <a:lnTo>
                    <a:pt x="3691" y="3184"/>
                  </a:lnTo>
                  <a:lnTo>
                    <a:pt x="3685" y="3166"/>
                  </a:lnTo>
                  <a:lnTo>
                    <a:pt x="3681" y="3149"/>
                  </a:lnTo>
                  <a:lnTo>
                    <a:pt x="3678" y="3130"/>
                  </a:lnTo>
                  <a:lnTo>
                    <a:pt x="3675" y="3112"/>
                  </a:lnTo>
                  <a:lnTo>
                    <a:pt x="3675" y="3094"/>
                  </a:lnTo>
                  <a:lnTo>
                    <a:pt x="3675" y="3075"/>
                  </a:lnTo>
                  <a:lnTo>
                    <a:pt x="3677" y="3057"/>
                  </a:lnTo>
                  <a:lnTo>
                    <a:pt x="3680" y="3039"/>
                  </a:lnTo>
                  <a:lnTo>
                    <a:pt x="3685" y="3022"/>
                  </a:lnTo>
                  <a:lnTo>
                    <a:pt x="3691" y="3006"/>
                  </a:lnTo>
                  <a:lnTo>
                    <a:pt x="3699" y="2989"/>
                  </a:lnTo>
                  <a:lnTo>
                    <a:pt x="3816" y="2705"/>
                  </a:lnTo>
                  <a:lnTo>
                    <a:pt x="3822" y="2689"/>
                  </a:lnTo>
                  <a:lnTo>
                    <a:pt x="3829" y="2673"/>
                  </a:lnTo>
                  <a:lnTo>
                    <a:pt x="3838" y="2658"/>
                  </a:lnTo>
                  <a:lnTo>
                    <a:pt x="3848" y="2642"/>
                  </a:lnTo>
                  <a:lnTo>
                    <a:pt x="3861" y="2628"/>
                  </a:lnTo>
                  <a:lnTo>
                    <a:pt x="3873" y="2615"/>
                  </a:lnTo>
                  <a:lnTo>
                    <a:pt x="3887" y="2603"/>
                  </a:lnTo>
                  <a:lnTo>
                    <a:pt x="3901" y="2591"/>
                  </a:lnTo>
                  <a:lnTo>
                    <a:pt x="3916" y="2581"/>
                  </a:lnTo>
                  <a:lnTo>
                    <a:pt x="3933" y="2571"/>
                  </a:lnTo>
                  <a:lnTo>
                    <a:pt x="3949" y="2563"/>
                  </a:lnTo>
                  <a:lnTo>
                    <a:pt x="3966" y="2556"/>
                  </a:lnTo>
                  <a:lnTo>
                    <a:pt x="3983" y="2551"/>
                  </a:lnTo>
                  <a:lnTo>
                    <a:pt x="4001" y="2547"/>
                  </a:lnTo>
                  <a:lnTo>
                    <a:pt x="4018" y="2544"/>
                  </a:lnTo>
                  <a:lnTo>
                    <a:pt x="4036" y="2543"/>
                  </a:lnTo>
                  <a:lnTo>
                    <a:pt x="4239" y="2543"/>
                  </a:lnTo>
                  <a:lnTo>
                    <a:pt x="4256" y="2543"/>
                  </a:lnTo>
                  <a:lnTo>
                    <a:pt x="4273" y="2540"/>
                  </a:lnTo>
                  <a:lnTo>
                    <a:pt x="4290" y="2536"/>
                  </a:lnTo>
                  <a:lnTo>
                    <a:pt x="4305" y="2530"/>
                  </a:lnTo>
                  <a:lnTo>
                    <a:pt x="4320" y="2523"/>
                  </a:lnTo>
                  <a:lnTo>
                    <a:pt x="4333" y="2515"/>
                  </a:lnTo>
                  <a:lnTo>
                    <a:pt x="4346" y="2504"/>
                  </a:lnTo>
                  <a:lnTo>
                    <a:pt x="4359" y="2493"/>
                  </a:lnTo>
                  <a:lnTo>
                    <a:pt x="4370" y="2481"/>
                  </a:lnTo>
                  <a:lnTo>
                    <a:pt x="4380" y="2469"/>
                  </a:lnTo>
                  <a:lnTo>
                    <a:pt x="4388" y="2455"/>
                  </a:lnTo>
                  <a:lnTo>
                    <a:pt x="4395" y="2440"/>
                  </a:lnTo>
                  <a:lnTo>
                    <a:pt x="4401" y="2424"/>
                  </a:lnTo>
                  <a:lnTo>
                    <a:pt x="4405" y="2408"/>
                  </a:lnTo>
                  <a:lnTo>
                    <a:pt x="4407" y="2391"/>
                  </a:lnTo>
                  <a:lnTo>
                    <a:pt x="4408" y="2374"/>
                  </a:lnTo>
                  <a:lnTo>
                    <a:pt x="4408" y="2035"/>
                  </a:lnTo>
                  <a:lnTo>
                    <a:pt x="4407" y="2018"/>
                  </a:lnTo>
                  <a:lnTo>
                    <a:pt x="4405" y="2000"/>
                  </a:lnTo>
                  <a:lnTo>
                    <a:pt x="4401" y="1984"/>
                  </a:lnTo>
                  <a:lnTo>
                    <a:pt x="4395" y="1969"/>
                  </a:lnTo>
                  <a:lnTo>
                    <a:pt x="4388" y="1954"/>
                  </a:lnTo>
                  <a:lnTo>
                    <a:pt x="4380" y="1939"/>
                  </a:lnTo>
                  <a:lnTo>
                    <a:pt x="4370" y="1926"/>
                  </a:lnTo>
                  <a:lnTo>
                    <a:pt x="4359" y="1915"/>
                  </a:lnTo>
                  <a:lnTo>
                    <a:pt x="4346" y="1904"/>
                  </a:lnTo>
                  <a:lnTo>
                    <a:pt x="4333" y="1894"/>
                  </a:lnTo>
                  <a:lnTo>
                    <a:pt x="4320" y="1886"/>
                  </a:lnTo>
                  <a:lnTo>
                    <a:pt x="4305" y="1879"/>
                  </a:lnTo>
                  <a:lnTo>
                    <a:pt x="4290" y="1873"/>
                  </a:lnTo>
                  <a:lnTo>
                    <a:pt x="4273" y="1868"/>
                  </a:lnTo>
                  <a:lnTo>
                    <a:pt x="4256" y="1865"/>
                  </a:lnTo>
                  <a:lnTo>
                    <a:pt x="4239" y="1864"/>
                  </a:lnTo>
                  <a:close/>
                  <a:moveTo>
                    <a:pt x="3052" y="2204"/>
                  </a:moveTo>
                  <a:lnTo>
                    <a:pt x="3052" y="2204"/>
                  </a:lnTo>
                  <a:lnTo>
                    <a:pt x="3051" y="2248"/>
                  </a:lnTo>
                  <a:lnTo>
                    <a:pt x="3048" y="2290"/>
                  </a:lnTo>
                  <a:lnTo>
                    <a:pt x="3043" y="2333"/>
                  </a:lnTo>
                  <a:lnTo>
                    <a:pt x="3035" y="2375"/>
                  </a:lnTo>
                  <a:lnTo>
                    <a:pt x="3026" y="2415"/>
                  </a:lnTo>
                  <a:lnTo>
                    <a:pt x="3015" y="2456"/>
                  </a:lnTo>
                  <a:lnTo>
                    <a:pt x="3002" y="2495"/>
                  </a:lnTo>
                  <a:lnTo>
                    <a:pt x="2986" y="2534"/>
                  </a:lnTo>
                  <a:lnTo>
                    <a:pt x="2969" y="2571"/>
                  </a:lnTo>
                  <a:lnTo>
                    <a:pt x="2950" y="2608"/>
                  </a:lnTo>
                  <a:lnTo>
                    <a:pt x="2929" y="2643"/>
                  </a:lnTo>
                  <a:lnTo>
                    <a:pt x="2908" y="2678"/>
                  </a:lnTo>
                  <a:lnTo>
                    <a:pt x="2884" y="2711"/>
                  </a:lnTo>
                  <a:lnTo>
                    <a:pt x="2858" y="2743"/>
                  </a:lnTo>
                  <a:lnTo>
                    <a:pt x="2832" y="2774"/>
                  </a:lnTo>
                  <a:lnTo>
                    <a:pt x="2805" y="2804"/>
                  </a:lnTo>
                  <a:lnTo>
                    <a:pt x="2775" y="2831"/>
                  </a:lnTo>
                  <a:lnTo>
                    <a:pt x="2744" y="2858"/>
                  </a:lnTo>
                  <a:lnTo>
                    <a:pt x="2712" y="2883"/>
                  </a:lnTo>
                  <a:lnTo>
                    <a:pt x="2679" y="2907"/>
                  </a:lnTo>
                  <a:lnTo>
                    <a:pt x="2644" y="2928"/>
                  </a:lnTo>
                  <a:lnTo>
                    <a:pt x="2609" y="2949"/>
                  </a:lnTo>
                  <a:lnTo>
                    <a:pt x="2572" y="2968"/>
                  </a:lnTo>
                  <a:lnTo>
                    <a:pt x="2535" y="2985"/>
                  </a:lnTo>
                  <a:lnTo>
                    <a:pt x="2496" y="3000"/>
                  </a:lnTo>
                  <a:lnTo>
                    <a:pt x="2457" y="3014"/>
                  </a:lnTo>
                  <a:lnTo>
                    <a:pt x="2416" y="3025"/>
                  </a:lnTo>
                  <a:lnTo>
                    <a:pt x="2376" y="3034"/>
                  </a:lnTo>
                  <a:lnTo>
                    <a:pt x="2334" y="3042"/>
                  </a:lnTo>
                  <a:lnTo>
                    <a:pt x="2292" y="3047"/>
                  </a:lnTo>
                  <a:lnTo>
                    <a:pt x="2249" y="3050"/>
                  </a:lnTo>
                  <a:lnTo>
                    <a:pt x="2205" y="3051"/>
                  </a:lnTo>
                  <a:lnTo>
                    <a:pt x="2162" y="3050"/>
                  </a:lnTo>
                  <a:lnTo>
                    <a:pt x="2118" y="3047"/>
                  </a:lnTo>
                  <a:lnTo>
                    <a:pt x="2075" y="3042"/>
                  </a:lnTo>
                  <a:lnTo>
                    <a:pt x="2034" y="3034"/>
                  </a:lnTo>
                  <a:lnTo>
                    <a:pt x="1993" y="3025"/>
                  </a:lnTo>
                  <a:lnTo>
                    <a:pt x="1953" y="3014"/>
                  </a:lnTo>
                  <a:lnTo>
                    <a:pt x="1913" y="3000"/>
                  </a:lnTo>
                  <a:lnTo>
                    <a:pt x="1875" y="2985"/>
                  </a:lnTo>
                  <a:lnTo>
                    <a:pt x="1837" y="2968"/>
                  </a:lnTo>
                  <a:lnTo>
                    <a:pt x="1801" y="2949"/>
                  </a:lnTo>
                  <a:lnTo>
                    <a:pt x="1765" y="2928"/>
                  </a:lnTo>
                  <a:lnTo>
                    <a:pt x="1731" y="2907"/>
                  </a:lnTo>
                  <a:lnTo>
                    <a:pt x="1697" y="2883"/>
                  </a:lnTo>
                  <a:lnTo>
                    <a:pt x="1666" y="2858"/>
                  </a:lnTo>
                  <a:lnTo>
                    <a:pt x="1635" y="2831"/>
                  </a:lnTo>
                  <a:lnTo>
                    <a:pt x="1605" y="2804"/>
                  </a:lnTo>
                  <a:lnTo>
                    <a:pt x="1577" y="2774"/>
                  </a:lnTo>
                  <a:lnTo>
                    <a:pt x="1551" y="2743"/>
                  </a:lnTo>
                  <a:lnTo>
                    <a:pt x="1526" y="2711"/>
                  </a:lnTo>
                  <a:lnTo>
                    <a:pt x="1501" y="2678"/>
                  </a:lnTo>
                  <a:lnTo>
                    <a:pt x="1480" y="2643"/>
                  </a:lnTo>
                  <a:lnTo>
                    <a:pt x="1460" y="2608"/>
                  </a:lnTo>
                  <a:lnTo>
                    <a:pt x="1441" y="2571"/>
                  </a:lnTo>
                  <a:lnTo>
                    <a:pt x="1423" y="2534"/>
                  </a:lnTo>
                  <a:lnTo>
                    <a:pt x="1408" y="2495"/>
                  </a:lnTo>
                  <a:lnTo>
                    <a:pt x="1395" y="2456"/>
                  </a:lnTo>
                  <a:lnTo>
                    <a:pt x="1384" y="2415"/>
                  </a:lnTo>
                  <a:lnTo>
                    <a:pt x="1375" y="2375"/>
                  </a:lnTo>
                  <a:lnTo>
                    <a:pt x="1366" y="2333"/>
                  </a:lnTo>
                  <a:lnTo>
                    <a:pt x="1361" y="2290"/>
                  </a:lnTo>
                  <a:lnTo>
                    <a:pt x="1358" y="2248"/>
                  </a:lnTo>
                  <a:lnTo>
                    <a:pt x="1357" y="2204"/>
                  </a:lnTo>
                  <a:lnTo>
                    <a:pt x="1358" y="2161"/>
                  </a:lnTo>
                  <a:lnTo>
                    <a:pt x="1361" y="2117"/>
                  </a:lnTo>
                  <a:lnTo>
                    <a:pt x="1366" y="2074"/>
                  </a:lnTo>
                  <a:lnTo>
                    <a:pt x="1375" y="2033"/>
                  </a:lnTo>
                  <a:lnTo>
                    <a:pt x="1384" y="1992"/>
                  </a:lnTo>
                  <a:lnTo>
                    <a:pt x="1395" y="1952"/>
                  </a:lnTo>
                  <a:lnTo>
                    <a:pt x="1408" y="1912"/>
                  </a:lnTo>
                  <a:lnTo>
                    <a:pt x="1423" y="1874"/>
                  </a:lnTo>
                  <a:lnTo>
                    <a:pt x="1441" y="1836"/>
                  </a:lnTo>
                  <a:lnTo>
                    <a:pt x="1460" y="1799"/>
                  </a:lnTo>
                  <a:lnTo>
                    <a:pt x="1480" y="1764"/>
                  </a:lnTo>
                  <a:lnTo>
                    <a:pt x="1501" y="1729"/>
                  </a:lnTo>
                  <a:lnTo>
                    <a:pt x="1526" y="1697"/>
                  </a:lnTo>
                  <a:lnTo>
                    <a:pt x="1551" y="1665"/>
                  </a:lnTo>
                  <a:lnTo>
                    <a:pt x="1577" y="1634"/>
                  </a:lnTo>
                  <a:lnTo>
                    <a:pt x="1605" y="1605"/>
                  </a:lnTo>
                  <a:lnTo>
                    <a:pt x="1635" y="1576"/>
                  </a:lnTo>
                  <a:lnTo>
                    <a:pt x="1666" y="1550"/>
                  </a:lnTo>
                  <a:lnTo>
                    <a:pt x="1697" y="1525"/>
                  </a:lnTo>
                  <a:lnTo>
                    <a:pt x="1731" y="1501"/>
                  </a:lnTo>
                  <a:lnTo>
                    <a:pt x="1765" y="1479"/>
                  </a:lnTo>
                  <a:lnTo>
                    <a:pt x="1801" y="1459"/>
                  </a:lnTo>
                  <a:lnTo>
                    <a:pt x="1837" y="1439"/>
                  </a:lnTo>
                  <a:lnTo>
                    <a:pt x="1875" y="1423"/>
                  </a:lnTo>
                  <a:lnTo>
                    <a:pt x="1913" y="1408"/>
                  </a:lnTo>
                  <a:lnTo>
                    <a:pt x="1953" y="1394"/>
                  </a:lnTo>
                  <a:lnTo>
                    <a:pt x="1993" y="1383"/>
                  </a:lnTo>
                  <a:lnTo>
                    <a:pt x="2034" y="1373"/>
                  </a:lnTo>
                  <a:lnTo>
                    <a:pt x="2075" y="1365"/>
                  </a:lnTo>
                  <a:lnTo>
                    <a:pt x="2118" y="1360"/>
                  </a:lnTo>
                  <a:lnTo>
                    <a:pt x="2162" y="1357"/>
                  </a:lnTo>
                  <a:lnTo>
                    <a:pt x="2205" y="1356"/>
                  </a:lnTo>
                  <a:lnTo>
                    <a:pt x="2249" y="1357"/>
                  </a:lnTo>
                  <a:lnTo>
                    <a:pt x="2292" y="1360"/>
                  </a:lnTo>
                  <a:lnTo>
                    <a:pt x="2334" y="1365"/>
                  </a:lnTo>
                  <a:lnTo>
                    <a:pt x="2376" y="1373"/>
                  </a:lnTo>
                  <a:lnTo>
                    <a:pt x="2416" y="1383"/>
                  </a:lnTo>
                  <a:lnTo>
                    <a:pt x="2457" y="1394"/>
                  </a:lnTo>
                  <a:lnTo>
                    <a:pt x="2496" y="1408"/>
                  </a:lnTo>
                  <a:lnTo>
                    <a:pt x="2535" y="1423"/>
                  </a:lnTo>
                  <a:lnTo>
                    <a:pt x="2572" y="1439"/>
                  </a:lnTo>
                  <a:lnTo>
                    <a:pt x="2609" y="1459"/>
                  </a:lnTo>
                  <a:lnTo>
                    <a:pt x="2644" y="1479"/>
                  </a:lnTo>
                  <a:lnTo>
                    <a:pt x="2679" y="1501"/>
                  </a:lnTo>
                  <a:lnTo>
                    <a:pt x="2712" y="1525"/>
                  </a:lnTo>
                  <a:lnTo>
                    <a:pt x="2744" y="1550"/>
                  </a:lnTo>
                  <a:lnTo>
                    <a:pt x="2775" y="1576"/>
                  </a:lnTo>
                  <a:lnTo>
                    <a:pt x="2805" y="1605"/>
                  </a:lnTo>
                  <a:lnTo>
                    <a:pt x="2832" y="1634"/>
                  </a:lnTo>
                  <a:lnTo>
                    <a:pt x="2858" y="1665"/>
                  </a:lnTo>
                  <a:lnTo>
                    <a:pt x="2884" y="1697"/>
                  </a:lnTo>
                  <a:lnTo>
                    <a:pt x="2908" y="1729"/>
                  </a:lnTo>
                  <a:lnTo>
                    <a:pt x="2929" y="1764"/>
                  </a:lnTo>
                  <a:lnTo>
                    <a:pt x="2950" y="1799"/>
                  </a:lnTo>
                  <a:lnTo>
                    <a:pt x="2969" y="1836"/>
                  </a:lnTo>
                  <a:lnTo>
                    <a:pt x="2986" y="1874"/>
                  </a:lnTo>
                  <a:lnTo>
                    <a:pt x="3002" y="1912"/>
                  </a:lnTo>
                  <a:lnTo>
                    <a:pt x="3015" y="1952"/>
                  </a:lnTo>
                  <a:lnTo>
                    <a:pt x="3026" y="1992"/>
                  </a:lnTo>
                  <a:lnTo>
                    <a:pt x="3035" y="2033"/>
                  </a:lnTo>
                  <a:lnTo>
                    <a:pt x="3043" y="2074"/>
                  </a:lnTo>
                  <a:lnTo>
                    <a:pt x="3048" y="2117"/>
                  </a:lnTo>
                  <a:lnTo>
                    <a:pt x="3051" y="2161"/>
                  </a:lnTo>
                  <a:lnTo>
                    <a:pt x="3052" y="2204"/>
                  </a:lnTo>
                  <a:close/>
                </a:path>
              </a:pathLst>
            </a:custGeom>
            <a:solidFill>
              <a:srgbClr val="FEE07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1" name="椭圆 130"/>
            <p:cNvSpPr/>
            <p:nvPr/>
          </p:nvSpPr>
          <p:spPr>
            <a:xfrm>
              <a:off x="3889365" y="1477550"/>
              <a:ext cx="764853" cy="764816"/>
            </a:xfrm>
            <a:prstGeom prst="ellipse">
              <a:avLst/>
            </a:prstGeom>
            <a:solidFill>
              <a:srgbClr val="FEE07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132" name="文本框 20"/>
          <p:cNvSpPr txBox="1"/>
          <p:nvPr/>
        </p:nvSpPr>
        <p:spPr>
          <a:xfrm flipH="1">
            <a:off x="3633210" y="2160873"/>
            <a:ext cx="820701" cy="70631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D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332124" y="904865"/>
            <a:ext cx="1243504" cy="1243444"/>
            <a:chOff x="1963917" y="820079"/>
            <a:chExt cx="1243504" cy="1243444"/>
          </a:xfrm>
        </p:grpSpPr>
        <p:sp>
          <p:nvSpPr>
            <p:cNvPr id="127" name="齿轮"/>
            <p:cNvSpPr/>
            <p:nvPr/>
          </p:nvSpPr>
          <p:spPr bwMode="auto">
            <a:xfrm>
              <a:off x="1963917" y="820079"/>
              <a:ext cx="1243504" cy="1243444"/>
            </a:xfrm>
            <a:custGeom>
              <a:avLst/>
              <a:gdLst>
                <a:gd name="T0" fmla="*/ 2147483646 w 4408"/>
                <a:gd name="T1" fmla="*/ 2147483646 h 4408"/>
                <a:gd name="T2" fmla="*/ 2147483646 w 4408"/>
                <a:gd name="T3" fmla="*/ 2147483646 h 4408"/>
                <a:gd name="T4" fmla="*/ 2147483646 w 4408"/>
                <a:gd name="T5" fmla="*/ 2147483646 h 4408"/>
                <a:gd name="T6" fmla="*/ 2147483646 w 4408"/>
                <a:gd name="T7" fmla="*/ 2147483646 h 4408"/>
                <a:gd name="T8" fmla="*/ 2147483646 w 4408"/>
                <a:gd name="T9" fmla="*/ 2147483646 h 4408"/>
                <a:gd name="T10" fmla="*/ 2147483646 w 4408"/>
                <a:gd name="T11" fmla="*/ 2147483646 h 4408"/>
                <a:gd name="T12" fmla="*/ 2147483646 w 4408"/>
                <a:gd name="T13" fmla="*/ 2147483646 h 4408"/>
                <a:gd name="T14" fmla="*/ 2147483646 w 4408"/>
                <a:gd name="T15" fmla="*/ 2147483646 h 4408"/>
                <a:gd name="T16" fmla="*/ 2147483646 w 4408"/>
                <a:gd name="T17" fmla="*/ 2147483646 h 4408"/>
                <a:gd name="T18" fmla="*/ 2147483646 w 4408"/>
                <a:gd name="T19" fmla="*/ 2147483646 h 4408"/>
                <a:gd name="T20" fmla="*/ 2147483646 w 4408"/>
                <a:gd name="T21" fmla="*/ 564979005 h 4408"/>
                <a:gd name="T22" fmla="*/ 2147483646 w 4408"/>
                <a:gd name="T23" fmla="*/ 2147483646 h 4408"/>
                <a:gd name="T24" fmla="*/ 2147483646 w 4408"/>
                <a:gd name="T25" fmla="*/ 2147483646 h 4408"/>
                <a:gd name="T26" fmla="*/ 2147483646 w 4408"/>
                <a:gd name="T27" fmla="*/ 2147483646 h 4408"/>
                <a:gd name="T28" fmla="*/ 2147483646 w 4408"/>
                <a:gd name="T29" fmla="*/ 2147483646 h 4408"/>
                <a:gd name="T30" fmla="*/ 2147483646 w 4408"/>
                <a:gd name="T31" fmla="*/ 2147483646 h 4408"/>
                <a:gd name="T32" fmla="*/ 2147483646 w 4408"/>
                <a:gd name="T33" fmla="*/ 2147483646 h 4408"/>
                <a:gd name="T34" fmla="*/ 2147483646 w 4408"/>
                <a:gd name="T35" fmla="*/ 2147483646 h 4408"/>
                <a:gd name="T36" fmla="*/ 2147483646 w 4408"/>
                <a:gd name="T37" fmla="*/ 2147483646 h 4408"/>
                <a:gd name="T38" fmla="*/ 2147483646 w 4408"/>
                <a:gd name="T39" fmla="*/ 2147483646 h 4408"/>
                <a:gd name="T40" fmla="*/ 2147483646 w 4408"/>
                <a:gd name="T41" fmla="*/ 2147483646 h 4408"/>
                <a:gd name="T42" fmla="*/ 2147483646 w 4408"/>
                <a:gd name="T43" fmla="*/ 2147483646 h 4408"/>
                <a:gd name="T44" fmla="*/ 642768528 w 4408"/>
                <a:gd name="T45" fmla="*/ 2147483646 h 4408"/>
                <a:gd name="T46" fmla="*/ 2147483646 w 4408"/>
                <a:gd name="T47" fmla="*/ 2147483646 h 4408"/>
                <a:gd name="T48" fmla="*/ 2147483646 w 4408"/>
                <a:gd name="T49" fmla="*/ 2147483646 h 4408"/>
                <a:gd name="T50" fmla="*/ 2147483646 w 4408"/>
                <a:gd name="T51" fmla="*/ 2147483646 h 4408"/>
                <a:gd name="T52" fmla="*/ 2147483646 w 4408"/>
                <a:gd name="T53" fmla="*/ 2147483646 h 4408"/>
                <a:gd name="T54" fmla="*/ 2147483646 w 4408"/>
                <a:gd name="T55" fmla="*/ 2147483646 h 4408"/>
                <a:gd name="T56" fmla="*/ 2147483646 w 4408"/>
                <a:gd name="T57" fmla="*/ 2147483646 h 4408"/>
                <a:gd name="T58" fmla="*/ 2147483646 w 4408"/>
                <a:gd name="T59" fmla="*/ 2147483646 h 4408"/>
                <a:gd name="T60" fmla="*/ 2147483646 w 4408"/>
                <a:gd name="T61" fmla="*/ 2147483646 h 4408"/>
                <a:gd name="T62" fmla="*/ 2147483646 w 4408"/>
                <a:gd name="T63" fmla="*/ 2147483646 h 4408"/>
                <a:gd name="T64" fmla="*/ 2147483646 w 4408"/>
                <a:gd name="T65" fmla="*/ 2147483646 h 4408"/>
                <a:gd name="T66" fmla="*/ 2147483646 w 4408"/>
                <a:gd name="T67" fmla="*/ 2147483646 h 4408"/>
                <a:gd name="T68" fmla="*/ 2147483646 w 4408"/>
                <a:gd name="T69" fmla="*/ 2147483646 h 4408"/>
                <a:gd name="T70" fmla="*/ 2147483646 w 4408"/>
                <a:gd name="T71" fmla="*/ 2147483646 h 4408"/>
                <a:gd name="T72" fmla="*/ 2147483646 w 4408"/>
                <a:gd name="T73" fmla="*/ 2147483646 h 4408"/>
                <a:gd name="T74" fmla="*/ 2147483646 w 4408"/>
                <a:gd name="T75" fmla="*/ 2147483646 h 4408"/>
                <a:gd name="T76" fmla="*/ 2147483646 w 4408"/>
                <a:gd name="T77" fmla="*/ 2147483646 h 4408"/>
                <a:gd name="T78" fmla="*/ 2147483646 w 4408"/>
                <a:gd name="T79" fmla="*/ 2147483646 h 4408"/>
                <a:gd name="T80" fmla="*/ 2147483646 w 4408"/>
                <a:gd name="T81" fmla="*/ 2147483646 h 4408"/>
                <a:gd name="T82" fmla="*/ 2147483646 w 4408"/>
                <a:gd name="T83" fmla="*/ 2147483646 h 4408"/>
                <a:gd name="T84" fmla="*/ 2147483646 w 4408"/>
                <a:gd name="T85" fmla="*/ 2147483646 h 4408"/>
                <a:gd name="T86" fmla="*/ 2147483646 w 4408"/>
                <a:gd name="T87" fmla="*/ 2147483646 h 4408"/>
                <a:gd name="T88" fmla="*/ 2147483646 w 4408"/>
                <a:gd name="T89" fmla="*/ 2147483646 h 4408"/>
                <a:gd name="T90" fmla="*/ 2147483646 w 4408"/>
                <a:gd name="T91" fmla="*/ 2147483646 h 4408"/>
                <a:gd name="T92" fmla="*/ 2147483646 w 4408"/>
                <a:gd name="T93" fmla="*/ 2147483646 h 4408"/>
                <a:gd name="T94" fmla="*/ 2147483646 w 4408"/>
                <a:gd name="T95" fmla="*/ 2147483646 h 4408"/>
                <a:gd name="T96" fmla="*/ 2147483646 w 4408"/>
                <a:gd name="T97" fmla="*/ 2147483646 h 4408"/>
                <a:gd name="T98" fmla="*/ 2147483646 w 4408"/>
                <a:gd name="T99" fmla="*/ 2147483646 h 4408"/>
                <a:gd name="T100" fmla="*/ 2147483646 w 4408"/>
                <a:gd name="T101" fmla="*/ 2147483646 h 4408"/>
                <a:gd name="T102" fmla="*/ 2147483646 w 4408"/>
                <a:gd name="T103" fmla="*/ 2147483646 h 4408"/>
                <a:gd name="T104" fmla="*/ 2147483646 w 4408"/>
                <a:gd name="T105" fmla="*/ 2147483646 h 4408"/>
                <a:gd name="T106" fmla="*/ 2147483646 w 4408"/>
                <a:gd name="T107" fmla="*/ 2147483646 h 4408"/>
                <a:gd name="T108" fmla="*/ 2147483646 w 4408"/>
                <a:gd name="T109" fmla="*/ 2147483646 h 4408"/>
                <a:gd name="T110" fmla="*/ 2147483646 w 4408"/>
                <a:gd name="T111" fmla="*/ 2147483646 h 4408"/>
                <a:gd name="T112" fmla="*/ 2147483646 w 4408"/>
                <a:gd name="T113" fmla="*/ 2147483646 h 4408"/>
                <a:gd name="T114" fmla="*/ 2147483646 w 4408"/>
                <a:gd name="T115" fmla="*/ 2147483646 h 4408"/>
                <a:gd name="T116" fmla="*/ 2147483646 w 4408"/>
                <a:gd name="T117" fmla="*/ 2147483646 h 440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408" h="4408">
                  <a:moveTo>
                    <a:pt x="4239" y="1864"/>
                  </a:moveTo>
                  <a:lnTo>
                    <a:pt x="4036" y="1864"/>
                  </a:lnTo>
                  <a:lnTo>
                    <a:pt x="4018" y="1864"/>
                  </a:lnTo>
                  <a:lnTo>
                    <a:pt x="4001" y="1861"/>
                  </a:lnTo>
                  <a:lnTo>
                    <a:pt x="3983" y="1857"/>
                  </a:lnTo>
                  <a:lnTo>
                    <a:pt x="3966" y="1852"/>
                  </a:lnTo>
                  <a:lnTo>
                    <a:pt x="3949" y="1845"/>
                  </a:lnTo>
                  <a:lnTo>
                    <a:pt x="3933" y="1837"/>
                  </a:lnTo>
                  <a:lnTo>
                    <a:pt x="3916" y="1828"/>
                  </a:lnTo>
                  <a:lnTo>
                    <a:pt x="3901" y="1818"/>
                  </a:lnTo>
                  <a:lnTo>
                    <a:pt x="3887" y="1806"/>
                  </a:lnTo>
                  <a:lnTo>
                    <a:pt x="3873" y="1793"/>
                  </a:lnTo>
                  <a:lnTo>
                    <a:pt x="3861" y="1780"/>
                  </a:lnTo>
                  <a:lnTo>
                    <a:pt x="3848" y="1766"/>
                  </a:lnTo>
                  <a:lnTo>
                    <a:pt x="3838" y="1751"/>
                  </a:lnTo>
                  <a:lnTo>
                    <a:pt x="3829" y="1736"/>
                  </a:lnTo>
                  <a:lnTo>
                    <a:pt x="3822" y="1719"/>
                  </a:lnTo>
                  <a:lnTo>
                    <a:pt x="3816" y="1703"/>
                  </a:lnTo>
                  <a:lnTo>
                    <a:pt x="3699" y="1419"/>
                  </a:lnTo>
                  <a:lnTo>
                    <a:pt x="3691" y="1403"/>
                  </a:lnTo>
                  <a:lnTo>
                    <a:pt x="3685" y="1387"/>
                  </a:lnTo>
                  <a:lnTo>
                    <a:pt x="3680" y="1369"/>
                  </a:lnTo>
                  <a:lnTo>
                    <a:pt x="3677" y="1351"/>
                  </a:lnTo>
                  <a:lnTo>
                    <a:pt x="3675" y="1333"/>
                  </a:lnTo>
                  <a:lnTo>
                    <a:pt x="3675" y="1315"/>
                  </a:lnTo>
                  <a:lnTo>
                    <a:pt x="3675" y="1296"/>
                  </a:lnTo>
                  <a:lnTo>
                    <a:pt x="3678" y="1278"/>
                  </a:lnTo>
                  <a:lnTo>
                    <a:pt x="3681" y="1260"/>
                  </a:lnTo>
                  <a:lnTo>
                    <a:pt x="3685" y="1242"/>
                  </a:lnTo>
                  <a:lnTo>
                    <a:pt x="3691" y="1224"/>
                  </a:lnTo>
                  <a:lnTo>
                    <a:pt x="3698" y="1208"/>
                  </a:lnTo>
                  <a:lnTo>
                    <a:pt x="3706" y="1192"/>
                  </a:lnTo>
                  <a:lnTo>
                    <a:pt x="3717" y="1177"/>
                  </a:lnTo>
                  <a:lnTo>
                    <a:pt x="3727" y="1162"/>
                  </a:lnTo>
                  <a:lnTo>
                    <a:pt x="3739" y="1149"/>
                  </a:lnTo>
                  <a:lnTo>
                    <a:pt x="3883" y="1005"/>
                  </a:lnTo>
                  <a:lnTo>
                    <a:pt x="3895" y="992"/>
                  </a:lnTo>
                  <a:lnTo>
                    <a:pt x="3904" y="979"/>
                  </a:lnTo>
                  <a:lnTo>
                    <a:pt x="3913" y="965"/>
                  </a:lnTo>
                  <a:lnTo>
                    <a:pt x="3920" y="949"/>
                  </a:lnTo>
                  <a:lnTo>
                    <a:pt x="3926" y="933"/>
                  </a:lnTo>
                  <a:lnTo>
                    <a:pt x="3930" y="918"/>
                  </a:lnTo>
                  <a:lnTo>
                    <a:pt x="3932" y="902"/>
                  </a:lnTo>
                  <a:lnTo>
                    <a:pt x="3933" y="886"/>
                  </a:lnTo>
                  <a:lnTo>
                    <a:pt x="3932" y="869"/>
                  </a:lnTo>
                  <a:lnTo>
                    <a:pt x="3930" y="853"/>
                  </a:lnTo>
                  <a:lnTo>
                    <a:pt x="3926" y="837"/>
                  </a:lnTo>
                  <a:lnTo>
                    <a:pt x="3920" y="822"/>
                  </a:lnTo>
                  <a:lnTo>
                    <a:pt x="3913" y="806"/>
                  </a:lnTo>
                  <a:lnTo>
                    <a:pt x="3904" y="792"/>
                  </a:lnTo>
                  <a:lnTo>
                    <a:pt x="3895" y="778"/>
                  </a:lnTo>
                  <a:lnTo>
                    <a:pt x="3883" y="765"/>
                  </a:lnTo>
                  <a:lnTo>
                    <a:pt x="3643" y="525"/>
                  </a:lnTo>
                  <a:lnTo>
                    <a:pt x="3630" y="514"/>
                  </a:lnTo>
                  <a:lnTo>
                    <a:pt x="3616" y="504"/>
                  </a:lnTo>
                  <a:lnTo>
                    <a:pt x="3602" y="495"/>
                  </a:lnTo>
                  <a:lnTo>
                    <a:pt x="3587" y="489"/>
                  </a:lnTo>
                  <a:lnTo>
                    <a:pt x="3572" y="483"/>
                  </a:lnTo>
                  <a:lnTo>
                    <a:pt x="3555" y="479"/>
                  </a:lnTo>
                  <a:lnTo>
                    <a:pt x="3539" y="477"/>
                  </a:lnTo>
                  <a:lnTo>
                    <a:pt x="3523" y="476"/>
                  </a:lnTo>
                  <a:lnTo>
                    <a:pt x="3507" y="477"/>
                  </a:lnTo>
                  <a:lnTo>
                    <a:pt x="3490" y="479"/>
                  </a:lnTo>
                  <a:lnTo>
                    <a:pt x="3474" y="483"/>
                  </a:lnTo>
                  <a:lnTo>
                    <a:pt x="3459" y="489"/>
                  </a:lnTo>
                  <a:lnTo>
                    <a:pt x="3444" y="495"/>
                  </a:lnTo>
                  <a:lnTo>
                    <a:pt x="3430" y="504"/>
                  </a:lnTo>
                  <a:lnTo>
                    <a:pt x="3415" y="514"/>
                  </a:lnTo>
                  <a:lnTo>
                    <a:pt x="3403" y="525"/>
                  </a:lnTo>
                  <a:lnTo>
                    <a:pt x="3259" y="669"/>
                  </a:lnTo>
                  <a:lnTo>
                    <a:pt x="3246" y="682"/>
                  </a:lnTo>
                  <a:lnTo>
                    <a:pt x="3232" y="692"/>
                  </a:lnTo>
                  <a:lnTo>
                    <a:pt x="3217" y="702"/>
                  </a:lnTo>
                  <a:lnTo>
                    <a:pt x="3200" y="710"/>
                  </a:lnTo>
                  <a:lnTo>
                    <a:pt x="3183" y="717"/>
                  </a:lnTo>
                  <a:lnTo>
                    <a:pt x="3166" y="723"/>
                  </a:lnTo>
                  <a:lnTo>
                    <a:pt x="3149" y="727"/>
                  </a:lnTo>
                  <a:lnTo>
                    <a:pt x="3130" y="731"/>
                  </a:lnTo>
                  <a:lnTo>
                    <a:pt x="3112" y="733"/>
                  </a:lnTo>
                  <a:lnTo>
                    <a:pt x="3093" y="733"/>
                  </a:lnTo>
                  <a:lnTo>
                    <a:pt x="3075" y="733"/>
                  </a:lnTo>
                  <a:lnTo>
                    <a:pt x="3056" y="731"/>
                  </a:lnTo>
                  <a:lnTo>
                    <a:pt x="3039" y="728"/>
                  </a:lnTo>
                  <a:lnTo>
                    <a:pt x="3022" y="723"/>
                  </a:lnTo>
                  <a:lnTo>
                    <a:pt x="3005" y="717"/>
                  </a:lnTo>
                  <a:lnTo>
                    <a:pt x="2989" y="710"/>
                  </a:lnTo>
                  <a:lnTo>
                    <a:pt x="2705" y="592"/>
                  </a:lnTo>
                  <a:lnTo>
                    <a:pt x="2689" y="587"/>
                  </a:lnTo>
                  <a:lnTo>
                    <a:pt x="2673" y="579"/>
                  </a:lnTo>
                  <a:lnTo>
                    <a:pt x="2658" y="570"/>
                  </a:lnTo>
                  <a:lnTo>
                    <a:pt x="2642" y="560"/>
                  </a:lnTo>
                  <a:lnTo>
                    <a:pt x="2628" y="549"/>
                  </a:lnTo>
                  <a:lnTo>
                    <a:pt x="2615" y="536"/>
                  </a:lnTo>
                  <a:lnTo>
                    <a:pt x="2603" y="522"/>
                  </a:lnTo>
                  <a:lnTo>
                    <a:pt x="2591" y="507"/>
                  </a:lnTo>
                  <a:lnTo>
                    <a:pt x="2581" y="492"/>
                  </a:lnTo>
                  <a:lnTo>
                    <a:pt x="2571" y="476"/>
                  </a:lnTo>
                  <a:lnTo>
                    <a:pt x="2563" y="460"/>
                  </a:lnTo>
                  <a:lnTo>
                    <a:pt x="2556" y="442"/>
                  </a:lnTo>
                  <a:lnTo>
                    <a:pt x="2551" y="425"/>
                  </a:lnTo>
                  <a:lnTo>
                    <a:pt x="2547" y="408"/>
                  </a:lnTo>
                  <a:lnTo>
                    <a:pt x="2544" y="391"/>
                  </a:lnTo>
                  <a:lnTo>
                    <a:pt x="2543" y="373"/>
                  </a:lnTo>
                  <a:lnTo>
                    <a:pt x="2543" y="169"/>
                  </a:lnTo>
                  <a:lnTo>
                    <a:pt x="2543" y="152"/>
                  </a:lnTo>
                  <a:lnTo>
                    <a:pt x="2540" y="135"/>
                  </a:lnTo>
                  <a:lnTo>
                    <a:pt x="2536" y="119"/>
                  </a:lnTo>
                  <a:lnTo>
                    <a:pt x="2530" y="103"/>
                  </a:lnTo>
                  <a:lnTo>
                    <a:pt x="2523" y="88"/>
                  </a:lnTo>
                  <a:lnTo>
                    <a:pt x="2515" y="75"/>
                  </a:lnTo>
                  <a:lnTo>
                    <a:pt x="2505" y="62"/>
                  </a:lnTo>
                  <a:lnTo>
                    <a:pt x="2493" y="50"/>
                  </a:lnTo>
                  <a:lnTo>
                    <a:pt x="2481" y="39"/>
                  </a:lnTo>
                  <a:lnTo>
                    <a:pt x="2469" y="28"/>
                  </a:lnTo>
                  <a:lnTo>
                    <a:pt x="2455" y="20"/>
                  </a:lnTo>
                  <a:lnTo>
                    <a:pt x="2440" y="13"/>
                  </a:lnTo>
                  <a:lnTo>
                    <a:pt x="2424" y="7"/>
                  </a:lnTo>
                  <a:lnTo>
                    <a:pt x="2408" y="3"/>
                  </a:lnTo>
                  <a:lnTo>
                    <a:pt x="2391" y="1"/>
                  </a:lnTo>
                  <a:lnTo>
                    <a:pt x="2374" y="0"/>
                  </a:lnTo>
                  <a:lnTo>
                    <a:pt x="2035" y="0"/>
                  </a:lnTo>
                  <a:lnTo>
                    <a:pt x="2018" y="1"/>
                  </a:lnTo>
                  <a:lnTo>
                    <a:pt x="2001" y="3"/>
                  </a:lnTo>
                  <a:lnTo>
                    <a:pt x="1985" y="7"/>
                  </a:lnTo>
                  <a:lnTo>
                    <a:pt x="1969" y="13"/>
                  </a:lnTo>
                  <a:lnTo>
                    <a:pt x="1955" y="20"/>
                  </a:lnTo>
                  <a:lnTo>
                    <a:pt x="1941" y="28"/>
                  </a:lnTo>
                  <a:lnTo>
                    <a:pt x="1927" y="39"/>
                  </a:lnTo>
                  <a:lnTo>
                    <a:pt x="1915" y="50"/>
                  </a:lnTo>
                  <a:lnTo>
                    <a:pt x="1904" y="62"/>
                  </a:lnTo>
                  <a:lnTo>
                    <a:pt x="1894" y="75"/>
                  </a:lnTo>
                  <a:lnTo>
                    <a:pt x="1886" y="88"/>
                  </a:lnTo>
                  <a:lnTo>
                    <a:pt x="1879" y="103"/>
                  </a:lnTo>
                  <a:lnTo>
                    <a:pt x="1873" y="119"/>
                  </a:lnTo>
                  <a:lnTo>
                    <a:pt x="1869" y="135"/>
                  </a:lnTo>
                  <a:lnTo>
                    <a:pt x="1867" y="152"/>
                  </a:lnTo>
                  <a:lnTo>
                    <a:pt x="1866" y="169"/>
                  </a:lnTo>
                  <a:lnTo>
                    <a:pt x="1866" y="373"/>
                  </a:lnTo>
                  <a:lnTo>
                    <a:pt x="1864" y="391"/>
                  </a:lnTo>
                  <a:lnTo>
                    <a:pt x="1861" y="408"/>
                  </a:lnTo>
                  <a:lnTo>
                    <a:pt x="1858" y="425"/>
                  </a:lnTo>
                  <a:lnTo>
                    <a:pt x="1852" y="442"/>
                  </a:lnTo>
                  <a:lnTo>
                    <a:pt x="1845" y="460"/>
                  </a:lnTo>
                  <a:lnTo>
                    <a:pt x="1837" y="476"/>
                  </a:lnTo>
                  <a:lnTo>
                    <a:pt x="1828" y="492"/>
                  </a:lnTo>
                  <a:lnTo>
                    <a:pt x="1818" y="507"/>
                  </a:lnTo>
                  <a:lnTo>
                    <a:pt x="1807" y="522"/>
                  </a:lnTo>
                  <a:lnTo>
                    <a:pt x="1793" y="536"/>
                  </a:lnTo>
                  <a:lnTo>
                    <a:pt x="1780" y="549"/>
                  </a:lnTo>
                  <a:lnTo>
                    <a:pt x="1766" y="560"/>
                  </a:lnTo>
                  <a:lnTo>
                    <a:pt x="1751" y="570"/>
                  </a:lnTo>
                  <a:lnTo>
                    <a:pt x="1736" y="579"/>
                  </a:lnTo>
                  <a:lnTo>
                    <a:pt x="1719" y="587"/>
                  </a:lnTo>
                  <a:lnTo>
                    <a:pt x="1703" y="592"/>
                  </a:lnTo>
                  <a:lnTo>
                    <a:pt x="1419" y="710"/>
                  </a:lnTo>
                  <a:lnTo>
                    <a:pt x="1404" y="717"/>
                  </a:lnTo>
                  <a:lnTo>
                    <a:pt x="1387" y="723"/>
                  </a:lnTo>
                  <a:lnTo>
                    <a:pt x="1370" y="728"/>
                  </a:lnTo>
                  <a:lnTo>
                    <a:pt x="1352" y="731"/>
                  </a:lnTo>
                  <a:lnTo>
                    <a:pt x="1334" y="733"/>
                  </a:lnTo>
                  <a:lnTo>
                    <a:pt x="1316" y="733"/>
                  </a:lnTo>
                  <a:lnTo>
                    <a:pt x="1297" y="733"/>
                  </a:lnTo>
                  <a:lnTo>
                    <a:pt x="1278" y="731"/>
                  </a:lnTo>
                  <a:lnTo>
                    <a:pt x="1261" y="727"/>
                  </a:lnTo>
                  <a:lnTo>
                    <a:pt x="1243" y="723"/>
                  </a:lnTo>
                  <a:lnTo>
                    <a:pt x="1225" y="717"/>
                  </a:lnTo>
                  <a:lnTo>
                    <a:pt x="1208" y="710"/>
                  </a:lnTo>
                  <a:lnTo>
                    <a:pt x="1193" y="702"/>
                  </a:lnTo>
                  <a:lnTo>
                    <a:pt x="1178" y="692"/>
                  </a:lnTo>
                  <a:lnTo>
                    <a:pt x="1164" y="682"/>
                  </a:lnTo>
                  <a:lnTo>
                    <a:pt x="1150" y="669"/>
                  </a:lnTo>
                  <a:lnTo>
                    <a:pt x="1005" y="525"/>
                  </a:lnTo>
                  <a:lnTo>
                    <a:pt x="993" y="514"/>
                  </a:lnTo>
                  <a:lnTo>
                    <a:pt x="979" y="504"/>
                  </a:lnTo>
                  <a:lnTo>
                    <a:pt x="965" y="495"/>
                  </a:lnTo>
                  <a:lnTo>
                    <a:pt x="950" y="489"/>
                  </a:lnTo>
                  <a:lnTo>
                    <a:pt x="934" y="483"/>
                  </a:lnTo>
                  <a:lnTo>
                    <a:pt x="918" y="479"/>
                  </a:lnTo>
                  <a:lnTo>
                    <a:pt x="902" y="477"/>
                  </a:lnTo>
                  <a:lnTo>
                    <a:pt x="886" y="476"/>
                  </a:lnTo>
                  <a:lnTo>
                    <a:pt x="869" y="477"/>
                  </a:lnTo>
                  <a:lnTo>
                    <a:pt x="853" y="479"/>
                  </a:lnTo>
                  <a:lnTo>
                    <a:pt x="837" y="483"/>
                  </a:lnTo>
                  <a:lnTo>
                    <a:pt x="822" y="489"/>
                  </a:lnTo>
                  <a:lnTo>
                    <a:pt x="807" y="495"/>
                  </a:lnTo>
                  <a:lnTo>
                    <a:pt x="792" y="504"/>
                  </a:lnTo>
                  <a:lnTo>
                    <a:pt x="779" y="514"/>
                  </a:lnTo>
                  <a:lnTo>
                    <a:pt x="766" y="525"/>
                  </a:lnTo>
                  <a:lnTo>
                    <a:pt x="527" y="765"/>
                  </a:lnTo>
                  <a:lnTo>
                    <a:pt x="514" y="778"/>
                  </a:lnTo>
                  <a:lnTo>
                    <a:pt x="504" y="792"/>
                  </a:lnTo>
                  <a:lnTo>
                    <a:pt x="496" y="806"/>
                  </a:lnTo>
                  <a:lnTo>
                    <a:pt x="489" y="822"/>
                  </a:lnTo>
                  <a:lnTo>
                    <a:pt x="484" y="837"/>
                  </a:lnTo>
                  <a:lnTo>
                    <a:pt x="480" y="853"/>
                  </a:lnTo>
                  <a:lnTo>
                    <a:pt x="477" y="869"/>
                  </a:lnTo>
                  <a:lnTo>
                    <a:pt x="477" y="886"/>
                  </a:lnTo>
                  <a:lnTo>
                    <a:pt x="477" y="902"/>
                  </a:lnTo>
                  <a:lnTo>
                    <a:pt x="480" y="918"/>
                  </a:lnTo>
                  <a:lnTo>
                    <a:pt x="484" y="933"/>
                  </a:lnTo>
                  <a:lnTo>
                    <a:pt x="489" y="949"/>
                  </a:lnTo>
                  <a:lnTo>
                    <a:pt x="496" y="965"/>
                  </a:lnTo>
                  <a:lnTo>
                    <a:pt x="504" y="979"/>
                  </a:lnTo>
                  <a:lnTo>
                    <a:pt x="514" y="992"/>
                  </a:lnTo>
                  <a:lnTo>
                    <a:pt x="527" y="1005"/>
                  </a:lnTo>
                  <a:lnTo>
                    <a:pt x="670" y="1149"/>
                  </a:lnTo>
                  <a:lnTo>
                    <a:pt x="682" y="1162"/>
                  </a:lnTo>
                  <a:lnTo>
                    <a:pt x="693" y="1177"/>
                  </a:lnTo>
                  <a:lnTo>
                    <a:pt x="702" y="1192"/>
                  </a:lnTo>
                  <a:lnTo>
                    <a:pt x="710" y="1208"/>
                  </a:lnTo>
                  <a:lnTo>
                    <a:pt x="717" y="1224"/>
                  </a:lnTo>
                  <a:lnTo>
                    <a:pt x="723" y="1242"/>
                  </a:lnTo>
                  <a:lnTo>
                    <a:pt x="728" y="1260"/>
                  </a:lnTo>
                  <a:lnTo>
                    <a:pt x="732" y="1278"/>
                  </a:lnTo>
                  <a:lnTo>
                    <a:pt x="734" y="1296"/>
                  </a:lnTo>
                  <a:lnTo>
                    <a:pt x="735" y="1315"/>
                  </a:lnTo>
                  <a:lnTo>
                    <a:pt x="734" y="1333"/>
                  </a:lnTo>
                  <a:lnTo>
                    <a:pt x="732" y="1351"/>
                  </a:lnTo>
                  <a:lnTo>
                    <a:pt x="728" y="1369"/>
                  </a:lnTo>
                  <a:lnTo>
                    <a:pt x="723" y="1387"/>
                  </a:lnTo>
                  <a:lnTo>
                    <a:pt x="717" y="1403"/>
                  </a:lnTo>
                  <a:lnTo>
                    <a:pt x="710" y="1419"/>
                  </a:lnTo>
                  <a:lnTo>
                    <a:pt x="594" y="1703"/>
                  </a:lnTo>
                  <a:lnTo>
                    <a:pt x="587" y="1719"/>
                  </a:lnTo>
                  <a:lnTo>
                    <a:pt x="579" y="1736"/>
                  </a:lnTo>
                  <a:lnTo>
                    <a:pt x="570" y="1751"/>
                  </a:lnTo>
                  <a:lnTo>
                    <a:pt x="560" y="1766"/>
                  </a:lnTo>
                  <a:lnTo>
                    <a:pt x="549" y="1780"/>
                  </a:lnTo>
                  <a:lnTo>
                    <a:pt x="536" y="1793"/>
                  </a:lnTo>
                  <a:lnTo>
                    <a:pt x="523" y="1806"/>
                  </a:lnTo>
                  <a:lnTo>
                    <a:pt x="508" y="1818"/>
                  </a:lnTo>
                  <a:lnTo>
                    <a:pt x="493" y="1828"/>
                  </a:lnTo>
                  <a:lnTo>
                    <a:pt x="477" y="1837"/>
                  </a:lnTo>
                  <a:lnTo>
                    <a:pt x="460" y="1845"/>
                  </a:lnTo>
                  <a:lnTo>
                    <a:pt x="443" y="1852"/>
                  </a:lnTo>
                  <a:lnTo>
                    <a:pt x="426" y="1857"/>
                  </a:lnTo>
                  <a:lnTo>
                    <a:pt x="409" y="1861"/>
                  </a:lnTo>
                  <a:lnTo>
                    <a:pt x="391" y="1864"/>
                  </a:lnTo>
                  <a:lnTo>
                    <a:pt x="373" y="1865"/>
                  </a:lnTo>
                  <a:lnTo>
                    <a:pt x="170" y="1864"/>
                  </a:lnTo>
                  <a:lnTo>
                    <a:pt x="152" y="1865"/>
                  </a:lnTo>
                  <a:lnTo>
                    <a:pt x="136" y="1868"/>
                  </a:lnTo>
                  <a:lnTo>
                    <a:pt x="120" y="1873"/>
                  </a:lnTo>
                  <a:lnTo>
                    <a:pt x="104" y="1879"/>
                  </a:lnTo>
                  <a:lnTo>
                    <a:pt x="89" y="1886"/>
                  </a:lnTo>
                  <a:lnTo>
                    <a:pt x="75" y="1894"/>
                  </a:lnTo>
                  <a:lnTo>
                    <a:pt x="62" y="1904"/>
                  </a:lnTo>
                  <a:lnTo>
                    <a:pt x="50" y="1915"/>
                  </a:lnTo>
                  <a:lnTo>
                    <a:pt x="39" y="1926"/>
                  </a:lnTo>
                  <a:lnTo>
                    <a:pt x="30" y="1939"/>
                  </a:lnTo>
                  <a:lnTo>
                    <a:pt x="20" y="1954"/>
                  </a:lnTo>
                  <a:lnTo>
                    <a:pt x="13" y="1969"/>
                  </a:lnTo>
                  <a:lnTo>
                    <a:pt x="8" y="1984"/>
                  </a:lnTo>
                  <a:lnTo>
                    <a:pt x="3" y="2000"/>
                  </a:lnTo>
                  <a:lnTo>
                    <a:pt x="1" y="2018"/>
                  </a:lnTo>
                  <a:lnTo>
                    <a:pt x="0" y="2035"/>
                  </a:lnTo>
                  <a:lnTo>
                    <a:pt x="0" y="2374"/>
                  </a:lnTo>
                  <a:lnTo>
                    <a:pt x="1" y="2391"/>
                  </a:lnTo>
                  <a:lnTo>
                    <a:pt x="3" y="2408"/>
                  </a:lnTo>
                  <a:lnTo>
                    <a:pt x="8" y="2424"/>
                  </a:lnTo>
                  <a:lnTo>
                    <a:pt x="13" y="2440"/>
                  </a:lnTo>
                  <a:lnTo>
                    <a:pt x="20" y="2454"/>
                  </a:lnTo>
                  <a:lnTo>
                    <a:pt x="30" y="2468"/>
                  </a:lnTo>
                  <a:lnTo>
                    <a:pt x="39" y="2481"/>
                  </a:lnTo>
                  <a:lnTo>
                    <a:pt x="50" y="2493"/>
                  </a:lnTo>
                  <a:lnTo>
                    <a:pt x="62" y="2504"/>
                  </a:lnTo>
                  <a:lnTo>
                    <a:pt x="75" y="2515"/>
                  </a:lnTo>
                  <a:lnTo>
                    <a:pt x="89" y="2523"/>
                  </a:lnTo>
                  <a:lnTo>
                    <a:pt x="104" y="2530"/>
                  </a:lnTo>
                  <a:lnTo>
                    <a:pt x="120" y="2536"/>
                  </a:lnTo>
                  <a:lnTo>
                    <a:pt x="136" y="2540"/>
                  </a:lnTo>
                  <a:lnTo>
                    <a:pt x="152" y="2542"/>
                  </a:lnTo>
                  <a:lnTo>
                    <a:pt x="170" y="2543"/>
                  </a:lnTo>
                  <a:lnTo>
                    <a:pt x="373" y="2543"/>
                  </a:lnTo>
                  <a:lnTo>
                    <a:pt x="391" y="2544"/>
                  </a:lnTo>
                  <a:lnTo>
                    <a:pt x="408" y="2547"/>
                  </a:lnTo>
                  <a:lnTo>
                    <a:pt x="426" y="2551"/>
                  </a:lnTo>
                  <a:lnTo>
                    <a:pt x="443" y="2556"/>
                  </a:lnTo>
                  <a:lnTo>
                    <a:pt x="460" y="2563"/>
                  </a:lnTo>
                  <a:lnTo>
                    <a:pt x="477" y="2571"/>
                  </a:lnTo>
                  <a:lnTo>
                    <a:pt x="492" y="2581"/>
                  </a:lnTo>
                  <a:lnTo>
                    <a:pt x="507" y="2591"/>
                  </a:lnTo>
                  <a:lnTo>
                    <a:pt x="523" y="2603"/>
                  </a:lnTo>
                  <a:lnTo>
                    <a:pt x="536" y="2615"/>
                  </a:lnTo>
                  <a:lnTo>
                    <a:pt x="549" y="2628"/>
                  </a:lnTo>
                  <a:lnTo>
                    <a:pt x="560" y="2642"/>
                  </a:lnTo>
                  <a:lnTo>
                    <a:pt x="570" y="2658"/>
                  </a:lnTo>
                  <a:lnTo>
                    <a:pt x="579" y="2673"/>
                  </a:lnTo>
                  <a:lnTo>
                    <a:pt x="586" y="2689"/>
                  </a:lnTo>
                  <a:lnTo>
                    <a:pt x="593" y="2705"/>
                  </a:lnTo>
                  <a:lnTo>
                    <a:pt x="710" y="2989"/>
                  </a:lnTo>
                  <a:lnTo>
                    <a:pt x="717" y="3006"/>
                  </a:lnTo>
                  <a:lnTo>
                    <a:pt x="723" y="3022"/>
                  </a:lnTo>
                  <a:lnTo>
                    <a:pt x="728" y="3039"/>
                  </a:lnTo>
                  <a:lnTo>
                    <a:pt x="732" y="3057"/>
                  </a:lnTo>
                  <a:lnTo>
                    <a:pt x="734" y="3075"/>
                  </a:lnTo>
                  <a:lnTo>
                    <a:pt x="735" y="3094"/>
                  </a:lnTo>
                  <a:lnTo>
                    <a:pt x="734" y="3112"/>
                  </a:lnTo>
                  <a:lnTo>
                    <a:pt x="732" y="3130"/>
                  </a:lnTo>
                  <a:lnTo>
                    <a:pt x="727" y="3149"/>
                  </a:lnTo>
                  <a:lnTo>
                    <a:pt x="723" y="3166"/>
                  </a:lnTo>
                  <a:lnTo>
                    <a:pt x="717" y="3184"/>
                  </a:lnTo>
                  <a:lnTo>
                    <a:pt x="710" y="3200"/>
                  </a:lnTo>
                  <a:lnTo>
                    <a:pt x="702" y="3217"/>
                  </a:lnTo>
                  <a:lnTo>
                    <a:pt x="693" y="3232"/>
                  </a:lnTo>
                  <a:lnTo>
                    <a:pt x="682" y="3246"/>
                  </a:lnTo>
                  <a:lnTo>
                    <a:pt x="670" y="3259"/>
                  </a:lnTo>
                  <a:lnTo>
                    <a:pt x="526" y="3403"/>
                  </a:lnTo>
                  <a:lnTo>
                    <a:pt x="514" y="3415"/>
                  </a:lnTo>
                  <a:lnTo>
                    <a:pt x="504" y="3430"/>
                  </a:lnTo>
                  <a:lnTo>
                    <a:pt x="496" y="3444"/>
                  </a:lnTo>
                  <a:lnTo>
                    <a:pt x="489" y="3459"/>
                  </a:lnTo>
                  <a:lnTo>
                    <a:pt x="483" y="3474"/>
                  </a:lnTo>
                  <a:lnTo>
                    <a:pt x="480" y="3490"/>
                  </a:lnTo>
                  <a:lnTo>
                    <a:pt x="477" y="3507"/>
                  </a:lnTo>
                  <a:lnTo>
                    <a:pt x="477" y="3523"/>
                  </a:lnTo>
                  <a:lnTo>
                    <a:pt x="477" y="3539"/>
                  </a:lnTo>
                  <a:lnTo>
                    <a:pt x="480" y="3555"/>
                  </a:lnTo>
                  <a:lnTo>
                    <a:pt x="483" y="3572"/>
                  </a:lnTo>
                  <a:lnTo>
                    <a:pt x="489" y="3587"/>
                  </a:lnTo>
                  <a:lnTo>
                    <a:pt x="496" y="3602"/>
                  </a:lnTo>
                  <a:lnTo>
                    <a:pt x="504" y="3616"/>
                  </a:lnTo>
                  <a:lnTo>
                    <a:pt x="514" y="3630"/>
                  </a:lnTo>
                  <a:lnTo>
                    <a:pt x="526" y="3643"/>
                  </a:lnTo>
                  <a:lnTo>
                    <a:pt x="766" y="3883"/>
                  </a:lnTo>
                  <a:lnTo>
                    <a:pt x="779" y="3894"/>
                  </a:lnTo>
                  <a:lnTo>
                    <a:pt x="792" y="3904"/>
                  </a:lnTo>
                  <a:lnTo>
                    <a:pt x="807" y="3913"/>
                  </a:lnTo>
                  <a:lnTo>
                    <a:pt x="822" y="3921"/>
                  </a:lnTo>
                  <a:lnTo>
                    <a:pt x="837" y="3926"/>
                  </a:lnTo>
                  <a:lnTo>
                    <a:pt x="853" y="3930"/>
                  </a:lnTo>
                  <a:lnTo>
                    <a:pt x="869" y="3932"/>
                  </a:lnTo>
                  <a:lnTo>
                    <a:pt x="886" y="3933"/>
                  </a:lnTo>
                  <a:lnTo>
                    <a:pt x="902" y="3932"/>
                  </a:lnTo>
                  <a:lnTo>
                    <a:pt x="918" y="3930"/>
                  </a:lnTo>
                  <a:lnTo>
                    <a:pt x="934" y="3926"/>
                  </a:lnTo>
                  <a:lnTo>
                    <a:pt x="950" y="3921"/>
                  </a:lnTo>
                  <a:lnTo>
                    <a:pt x="965" y="3913"/>
                  </a:lnTo>
                  <a:lnTo>
                    <a:pt x="979" y="3904"/>
                  </a:lnTo>
                  <a:lnTo>
                    <a:pt x="993" y="3894"/>
                  </a:lnTo>
                  <a:lnTo>
                    <a:pt x="1005" y="3883"/>
                  </a:lnTo>
                  <a:lnTo>
                    <a:pt x="1150" y="3739"/>
                  </a:lnTo>
                  <a:lnTo>
                    <a:pt x="1163" y="3727"/>
                  </a:lnTo>
                  <a:lnTo>
                    <a:pt x="1177" y="3717"/>
                  </a:lnTo>
                  <a:lnTo>
                    <a:pt x="1192" y="3706"/>
                  </a:lnTo>
                  <a:lnTo>
                    <a:pt x="1208" y="3698"/>
                  </a:lnTo>
                  <a:lnTo>
                    <a:pt x="1225" y="3691"/>
                  </a:lnTo>
                  <a:lnTo>
                    <a:pt x="1243" y="3685"/>
                  </a:lnTo>
                  <a:lnTo>
                    <a:pt x="1260" y="3681"/>
                  </a:lnTo>
                  <a:lnTo>
                    <a:pt x="1278" y="3678"/>
                  </a:lnTo>
                  <a:lnTo>
                    <a:pt x="1296" y="3675"/>
                  </a:lnTo>
                  <a:lnTo>
                    <a:pt x="1315" y="3675"/>
                  </a:lnTo>
                  <a:lnTo>
                    <a:pt x="1333" y="3675"/>
                  </a:lnTo>
                  <a:lnTo>
                    <a:pt x="1351" y="3677"/>
                  </a:lnTo>
                  <a:lnTo>
                    <a:pt x="1370" y="3681"/>
                  </a:lnTo>
                  <a:lnTo>
                    <a:pt x="1387" y="3685"/>
                  </a:lnTo>
                  <a:lnTo>
                    <a:pt x="1403" y="3691"/>
                  </a:lnTo>
                  <a:lnTo>
                    <a:pt x="1419" y="3699"/>
                  </a:lnTo>
                  <a:lnTo>
                    <a:pt x="1703" y="3816"/>
                  </a:lnTo>
                  <a:lnTo>
                    <a:pt x="1719" y="3822"/>
                  </a:lnTo>
                  <a:lnTo>
                    <a:pt x="1736" y="3829"/>
                  </a:lnTo>
                  <a:lnTo>
                    <a:pt x="1751" y="3838"/>
                  </a:lnTo>
                  <a:lnTo>
                    <a:pt x="1766" y="3848"/>
                  </a:lnTo>
                  <a:lnTo>
                    <a:pt x="1780" y="3861"/>
                  </a:lnTo>
                  <a:lnTo>
                    <a:pt x="1793" y="3873"/>
                  </a:lnTo>
                  <a:lnTo>
                    <a:pt x="1807" y="3887"/>
                  </a:lnTo>
                  <a:lnTo>
                    <a:pt x="1818" y="3901"/>
                  </a:lnTo>
                  <a:lnTo>
                    <a:pt x="1828" y="3916"/>
                  </a:lnTo>
                  <a:lnTo>
                    <a:pt x="1837" y="3933"/>
                  </a:lnTo>
                  <a:lnTo>
                    <a:pt x="1845" y="3949"/>
                  </a:lnTo>
                  <a:lnTo>
                    <a:pt x="1852" y="3966"/>
                  </a:lnTo>
                  <a:lnTo>
                    <a:pt x="1858" y="3983"/>
                  </a:lnTo>
                  <a:lnTo>
                    <a:pt x="1861" y="4001"/>
                  </a:lnTo>
                  <a:lnTo>
                    <a:pt x="1864" y="4019"/>
                  </a:lnTo>
                  <a:lnTo>
                    <a:pt x="1866" y="4036"/>
                  </a:lnTo>
                  <a:lnTo>
                    <a:pt x="1866" y="4239"/>
                  </a:lnTo>
                  <a:lnTo>
                    <a:pt x="1867" y="4256"/>
                  </a:lnTo>
                  <a:lnTo>
                    <a:pt x="1869" y="4272"/>
                  </a:lnTo>
                  <a:lnTo>
                    <a:pt x="1873" y="4289"/>
                  </a:lnTo>
                  <a:lnTo>
                    <a:pt x="1879" y="4305"/>
                  </a:lnTo>
                  <a:lnTo>
                    <a:pt x="1886" y="4319"/>
                  </a:lnTo>
                  <a:lnTo>
                    <a:pt x="1894" y="4333"/>
                  </a:lnTo>
                  <a:lnTo>
                    <a:pt x="1904" y="4347"/>
                  </a:lnTo>
                  <a:lnTo>
                    <a:pt x="1915" y="4359"/>
                  </a:lnTo>
                  <a:lnTo>
                    <a:pt x="1927" y="4370"/>
                  </a:lnTo>
                  <a:lnTo>
                    <a:pt x="1941" y="4379"/>
                  </a:lnTo>
                  <a:lnTo>
                    <a:pt x="1954" y="4388"/>
                  </a:lnTo>
                  <a:lnTo>
                    <a:pt x="1969" y="4395"/>
                  </a:lnTo>
                  <a:lnTo>
                    <a:pt x="1984" y="4400"/>
                  </a:lnTo>
                  <a:lnTo>
                    <a:pt x="2000" y="4405"/>
                  </a:lnTo>
                  <a:lnTo>
                    <a:pt x="2018" y="4407"/>
                  </a:lnTo>
                  <a:lnTo>
                    <a:pt x="2035" y="4408"/>
                  </a:lnTo>
                  <a:lnTo>
                    <a:pt x="2374" y="4408"/>
                  </a:lnTo>
                  <a:lnTo>
                    <a:pt x="2391" y="4407"/>
                  </a:lnTo>
                  <a:lnTo>
                    <a:pt x="2408" y="4405"/>
                  </a:lnTo>
                  <a:lnTo>
                    <a:pt x="2424" y="4400"/>
                  </a:lnTo>
                  <a:lnTo>
                    <a:pt x="2440" y="4395"/>
                  </a:lnTo>
                  <a:lnTo>
                    <a:pt x="2455" y="4388"/>
                  </a:lnTo>
                  <a:lnTo>
                    <a:pt x="2469" y="4379"/>
                  </a:lnTo>
                  <a:lnTo>
                    <a:pt x="2481" y="4370"/>
                  </a:lnTo>
                  <a:lnTo>
                    <a:pt x="2493" y="4359"/>
                  </a:lnTo>
                  <a:lnTo>
                    <a:pt x="2505" y="4347"/>
                  </a:lnTo>
                  <a:lnTo>
                    <a:pt x="2515" y="4333"/>
                  </a:lnTo>
                  <a:lnTo>
                    <a:pt x="2523" y="4319"/>
                  </a:lnTo>
                  <a:lnTo>
                    <a:pt x="2530" y="4305"/>
                  </a:lnTo>
                  <a:lnTo>
                    <a:pt x="2536" y="4289"/>
                  </a:lnTo>
                  <a:lnTo>
                    <a:pt x="2540" y="4272"/>
                  </a:lnTo>
                  <a:lnTo>
                    <a:pt x="2543" y="4256"/>
                  </a:lnTo>
                  <a:lnTo>
                    <a:pt x="2543" y="4239"/>
                  </a:lnTo>
                  <a:lnTo>
                    <a:pt x="2543" y="4036"/>
                  </a:lnTo>
                  <a:lnTo>
                    <a:pt x="2544" y="4019"/>
                  </a:lnTo>
                  <a:lnTo>
                    <a:pt x="2547" y="4001"/>
                  </a:lnTo>
                  <a:lnTo>
                    <a:pt x="2551" y="3983"/>
                  </a:lnTo>
                  <a:lnTo>
                    <a:pt x="2556" y="3966"/>
                  </a:lnTo>
                  <a:lnTo>
                    <a:pt x="2563" y="3949"/>
                  </a:lnTo>
                  <a:lnTo>
                    <a:pt x="2571" y="3933"/>
                  </a:lnTo>
                  <a:lnTo>
                    <a:pt x="2581" y="3916"/>
                  </a:lnTo>
                  <a:lnTo>
                    <a:pt x="2591" y="3901"/>
                  </a:lnTo>
                  <a:lnTo>
                    <a:pt x="2603" y="3887"/>
                  </a:lnTo>
                  <a:lnTo>
                    <a:pt x="2615" y="3873"/>
                  </a:lnTo>
                  <a:lnTo>
                    <a:pt x="2628" y="3861"/>
                  </a:lnTo>
                  <a:lnTo>
                    <a:pt x="2642" y="3848"/>
                  </a:lnTo>
                  <a:lnTo>
                    <a:pt x="2658" y="3838"/>
                  </a:lnTo>
                  <a:lnTo>
                    <a:pt x="2673" y="3829"/>
                  </a:lnTo>
                  <a:lnTo>
                    <a:pt x="2689" y="3822"/>
                  </a:lnTo>
                  <a:lnTo>
                    <a:pt x="2705" y="3816"/>
                  </a:lnTo>
                  <a:lnTo>
                    <a:pt x="2989" y="3699"/>
                  </a:lnTo>
                  <a:lnTo>
                    <a:pt x="3006" y="3691"/>
                  </a:lnTo>
                  <a:lnTo>
                    <a:pt x="3022" y="3685"/>
                  </a:lnTo>
                  <a:lnTo>
                    <a:pt x="3039" y="3681"/>
                  </a:lnTo>
                  <a:lnTo>
                    <a:pt x="3057" y="3677"/>
                  </a:lnTo>
                  <a:lnTo>
                    <a:pt x="3076" y="3675"/>
                  </a:lnTo>
                  <a:lnTo>
                    <a:pt x="3094" y="3675"/>
                  </a:lnTo>
                  <a:lnTo>
                    <a:pt x="3112" y="3675"/>
                  </a:lnTo>
                  <a:lnTo>
                    <a:pt x="3130" y="3678"/>
                  </a:lnTo>
                  <a:lnTo>
                    <a:pt x="3149" y="3681"/>
                  </a:lnTo>
                  <a:lnTo>
                    <a:pt x="3167" y="3685"/>
                  </a:lnTo>
                  <a:lnTo>
                    <a:pt x="3184" y="3691"/>
                  </a:lnTo>
                  <a:lnTo>
                    <a:pt x="3201" y="3698"/>
                  </a:lnTo>
                  <a:lnTo>
                    <a:pt x="3217" y="3706"/>
                  </a:lnTo>
                  <a:lnTo>
                    <a:pt x="3232" y="3717"/>
                  </a:lnTo>
                  <a:lnTo>
                    <a:pt x="3246" y="3727"/>
                  </a:lnTo>
                  <a:lnTo>
                    <a:pt x="3259" y="3739"/>
                  </a:lnTo>
                  <a:lnTo>
                    <a:pt x="3403" y="3883"/>
                  </a:lnTo>
                  <a:lnTo>
                    <a:pt x="3415" y="3894"/>
                  </a:lnTo>
                  <a:lnTo>
                    <a:pt x="3430" y="3904"/>
                  </a:lnTo>
                  <a:lnTo>
                    <a:pt x="3444" y="3913"/>
                  </a:lnTo>
                  <a:lnTo>
                    <a:pt x="3459" y="3921"/>
                  </a:lnTo>
                  <a:lnTo>
                    <a:pt x="3474" y="3926"/>
                  </a:lnTo>
                  <a:lnTo>
                    <a:pt x="3490" y="3930"/>
                  </a:lnTo>
                  <a:lnTo>
                    <a:pt x="3507" y="3932"/>
                  </a:lnTo>
                  <a:lnTo>
                    <a:pt x="3523" y="3933"/>
                  </a:lnTo>
                  <a:lnTo>
                    <a:pt x="3539" y="3932"/>
                  </a:lnTo>
                  <a:lnTo>
                    <a:pt x="3555" y="3930"/>
                  </a:lnTo>
                  <a:lnTo>
                    <a:pt x="3572" y="3926"/>
                  </a:lnTo>
                  <a:lnTo>
                    <a:pt x="3587" y="3921"/>
                  </a:lnTo>
                  <a:lnTo>
                    <a:pt x="3602" y="3913"/>
                  </a:lnTo>
                  <a:lnTo>
                    <a:pt x="3616" y="3904"/>
                  </a:lnTo>
                  <a:lnTo>
                    <a:pt x="3630" y="3894"/>
                  </a:lnTo>
                  <a:lnTo>
                    <a:pt x="3643" y="3883"/>
                  </a:lnTo>
                  <a:lnTo>
                    <a:pt x="3883" y="3643"/>
                  </a:lnTo>
                  <a:lnTo>
                    <a:pt x="3895" y="3630"/>
                  </a:lnTo>
                  <a:lnTo>
                    <a:pt x="3904" y="3616"/>
                  </a:lnTo>
                  <a:lnTo>
                    <a:pt x="3913" y="3602"/>
                  </a:lnTo>
                  <a:lnTo>
                    <a:pt x="3920" y="3587"/>
                  </a:lnTo>
                  <a:lnTo>
                    <a:pt x="3926" y="3572"/>
                  </a:lnTo>
                  <a:lnTo>
                    <a:pt x="3930" y="3555"/>
                  </a:lnTo>
                  <a:lnTo>
                    <a:pt x="3932" y="3539"/>
                  </a:lnTo>
                  <a:lnTo>
                    <a:pt x="3933" y="3523"/>
                  </a:lnTo>
                  <a:lnTo>
                    <a:pt x="3932" y="3507"/>
                  </a:lnTo>
                  <a:lnTo>
                    <a:pt x="3930" y="3490"/>
                  </a:lnTo>
                  <a:lnTo>
                    <a:pt x="3926" y="3474"/>
                  </a:lnTo>
                  <a:lnTo>
                    <a:pt x="3920" y="3459"/>
                  </a:lnTo>
                  <a:lnTo>
                    <a:pt x="3913" y="3444"/>
                  </a:lnTo>
                  <a:lnTo>
                    <a:pt x="3904" y="3430"/>
                  </a:lnTo>
                  <a:lnTo>
                    <a:pt x="3895" y="3415"/>
                  </a:lnTo>
                  <a:lnTo>
                    <a:pt x="3883" y="3403"/>
                  </a:lnTo>
                  <a:lnTo>
                    <a:pt x="3739" y="3259"/>
                  </a:lnTo>
                  <a:lnTo>
                    <a:pt x="3727" y="3246"/>
                  </a:lnTo>
                  <a:lnTo>
                    <a:pt x="3717" y="3232"/>
                  </a:lnTo>
                  <a:lnTo>
                    <a:pt x="3706" y="3217"/>
                  </a:lnTo>
                  <a:lnTo>
                    <a:pt x="3698" y="3200"/>
                  </a:lnTo>
                  <a:lnTo>
                    <a:pt x="3691" y="3184"/>
                  </a:lnTo>
                  <a:lnTo>
                    <a:pt x="3685" y="3166"/>
                  </a:lnTo>
                  <a:lnTo>
                    <a:pt x="3681" y="3149"/>
                  </a:lnTo>
                  <a:lnTo>
                    <a:pt x="3678" y="3130"/>
                  </a:lnTo>
                  <a:lnTo>
                    <a:pt x="3675" y="3112"/>
                  </a:lnTo>
                  <a:lnTo>
                    <a:pt x="3675" y="3094"/>
                  </a:lnTo>
                  <a:lnTo>
                    <a:pt x="3675" y="3075"/>
                  </a:lnTo>
                  <a:lnTo>
                    <a:pt x="3677" y="3057"/>
                  </a:lnTo>
                  <a:lnTo>
                    <a:pt x="3680" y="3039"/>
                  </a:lnTo>
                  <a:lnTo>
                    <a:pt x="3685" y="3022"/>
                  </a:lnTo>
                  <a:lnTo>
                    <a:pt x="3691" y="3006"/>
                  </a:lnTo>
                  <a:lnTo>
                    <a:pt x="3699" y="2989"/>
                  </a:lnTo>
                  <a:lnTo>
                    <a:pt x="3816" y="2705"/>
                  </a:lnTo>
                  <a:lnTo>
                    <a:pt x="3822" y="2689"/>
                  </a:lnTo>
                  <a:lnTo>
                    <a:pt x="3829" y="2673"/>
                  </a:lnTo>
                  <a:lnTo>
                    <a:pt x="3838" y="2658"/>
                  </a:lnTo>
                  <a:lnTo>
                    <a:pt x="3848" y="2642"/>
                  </a:lnTo>
                  <a:lnTo>
                    <a:pt x="3861" y="2628"/>
                  </a:lnTo>
                  <a:lnTo>
                    <a:pt x="3873" y="2615"/>
                  </a:lnTo>
                  <a:lnTo>
                    <a:pt x="3887" y="2603"/>
                  </a:lnTo>
                  <a:lnTo>
                    <a:pt x="3901" y="2591"/>
                  </a:lnTo>
                  <a:lnTo>
                    <a:pt x="3916" y="2581"/>
                  </a:lnTo>
                  <a:lnTo>
                    <a:pt x="3933" y="2571"/>
                  </a:lnTo>
                  <a:lnTo>
                    <a:pt x="3949" y="2563"/>
                  </a:lnTo>
                  <a:lnTo>
                    <a:pt x="3966" y="2556"/>
                  </a:lnTo>
                  <a:lnTo>
                    <a:pt x="3983" y="2551"/>
                  </a:lnTo>
                  <a:lnTo>
                    <a:pt x="4001" y="2547"/>
                  </a:lnTo>
                  <a:lnTo>
                    <a:pt x="4018" y="2544"/>
                  </a:lnTo>
                  <a:lnTo>
                    <a:pt x="4036" y="2543"/>
                  </a:lnTo>
                  <a:lnTo>
                    <a:pt x="4239" y="2543"/>
                  </a:lnTo>
                  <a:lnTo>
                    <a:pt x="4256" y="2543"/>
                  </a:lnTo>
                  <a:lnTo>
                    <a:pt x="4273" y="2540"/>
                  </a:lnTo>
                  <a:lnTo>
                    <a:pt x="4290" y="2536"/>
                  </a:lnTo>
                  <a:lnTo>
                    <a:pt x="4305" y="2530"/>
                  </a:lnTo>
                  <a:lnTo>
                    <a:pt x="4320" y="2523"/>
                  </a:lnTo>
                  <a:lnTo>
                    <a:pt x="4333" y="2515"/>
                  </a:lnTo>
                  <a:lnTo>
                    <a:pt x="4346" y="2504"/>
                  </a:lnTo>
                  <a:lnTo>
                    <a:pt x="4359" y="2493"/>
                  </a:lnTo>
                  <a:lnTo>
                    <a:pt x="4370" y="2481"/>
                  </a:lnTo>
                  <a:lnTo>
                    <a:pt x="4380" y="2469"/>
                  </a:lnTo>
                  <a:lnTo>
                    <a:pt x="4388" y="2455"/>
                  </a:lnTo>
                  <a:lnTo>
                    <a:pt x="4395" y="2440"/>
                  </a:lnTo>
                  <a:lnTo>
                    <a:pt x="4401" y="2424"/>
                  </a:lnTo>
                  <a:lnTo>
                    <a:pt x="4405" y="2408"/>
                  </a:lnTo>
                  <a:lnTo>
                    <a:pt x="4407" y="2391"/>
                  </a:lnTo>
                  <a:lnTo>
                    <a:pt x="4408" y="2374"/>
                  </a:lnTo>
                  <a:lnTo>
                    <a:pt x="4408" y="2035"/>
                  </a:lnTo>
                  <a:lnTo>
                    <a:pt x="4407" y="2018"/>
                  </a:lnTo>
                  <a:lnTo>
                    <a:pt x="4405" y="2000"/>
                  </a:lnTo>
                  <a:lnTo>
                    <a:pt x="4401" y="1984"/>
                  </a:lnTo>
                  <a:lnTo>
                    <a:pt x="4395" y="1969"/>
                  </a:lnTo>
                  <a:lnTo>
                    <a:pt x="4388" y="1954"/>
                  </a:lnTo>
                  <a:lnTo>
                    <a:pt x="4380" y="1939"/>
                  </a:lnTo>
                  <a:lnTo>
                    <a:pt x="4370" y="1926"/>
                  </a:lnTo>
                  <a:lnTo>
                    <a:pt x="4359" y="1915"/>
                  </a:lnTo>
                  <a:lnTo>
                    <a:pt x="4346" y="1904"/>
                  </a:lnTo>
                  <a:lnTo>
                    <a:pt x="4333" y="1894"/>
                  </a:lnTo>
                  <a:lnTo>
                    <a:pt x="4320" y="1886"/>
                  </a:lnTo>
                  <a:lnTo>
                    <a:pt x="4305" y="1879"/>
                  </a:lnTo>
                  <a:lnTo>
                    <a:pt x="4290" y="1873"/>
                  </a:lnTo>
                  <a:lnTo>
                    <a:pt x="4273" y="1868"/>
                  </a:lnTo>
                  <a:lnTo>
                    <a:pt x="4256" y="1865"/>
                  </a:lnTo>
                  <a:lnTo>
                    <a:pt x="4239" y="1864"/>
                  </a:lnTo>
                  <a:close/>
                  <a:moveTo>
                    <a:pt x="3052" y="2204"/>
                  </a:moveTo>
                  <a:lnTo>
                    <a:pt x="3052" y="2204"/>
                  </a:lnTo>
                  <a:lnTo>
                    <a:pt x="3051" y="2248"/>
                  </a:lnTo>
                  <a:lnTo>
                    <a:pt x="3048" y="2290"/>
                  </a:lnTo>
                  <a:lnTo>
                    <a:pt x="3043" y="2333"/>
                  </a:lnTo>
                  <a:lnTo>
                    <a:pt x="3035" y="2375"/>
                  </a:lnTo>
                  <a:lnTo>
                    <a:pt x="3026" y="2415"/>
                  </a:lnTo>
                  <a:lnTo>
                    <a:pt x="3015" y="2456"/>
                  </a:lnTo>
                  <a:lnTo>
                    <a:pt x="3002" y="2495"/>
                  </a:lnTo>
                  <a:lnTo>
                    <a:pt x="2986" y="2534"/>
                  </a:lnTo>
                  <a:lnTo>
                    <a:pt x="2969" y="2571"/>
                  </a:lnTo>
                  <a:lnTo>
                    <a:pt x="2950" y="2608"/>
                  </a:lnTo>
                  <a:lnTo>
                    <a:pt x="2929" y="2643"/>
                  </a:lnTo>
                  <a:lnTo>
                    <a:pt x="2908" y="2678"/>
                  </a:lnTo>
                  <a:lnTo>
                    <a:pt x="2884" y="2711"/>
                  </a:lnTo>
                  <a:lnTo>
                    <a:pt x="2858" y="2743"/>
                  </a:lnTo>
                  <a:lnTo>
                    <a:pt x="2832" y="2774"/>
                  </a:lnTo>
                  <a:lnTo>
                    <a:pt x="2805" y="2804"/>
                  </a:lnTo>
                  <a:lnTo>
                    <a:pt x="2775" y="2831"/>
                  </a:lnTo>
                  <a:lnTo>
                    <a:pt x="2744" y="2858"/>
                  </a:lnTo>
                  <a:lnTo>
                    <a:pt x="2712" y="2883"/>
                  </a:lnTo>
                  <a:lnTo>
                    <a:pt x="2679" y="2907"/>
                  </a:lnTo>
                  <a:lnTo>
                    <a:pt x="2644" y="2928"/>
                  </a:lnTo>
                  <a:lnTo>
                    <a:pt x="2609" y="2949"/>
                  </a:lnTo>
                  <a:lnTo>
                    <a:pt x="2572" y="2968"/>
                  </a:lnTo>
                  <a:lnTo>
                    <a:pt x="2535" y="2985"/>
                  </a:lnTo>
                  <a:lnTo>
                    <a:pt x="2496" y="3000"/>
                  </a:lnTo>
                  <a:lnTo>
                    <a:pt x="2457" y="3014"/>
                  </a:lnTo>
                  <a:lnTo>
                    <a:pt x="2416" y="3025"/>
                  </a:lnTo>
                  <a:lnTo>
                    <a:pt x="2376" y="3034"/>
                  </a:lnTo>
                  <a:lnTo>
                    <a:pt x="2334" y="3042"/>
                  </a:lnTo>
                  <a:lnTo>
                    <a:pt x="2292" y="3047"/>
                  </a:lnTo>
                  <a:lnTo>
                    <a:pt x="2249" y="3050"/>
                  </a:lnTo>
                  <a:lnTo>
                    <a:pt x="2205" y="3051"/>
                  </a:lnTo>
                  <a:lnTo>
                    <a:pt x="2162" y="3050"/>
                  </a:lnTo>
                  <a:lnTo>
                    <a:pt x="2118" y="3047"/>
                  </a:lnTo>
                  <a:lnTo>
                    <a:pt x="2075" y="3042"/>
                  </a:lnTo>
                  <a:lnTo>
                    <a:pt x="2034" y="3034"/>
                  </a:lnTo>
                  <a:lnTo>
                    <a:pt x="1993" y="3025"/>
                  </a:lnTo>
                  <a:lnTo>
                    <a:pt x="1953" y="3014"/>
                  </a:lnTo>
                  <a:lnTo>
                    <a:pt x="1913" y="3000"/>
                  </a:lnTo>
                  <a:lnTo>
                    <a:pt x="1875" y="2985"/>
                  </a:lnTo>
                  <a:lnTo>
                    <a:pt x="1837" y="2968"/>
                  </a:lnTo>
                  <a:lnTo>
                    <a:pt x="1801" y="2949"/>
                  </a:lnTo>
                  <a:lnTo>
                    <a:pt x="1765" y="2928"/>
                  </a:lnTo>
                  <a:lnTo>
                    <a:pt x="1731" y="2907"/>
                  </a:lnTo>
                  <a:lnTo>
                    <a:pt x="1697" y="2883"/>
                  </a:lnTo>
                  <a:lnTo>
                    <a:pt x="1666" y="2858"/>
                  </a:lnTo>
                  <a:lnTo>
                    <a:pt x="1635" y="2831"/>
                  </a:lnTo>
                  <a:lnTo>
                    <a:pt x="1605" y="2804"/>
                  </a:lnTo>
                  <a:lnTo>
                    <a:pt x="1577" y="2774"/>
                  </a:lnTo>
                  <a:lnTo>
                    <a:pt x="1551" y="2743"/>
                  </a:lnTo>
                  <a:lnTo>
                    <a:pt x="1526" y="2711"/>
                  </a:lnTo>
                  <a:lnTo>
                    <a:pt x="1501" y="2678"/>
                  </a:lnTo>
                  <a:lnTo>
                    <a:pt x="1480" y="2643"/>
                  </a:lnTo>
                  <a:lnTo>
                    <a:pt x="1460" y="2608"/>
                  </a:lnTo>
                  <a:lnTo>
                    <a:pt x="1441" y="2571"/>
                  </a:lnTo>
                  <a:lnTo>
                    <a:pt x="1423" y="2534"/>
                  </a:lnTo>
                  <a:lnTo>
                    <a:pt x="1408" y="2495"/>
                  </a:lnTo>
                  <a:lnTo>
                    <a:pt x="1395" y="2456"/>
                  </a:lnTo>
                  <a:lnTo>
                    <a:pt x="1384" y="2415"/>
                  </a:lnTo>
                  <a:lnTo>
                    <a:pt x="1375" y="2375"/>
                  </a:lnTo>
                  <a:lnTo>
                    <a:pt x="1366" y="2333"/>
                  </a:lnTo>
                  <a:lnTo>
                    <a:pt x="1361" y="2290"/>
                  </a:lnTo>
                  <a:lnTo>
                    <a:pt x="1358" y="2248"/>
                  </a:lnTo>
                  <a:lnTo>
                    <a:pt x="1357" y="2204"/>
                  </a:lnTo>
                  <a:lnTo>
                    <a:pt x="1358" y="2161"/>
                  </a:lnTo>
                  <a:lnTo>
                    <a:pt x="1361" y="2117"/>
                  </a:lnTo>
                  <a:lnTo>
                    <a:pt x="1366" y="2074"/>
                  </a:lnTo>
                  <a:lnTo>
                    <a:pt x="1375" y="2033"/>
                  </a:lnTo>
                  <a:lnTo>
                    <a:pt x="1384" y="1992"/>
                  </a:lnTo>
                  <a:lnTo>
                    <a:pt x="1395" y="1952"/>
                  </a:lnTo>
                  <a:lnTo>
                    <a:pt x="1408" y="1912"/>
                  </a:lnTo>
                  <a:lnTo>
                    <a:pt x="1423" y="1874"/>
                  </a:lnTo>
                  <a:lnTo>
                    <a:pt x="1441" y="1836"/>
                  </a:lnTo>
                  <a:lnTo>
                    <a:pt x="1460" y="1799"/>
                  </a:lnTo>
                  <a:lnTo>
                    <a:pt x="1480" y="1764"/>
                  </a:lnTo>
                  <a:lnTo>
                    <a:pt x="1501" y="1729"/>
                  </a:lnTo>
                  <a:lnTo>
                    <a:pt x="1526" y="1697"/>
                  </a:lnTo>
                  <a:lnTo>
                    <a:pt x="1551" y="1665"/>
                  </a:lnTo>
                  <a:lnTo>
                    <a:pt x="1577" y="1634"/>
                  </a:lnTo>
                  <a:lnTo>
                    <a:pt x="1605" y="1605"/>
                  </a:lnTo>
                  <a:lnTo>
                    <a:pt x="1635" y="1576"/>
                  </a:lnTo>
                  <a:lnTo>
                    <a:pt x="1666" y="1550"/>
                  </a:lnTo>
                  <a:lnTo>
                    <a:pt x="1697" y="1525"/>
                  </a:lnTo>
                  <a:lnTo>
                    <a:pt x="1731" y="1501"/>
                  </a:lnTo>
                  <a:lnTo>
                    <a:pt x="1765" y="1479"/>
                  </a:lnTo>
                  <a:lnTo>
                    <a:pt x="1801" y="1459"/>
                  </a:lnTo>
                  <a:lnTo>
                    <a:pt x="1837" y="1439"/>
                  </a:lnTo>
                  <a:lnTo>
                    <a:pt x="1875" y="1423"/>
                  </a:lnTo>
                  <a:lnTo>
                    <a:pt x="1913" y="1408"/>
                  </a:lnTo>
                  <a:lnTo>
                    <a:pt x="1953" y="1394"/>
                  </a:lnTo>
                  <a:lnTo>
                    <a:pt x="1993" y="1383"/>
                  </a:lnTo>
                  <a:lnTo>
                    <a:pt x="2034" y="1373"/>
                  </a:lnTo>
                  <a:lnTo>
                    <a:pt x="2075" y="1365"/>
                  </a:lnTo>
                  <a:lnTo>
                    <a:pt x="2118" y="1360"/>
                  </a:lnTo>
                  <a:lnTo>
                    <a:pt x="2162" y="1357"/>
                  </a:lnTo>
                  <a:lnTo>
                    <a:pt x="2205" y="1356"/>
                  </a:lnTo>
                  <a:lnTo>
                    <a:pt x="2249" y="1357"/>
                  </a:lnTo>
                  <a:lnTo>
                    <a:pt x="2292" y="1360"/>
                  </a:lnTo>
                  <a:lnTo>
                    <a:pt x="2334" y="1365"/>
                  </a:lnTo>
                  <a:lnTo>
                    <a:pt x="2376" y="1373"/>
                  </a:lnTo>
                  <a:lnTo>
                    <a:pt x="2416" y="1383"/>
                  </a:lnTo>
                  <a:lnTo>
                    <a:pt x="2457" y="1394"/>
                  </a:lnTo>
                  <a:lnTo>
                    <a:pt x="2496" y="1408"/>
                  </a:lnTo>
                  <a:lnTo>
                    <a:pt x="2535" y="1423"/>
                  </a:lnTo>
                  <a:lnTo>
                    <a:pt x="2572" y="1439"/>
                  </a:lnTo>
                  <a:lnTo>
                    <a:pt x="2609" y="1459"/>
                  </a:lnTo>
                  <a:lnTo>
                    <a:pt x="2644" y="1479"/>
                  </a:lnTo>
                  <a:lnTo>
                    <a:pt x="2679" y="1501"/>
                  </a:lnTo>
                  <a:lnTo>
                    <a:pt x="2712" y="1525"/>
                  </a:lnTo>
                  <a:lnTo>
                    <a:pt x="2744" y="1550"/>
                  </a:lnTo>
                  <a:lnTo>
                    <a:pt x="2775" y="1576"/>
                  </a:lnTo>
                  <a:lnTo>
                    <a:pt x="2805" y="1605"/>
                  </a:lnTo>
                  <a:lnTo>
                    <a:pt x="2832" y="1634"/>
                  </a:lnTo>
                  <a:lnTo>
                    <a:pt x="2858" y="1665"/>
                  </a:lnTo>
                  <a:lnTo>
                    <a:pt x="2884" y="1697"/>
                  </a:lnTo>
                  <a:lnTo>
                    <a:pt x="2908" y="1729"/>
                  </a:lnTo>
                  <a:lnTo>
                    <a:pt x="2929" y="1764"/>
                  </a:lnTo>
                  <a:lnTo>
                    <a:pt x="2950" y="1799"/>
                  </a:lnTo>
                  <a:lnTo>
                    <a:pt x="2969" y="1836"/>
                  </a:lnTo>
                  <a:lnTo>
                    <a:pt x="2986" y="1874"/>
                  </a:lnTo>
                  <a:lnTo>
                    <a:pt x="3002" y="1912"/>
                  </a:lnTo>
                  <a:lnTo>
                    <a:pt x="3015" y="1952"/>
                  </a:lnTo>
                  <a:lnTo>
                    <a:pt x="3026" y="1992"/>
                  </a:lnTo>
                  <a:lnTo>
                    <a:pt x="3035" y="2033"/>
                  </a:lnTo>
                  <a:lnTo>
                    <a:pt x="3043" y="2074"/>
                  </a:lnTo>
                  <a:lnTo>
                    <a:pt x="3048" y="2117"/>
                  </a:lnTo>
                  <a:lnTo>
                    <a:pt x="3051" y="2161"/>
                  </a:lnTo>
                  <a:lnTo>
                    <a:pt x="3052" y="2204"/>
                  </a:lnTo>
                  <a:close/>
                </a:path>
              </a:pathLst>
            </a:custGeom>
            <a:solidFill>
              <a:srgbClr val="68B7E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8" name="椭圆 127"/>
            <p:cNvSpPr/>
            <p:nvPr/>
          </p:nvSpPr>
          <p:spPr>
            <a:xfrm>
              <a:off x="2274901" y="1131048"/>
              <a:ext cx="621536" cy="621506"/>
            </a:xfrm>
            <a:prstGeom prst="ellipse">
              <a:avLst/>
            </a:prstGeom>
            <a:solidFill>
              <a:srgbClr val="68B7E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129" name="文本框 20"/>
          <p:cNvSpPr txBox="1"/>
          <p:nvPr/>
        </p:nvSpPr>
        <p:spPr>
          <a:xfrm flipH="1">
            <a:off x="2629426" y="1198396"/>
            <a:ext cx="666919" cy="706217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4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B</a:t>
            </a:r>
          </a:p>
        </p:txBody>
      </p:sp>
      <p:sp>
        <p:nvSpPr>
          <p:cNvPr id="139" name="文本框 20"/>
          <p:cNvSpPr txBox="1"/>
          <p:nvPr/>
        </p:nvSpPr>
        <p:spPr>
          <a:xfrm flipH="1">
            <a:off x="6905715" y="1283629"/>
            <a:ext cx="658495" cy="9213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en-US" altLang="zh-CN" sz="5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A</a:t>
            </a:r>
            <a:r>
              <a:rPr lang="zh-CN" altLang="en-US" sz="5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140" name="文本框 139"/>
          <p:cNvSpPr txBox="1"/>
          <p:nvPr/>
        </p:nvSpPr>
        <p:spPr>
          <a:xfrm flipH="1">
            <a:off x="7510637" y="1460159"/>
            <a:ext cx="3749675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41" name="文本框 20"/>
          <p:cNvSpPr txBox="1"/>
          <p:nvPr/>
        </p:nvSpPr>
        <p:spPr>
          <a:xfrm flipH="1">
            <a:off x="6905715" y="2598079"/>
            <a:ext cx="886460" cy="9213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en-US" altLang="zh-CN" sz="5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B</a:t>
            </a:r>
            <a:r>
              <a:rPr lang="zh-CN" altLang="en-US" sz="5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142" name="文本框 141"/>
          <p:cNvSpPr txBox="1"/>
          <p:nvPr/>
        </p:nvSpPr>
        <p:spPr>
          <a:xfrm flipH="1">
            <a:off x="7510637" y="2774609"/>
            <a:ext cx="3749675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43" name="文本框 20"/>
          <p:cNvSpPr txBox="1"/>
          <p:nvPr/>
        </p:nvSpPr>
        <p:spPr>
          <a:xfrm flipH="1">
            <a:off x="6905715" y="3912529"/>
            <a:ext cx="886460" cy="9213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en-US" altLang="zh-CN" sz="5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C</a:t>
            </a:r>
            <a:r>
              <a:rPr lang="zh-CN" altLang="en-US" sz="5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144" name="文本框 143"/>
          <p:cNvSpPr txBox="1"/>
          <p:nvPr/>
        </p:nvSpPr>
        <p:spPr>
          <a:xfrm flipH="1">
            <a:off x="7510637" y="4089059"/>
            <a:ext cx="3749675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45" name="文本框 20"/>
          <p:cNvSpPr txBox="1"/>
          <p:nvPr/>
        </p:nvSpPr>
        <p:spPr>
          <a:xfrm flipH="1">
            <a:off x="6905715" y="5226979"/>
            <a:ext cx="886460" cy="9213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en-US" altLang="zh-CN" sz="5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D</a:t>
            </a:r>
            <a:r>
              <a:rPr lang="zh-CN" altLang="en-US" sz="5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146" name="文本框 145"/>
          <p:cNvSpPr txBox="1"/>
          <p:nvPr/>
        </p:nvSpPr>
        <p:spPr>
          <a:xfrm flipH="1">
            <a:off x="7510637" y="5403509"/>
            <a:ext cx="3749675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47" name="椭圆 146"/>
          <p:cNvSpPr/>
          <p:nvPr/>
        </p:nvSpPr>
        <p:spPr>
          <a:xfrm>
            <a:off x="5892255" y="1346494"/>
            <a:ext cx="845820" cy="845820"/>
          </a:xfrm>
          <a:prstGeom prst="ellipse">
            <a:avLst/>
          </a:prstGeom>
          <a:solidFill>
            <a:srgbClr val="2B303C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148" name="椭圆 147"/>
          <p:cNvSpPr/>
          <p:nvPr/>
        </p:nvSpPr>
        <p:spPr>
          <a:xfrm>
            <a:off x="5892255" y="2660944"/>
            <a:ext cx="845820" cy="845820"/>
          </a:xfrm>
          <a:prstGeom prst="ellipse">
            <a:avLst/>
          </a:prstGeom>
          <a:solidFill>
            <a:srgbClr val="68B7E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149" name="椭圆 148"/>
          <p:cNvSpPr/>
          <p:nvPr/>
        </p:nvSpPr>
        <p:spPr>
          <a:xfrm>
            <a:off x="5892255" y="3975394"/>
            <a:ext cx="845820" cy="845820"/>
          </a:xfrm>
          <a:prstGeom prst="ellipse">
            <a:avLst/>
          </a:prstGeom>
          <a:solidFill>
            <a:srgbClr val="FAC2AE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150" name="椭圆 149"/>
          <p:cNvSpPr/>
          <p:nvPr/>
        </p:nvSpPr>
        <p:spPr>
          <a:xfrm>
            <a:off x="5892255" y="5289844"/>
            <a:ext cx="845820" cy="845820"/>
          </a:xfrm>
          <a:prstGeom prst="ellipse">
            <a:avLst/>
          </a:prstGeom>
          <a:solidFill>
            <a:srgbClr val="FEE07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155" name="money-stacks-of-coins_31028"/>
          <p:cNvSpPr>
            <a:spLocks noChangeAspect="1"/>
          </p:cNvSpPr>
          <p:nvPr/>
        </p:nvSpPr>
        <p:spPr bwMode="auto">
          <a:xfrm>
            <a:off x="6099892" y="2753928"/>
            <a:ext cx="456736" cy="609685"/>
          </a:xfrm>
          <a:custGeom>
            <a:avLst/>
            <a:gdLst>
              <a:gd name="T0" fmla="*/ 3710 w 7669"/>
              <a:gd name="T1" fmla="*/ 2035 h 10239"/>
              <a:gd name="T2" fmla="*/ 3960 w 7669"/>
              <a:gd name="T3" fmla="*/ 2035 h 10239"/>
              <a:gd name="T4" fmla="*/ 4338 w 7669"/>
              <a:gd name="T5" fmla="*/ 2854 h 10239"/>
              <a:gd name="T6" fmla="*/ 4759 w 7669"/>
              <a:gd name="T7" fmla="*/ 3160 h 10239"/>
              <a:gd name="T8" fmla="*/ 5655 w 7669"/>
              <a:gd name="T9" fmla="*/ 3266 h 10239"/>
              <a:gd name="T10" fmla="*/ 5732 w 7669"/>
              <a:gd name="T11" fmla="*/ 3504 h 10239"/>
              <a:gd name="T12" fmla="*/ 5069 w 7669"/>
              <a:gd name="T13" fmla="*/ 4116 h 10239"/>
              <a:gd name="T14" fmla="*/ 4908 w 7669"/>
              <a:gd name="T15" fmla="*/ 4611 h 10239"/>
              <a:gd name="T16" fmla="*/ 5084 w 7669"/>
              <a:gd name="T17" fmla="*/ 5496 h 10239"/>
              <a:gd name="T18" fmla="*/ 4882 w 7669"/>
              <a:gd name="T19" fmla="*/ 5643 h 10239"/>
              <a:gd name="T20" fmla="*/ 4095 w 7669"/>
              <a:gd name="T21" fmla="*/ 5202 h 10239"/>
              <a:gd name="T22" fmla="*/ 3575 w 7669"/>
              <a:gd name="T23" fmla="*/ 5202 h 10239"/>
              <a:gd name="T24" fmla="*/ 2788 w 7669"/>
              <a:gd name="T25" fmla="*/ 5643 h 10239"/>
              <a:gd name="T26" fmla="*/ 2586 w 7669"/>
              <a:gd name="T27" fmla="*/ 5496 h 10239"/>
              <a:gd name="T28" fmla="*/ 2761 w 7669"/>
              <a:gd name="T29" fmla="*/ 4611 h 10239"/>
              <a:gd name="T30" fmla="*/ 2600 w 7669"/>
              <a:gd name="T31" fmla="*/ 4116 h 10239"/>
              <a:gd name="T32" fmla="*/ 1938 w 7669"/>
              <a:gd name="T33" fmla="*/ 3504 h 10239"/>
              <a:gd name="T34" fmla="*/ 2015 w 7669"/>
              <a:gd name="T35" fmla="*/ 3266 h 10239"/>
              <a:gd name="T36" fmla="*/ 2912 w 7669"/>
              <a:gd name="T37" fmla="*/ 3160 h 10239"/>
              <a:gd name="T38" fmla="*/ 3333 w 7669"/>
              <a:gd name="T39" fmla="*/ 2854 h 10239"/>
              <a:gd name="T40" fmla="*/ 3710 w 7669"/>
              <a:gd name="T41" fmla="*/ 2035 h 10239"/>
              <a:gd name="T42" fmla="*/ 6117 w 7669"/>
              <a:gd name="T43" fmla="*/ 6857 h 10239"/>
              <a:gd name="T44" fmla="*/ 7643 w 7669"/>
              <a:gd name="T45" fmla="*/ 3812 h 10239"/>
              <a:gd name="T46" fmla="*/ 3831 w 7669"/>
              <a:gd name="T47" fmla="*/ 0 h 10239"/>
              <a:gd name="T48" fmla="*/ 18 w 7669"/>
              <a:gd name="T49" fmla="*/ 3812 h 10239"/>
              <a:gd name="T50" fmla="*/ 1550 w 7669"/>
              <a:gd name="T51" fmla="*/ 6861 h 10239"/>
              <a:gd name="T52" fmla="*/ 0 w 7669"/>
              <a:gd name="T53" fmla="*/ 8848 h 10239"/>
              <a:gd name="T54" fmla="*/ 1587 w 7669"/>
              <a:gd name="T55" fmla="*/ 8652 h 10239"/>
              <a:gd name="T56" fmla="*/ 1784 w 7669"/>
              <a:gd name="T57" fmla="*/ 10239 h 10239"/>
              <a:gd name="T58" fmla="*/ 3823 w 7669"/>
              <a:gd name="T59" fmla="*/ 7624 h 10239"/>
              <a:gd name="T60" fmla="*/ 3831 w 7669"/>
              <a:gd name="T61" fmla="*/ 7624 h 10239"/>
              <a:gd name="T62" fmla="*/ 3845 w 7669"/>
              <a:gd name="T63" fmla="*/ 7623 h 10239"/>
              <a:gd name="T64" fmla="*/ 5886 w 7669"/>
              <a:gd name="T65" fmla="*/ 10239 h 10239"/>
              <a:gd name="T66" fmla="*/ 6082 w 7669"/>
              <a:gd name="T67" fmla="*/ 8652 h 10239"/>
              <a:gd name="T68" fmla="*/ 7669 w 7669"/>
              <a:gd name="T69" fmla="*/ 8848 h 10239"/>
              <a:gd name="T70" fmla="*/ 6117 w 7669"/>
              <a:gd name="T71" fmla="*/ 6857 h 10239"/>
              <a:gd name="T72" fmla="*/ 1111 w 7669"/>
              <a:gd name="T73" fmla="*/ 3812 h 10239"/>
              <a:gd name="T74" fmla="*/ 3831 w 7669"/>
              <a:gd name="T75" fmla="*/ 1093 h 10239"/>
              <a:gd name="T76" fmla="*/ 6549 w 7669"/>
              <a:gd name="T77" fmla="*/ 3812 h 10239"/>
              <a:gd name="T78" fmla="*/ 3831 w 7669"/>
              <a:gd name="T79" fmla="*/ 6530 h 10239"/>
              <a:gd name="T80" fmla="*/ 1111 w 7669"/>
              <a:gd name="T81" fmla="*/ 3812 h 10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69" h="10239">
                <a:moveTo>
                  <a:pt x="3710" y="2035"/>
                </a:moveTo>
                <a:cubicBezTo>
                  <a:pt x="3779" y="1886"/>
                  <a:pt x="3891" y="1886"/>
                  <a:pt x="3960" y="2035"/>
                </a:cubicBezTo>
                <a:lnTo>
                  <a:pt x="4338" y="2854"/>
                </a:lnTo>
                <a:cubicBezTo>
                  <a:pt x="4407" y="3003"/>
                  <a:pt x="4596" y="3140"/>
                  <a:pt x="4759" y="3160"/>
                </a:cubicBezTo>
                <a:lnTo>
                  <a:pt x="5655" y="3266"/>
                </a:lnTo>
                <a:cubicBezTo>
                  <a:pt x="5818" y="3285"/>
                  <a:pt x="5852" y="3393"/>
                  <a:pt x="5732" y="3504"/>
                </a:cubicBezTo>
                <a:lnTo>
                  <a:pt x="5069" y="4116"/>
                </a:lnTo>
                <a:cubicBezTo>
                  <a:pt x="4949" y="4227"/>
                  <a:pt x="4876" y="4450"/>
                  <a:pt x="4908" y="4611"/>
                </a:cubicBezTo>
                <a:lnTo>
                  <a:pt x="5084" y="5496"/>
                </a:lnTo>
                <a:cubicBezTo>
                  <a:pt x="5116" y="5657"/>
                  <a:pt x="5026" y="5723"/>
                  <a:pt x="4882" y="5643"/>
                </a:cubicBezTo>
                <a:lnTo>
                  <a:pt x="4095" y="5202"/>
                </a:lnTo>
                <a:cubicBezTo>
                  <a:pt x="3951" y="5122"/>
                  <a:pt x="3718" y="5122"/>
                  <a:pt x="3575" y="5202"/>
                </a:cubicBezTo>
                <a:lnTo>
                  <a:pt x="2788" y="5643"/>
                </a:lnTo>
                <a:cubicBezTo>
                  <a:pt x="2644" y="5723"/>
                  <a:pt x="2553" y="5656"/>
                  <a:pt x="2586" y="5496"/>
                </a:cubicBezTo>
                <a:lnTo>
                  <a:pt x="2761" y="4611"/>
                </a:lnTo>
                <a:cubicBezTo>
                  <a:pt x="2793" y="4450"/>
                  <a:pt x="2721" y="4227"/>
                  <a:pt x="2600" y="4116"/>
                </a:cubicBezTo>
                <a:lnTo>
                  <a:pt x="1938" y="3504"/>
                </a:lnTo>
                <a:cubicBezTo>
                  <a:pt x="1818" y="3393"/>
                  <a:pt x="1853" y="3285"/>
                  <a:pt x="2015" y="3266"/>
                </a:cubicBezTo>
                <a:lnTo>
                  <a:pt x="2912" y="3160"/>
                </a:lnTo>
                <a:cubicBezTo>
                  <a:pt x="3074" y="3140"/>
                  <a:pt x="3263" y="3003"/>
                  <a:pt x="3333" y="2854"/>
                </a:cubicBezTo>
                <a:lnTo>
                  <a:pt x="3710" y="2035"/>
                </a:lnTo>
                <a:close/>
                <a:moveTo>
                  <a:pt x="6117" y="6857"/>
                </a:moveTo>
                <a:cubicBezTo>
                  <a:pt x="7042" y="6161"/>
                  <a:pt x="7643" y="5058"/>
                  <a:pt x="7643" y="3812"/>
                </a:cubicBezTo>
                <a:cubicBezTo>
                  <a:pt x="7643" y="1707"/>
                  <a:pt x="5936" y="0"/>
                  <a:pt x="3831" y="0"/>
                </a:cubicBezTo>
                <a:cubicBezTo>
                  <a:pt x="1725" y="0"/>
                  <a:pt x="18" y="1707"/>
                  <a:pt x="18" y="3812"/>
                </a:cubicBezTo>
                <a:cubicBezTo>
                  <a:pt x="18" y="5061"/>
                  <a:pt x="621" y="6166"/>
                  <a:pt x="1550" y="6861"/>
                </a:cubicBezTo>
                <a:lnTo>
                  <a:pt x="0" y="8848"/>
                </a:lnTo>
                <a:lnTo>
                  <a:pt x="1587" y="8652"/>
                </a:lnTo>
                <a:lnTo>
                  <a:pt x="1784" y="10239"/>
                </a:lnTo>
                <a:lnTo>
                  <a:pt x="3823" y="7624"/>
                </a:lnTo>
                <a:cubicBezTo>
                  <a:pt x="3826" y="7624"/>
                  <a:pt x="3828" y="7624"/>
                  <a:pt x="3831" y="7624"/>
                </a:cubicBezTo>
                <a:cubicBezTo>
                  <a:pt x="3836" y="7624"/>
                  <a:pt x="3841" y="7623"/>
                  <a:pt x="3845" y="7623"/>
                </a:cubicBezTo>
                <a:lnTo>
                  <a:pt x="5886" y="10239"/>
                </a:lnTo>
                <a:lnTo>
                  <a:pt x="6082" y="8652"/>
                </a:lnTo>
                <a:lnTo>
                  <a:pt x="7669" y="8848"/>
                </a:lnTo>
                <a:lnTo>
                  <a:pt x="6117" y="6857"/>
                </a:lnTo>
                <a:close/>
                <a:moveTo>
                  <a:pt x="1111" y="3812"/>
                </a:moveTo>
                <a:cubicBezTo>
                  <a:pt x="1111" y="2311"/>
                  <a:pt x="2329" y="1093"/>
                  <a:pt x="3831" y="1093"/>
                </a:cubicBezTo>
                <a:cubicBezTo>
                  <a:pt x="5332" y="1093"/>
                  <a:pt x="6549" y="2311"/>
                  <a:pt x="6549" y="3812"/>
                </a:cubicBezTo>
                <a:cubicBezTo>
                  <a:pt x="6549" y="5314"/>
                  <a:pt x="5332" y="6530"/>
                  <a:pt x="3831" y="6530"/>
                </a:cubicBezTo>
                <a:cubicBezTo>
                  <a:pt x="2329" y="6530"/>
                  <a:pt x="1111" y="5314"/>
                  <a:pt x="1111" y="38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money-stacks-of-coins_31028"/>
          <p:cNvSpPr>
            <a:spLocks noChangeAspect="1"/>
          </p:cNvSpPr>
          <p:nvPr/>
        </p:nvSpPr>
        <p:spPr bwMode="auto">
          <a:xfrm>
            <a:off x="6026093" y="1439478"/>
            <a:ext cx="530535" cy="609685"/>
          </a:xfrm>
          <a:custGeom>
            <a:avLst/>
            <a:gdLst>
              <a:gd name="T0" fmla="*/ 2263 w 6954"/>
              <a:gd name="T1" fmla="*/ 6289 h 7989"/>
              <a:gd name="T2" fmla="*/ 4893 w 6954"/>
              <a:gd name="T3" fmla="*/ 5775 h 7989"/>
              <a:gd name="T4" fmla="*/ 4096 w 6954"/>
              <a:gd name="T5" fmla="*/ 6523 h 7989"/>
              <a:gd name="T6" fmla="*/ 5467 w 6954"/>
              <a:gd name="T7" fmla="*/ 6720 h 7989"/>
              <a:gd name="T8" fmla="*/ 6914 w 6954"/>
              <a:gd name="T9" fmla="*/ 6032 h 7989"/>
              <a:gd name="T10" fmla="*/ 6675 w 6954"/>
              <a:gd name="T11" fmla="*/ 6579 h 7989"/>
              <a:gd name="T12" fmla="*/ 2748 w 6954"/>
              <a:gd name="T13" fmla="*/ 7534 h 7989"/>
              <a:gd name="T14" fmla="*/ 1824 w 6954"/>
              <a:gd name="T15" fmla="*/ 7774 h 7989"/>
              <a:gd name="T16" fmla="*/ 1542 w 6954"/>
              <a:gd name="T17" fmla="*/ 6388 h 7989"/>
              <a:gd name="T18" fmla="*/ 1600 w 6954"/>
              <a:gd name="T19" fmla="*/ 4602 h 7989"/>
              <a:gd name="T20" fmla="*/ 1173 w 6954"/>
              <a:gd name="T21" fmla="*/ 4602 h 7989"/>
              <a:gd name="T22" fmla="*/ 1600 w 6954"/>
              <a:gd name="T23" fmla="*/ 6049 h 7989"/>
              <a:gd name="T24" fmla="*/ 2880 w 6954"/>
              <a:gd name="T25" fmla="*/ 4175 h 7989"/>
              <a:gd name="T26" fmla="*/ 2453 w 6954"/>
              <a:gd name="T27" fmla="*/ 4175 h 7989"/>
              <a:gd name="T28" fmla="*/ 2880 w 6954"/>
              <a:gd name="T29" fmla="*/ 5336 h 7989"/>
              <a:gd name="T30" fmla="*/ 4160 w 6954"/>
              <a:gd name="T31" fmla="*/ 3749 h 7989"/>
              <a:gd name="T32" fmla="*/ 3733 w 6954"/>
              <a:gd name="T33" fmla="*/ 3749 h 7989"/>
              <a:gd name="T34" fmla="*/ 4160 w 6954"/>
              <a:gd name="T35" fmla="*/ 5257 h 7989"/>
              <a:gd name="T36" fmla="*/ 5440 w 6954"/>
              <a:gd name="T37" fmla="*/ 2895 h 7989"/>
              <a:gd name="T38" fmla="*/ 5013 w 6954"/>
              <a:gd name="T39" fmla="*/ 2895 h 7989"/>
              <a:gd name="T40" fmla="*/ 5237 w 6954"/>
              <a:gd name="T41" fmla="*/ 5368 h 7989"/>
              <a:gd name="T42" fmla="*/ 6720 w 6954"/>
              <a:gd name="T43" fmla="*/ 5398 h 7989"/>
              <a:gd name="T44" fmla="*/ 6507 w 6954"/>
              <a:gd name="T45" fmla="*/ 1829 h 7989"/>
              <a:gd name="T46" fmla="*/ 6293 w 6954"/>
              <a:gd name="T47" fmla="*/ 5689 h 7989"/>
              <a:gd name="T48" fmla="*/ 6720 w 6954"/>
              <a:gd name="T49" fmla="*/ 5398 h 7989"/>
              <a:gd name="T50" fmla="*/ 213 w 6954"/>
              <a:gd name="T51" fmla="*/ 3962 h 7989"/>
              <a:gd name="T52" fmla="*/ 213 w 6954"/>
              <a:gd name="T53" fmla="*/ 3535 h 7989"/>
              <a:gd name="T54" fmla="*/ 5415 w 6954"/>
              <a:gd name="T55" fmla="*/ 720 h 7989"/>
              <a:gd name="T56" fmla="*/ 5276 w 6954"/>
              <a:gd name="T57" fmla="*/ 317 h 7989"/>
              <a:gd name="T58" fmla="*/ 6354 w 6954"/>
              <a:gd name="T59" fmla="*/ 171 h 7989"/>
              <a:gd name="T60" fmla="*/ 6500 w 6954"/>
              <a:gd name="T61" fmla="*/ 1249 h 7989"/>
              <a:gd name="T62" fmla="*/ 6128 w 6954"/>
              <a:gd name="T63" fmla="*/ 827 h 7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954" h="7989">
                <a:moveTo>
                  <a:pt x="1542" y="6388"/>
                </a:moveTo>
                <a:lnTo>
                  <a:pt x="2263" y="6289"/>
                </a:lnTo>
                <a:cubicBezTo>
                  <a:pt x="2417" y="5902"/>
                  <a:pt x="2757" y="5708"/>
                  <a:pt x="3284" y="5708"/>
                </a:cubicBezTo>
                <a:cubicBezTo>
                  <a:pt x="4074" y="5708"/>
                  <a:pt x="4436" y="5584"/>
                  <a:pt x="4893" y="5775"/>
                </a:cubicBezTo>
                <a:cubicBezTo>
                  <a:pt x="5156" y="5884"/>
                  <a:pt x="5108" y="6113"/>
                  <a:pt x="4950" y="6259"/>
                </a:cubicBezTo>
                <a:cubicBezTo>
                  <a:pt x="4748" y="6445"/>
                  <a:pt x="4104" y="6225"/>
                  <a:pt x="4096" y="6523"/>
                </a:cubicBezTo>
                <a:cubicBezTo>
                  <a:pt x="4088" y="6822"/>
                  <a:pt x="4397" y="6720"/>
                  <a:pt x="4668" y="6720"/>
                </a:cubicBezTo>
                <a:lnTo>
                  <a:pt x="5467" y="6720"/>
                </a:lnTo>
                <a:lnTo>
                  <a:pt x="6652" y="5854"/>
                </a:lnTo>
                <a:cubicBezTo>
                  <a:pt x="6780" y="5761"/>
                  <a:pt x="6954" y="5879"/>
                  <a:pt x="6914" y="6032"/>
                </a:cubicBezTo>
                <a:lnTo>
                  <a:pt x="6832" y="6345"/>
                </a:lnTo>
                <a:cubicBezTo>
                  <a:pt x="6808" y="6438"/>
                  <a:pt x="6752" y="6521"/>
                  <a:pt x="6675" y="6579"/>
                </a:cubicBezTo>
                <a:lnTo>
                  <a:pt x="5401" y="7534"/>
                </a:lnTo>
                <a:lnTo>
                  <a:pt x="2748" y="7534"/>
                </a:lnTo>
                <a:lnTo>
                  <a:pt x="2452" y="7816"/>
                </a:lnTo>
                <a:cubicBezTo>
                  <a:pt x="2270" y="7989"/>
                  <a:pt x="1980" y="7969"/>
                  <a:pt x="1824" y="7774"/>
                </a:cubicBezTo>
                <a:lnTo>
                  <a:pt x="1267" y="7077"/>
                </a:lnTo>
                <a:cubicBezTo>
                  <a:pt x="1060" y="6818"/>
                  <a:pt x="1214" y="6433"/>
                  <a:pt x="1542" y="6388"/>
                </a:cubicBezTo>
                <a:close/>
                <a:moveTo>
                  <a:pt x="1600" y="6049"/>
                </a:moveTo>
                <a:lnTo>
                  <a:pt x="1600" y="4602"/>
                </a:lnTo>
                <a:cubicBezTo>
                  <a:pt x="1600" y="4484"/>
                  <a:pt x="1504" y="4389"/>
                  <a:pt x="1387" y="4389"/>
                </a:cubicBezTo>
                <a:cubicBezTo>
                  <a:pt x="1269" y="4389"/>
                  <a:pt x="1173" y="4484"/>
                  <a:pt x="1173" y="4602"/>
                </a:cubicBezTo>
                <a:lnTo>
                  <a:pt x="1173" y="6107"/>
                </a:lnTo>
                <a:lnTo>
                  <a:pt x="1600" y="6049"/>
                </a:lnTo>
                <a:close/>
                <a:moveTo>
                  <a:pt x="2880" y="5336"/>
                </a:moveTo>
                <a:lnTo>
                  <a:pt x="2880" y="4175"/>
                </a:lnTo>
                <a:cubicBezTo>
                  <a:pt x="2880" y="4058"/>
                  <a:pt x="2784" y="3962"/>
                  <a:pt x="2667" y="3962"/>
                </a:cubicBezTo>
                <a:cubicBezTo>
                  <a:pt x="2549" y="3962"/>
                  <a:pt x="2453" y="4058"/>
                  <a:pt x="2453" y="4175"/>
                </a:cubicBezTo>
                <a:lnTo>
                  <a:pt x="2453" y="5526"/>
                </a:lnTo>
                <a:cubicBezTo>
                  <a:pt x="2572" y="5439"/>
                  <a:pt x="2714" y="5375"/>
                  <a:pt x="2880" y="5336"/>
                </a:cubicBezTo>
                <a:close/>
                <a:moveTo>
                  <a:pt x="4160" y="5257"/>
                </a:moveTo>
                <a:lnTo>
                  <a:pt x="4160" y="3749"/>
                </a:lnTo>
                <a:cubicBezTo>
                  <a:pt x="4160" y="3631"/>
                  <a:pt x="4064" y="3535"/>
                  <a:pt x="3947" y="3535"/>
                </a:cubicBezTo>
                <a:cubicBezTo>
                  <a:pt x="3829" y="3535"/>
                  <a:pt x="3733" y="3631"/>
                  <a:pt x="3733" y="3749"/>
                </a:cubicBezTo>
                <a:lnTo>
                  <a:pt x="3733" y="5280"/>
                </a:lnTo>
                <a:cubicBezTo>
                  <a:pt x="3890" y="5274"/>
                  <a:pt x="4031" y="5265"/>
                  <a:pt x="4160" y="5257"/>
                </a:cubicBezTo>
                <a:close/>
                <a:moveTo>
                  <a:pt x="5440" y="5529"/>
                </a:moveTo>
                <a:lnTo>
                  <a:pt x="5440" y="2895"/>
                </a:lnTo>
                <a:cubicBezTo>
                  <a:pt x="5440" y="2778"/>
                  <a:pt x="5344" y="2682"/>
                  <a:pt x="5227" y="2682"/>
                </a:cubicBezTo>
                <a:cubicBezTo>
                  <a:pt x="5109" y="2682"/>
                  <a:pt x="5013" y="2778"/>
                  <a:pt x="5013" y="2895"/>
                </a:cubicBezTo>
                <a:lnTo>
                  <a:pt x="5013" y="5293"/>
                </a:lnTo>
                <a:cubicBezTo>
                  <a:pt x="5087" y="5312"/>
                  <a:pt x="5161" y="5336"/>
                  <a:pt x="5237" y="5368"/>
                </a:cubicBezTo>
                <a:cubicBezTo>
                  <a:pt x="5319" y="5402"/>
                  <a:pt x="5382" y="5461"/>
                  <a:pt x="5440" y="5529"/>
                </a:cubicBezTo>
                <a:close/>
                <a:moveTo>
                  <a:pt x="6720" y="5398"/>
                </a:moveTo>
                <a:lnTo>
                  <a:pt x="6720" y="2042"/>
                </a:lnTo>
                <a:cubicBezTo>
                  <a:pt x="6720" y="1924"/>
                  <a:pt x="6624" y="1829"/>
                  <a:pt x="6507" y="1829"/>
                </a:cubicBezTo>
                <a:cubicBezTo>
                  <a:pt x="6389" y="1829"/>
                  <a:pt x="6293" y="1924"/>
                  <a:pt x="6293" y="2042"/>
                </a:cubicBezTo>
                <a:lnTo>
                  <a:pt x="6293" y="5689"/>
                </a:lnTo>
                <a:lnTo>
                  <a:pt x="6652" y="5427"/>
                </a:lnTo>
                <a:cubicBezTo>
                  <a:pt x="6672" y="5413"/>
                  <a:pt x="6695" y="5402"/>
                  <a:pt x="6720" y="5398"/>
                </a:cubicBezTo>
                <a:close/>
                <a:moveTo>
                  <a:pt x="6128" y="827"/>
                </a:moveTo>
                <a:cubicBezTo>
                  <a:pt x="4799" y="2789"/>
                  <a:pt x="2583" y="3963"/>
                  <a:pt x="213" y="3962"/>
                </a:cubicBezTo>
                <a:cubicBezTo>
                  <a:pt x="96" y="3962"/>
                  <a:pt x="0" y="3866"/>
                  <a:pt x="0" y="3749"/>
                </a:cubicBezTo>
                <a:cubicBezTo>
                  <a:pt x="0" y="3631"/>
                  <a:pt x="96" y="3535"/>
                  <a:pt x="213" y="3535"/>
                </a:cubicBezTo>
                <a:cubicBezTo>
                  <a:pt x="2468" y="3535"/>
                  <a:pt x="4529" y="2416"/>
                  <a:pt x="5768" y="598"/>
                </a:cubicBezTo>
                <a:lnTo>
                  <a:pt x="5415" y="720"/>
                </a:lnTo>
                <a:cubicBezTo>
                  <a:pt x="5302" y="763"/>
                  <a:pt x="5175" y="705"/>
                  <a:pt x="5136" y="590"/>
                </a:cubicBezTo>
                <a:cubicBezTo>
                  <a:pt x="5097" y="476"/>
                  <a:pt x="5160" y="352"/>
                  <a:pt x="5276" y="317"/>
                </a:cubicBezTo>
                <a:lnTo>
                  <a:pt x="6083" y="39"/>
                </a:lnTo>
                <a:cubicBezTo>
                  <a:pt x="6194" y="0"/>
                  <a:pt x="6316" y="59"/>
                  <a:pt x="6354" y="171"/>
                </a:cubicBezTo>
                <a:lnTo>
                  <a:pt x="6632" y="978"/>
                </a:lnTo>
                <a:cubicBezTo>
                  <a:pt x="6670" y="1089"/>
                  <a:pt x="6611" y="1211"/>
                  <a:pt x="6500" y="1249"/>
                </a:cubicBezTo>
                <a:cubicBezTo>
                  <a:pt x="6388" y="1288"/>
                  <a:pt x="6267" y="1228"/>
                  <a:pt x="6228" y="1117"/>
                </a:cubicBezTo>
                <a:lnTo>
                  <a:pt x="6128" y="8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money-stacks-of-coins_31028"/>
          <p:cNvSpPr>
            <a:spLocks noChangeAspect="1"/>
          </p:cNvSpPr>
          <p:nvPr/>
        </p:nvSpPr>
        <p:spPr bwMode="auto">
          <a:xfrm>
            <a:off x="6023417" y="4083775"/>
            <a:ext cx="609685" cy="508270"/>
          </a:xfrm>
          <a:custGeom>
            <a:avLst/>
            <a:gdLst>
              <a:gd name="T0" fmla="*/ 9600 w 12799"/>
              <a:gd name="T1" fmla="*/ 9396 h 10669"/>
              <a:gd name="T2" fmla="*/ 1280 w 12799"/>
              <a:gd name="T3" fmla="*/ 9396 h 10669"/>
              <a:gd name="T4" fmla="*/ 1280 w 12799"/>
              <a:gd name="T5" fmla="*/ 3407 h 10669"/>
              <a:gd name="T6" fmla="*/ 3197 w 12799"/>
              <a:gd name="T7" fmla="*/ 3407 h 10669"/>
              <a:gd name="T8" fmla="*/ 4620 w 12799"/>
              <a:gd name="T9" fmla="*/ 2133 h 10669"/>
              <a:gd name="T10" fmla="*/ 640 w 12799"/>
              <a:gd name="T11" fmla="*/ 2133 h 10669"/>
              <a:gd name="T12" fmla="*/ 0 w 12799"/>
              <a:gd name="T13" fmla="*/ 2770 h 10669"/>
              <a:gd name="T14" fmla="*/ 0 w 12799"/>
              <a:gd name="T15" fmla="*/ 10032 h 10669"/>
              <a:gd name="T16" fmla="*/ 640 w 12799"/>
              <a:gd name="T17" fmla="*/ 10669 h 10669"/>
              <a:gd name="T18" fmla="*/ 10240 w 12799"/>
              <a:gd name="T19" fmla="*/ 10669 h 10669"/>
              <a:gd name="T20" fmla="*/ 10880 w 12799"/>
              <a:gd name="T21" fmla="*/ 10032 h 10669"/>
              <a:gd name="T22" fmla="*/ 10880 w 12799"/>
              <a:gd name="T23" fmla="*/ 6400 h 10669"/>
              <a:gd name="T24" fmla="*/ 9600 w 12799"/>
              <a:gd name="T25" fmla="*/ 7447 h 10669"/>
              <a:gd name="T26" fmla="*/ 9600 w 12799"/>
              <a:gd name="T27" fmla="*/ 9396 h 10669"/>
              <a:gd name="T28" fmla="*/ 8533 w 12799"/>
              <a:gd name="T29" fmla="*/ 4266 h 10669"/>
              <a:gd name="T30" fmla="*/ 8533 w 12799"/>
              <a:gd name="T31" fmla="*/ 6396 h 10669"/>
              <a:gd name="T32" fmla="*/ 12799 w 12799"/>
              <a:gd name="T33" fmla="*/ 3213 h 10669"/>
              <a:gd name="T34" fmla="*/ 8533 w 12799"/>
              <a:gd name="T35" fmla="*/ 0 h 10669"/>
              <a:gd name="T36" fmla="*/ 8533 w 12799"/>
              <a:gd name="T37" fmla="*/ 1990 h 10669"/>
              <a:gd name="T38" fmla="*/ 3200 w 12799"/>
              <a:gd name="T39" fmla="*/ 7466 h 10669"/>
              <a:gd name="T40" fmla="*/ 8533 w 12799"/>
              <a:gd name="T41" fmla="*/ 4266 h 10669"/>
              <a:gd name="T42" fmla="*/ 8533 w 12799"/>
              <a:gd name="T43" fmla="*/ 4266 h 10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799" h="10669">
                <a:moveTo>
                  <a:pt x="9600" y="9396"/>
                </a:moveTo>
                <a:lnTo>
                  <a:pt x="1280" y="9396"/>
                </a:lnTo>
                <a:lnTo>
                  <a:pt x="1280" y="3407"/>
                </a:lnTo>
                <a:lnTo>
                  <a:pt x="3197" y="3407"/>
                </a:lnTo>
                <a:cubicBezTo>
                  <a:pt x="3197" y="3407"/>
                  <a:pt x="3667" y="2750"/>
                  <a:pt x="4620" y="2133"/>
                </a:cubicBezTo>
                <a:lnTo>
                  <a:pt x="640" y="2133"/>
                </a:lnTo>
                <a:cubicBezTo>
                  <a:pt x="287" y="2133"/>
                  <a:pt x="0" y="2416"/>
                  <a:pt x="0" y="2770"/>
                </a:cubicBezTo>
                <a:lnTo>
                  <a:pt x="0" y="10032"/>
                </a:lnTo>
                <a:cubicBezTo>
                  <a:pt x="0" y="10382"/>
                  <a:pt x="287" y="10669"/>
                  <a:pt x="640" y="10669"/>
                </a:cubicBezTo>
                <a:lnTo>
                  <a:pt x="10240" y="10669"/>
                </a:lnTo>
                <a:cubicBezTo>
                  <a:pt x="10593" y="10669"/>
                  <a:pt x="10880" y="10386"/>
                  <a:pt x="10880" y="10032"/>
                </a:cubicBezTo>
                <a:lnTo>
                  <a:pt x="10880" y="6400"/>
                </a:lnTo>
                <a:lnTo>
                  <a:pt x="9600" y="7447"/>
                </a:lnTo>
                <a:lnTo>
                  <a:pt x="9600" y="9396"/>
                </a:lnTo>
                <a:close/>
                <a:moveTo>
                  <a:pt x="8533" y="4266"/>
                </a:moveTo>
                <a:lnTo>
                  <a:pt x="8533" y="6396"/>
                </a:lnTo>
                <a:lnTo>
                  <a:pt x="12799" y="3213"/>
                </a:lnTo>
                <a:lnTo>
                  <a:pt x="8533" y="0"/>
                </a:lnTo>
                <a:lnTo>
                  <a:pt x="8533" y="1990"/>
                </a:lnTo>
                <a:cubicBezTo>
                  <a:pt x="3373" y="1990"/>
                  <a:pt x="3200" y="7466"/>
                  <a:pt x="3200" y="7466"/>
                </a:cubicBezTo>
                <a:cubicBezTo>
                  <a:pt x="4660" y="5083"/>
                  <a:pt x="5733" y="4266"/>
                  <a:pt x="8533" y="4266"/>
                </a:cubicBezTo>
                <a:close/>
                <a:moveTo>
                  <a:pt x="8533" y="4266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money-stacks-of-coins_31028"/>
          <p:cNvSpPr>
            <a:spLocks noChangeAspect="1"/>
          </p:cNvSpPr>
          <p:nvPr/>
        </p:nvSpPr>
        <p:spPr bwMode="auto">
          <a:xfrm>
            <a:off x="6023417" y="5436135"/>
            <a:ext cx="609685" cy="503072"/>
          </a:xfrm>
          <a:custGeom>
            <a:avLst/>
            <a:gdLst>
              <a:gd name="T0" fmla="*/ 5188 w 10375"/>
              <a:gd name="T1" fmla="*/ 1 h 8561"/>
              <a:gd name="T2" fmla="*/ 0 w 10375"/>
              <a:gd name="T3" fmla="*/ 4218 h 8561"/>
              <a:gd name="T4" fmla="*/ 1453 w 10375"/>
              <a:gd name="T5" fmla="*/ 7143 h 8561"/>
              <a:gd name="T6" fmla="*/ 1328 w 10375"/>
              <a:gd name="T7" fmla="*/ 8561 h 8561"/>
              <a:gd name="T8" fmla="*/ 2703 w 10375"/>
              <a:gd name="T9" fmla="*/ 7920 h 8561"/>
              <a:gd name="T10" fmla="*/ 5188 w 10375"/>
              <a:gd name="T11" fmla="*/ 8436 h 8561"/>
              <a:gd name="T12" fmla="*/ 10375 w 10375"/>
              <a:gd name="T13" fmla="*/ 4218 h 8561"/>
              <a:gd name="T14" fmla="*/ 5188 w 10375"/>
              <a:gd name="T15" fmla="*/ 1 h 8561"/>
              <a:gd name="T16" fmla="*/ 5188 w 10375"/>
              <a:gd name="T17" fmla="*/ 7604 h 8561"/>
              <a:gd name="T18" fmla="*/ 3200 w 10375"/>
              <a:gd name="T19" fmla="*/ 7193 h 8561"/>
              <a:gd name="T20" fmla="*/ 2100 w 10375"/>
              <a:gd name="T21" fmla="*/ 7706 h 8561"/>
              <a:gd name="T22" fmla="*/ 2200 w 10375"/>
              <a:gd name="T23" fmla="*/ 6572 h 8561"/>
              <a:gd name="T24" fmla="*/ 1038 w 10375"/>
              <a:gd name="T25" fmla="*/ 4230 h 8561"/>
              <a:gd name="T26" fmla="*/ 5188 w 10375"/>
              <a:gd name="T27" fmla="*/ 857 h 8561"/>
              <a:gd name="T28" fmla="*/ 9338 w 10375"/>
              <a:gd name="T29" fmla="*/ 4230 h 8561"/>
              <a:gd name="T30" fmla="*/ 5188 w 10375"/>
              <a:gd name="T31" fmla="*/ 7604 h 8561"/>
              <a:gd name="T32" fmla="*/ 2776 w 10375"/>
              <a:gd name="T33" fmla="*/ 4287 h 8561"/>
              <a:gd name="T34" fmla="*/ 2008 w 10375"/>
              <a:gd name="T35" fmla="*/ 4287 h 8561"/>
              <a:gd name="T36" fmla="*/ 2776 w 10375"/>
              <a:gd name="T37" fmla="*/ 5055 h 8561"/>
              <a:gd name="T38" fmla="*/ 3545 w 10375"/>
              <a:gd name="T39" fmla="*/ 4287 h 8561"/>
              <a:gd name="T40" fmla="*/ 2776 w 10375"/>
              <a:gd name="T41" fmla="*/ 3518 h 8561"/>
              <a:gd name="T42" fmla="*/ 2008 w 10375"/>
              <a:gd name="T43" fmla="*/ 4287 h 8561"/>
              <a:gd name="T44" fmla="*/ 5188 w 10375"/>
              <a:gd name="T45" fmla="*/ 4282 h 8561"/>
              <a:gd name="T46" fmla="*/ 4419 w 10375"/>
              <a:gd name="T47" fmla="*/ 4282 h 8561"/>
              <a:gd name="T48" fmla="*/ 5188 w 10375"/>
              <a:gd name="T49" fmla="*/ 5050 h 8561"/>
              <a:gd name="T50" fmla="*/ 5956 w 10375"/>
              <a:gd name="T51" fmla="*/ 4282 h 8561"/>
              <a:gd name="T52" fmla="*/ 5188 w 10375"/>
              <a:gd name="T53" fmla="*/ 3513 h 8561"/>
              <a:gd name="T54" fmla="*/ 4419 w 10375"/>
              <a:gd name="T55" fmla="*/ 4282 h 8561"/>
              <a:gd name="T56" fmla="*/ 7576 w 10375"/>
              <a:gd name="T57" fmla="*/ 4278 h 8561"/>
              <a:gd name="T58" fmla="*/ 6808 w 10375"/>
              <a:gd name="T59" fmla="*/ 4278 h 8561"/>
              <a:gd name="T60" fmla="*/ 7576 w 10375"/>
              <a:gd name="T61" fmla="*/ 5047 h 8561"/>
              <a:gd name="T62" fmla="*/ 8345 w 10375"/>
              <a:gd name="T63" fmla="*/ 4278 h 8561"/>
              <a:gd name="T64" fmla="*/ 7576 w 10375"/>
              <a:gd name="T65" fmla="*/ 3509 h 8561"/>
              <a:gd name="T66" fmla="*/ 6808 w 10375"/>
              <a:gd name="T67" fmla="*/ 4278 h 8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375" h="8561">
                <a:moveTo>
                  <a:pt x="5188" y="1"/>
                </a:moveTo>
                <a:cubicBezTo>
                  <a:pt x="2323" y="1"/>
                  <a:pt x="0" y="1888"/>
                  <a:pt x="0" y="4218"/>
                </a:cubicBezTo>
                <a:cubicBezTo>
                  <a:pt x="0" y="5354"/>
                  <a:pt x="554" y="6384"/>
                  <a:pt x="1453" y="7143"/>
                </a:cubicBezTo>
                <a:lnTo>
                  <a:pt x="1328" y="8561"/>
                </a:lnTo>
                <a:lnTo>
                  <a:pt x="2703" y="7920"/>
                </a:lnTo>
                <a:cubicBezTo>
                  <a:pt x="3440" y="8248"/>
                  <a:pt x="4288" y="8436"/>
                  <a:pt x="5188" y="8436"/>
                </a:cubicBezTo>
                <a:cubicBezTo>
                  <a:pt x="8053" y="8436"/>
                  <a:pt x="10375" y="6548"/>
                  <a:pt x="10375" y="4218"/>
                </a:cubicBezTo>
                <a:cubicBezTo>
                  <a:pt x="10375" y="1889"/>
                  <a:pt x="8053" y="0"/>
                  <a:pt x="5188" y="1"/>
                </a:cubicBezTo>
                <a:close/>
                <a:moveTo>
                  <a:pt x="5188" y="7604"/>
                </a:moveTo>
                <a:cubicBezTo>
                  <a:pt x="4468" y="7604"/>
                  <a:pt x="3790" y="7456"/>
                  <a:pt x="3200" y="7193"/>
                </a:cubicBezTo>
                <a:lnTo>
                  <a:pt x="2100" y="7706"/>
                </a:lnTo>
                <a:lnTo>
                  <a:pt x="2200" y="6572"/>
                </a:lnTo>
                <a:cubicBezTo>
                  <a:pt x="1480" y="5963"/>
                  <a:pt x="1038" y="5139"/>
                  <a:pt x="1038" y="4230"/>
                </a:cubicBezTo>
                <a:cubicBezTo>
                  <a:pt x="1038" y="2367"/>
                  <a:pt x="2895" y="857"/>
                  <a:pt x="5188" y="857"/>
                </a:cubicBezTo>
                <a:cubicBezTo>
                  <a:pt x="7480" y="857"/>
                  <a:pt x="9338" y="2367"/>
                  <a:pt x="9338" y="4230"/>
                </a:cubicBezTo>
                <a:cubicBezTo>
                  <a:pt x="9338" y="6094"/>
                  <a:pt x="7480" y="7604"/>
                  <a:pt x="5188" y="7604"/>
                </a:cubicBezTo>
                <a:close/>
                <a:moveTo>
                  <a:pt x="2776" y="4287"/>
                </a:moveTo>
                <a:close/>
                <a:moveTo>
                  <a:pt x="2008" y="4287"/>
                </a:moveTo>
                <a:cubicBezTo>
                  <a:pt x="2008" y="4711"/>
                  <a:pt x="2352" y="5055"/>
                  <a:pt x="2776" y="5055"/>
                </a:cubicBezTo>
                <a:cubicBezTo>
                  <a:pt x="3201" y="5055"/>
                  <a:pt x="3545" y="4711"/>
                  <a:pt x="3545" y="4287"/>
                </a:cubicBezTo>
                <a:cubicBezTo>
                  <a:pt x="3545" y="3862"/>
                  <a:pt x="3201" y="3518"/>
                  <a:pt x="2776" y="3518"/>
                </a:cubicBezTo>
                <a:cubicBezTo>
                  <a:pt x="2352" y="3518"/>
                  <a:pt x="2008" y="3862"/>
                  <a:pt x="2008" y="4287"/>
                </a:cubicBezTo>
                <a:close/>
                <a:moveTo>
                  <a:pt x="5188" y="4282"/>
                </a:moveTo>
                <a:close/>
                <a:moveTo>
                  <a:pt x="4419" y="4282"/>
                </a:moveTo>
                <a:cubicBezTo>
                  <a:pt x="4419" y="4706"/>
                  <a:pt x="4763" y="5050"/>
                  <a:pt x="5188" y="5050"/>
                </a:cubicBezTo>
                <a:cubicBezTo>
                  <a:pt x="5612" y="5050"/>
                  <a:pt x="5956" y="4706"/>
                  <a:pt x="5956" y="4282"/>
                </a:cubicBezTo>
                <a:cubicBezTo>
                  <a:pt x="5956" y="3857"/>
                  <a:pt x="5612" y="3513"/>
                  <a:pt x="5188" y="3513"/>
                </a:cubicBezTo>
                <a:cubicBezTo>
                  <a:pt x="4763" y="3513"/>
                  <a:pt x="4419" y="3857"/>
                  <a:pt x="4419" y="4282"/>
                </a:cubicBezTo>
                <a:close/>
                <a:moveTo>
                  <a:pt x="7576" y="4278"/>
                </a:moveTo>
                <a:close/>
                <a:moveTo>
                  <a:pt x="6808" y="4278"/>
                </a:moveTo>
                <a:cubicBezTo>
                  <a:pt x="6808" y="4703"/>
                  <a:pt x="7152" y="5047"/>
                  <a:pt x="7576" y="5047"/>
                </a:cubicBezTo>
                <a:cubicBezTo>
                  <a:pt x="8001" y="5047"/>
                  <a:pt x="8345" y="4703"/>
                  <a:pt x="8345" y="4278"/>
                </a:cubicBezTo>
                <a:cubicBezTo>
                  <a:pt x="8345" y="3853"/>
                  <a:pt x="8001" y="3509"/>
                  <a:pt x="7576" y="3509"/>
                </a:cubicBezTo>
                <a:cubicBezTo>
                  <a:pt x="7152" y="3509"/>
                  <a:pt x="6808" y="3853"/>
                  <a:pt x="6808" y="42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研究目标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213284" y="2430309"/>
            <a:ext cx="3165914" cy="847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13284" y="4559578"/>
            <a:ext cx="3165914" cy="847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090625" y="2805955"/>
            <a:ext cx="1127160" cy="0"/>
          </a:xfrm>
          <a:prstGeom prst="line">
            <a:avLst/>
          </a:prstGeom>
          <a:ln w="25400">
            <a:solidFill>
              <a:srgbClr val="2B3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090625" y="4938054"/>
            <a:ext cx="1127160" cy="0"/>
          </a:xfrm>
          <a:prstGeom prst="line">
            <a:avLst/>
          </a:prstGeom>
          <a:ln w="25400">
            <a:solidFill>
              <a:srgbClr val="2B3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4974215" y="3894073"/>
            <a:ext cx="1127160" cy="0"/>
          </a:xfrm>
          <a:prstGeom prst="line">
            <a:avLst/>
          </a:prstGeom>
          <a:ln w="25400">
            <a:solidFill>
              <a:srgbClr val="2B3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4963464" y="1707087"/>
            <a:ext cx="1127160" cy="0"/>
          </a:xfrm>
          <a:prstGeom prst="line">
            <a:avLst/>
          </a:prstGeom>
          <a:ln w="25400">
            <a:solidFill>
              <a:srgbClr val="2B3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4974215" y="5933939"/>
            <a:ext cx="1127160" cy="0"/>
          </a:xfrm>
          <a:prstGeom prst="line">
            <a:avLst/>
          </a:prstGeom>
          <a:ln w="25400">
            <a:solidFill>
              <a:srgbClr val="2B3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6090625" y="720454"/>
            <a:ext cx="0" cy="6138271"/>
          </a:xfrm>
          <a:prstGeom prst="line">
            <a:avLst/>
          </a:prstGeom>
          <a:ln w="50800">
            <a:solidFill>
              <a:srgbClr val="2B3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6010841" y="2725606"/>
            <a:ext cx="160134" cy="160134"/>
          </a:xfrm>
          <a:prstGeom prst="ellipse">
            <a:avLst/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6010841" y="4857704"/>
            <a:ext cx="160134" cy="160134"/>
          </a:xfrm>
          <a:prstGeom prst="ellipse">
            <a:avLst/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7109143" y="2379309"/>
            <a:ext cx="852726" cy="852726"/>
          </a:xfrm>
          <a:prstGeom prst="ellipse">
            <a:avLst/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7109143" y="4511408"/>
            <a:ext cx="852726" cy="852726"/>
          </a:xfrm>
          <a:prstGeom prst="ellipse">
            <a:avLst/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6010841" y="3813723"/>
            <a:ext cx="160134" cy="160134"/>
          </a:xfrm>
          <a:prstGeom prst="ellipse">
            <a:avLst/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4230131" y="3467427"/>
            <a:ext cx="852726" cy="852726"/>
          </a:xfrm>
          <a:prstGeom prst="ellipse">
            <a:avLst/>
          </a:prstGeom>
          <a:solidFill>
            <a:srgbClr val="2B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6010841" y="1626737"/>
            <a:ext cx="160134" cy="160134"/>
          </a:xfrm>
          <a:prstGeom prst="ellipse">
            <a:avLst/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4230131" y="1280441"/>
            <a:ext cx="852726" cy="852726"/>
          </a:xfrm>
          <a:prstGeom prst="ellipse">
            <a:avLst/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>
            <a:off x="6010841" y="5853589"/>
            <a:ext cx="160134" cy="160134"/>
          </a:xfrm>
          <a:prstGeom prst="ellipse">
            <a:avLst/>
          </a:pr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/>
          <p:cNvSpPr/>
          <p:nvPr/>
        </p:nvSpPr>
        <p:spPr>
          <a:xfrm>
            <a:off x="4230131" y="5507293"/>
            <a:ext cx="852726" cy="852726"/>
          </a:xfrm>
          <a:prstGeom prst="ellipse">
            <a:avLst/>
          </a:prstGeom>
          <a:solidFill>
            <a:srgbClr val="FEE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755305" y="1333704"/>
            <a:ext cx="3165914" cy="847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755305" y="3494660"/>
            <a:ext cx="3165914" cy="847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55305" y="5571306"/>
            <a:ext cx="3165914" cy="847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98" name="left-quote_56937"/>
          <p:cNvSpPr>
            <a:spLocks noChangeAspect="1"/>
          </p:cNvSpPr>
          <p:nvPr/>
        </p:nvSpPr>
        <p:spPr bwMode="auto">
          <a:xfrm>
            <a:off x="4446673" y="5651659"/>
            <a:ext cx="516791" cy="537031"/>
          </a:xfrm>
          <a:custGeom>
            <a:avLst/>
            <a:gdLst>
              <a:gd name="connsiteX0" fmla="*/ 308422 w 584807"/>
              <a:gd name="connsiteY0" fmla="*/ 421135 h 607710"/>
              <a:gd name="connsiteX1" fmla="*/ 373431 w 584807"/>
              <a:gd name="connsiteY1" fmla="*/ 460547 h 607710"/>
              <a:gd name="connsiteX2" fmla="*/ 373238 w 584807"/>
              <a:gd name="connsiteY2" fmla="*/ 461028 h 607710"/>
              <a:gd name="connsiteX3" fmla="*/ 371216 w 584807"/>
              <a:gd name="connsiteY3" fmla="*/ 463047 h 607710"/>
              <a:gd name="connsiteX4" fmla="*/ 310733 w 584807"/>
              <a:gd name="connsiteY4" fmla="*/ 501113 h 607710"/>
              <a:gd name="connsiteX5" fmla="*/ 307458 w 584807"/>
              <a:gd name="connsiteY5" fmla="*/ 502074 h 607710"/>
              <a:gd name="connsiteX6" fmla="*/ 304280 w 584807"/>
              <a:gd name="connsiteY6" fmla="*/ 501209 h 607710"/>
              <a:gd name="connsiteX7" fmla="*/ 301295 w 584807"/>
              <a:gd name="connsiteY7" fmla="*/ 495345 h 607710"/>
              <a:gd name="connsiteX8" fmla="*/ 307266 w 584807"/>
              <a:gd name="connsiteY8" fmla="*/ 424307 h 607710"/>
              <a:gd name="connsiteX9" fmla="*/ 308133 w 584807"/>
              <a:gd name="connsiteY9" fmla="*/ 421616 h 607710"/>
              <a:gd name="connsiteX10" fmla="*/ 535036 w 584807"/>
              <a:gd name="connsiteY10" fmla="*/ 121966 h 607710"/>
              <a:gd name="connsiteX11" fmla="*/ 520490 w 584807"/>
              <a:gd name="connsiteY11" fmla="*/ 125523 h 607710"/>
              <a:gd name="connsiteX12" fmla="*/ 453348 w 584807"/>
              <a:gd name="connsiteY12" fmla="*/ 235812 h 607710"/>
              <a:gd name="connsiteX13" fmla="*/ 456816 w 584807"/>
              <a:gd name="connsiteY13" fmla="*/ 250331 h 607710"/>
              <a:gd name="connsiteX14" fmla="*/ 462403 w 584807"/>
              <a:gd name="connsiteY14" fmla="*/ 251869 h 607710"/>
              <a:gd name="connsiteX15" fmla="*/ 471458 w 584807"/>
              <a:gd name="connsiteY15" fmla="*/ 246773 h 607710"/>
              <a:gd name="connsiteX16" fmla="*/ 538600 w 584807"/>
              <a:gd name="connsiteY16" fmla="*/ 136485 h 607710"/>
              <a:gd name="connsiteX17" fmla="*/ 535036 w 584807"/>
              <a:gd name="connsiteY17" fmla="*/ 121966 h 607710"/>
              <a:gd name="connsiteX18" fmla="*/ 556518 w 584807"/>
              <a:gd name="connsiteY18" fmla="*/ 56100 h 607710"/>
              <a:gd name="connsiteX19" fmla="*/ 561720 w 584807"/>
              <a:gd name="connsiteY19" fmla="*/ 57543 h 607710"/>
              <a:gd name="connsiteX20" fmla="*/ 580023 w 584807"/>
              <a:gd name="connsiteY20" fmla="*/ 68696 h 607710"/>
              <a:gd name="connsiteX21" fmla="*/ 584550 w 584807"/>
              <a:gd name="connsiteY21" fmla="*/ 74754 h 607710"/>
              <a:gd name="connsiteX22" fmla="*/ 583298 w 584807"/>
              <a:gd name="connsiteY22" fmla="*/ 82350 h 607710"/>
              <a:gd name="connsiteX23" fmla="*/ 566055 w 584807"/>
              <a:gd name="connsiteY23" fmla="*/ 110716 h 607710"/>
              <a:gd name="connsiteX24" fmla="*/ 571449 w 584807"/>
              <a:gd name="connsiteY24" fmla="*/ 113985 h 607710"/>
              <a:gd name="connsiteX25" fmla="*/ 575110 w 584807"/>
              <a:gd name="connsiteY25" fmla="*/ 129177 h 607710"/>
              <a:gd name="connsiteX26" fmla="*/ 384472 w 584807"/>
              <a:gd name="connsiteY26" fmla="*/ 442446 h 607710"/>
              <a:gd name="connsiteX27" fmla="*/ 319449 w 584807"/>
              <a:gd name="connsiteY27" fmla="*/ 403023 h 607710"/>
              <a:gd name="connsiteX28" fmla="*/ 510087 w 584807"/>
              <a:gd name="connsiteY28" fmla="*/ 89754 h 607710"/>
              <a:gd name="connsiteX29" fmla="*/ 516926 w 584807"/>
              <a:gd name="connsiteY29" fmla="*/ 84754 h 607710"/>
              <a:gd name="connsiteX30" fmla="*/ 519623 w 584807"/>
              <a:gd name="connsiteY30" fmla="*/ 84466 h 607710"/>
              <a:gd name="connsiteX31" fmla="*/ 525307 w 584807"/>
              <a:gd name="connsiteY31" fmla="*/ 86004 h 607710"/>
              <a:gd name="connsiteX32" fmla="*/ 530701 w 584807"/>
              <a:gd name="connsiteY32" fmla="*/ 89273 h 607710"/>
              <a:gd name="connsiteX33" fmla="*/ 548041 w 584807"/>
              <a:gd name="connsiteY33" fmla="*/ 60908 h 607710"/>
              <a:gd name="connsiteX34" fmla="*/ 556518 w 584807"/>
              <a:gd name="connsiteY34" fmla="*/ 56100 h 607710"/>
              <a:gd name="connsiteX35" fmla="*/ 53646 w 584807"/>
              <a:gd name="connsiteY35" fmla="*/ 0 h 607710"/>
              <a:gd name="connsiteX36" fmla="*/ 309257 w 584807"/>
              <a:gd name="connsiteY36" fmla="*/ 288 h 607710"/>
              <a:gd name="connsiteX37" fmla="*/ 322933 w 584807"/>
              <a:gd name="connsiteY37" fmla="*/ 6155 h 607710"/>
              <a:gd name="connsiteX38" fmla="*/ 438796 w 584807"/>
              <a:gd name="connsiteY38" fmla="*/ 120600 h 607710"/>
              <a:gd name="connsiteX39" fmla="*/ 444767 w 584807"/>
              <a:gd name="connsiteY39" fmla="*/ 134256 h 607710"/>
              <a:gd name="connsiteX40" fmla="*/ 445056 w 584807"/>
              <a:gd name="connsiteY40" fmla="*/ 155799 h 607710"/>
              <a:gd name="connsiteX41" fmla="*/ 402679 w 584807"/>
              <a:gd name="connsiteY41" fmla="*/ 225523 h 607710"/>
              <a:gd name="connsiteX42" fmla="*/ 402679 w 584807"/>
              <a:gd name="connsiteY42" fmla="*/ 156760 h 607710"/>
              <a:gd name="connsiteX43" fmla="*/ 340462 w 584807"/>
              <a:gd name="connsiteY43" fmla="*/ 156760 h 607710"/>
              <a:gd name="connsiteX44" fmla="*/ 286816 w 584807"/>
              <a:gd name="connsiteY44" fmla="*/ 103193 h 607710"/>
              <a:gd name="connsiteX45" fmla="*/ 286816 w 584807"/>
              <a:gd name="connsiteY45" fmla="*/ 42315 h 607710"/>
              <a:gd name="connsiteX46" fmla="*/ 53646 w 584807"/>
              <a:gd name="connsiteY46" fmla="*/ 42315 h 607710"/>
              <a:gd name="connsiteX47" fmla="*/ 42377 w 584807"/>
              <a:gd name="connsiteY47" fmla="*/ 53664 h 607710"/>
              <a:gd name="connsiteX48" fmla="*/ 42377 w 584807"/>
              <a:gd name="connsiteY48" fmla="*/ 554142 h 607710"/>
              <a:gd name="connsiteX49" fmla="*/ 53646 w 584807"/>
              <a:gd name="connsiteY49" fmla="*/ 565395 h 607710"/>
              <a:gd name="connsiteX50" fmla="*/ 391314 w 584807"/>
              <a:gd name="connsiteY50" fmla="*/ 565395 h 607710"/>
              <a:gd name="connsiteX51" fmla="*/ 402679 w 584807"/>
              <a:gd name="connsiteY51" fmla="*/ 554142 h 607710"/>
              <a:gd name="connsiteX52" fmla="*/ 402679 w 584807"/>
              <a:gd name="connsiteY52" fmla="*/ 453354 h 607710"/>
              <a:gd name="connsiteX53" fmla="*/ 445056 w 584807"/>
              <a:gd name="connsiteY53" fmla="*/ 383630 h 607710"/>
              <a:gd name="connsiteX54" fmla="*/ 445056 w 584807"/>
              <a:gd name="connsiteY54" fmla="*/ 554142 h 607710"/>
              <a:gd name="connsiteX55" fmla="*/ 391314 w 584807"/>
              <a:gd name="connsiteY55" fmla="*/ 607710 h 607710"/>
              <a:gd name="connsiteX56" fmla="*/ 53646 w 584807"/>
              <a:gd name="connsiteY56" fmla="*/ 607710 h 607710"/>
              <a:gd name="connsiteX57" fmla="*/ 0 w 584807"/>
              <a:gd name="connsiteY57" fmla="*/ 554142 h 607710"/>
              <a:gd name="connsiteX58" fmla="*/ 0 w 584807"/>
              <a:gd name="connsiteY58" fmla="*/ 53664 h 607710"/>
              <a:gd name="connsiteX59" fmla="*/ 53646 w 584807"/>
              <a:gd name="connsiteY59" fmla="*/ 0 h 60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84807" h="607710">
                <a:moveTo>
                  <a:pt x="308422" y="421135"/>
                </a:moveTo>
                <a:lnTo>
                  <a:pt x="373431" y="460547"/>
                </a:lnTo>
                <a:lnTo>
                  <a:pt x="373238" y="461028"/>
                </a:lnTo>
                <a:cubicBezTo>
                  <a:pt x="372661" y="461797"/>
                  <a:pt x="371986" y="462470"/>
                  <a:pt x="371216" y="463047"/>
                </a:cubicBezTo>
                <a:lnTo>
                  <a:pt x="310733" y="501113"/>
                </a:lnTo>
                <a:cubicBezTo>
                  <a:pt x="309770" y="501786"/>
                  <a:pt x="308614" y="502074"/>
                  <a:pt x="307458" y="502074"/>
                </a:cubicBezTo>
                <a:cubicBezTo>
                  <a:pt x="306303" y="502074"/>
                  <a:pt x="305147" y="501786"/>
                  <a:pt x="304280" y="501209"/>
                </a:cubicBezTo>
                <a:cubicBezTo>
                  <a:pt x="302258" y="499959"/>
                  <a:pt x="301102" y="497749"/>
                  <a:pt x="301295" y="495345"/>
                </a:cubicBezTo>
                <a:lnTo>
                  <a:pt x="307266" y="424307"/>
                </a:lnTo>
                <a:cubicBezTo>
                  <a:pt x="307362" y="423346"/>
                  <a:pt x="307651" y="422385"/>
                  <a:pt x="308133" y="421616"/>
                </a:cubicBezTo>
                <a:close/>
                <a:moveTo>
                  <a:pt x="535036" y="121966"/>
                </a:moveTo>
                <a:cubicBezTo>
                  <a:pt x="530027" y="118889"/>
                  <a:pt x="523477" y="120523"/>
                  <a:pt x="520490" y="125523"/>
                </a:cubicBezTo>
                <a:lnTo>
                  <a:pt x="453348" y="235812"/>
                </a:lnTo>
                <a:cubicBezTo>
                  <a:pt x="450266" y="240812"/>
                  <a:pt x="451903" y="247254"/>
                  <a:pt x="456816" y="250331"/>
                </a:cubicBezTo>
                <a:cubicBezTo>
                  <a:pt x="458646" y="251389"/>
                  <a:pt x="460477" y="251869"/>
                  <a:pt x="462403" y="251869"/>
                </a:cubicBezTo>
                <a:cubicBezTo>
                  <a:pt x="465967" y="251869"/>
                  <a:pt x="469435" y="250042"/>
                  <a:pt x="471458" y="246773"/>
                </a:cubicBezTo>
                <a:lnTo>
                  <a:pt x="538600" y="136485"/>
                </a:lnTo>
                <a:cubicBezTo>
                  <a:pt x="541587" y="131485"/>
                  <a:pt x="540045" y="125043"/>
                  <a:pt x="535036" y="121966"/>
                </a:cubicBezTo>
                <a:close/>
                <a:moveTo>
                  <a:pt x="556518" y="56100"/>
                </a:moveTo>
                <a:cubicBezTo>
                  <a:pt x="558348" y="56100"/>
                  <a:pt x="560082" y="56581"/>
                  <a:pt x="561720" y="57543"/>
                </a:cubicBezTo>
                <a:lnTo>
                  <a:pt x="580023" y="68696"/>
                </a:lnTo>
                <a:cubicBezTo>
                  <a:pt x="582238" y="70043"/>
                  <a:pt x="583876" y="72254"/>
                  <a:pt x="584550" y="74754"/>
                </a:cubicBezTo>
                <a:cubicBezTo>
                  <a:pt x="585128" y="77350"/>
                  <a:pt x="584743" y="80043"/>
                  <a:pt x="583298" y="82350"/>
                </a:cubicBezTo>
                <a:lnTo>
                  <a:pt x="566055" y="110716"/>
                </a:lnTo>
                <a:lnTo>
                  <a:pt x="571449" y="113985"/>
                </a:lnTo>
                <a:cubicBezTo>
                  <a:pt x="576651" y="117158"/>
                  <a:pt x="578289" y="123985"/>
                  <a:pt x="575110" y="129177"/>
                </a:cubicBezTo>
                <a:lnTo>
                  <a:pt x="384472" y="442446"/>
                </a:lnTo>
                <a:lnTo>
                  <a:pt x="319449" y="403023"/>
                </a:lnTo>
                <a:lnTo>
                  <a:pt x="510087" y="89754"/>
                </a:lnTo>
                <a:cubicBezTo>
                  <a:pt x="511628" y="87254"/>
                  <a:pt x="514133" y="85427"/>
                  <a:pt x="516926" y="84754"/>
                </a:cubicBezTo>
                <a:cubicBezTo>
                  <a:pt x="517793" y="84562"/>
                  <a:pt x="518756" y="84466"/>
                  <a:pt x="519623" y="84466"/>
                </a:cubicBezTo>
                <a:cubicBezTo>
                  <a:pt x="521550" y="84466"/>
                  <a:pt x="523573" y="84946"/>
                  <a:pt x="525307" y="86004"/>
                </a:cubicBezTo>
                <a:lnTo>
                  <a:pt x="530701" y="89273"/>
                </a:lnTo>
                <a:lnTo>
                  <a:pt x="548041" y="60908"/>
                </a:lnTo>
                <a:cubicBezTo>
                  <a:pt x="549871" y="57831"/>
                  <a:pt x="553146" y="56100"/>
                  <a:pt x="556518" y="56100"/>
                </a:cubicBezTo>
                <a:close/>
                <a:moveTo>
                  <a:pt x="53646" y="0"/>
                </a:moveTo>
                <a:cubicBezTo>
                  <a:pt x="53646" y="0"/>
                  <a:pt x="308871" y="288"/>
                  <a:pt x="309257" y="288"/>
                </a:cubicBezTo>
                <a:cubicBezTo>
                  <a:pt x="317636" y="288"/>
                  <a:pt x="321199" y="4327"/>
                  <a:pt x="322933" y="6155"/>
                </a:cubicBezTo>
                <a:lnTo>
                  <a:pt x="438796" y="120600"/>
                </a:lnTo>
                <a:cubicBezTo>
                  <a:pt x="444574" y="126466"/>
                  <a:pt x="444767" y="132333"/>
                  <a:pt x="444767" y="134256"/>
                </a:cubicBezTo>
                <a:cubicBezTo>
                  <a:pt x="444767" y="135314"/>
                  <a:pt x="445056" y="155799"/>
                  <a:pt x="445056" y="155799"/>
                </a:cubicBezTo>
                <a:lnTo>
                  <a:pt x="402679" y="225523"/>
                </a:lnTo>
                <a:lnTo>
                  <a:pt x="402679" y="156760"/>
                </a:lnTo>
                <a:lnTo>
                  <a:pt x="340462" y="156760"/>
                </a:lnTo>
                <a:cubicBezTo>
                  <a:pt x="310894" y="156760"/>
                  <a:pt x="286816" y="132717"/>
                  <a:pt x="286816" y="103193"/>
                </a:cubicBezTo>
                <a:lnTo>
                  <a:pt x="286816" y="42315"/>
                </a:lnTo>
                <a:lnTo>
                  <a:pt x="53646" y="42315"/>
                </a:lnTo>
                <a:cubicBezTo>
                  <a:pt x="47482" y="42315"/>
                  <a:pt x="42377" y="47412"/>
                  <a:pt x="42377" y="53664"/>
                </a:cubicBezTo>
                <a:lnTo>
                  <a:pt x="42377" y="554142"/>
                </a:lnTo>
                <a:cubicBezTo>
                  <a:pt x="42377" y="560297"/>
                  <a:pt x="47482" y="565395"/>
                  <a:pt x="53646" y="565395"/>
                </a:cubicBezTo>
                <a:lnTo>
                  <a:pt x="391314" y="565395"/>
                </a:lnTo>
                <a:cubicBezTo>
                  <a:pt x="397574" y="565395"/>
                  <a:pt x="402679" y="560297"/>
                  <a:pt x="402679" y="554142"/>
                </a:cubicBezTo>
                <a:lnTo>
                  <a:pt x="402679" y="453354"/>
                </a:lnTo>
                <a:lnTo>
                  <a:pt x="445056" y="383630"/>
                </a:lnTo>
                <a:lnTo>
                  <a:pt x="445056" y="554142"/>
                </a:lnTo>
                <a:cubicBezTo>
                  <a:pt x="445056" y="583667"/>
                  <a:pt x="420978" y="607710"/>
                  <a:pt x="391314" y="607710"/>
                </a:cubicBezTo>
                <a:lnTo>
                  <a:pt x="53646" y="607710"/>
                </a:lnTo>
                <a:cubicBezTo>
                  <a:pt x="24078" y="607710"/>
                  <a:pt x="0" y="583667"/>
                  <a:pt x="0" y="554142"/>
                </a:cubicBezTo>
                <a:lnTo>
                  <a:pt x="0" y="53664"/>
                </a:lnTo>
                <a:cubicBezTo>
                  <a:pt x="0" y="24043"/>
                  <a:pt x="24078" y="0"/>
                  <a:pt x="5364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money-stacks-of-coins_31028"/>
          <p:cNvSpPr>
            <a:spLocks noChangeAspect="1"/>
          </p:cNvSpPr>
          <p:nvPr/>
        </p:nvSpPr>
        <p:spPr bwMode="auto">
          <a:xfrm>
            <a:off x="4346084" y="1438507"/>
            <a:ext cx="537031" cy="536594"/>
          </a:xfrm>
          <a:custGeom>
            <a:avLst/>
            <a:gdLst>
              <a:gd name="T0" fmla="*/ 4140 w 12790"/>
              <a:gd name="T1" fmla="*/ 10550 h 12780"/>
              <a:gd name="T2" fmla="*/ 2210 w 12790"/>
              <a:gd name="T3" fmla="*/ 8380 h 12780"/>
              <a:gd name="T4" fmla="*/ 11660 w 12790"/>
              <a:gd name="T5" fmla="*/ 90 h 12780"/>
              <a:gd name="T6" fmla="*/ 12690 w 12790"/>
              <a:gd name="T7" fmla="*/ 900 h 12780"/>
              <a:gd name="T8" fmla="*/ 10830 w 12790"/>
              <a:gd name="T9" fmla="*/ 5620 h 12780"/>
              <a:gd name="T10" fmla="*/ 4280 w 12790"/>
              <a:gd name="T11" fmla="*/ 10610 h 12780"/>
              <a:gd name="T12" fmla="*/ 4300 w 12790"/>
              <a:gd name="T13" fmla="*/ 10140 h 12780"/>
              <a:gd name="T14" fmla="*/ 12290 w 12790"/>
              <a:gd name="T15" fmla="*/ 1130 h 12780"/>
              <a:gd name="T16" fmla="*/ 11860 w 12790"/>
              <a:gd name="T17" fmla="*/ 480 h 12780"/>
              <a:gd name="T18" fmla="*/ 7480 w 12790"/>
              <a:gd name="T19" fmla="*/ 2200 h 12780"/>
              <a:gd name="T20" fmla="*/ 2370 w 12790"/>
              <a:gd name="T21" fmla="*/ 8700 h 12780"/>
              <a:gd name="T22" fmla="*/ 60 w 12790"/>
              <a:gd name="T23" fmla="*/ 6470 h 12780"/>
              <a:gd name="T24" fmla="*/ 60 w 12790"/>
              <a:gd name="T25" fmla="*/ 6190 h 12780"/>
              <a:gd name="T26" fmla="*/ 880 w 12790"/>
              <a:gd name="T27" fmla="*/ 5490 h 12780"/>
              <a:gd name="T28" fmla="*/ 4270 w 12790"/>
              <a:gd name="T29" fmla="*/ 6210 h 12780"/>
              <a:gd name="T30" fmla="*/ 2530 w 12790"/>
              <a:gd name="T31" fmla="*/ 8620 h 12780"/>
              <a:gd name="T32" fmla="*/ 2370 w 12790"/>
              <a:gd name="T33" fmla="*/ 8700 h 12780"/>
              <a:gd name="T34" fmla="*/ 2350 w 12790"/>
              <a:gd name="T35" fmla="*/ 8200 h 12780"/>
              <a:gd name="T36" fmla="*/ 910 w 12790"/>
              <a:gd name="T37" fmla="*/ 5900 h 12780"/>
              <a:gd name="T38" fmla="*/ 6450 w 12790"/>
              <a:gd name="T39" fmla="*/ 12780 h 12780"/>
              <a:gd name="T40" fmla="*/ 4140 w 12790"/>
              <a:gd name="T41" fmla="*/ 10550 h 12780"/>
              <a:gd name="T42" fmla="*/ 4160 w 12790"/>
              <a:gd name="T43" fmla="*/ 10250 h 12780"/>
              <a:gd name="T44" fmla="*/ 6570 w 12790"/>
              <a:gd name="T45" fmla="*/ 8510 h 12780"/>
              <a:gd name="T46" fmla="*/ 7290 w 12790"/>
              <a:gd name="T47" fmla="*/ 11900 h 12780"/>
              <a:gd name="T48" fmla="*/ 6590 w 12790"/>
              <a:gd name="T49" fmla="*/ 12720 h 12780"/>
              <a:gd name="T50" fmla="*/ 4580 w 12790"/>
              <a:gd name="T51" fmla="*/ 10430 h 12780"/>
              <a:gd name="T52" fmla="*/ 6880 w 12790"/>
              <a:gd name="T53" fmla="*/ 11870 h 12780"/>
              <a:gd name="T54" fmla="*/ 4580 w 12790"/>
              <a:gd name="T55" fmla="*/ 10430 h 12780"/>
              <a:gd name="T56" fmla="*/ 1040 w 12790"/>
              <a:gd name="T57" fmla="*/ 11750 h 12780"/>
              <a:gd name="T58" fmla="*/ 2020 w 12790"/>
              <a:gd name="T59" fmla="*/ 8790 h 12780"/>
              <a:gd name="T60" fmla="*/ 2390 w 12790"/>
              <a:gd name="T61" fmla="*/ 9020 h 12780"/>
              <a:gd name="T62" fmla="*/ 1810 w 12790"/>
              <a:gd name="T63" fmla="*/ 10980 h 12780"/>
              <a:gd name="T64" fmla="*/ 3700 w 12790"/>
              <a:gd name="T65" fmla="*/ 10370 h 12780"/>
              <a:gd name="T66" fmla="*/ 4000 w 12790"/>
              <a:gd name="T67" fmla="*/ 10630 h 12780"/>
              <a:gd name="T68" fmla="*/ 2350 w 12790"/>
              <a:gd name="T69" fmla="*/ 11870 h 12780"/>
              <a:gd name="T70" fmla="*/ 2090 w 12790"/>
              <a:gd name="T71" fmla="*/ 8990 h 12780"/>
              <a:gd name="T72" fmla="*/ 1180 w 12790"/>
              <a:gd name="T73" fmla="*/ 11610 h 12780"/>
              <a:gd name="T74" fmla="*/ 3800 w 12790"/>
              <a:gd name="T75" fmla="*/ 10700 h 12780"/>
              <a:gd name="T76" fmla="*/ 1680 w 12790"/>
              <a:gd name="T77" fmla="*/ 11120 h 12780"/>
              <a:gd name="T78" fmla="*/ 2090 w 12790"/>
              <a:gd name="T79" fmla="*/ 8990 h 12780"/>
              <a:gd name="T80" fmla="*/ 8610 w 12790"/>
              <a:gd name="T81" fmla="*/ 4170 h 12780"/>
              <a:gd name="T82" fmla="*/ 10380 w 12790"/>
              <a:gd name="T83" fmla="*/ 2400 h 12780"/>
              <a:gd name="T84" fmla="*/ 10380 w 12790"/>
              <a:gd name="T85" fmla="*/ 4160 h 12780"/>
              <a:gd name="T86" fmla="*/ 9490 w 12790"/>
              <a:gd name="T87" fmla="*/ 2240 h 12780"/>
              <a:gd name="T88" fmla="*/ 8750 w 12790"/>
              <a:gd name="T89" fmla="*/ 4040 h 12780"/>
              <a:gd name="T90" fmla="*/ 10550 w 12790"/>
              <a:gd name="T91" fmla="*/ 3300 h 12780"/>
              <a:gd name="T92" fmla="*/ 9490 w 12790"/>
              <a:gd name="T93" fmla="*/ 2240 h 12780"/>
              <a:gd name="T94" fmla="*/ 3960 w 12790"/>
              <a:gd name="T95" fmla="*/ 8820 h 12780"/>
              <a:gd name="T96" fmla="*/ 8540 w 12790"/>
              <a:gd name="T97" fmla="*/ 4100 h 12780"/>
              <a:gd name="T98" fmla="*/ 8680 w 12790"/>
              <a:gd name="T99" fmla="*/ 4240 h 12780"/>
              <a:gd name="T100" fmla="*/ 4030 w 12790"/>
              <a:gd name="T101" fmla="*/ 8850 h 127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790" h="12780">
                <a:moveTo>
                  <a:pt x="4280" y="10610"/>
                </a:moveTo>
                <a:cubicBezTo>
                  <a:pt x="4230" y="10610"/>
                  <a:pt x="4180" y="10590"/>
                  <a:pt x="4140" y="10550"/>
                </a:cubicBezTo>
                <a:lnTo>
                  <a:pt x="2230" y="8640"/>
                </a:lnTo>
                <a:cubicBezTo>
                  <a:pt x="2160" y="8570"/>
                  <a:pt x="2150" y="8460"/>
                  <a:pt x="2210" y="8380"/>
                </a:cubicBezTo>
                <a:lnTo>
                  <a:pt x="7160" y="1960"/>
                </a:lnTo>
                <a:cubicBezTo>
                  <a:pt x="8160" y="660"/>
                  <a:pt x="9750" y="0"/>
                  <a:pt x="11660" y="90"/>
                </a:cubicBezTo>
                <a:lnTo>
                  <a:pt x="11890" y="100"/>
                </a:lnTo>
                <a:cubicBezTo>
                  <a:pt x="12280" y="120"/>
                  <a:pt x="12670" y="510"/>
                  <a:pt x="12690" y="900"/>
                </a:cubicBezTo>
                <a:lnTo>
                  <a:pt x="12700" y="1130"/>
                </a:lnTo>
                <a:cubicBezTo>
                  <a:pt x="12790" y="3030"/>
                  <a:pt x="12120" y="4630"/>
                  <a:pt x="10830" y="5620"/>
                </a:cubicBezTo>
                <a:lnTo>
                  <a:pt x="4410" y="10570"/>
                </a:lnTo>
                <a:cubicBezTo>
                  <a:pt x="4370" y="10600"/>
                  <a:pt x="4320" y="10610"/>
                  <a:pt x="4280" y="10610"/>
                </a:cubicBezTo>
                <a:close/>
                <a:moveTo>
                  <a:pt x="2640" y="8480"/>
                </a:moveTo>
                <a:lnTo>
                  <a:pt x="4300" y="10140"/>
                </a:lnTo>
                <a:lnTo>
                  <a:pt x="10580" y="5290"/>
                </a:lnTo>
                <a:cubicBezTo>
                  <a:pt x="11760" y="4380"/>
                  <a:pt x="12370" y="2900"/>
                  <a:pt x="12290" y="1130"/>
                </a:cubicBezTo>
                <a:lnTo>
                  <a:pt x="12280" y="900"/>
                </a:lnTo>
                <a:cubicBezTo>
                  <a:pt x="12270" y="710"/>
                  <a:pt x="12050" y="490"/>
                  <a:pt x="11860" y="480"/>
                </a:cubicBezTo>
                <a:lnTo>
                  <a:pt x="11630" y="470"/>
                </a:lnTo>
                <a:cubicBezTo>
                  <a:pt x="9870" y="410"/>
                  <a:pt x="8400" y="1010"/>
                  <a:pt x="7480" y="2200"/>
                </a:cubicBezTo>
                <a:lnTo>
                  <a:pt x="2640" y="8480"/>
                </a:lnTo>
                <a:close/>
                <a:moveTo>
                  <a:pt x="2370" y="8700"/>
                </a:moveTo>
                <a:cubicBezTo>
                  <a:pt x="2320" y="8700"/>
                  <a:pt x="2270" y="8680"/>
                  <a:pt x="2230" y="8640"/>
                </a:cubicBezTo>
                <a:lnTo>
                  <a:pt x="60" y="6470"/>
                </a:lnTo>
                <a:cubicBezTo>
                  <a:pt x="20" y="6430"/>
                  <a:pt x="0" y="6380"/>
                  <a:pt x="0" y="6330"/>
                </a:cubicBezTo>
                <a:cubicBezTo>
                  <a:pt x="0" y="6280"/>
                  <a:pt x="20" y="6230"/>
                  <a:pt x="60" y="6190"/>
                </a:cubicBezTo>
                <a:lnTo>
                  <a:pt x="700" y="5550"/>
                </a:lnTo>
                <a:cubicBezTo>
                  <a:pt x="750" y="5500"/>
                  <a:pt x="810" y="5480"/>
                  <a:pt x="880" y="5490"/>
                </a:cubicBezTo>
                <a:lnTo>
                  <a:pt x="4120" y="6080"/>
                </a:lnTo>
                <a:cubicBezTo>
                  <a:pt x="4190" y="6090"/>
                  <a:pt x="4250" y="6140"/>
                  <a:pt x="4270" y="6210"/>
                </a:cubicBezTo>
                <a:cubicBezTo>
                  <a:pt x="4290" y="6280"/>
                  <a:pt x="4280" y="6350"/>
                  <a:pt x="4240" y="6400"/>
                </a:cubicBezTo>
                <a:lnTo>
                  <a:pt x="2530" y="8620"/>
                </a:lnTo>
                <a:cubicBezTo>
                  <a:pt x="2490" y="8670"/>
                  <a:pt x="2440" y="8690"/>
                  <a:pt x="2380" y="8700"/>
                </a:cubicBezTo>
                <a:lnTo>
                  <a:pt x="2370" y="8700"/>
                </a:lnTo>
                <a:close/>
                <a:moveTo>
                  <a:pt x="480" y="6330"/>
                </a:moveTo>
                <a:lnTo>
                  <a:pt x="2350" y="8200"/>
                </a:lnTo>
                <a:lnTo>
                  <a:pt x="3720" y="6420"/>
                </a:lnTo>
                <a:lnTo>
                  <a:pt x="910" y="5900"/>
                </a:lnTo>
                <a:lnTo>
                  <a:pt x="480" y="6330"/>
                </a:lnTo>
                <a:close/>
                <a:moveTo>
                  <a:pt x="6450" y="12780"/>
                </a:moveTo>
                <a:cubicBezTo>
                  <a:pt x="6400" y="12780"/>
                  <a:pt x="6350" y="12760"/>
                  <a:pt x="6310" y="12720"/>
                </a:cubicBezTo>
                <a:lnTo>
                  <a:pt x="4140" y="10550"/>
                </a:lnTo>
                <a:cubicBezTo>
                  <a:pt x="4100" y="10510"/>
                  <a:pt x="4080" y="10450"/>
                  <a:pt x="4080" y="10400"/>
                </a:cubicBezTo>
                <a:cubicBezTo>
                  <a:pt x="4080" y="10340"/>
                  <a:pt x="4110" y="10290"/>
                  <a:pt x="4160" y="10250"/>
                </a:cubicBezTo>
                <a:lnTo>
                  <a:pt x="6380" y="8540"/>
                </a:lnTo>
                <a:cubicBezTo>
                  <a:pt x="6440" y="8500"/>
                  <a:pt x="6510" y="8490"/>
                  <a:pt x="6570" y="8510"/>
                </a:cubicBezTo>
                <a:cubicBezTo>
                  <a:pt x="6640" y="8540"/>
                  <a:pt x="6680" y="8590"/>
                  <a:pt x="6700" y="8660"/>
                </a:cubicBezTo>
                <a:lnTo>
                  <a:pt x="7290" y="11900"/>
                </a:lnTo>
                <a:cubicBezTo>
                  <a:pt x="7300" y="11960"/>
                  <a:pt x="7280" y="12030"/>
                  <a:pt x="7230" y="12080"/>
                </a:cubicBezTo>
                <a:lnTo>
                  <a:pt x="6590" y="12720"/>
                </a:lnTo>
                <a:cubicBezTo>
                  <a:pt x="6550" y="12760"/>
                  <a:pt x="6500" y="12780"/>
                  <a:pt x="6450" y="12780"/>
                </a:cubicBezTo>
                <a:close/>
                <a:moveTo>
                  <a:pt x="4580" y="10430"/>
                </a:moveTo>
                <a:lnTo>
                  <a:pt x="6450" y="12300"/>
                </a:lnTo>
                <a:lnTo>
                  <a:pt x="6880" y="11870"/>
                </a:lnTo>
                <a:lnTo>
                  <a:pt x="6360" y="9060"/>
                </a:lnTo>
                <a:lnTo>
                  <a:pt x="4580" y="10430"/>
                </a:lnTo>
                <a:close/>
                <a:moveTo>
                  <a:pt x="1700" y="11990"/>
                </a:moveTo>
                <a:cubicBezTo>
                  <a:pt x="1420" y="11990"/>
                  <a:pt x="1200" y="11910"/>
                  <a:pt x="1040" y="11750"/>
                </a:cubicBezTo>
                <a:cubicBezTo>
                  <a:pt x="760" y="11470"/>
                  <a:pt x="720" y="11010"/>
                  <a:pt x="920" y="10440"/>
                </a:cubicBezTo>
                <a:cubicBezTo>
                  <a:pt x="1110" y="9890"/>
                  <a:pt x="1500" y="9300"/>
                  <a:pt x="2020" y="8790"/>
                </a:cubicBezTo>
                <a:cubicBezTo>
                  <a:pt x="2060" y="8750"/>
                  <a:pt x="2120" y="8750"/>
                  <a:pt x="2160" y="8790"/>
                </a:cubicBezTo>
                <a:lnTo>
                  <a:pt x="2390" y="9020"/>
                </a:lnTo>
                <a:cubicBezTo>
                  <a:pt x="2430" y="9060"/>
                  <a:pt x="2430" y="9120"/>
                  <a:pt x="2390" y="9160"/>
                </a:cubicBezTo>
                <a:cubicBezTo>
                  <a:pt x="1740" y="9810"/>
                  <a:pt x="1480" y="10640"/>
                  <a:pt x="1810" y="10980"/>
                </a:cubicBezTo>
                <a:cubicBezTo>
                  <a:pt x="2150" y="11320"/>
                  <a:pt x="2980" y="11050"/>
                  <a:pt x="3630" y="10400"/>
                </a:cubicBezTo>
                <a:cubicBezTo>
                  <a:pt x="3650" y="10380"/>
                  <a:pt x="3670" y="10370"/>
                  <a:pt x="3700" y="10370"/>
                </a:cubicBezTo>
                <a:cubicBezTo>
                  <a:pt x="3730" y="10370"/>
                  <a:pt x="3750" y="10380"/>
                  <a:pt x="3770" y="10400"/>
                </a:cubicBezTo>
                <a:lnTo>
                  <a:pt x="4000" y="10630"/>
                </a:lnTo>
                <a:cubicBezTo>
                  <a:pt x="4040" y="10670"/>
                  <a:pt x="4040" y="10730"/>
                  <a:pt x="4000" y="10770"/>
                </a:cubicBezTo>
                <a:cubicBezTo>
                  <a:pt x="3480" y="11290"/>
                  <a:pt x="2890" y="11680"/>
                  <a:pt x="2350" y="11870"/>
                </a:cubicBezTo>
                <a:cubicBezTo>
                  <a:pt x="2110" y="11940"/>
                  <a:pt x="1900" y="11990"/>
                  <a:pt x="1700" y="11990"/>
                </a:cubicBezTo>
                <a:close/>
                <a:moveTo>
                  <a:pt x="2090" y="8990"/>
                </a:moveTo>
                <a:cubicBezTo>
                  <a:pt x="1630" y="9470"/>
                  <a:pt x="1280" y="10000"/>
                  <a:pt x="1110" y="10500"/>
                </a:cubicBezTo>
                <a:cubicBezTo>
                  <a:pt x="940" y="11000"/>
                  <a:pt x="960" y="11390"/>
                  <a:pt x="1180" y="11610"/>
                </a:cubicBezTo>
                <a:cubicBezTo>
                  <a:pt x="1400" y="11830"/>
                  <a:pt x="1790" y="11850"/>
                  <a:pt x="2290" y="11680"/>
                </a:cubicBezTo>
                <a:cubicBezTo>
                  <a:pt x="2790" y="11510"/>
                  <a:pt x="3320" y="11160"/>
                  <a:pt x="3800" y="10700"/>
                </a:cubicBezTo>
                <a:lnTo>
                  <a:pt x="3710" y="10610"/>
                </a:lnTo>
                <a:cubicBezTo>
                  <a:pt x="2970" y="11310"/>
                  <a:pt x="2100" y="11530"/>
                  <a:pt x="1680" y="11120"/>
                </a:cubicBezTo>
                <a:cubicBezTo>
                  <a:pt x="1270" y="10710"/>
                  <a:pt x="1490" y="9830"/>
                  <a:pt x="2190" y="9090"/>
                </a:cubicBezTo>
                <a:lnTo>
                  <a:pt x="2090" y="8990"/>
                </a:lnTo>
                <a:close/>
                <a:moveTo>
                  <a:pt x="9490" y="4540"/>
                </a:moveTo>
                <a:cubicBezTo>
                  <a:pt x="9170" y="4540"/>
                  <a:pt x="8850" y="4420"/>
                  <a:pt x="8610" y="4170"/>
                </a:cubicBezTo>
                <a:cubicBezTo>
                  <a:pt x="8120" y="3680"/>
                  <a:pt x="8120" y="2890"/>
                  <a:pt x="8610" y="2400"/>
                </a:cubicBezTo>
                <a:cubicBezTo>
                  <a:pt x="9100" y="1910"/>
                  <a:pt x="9890" y="1910"/>
                  <a:pt x="10380" y="2400"/>
                </a:cubicBezTo>
                <a:cubicBezTo>
                  <a:pt x="10620" y="2640"/>
                  <a:pt x="10750" y="2950"/>
                  <a:pt x="10750" y="3280"/>
                </a:cubicBezTo>
                <a:cubicBezTo>
                  <a:pt x="10750" y="3610"/>
                  <a:pt x="10620" y="3930"/>
                  <a:pt x="10380" y="4160"/>
                </a:cubicBezTo>
                <a:cubicBezTo>
                  <a:pt x="10130" y="4420"/>
                  <a:pt x="9810" y="4540"/>
                  <a:pt x="9490" y="4540"/>
                </a:cubicBezTo>
                <a:close/>
                <a:moveTo>
                  <a:pt x="9490" y="2240"/>
                </a:moveTo>
                <a:cubicBezTo>
                  <a:pt x="9220" y="2240"/>
                  <a:pt x="8950" y="2340"/>
                  <a:pt x="8750" y="2550"/>
                </a:cubicBezTo>
                <a:cubicBezTo>
                  <a:pt x="8340" y="2960"/>
                  <a:pt x="8340" y="3630"/>
                  <a:pt x="8750" y="4040"/>
                </a:cubicBezTo>
                <a:cubicBezTo>
                  <a:pt x="9160" y="4450"/>
                  <a:pt x="9830" y="4450"/>
                  <a:pt x="10240" y="4040"/>
                </a:cubicBezTo>
                <a:cubicBezTo>
                  <a:pt x="10440" y="3840"/>
                  <a:pt x="10550" y="3580"/>
                  <a:pt x="10550" y="3300"/>
                </a:cubicBezTo>
                <a:cubicBezTo>
                  <a:pt x="10550" y="3020"/>
                  <a:pt x="10440" y="2760"/>
                  <a:pt x="10240" y="2560"/>
                </a:cubicBezTo>
                <a:cubicBezTo>
                  <a:pt x="10020" y="2350"/>
                  <a:pt x="9760" y="2240"/>
                  <a:pt x="9490" y="2240"/>
                </a:cubicBezTo>
                <a:close/>
                <a:moveTo>
                  <a:pt x="4030" y="8850"/>
                </a:moveTo>
                <a:cubicBezTo>
                  <a:pt x="4000" y="8850"/>
                  <a:pt x="3980" y="8840"/>
                  <a:pt x="3960" y="8820"/>
                </a:cubicBezTo>
                <a:cubicBezTo>
                  <a:pt x="3920" y="8780"/>
                  <a:pt x="3920" y="8720"/>
                  <a:pt x="3960" y="8680"/>
                </a:cubicBezTo>
                <a:lnTo>
                  <a:pt x="8540" y="4100"/>
                </a:lnTo>
                <a:cubicBezTo>
                  <a:pt x="8580" y="4060"/>
                  <a:pt x="8640" y="4060"/>
                  <a:pt x="8680" y="4100"/>
                </a:cubicBezTo>
                <a:cubicBezTo>
                  <a:pt x="8720" y="4140"/>
                  <a:pt x="8720" y="4200"/>
                  <a:pt x="8680" y="4240"/>
                </a:cubicBezTo>
                <a:lnTo>
                  <a:pt x="4100" y="8820"/>
                </a:lnTo>
                <a:cubicBezTo>
                  <a:pt x="4080" y="8840"/>
                  <a:pt x="4060" y="8850"/>
                  <a:pt x="4030" y="88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0" name="left-quote_56937"/>
          <p:cNvSpPr>
            <a:spLocks noChangeAspect="1"/>
          </p:cNvSpPr>
          <p:nvPr/>
        </p:nvSpPr>
        <p:spPr bwMode="auto">
          <a:xfrm>
            <a:off x="7267615" y="4674276"/>
            <a:ext cx="537031" cy="526989"/>
          </a:xfrm>
          <a:custGeom>
            <a:avLst/>
            <a:gdLst>
              <a:gd name="T0" fmla="*/ 5254 w 6827"/>
              <a:gd name="T1" fmla="*/ 0 h 6709"/>
              <a:gd name="T2" fmla="*/ 1573 w 6827"/>
              <a:gd name="T3" fmla="*/ 0 h 6709"/>
              <a:gd name="T4" fmla="*/ 0 w 6827"/>
              <a:gd name="T5" fmla="*/ 2272 h 6709"/>
              <a:gd name="T6" fmla="*/ 3413 w 6827"/>
              <a:gd name="T7" fmla="*/ 6709 h 6709"/>
              <a:gd name="T8" fmla="*/ 6827 w 6827"/>
              <a:gd name="T9" fmla="*/ 2272 h 6709"/>
              <a:gd name="T10" fmla="*/ 5254 w 6827"/>
              <a:gd name="T11" fmla="*/ 0 h 6709"/>
              <a:gd name="T12" fmla="*/ 5273 w 6827"/>
              <a:gd name="T13" fmla="*/ 851 h 6709"/>
              <a:gd name="T14" fmla="*/ 6090 w 6827"/>
              <a:gd name="T15" fmla="*/ 2030 h 6709"/>
              <a:gd name="T16" fmla="*/ 5092 w 6827"/>
              <a:gd name="T17" fmla="*/ 2030 h 6709"/>
              <a:gd name="T18" fmla="*/ 5273 w 6827"/>
              <a:gd name="T19" fmla="*/ 851 h 6709"/>
              <a:gd name="T20" fmla="*/ 4858 w 6827"/>
              <a:gd name="T21" fmla="*/ 468 h 6709"/>
              <a:gd name="T22" fmla="*/ 4677 w 6827"/>
              <a:gd name="T23" fmla="*/ 1647 h 6709"/>
              <a:gd name="T24" fmla="*/ 3860 w 6827"/>
              <a:gd name="T25" fmla="*/ 468 h 6709"/>
              <a:gd name="T26" fmla="*/ 4858 w 6827"/>
              <a:gd name="T27" fmla="*/ 468 h 6709"/>
              <a:gd name="T28" fmla="*/ 4372 w 6827"/>
              <a:gd name="T29" fmla="*/ 2030 h 6709"/>
              <a:gd name="T30" fmla="*/ 2455 w 6827"/>
              <a:gd name="T31" fmla="*/ 2030 h 6709"/>
              <a:gd name="T32" fmla="*/ 3413 w 6827"/>
              <a:gd name="T33" fmla="*/ 646 h 6709"/>
              <a:gd name="T34" fmla="*/ 4372 w 6827"/>
              <a:gd name="T35" fmla="*/ 2030 h 6709"/>
              <a:gd name="T36" fmla="*/ 2966 w 6827"/>
              <a:gd name="T37" fmla="*/ 468 h 6709"/>
              <a:gd name="T38" fmla="*/ 2150 w 6827"/>
              <a:gd name="T39" fmla="*/ 1647 h 6709"/>
              <a:gd name="T40" fmla="*/ 1969 w 6827"/>
              <a:gd name="T41" fmla="*/ 468 h 6709"/>
              <a:gd name="T42" fmla="*/ 2966 w 6827"/>
              <a:gd name="T43" fmla="*/ 468 h 6709"/>
              <a:gd name="T44" fmla="*/ 1553 w 6827"/>
              <a:gd name="T45" fmla="*/ 851 h 6709"/>
              <a:gd name="T46" fmla="*/ 1735 w 6827"/>
              <a:gd name="T47" fmla="*/ 2030 h 6709"/>
              <a:gd name="T48" fmla="*/ 737 w 6827"/>
              <a:gd name="T49" fmla="*/ 2030 h 6709"/>
              <a:gd name="T50" fmla="*/ 1553 w 6827"/>
              <a:gd name="T51" fmla="*/ 851 h 6709"/>
              <a:gd name="T52" fmla="*/ 766 w 6827"/>
              <a:gd name="T53" fmla="*/ 2499 h 6709"/>
              <a:gd name="T54" fmla="*/ 1841 w 6827"/>
              <a:gd name="T55" fmla="*/ 2499 h 6709"/>
              <a:gd name="T56" fmla="*/ 2721 w 6827"/>
              <a:gd name="T57" fmla="*/ 5040 h 6709"/>
              <a:gd name="T58" fmla="*/ 766 w 6827"/>
              <a:gd name="T59" fmla="*/ 2499 h 6709"/>
              <a:gd name="T60" fmla="*/ 2337 w 6827"/>
              <a:gd name="T61" fmla="*/ 2499 h 6709"/>
              <a:gd name="T62" fmla="*/ 4490 w 6827"/>
              <a:gd name="T63" fmla="*/ 2499 h 6709"/>
              <a:gd name="T64" fmla="*/ 3413 w 6827"/>
              <a:gd name="T65" fmla="*/ 5609 h 6709"/>
              <a:gd name="T66" fmla="*/ 2337 w 6827"/>
              <a:gd name="T67" fmla="*/ 2499 h 6709"/>
              <a:gd name="T68" fmla="*/ 4106 w 6827"/>
              <a:gd name="T69" fmla="*/ 5040 h 6709"/>
              <a:gd name="T70" fmla="*/ 4986 w 6827"/>
              <a:gd name="T71" fmla="*/ 2499 h 6709"/>
              <a:gd name="T72" fmla="*/ 6061 w 6827"/>
              <a:gd name="T73" fmla="*/ 2499 h 6709"/>
              <a:gd name="T74" fmla="*/ 4106 w 6827"/>
              <a:gd name="T75" fmla="*/ 5040 h 6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827" h="6709">
                <a:moveTo>
                  <a:pt x="5254" y="0"/>
                </a:moveTo>
                <a:lnTo>
                  <a:pt x="1573" y="0"/>
                </a:lnTo>
                <a:lnTo>
                  <a:pt x="0" y="2272"/>
                </a:lnTo>
                <a:lnTo>
                  <a:pt x="3413" y="6709"/>
                </a:lnTo>
                <a:lnTo>
                  <a:pt x="6827" y="2272"/>
                </a:lnTo>
                <a:lnTo>
                  <a:pt x="5254" y="0"/>
                </a:lnTo>
                <a:close/>
                <a:moveTo>
                  <a:pt x="5273" y="851"/>
                </a:moveTo>
                <a:lnTo>
                  <a:pt x="6090" y="2030"/>
                </a:lnTo>
                <a:lnTo>
                  <a:pt x="5092" y="2030"/>
                </a:lnTo>
                <a:lnTo>
                  <a:pt x="5273" y="851"/>
                </a:lnTo>
                <a:close/>
                <a:moveTo>
                  <a:pt x="4858" y="468"/>
                </a:moveTo>
                <a:lnTo>
                  <a:pt x="4677" y="1647"/>
                </a:lnTo>
                <a:lnTo>
                  <a:pt x="3860" y="468"/>
                </a:lnTo>
                <a:lnTo>
                  <a:pt x="4858" y="468"/>
                </a:lnTo>
                <a:close/>
                <a:moveTo>
                  <a:pt x="4372" y="2030"/>
                </a:moveTo>
                <a:lnTo>
                  <a:pt x="2455" y="2030"/>
                </a:lnTo>
                <a:lnTo>
                  <a:pt x="3413" y="646"/>
                </a:lnTo>
                <a:lnTo>
                  <a:pt x="4372" y="2030"/>
                </a:lnTo>
                <a:close/>
                <a:moveTo>
                  <a:pt x="2966" y="468"/>
                </a:moveTo>
                <a:lnTo>
                  <a:pt x="2150" y="1647"/>
                </a:lnTo>
                <a:lnTo>
                  <a:pt x="1969" y="468"/>
                </a:lnTo>
                <a:lnTo>
                  <a:pt x="2966" y="468"/>
                </a:lnTo>
                <a:close/>
                <a:moveTo>
                  <a:pt x="1553" y="851"/>
                </a:moveTo>
                <a:lnTo>
                  <a:pt x="1735" y="2030"/>
                </a:lnTo>
                <a:lnTo>
                  <a:pt x="737" y="2030"/>
                </a:lnTo>
                <a:lnTo>
                  <a:pt x="1553" y="851"/>
                </a:lnTo>
                <a:close/>
                <a:moveTo>
                  <a:pt x="766" y="2499"/>
                </a:moveTo>
                <a:lnTo>
                  <a:pt x="1841" y="2499"/>
                </a:lnTo>
                <a:lnTo>
                  <a:pt x="2721" y="5040"/>
                </a:lnTo>
                <a:lnTo>
                  <a:pt x="766" y="2499"/>
                </a:lnTo>
                <a:close/>
                <a:moveTo>
                  <a:pt x="2337" y="2499"/>
                </a:moveTo>
                <a:lnTo>
                  <a:pt x="4490" y="2499"/>
                </a:lnTo>
                <a:lnTo>
                  <a:pt x="3413" y="5609"/>
                </a:lnTo>
                <a:lnTo>
                  <a:pt x="2337" y="2499"/>
                </a:lnTo>
                <a:close/>
                <a:moveTo>
                  <a:pt x="4106" y="5040"/>
                </a:moveTo>
                <a:lnTo>
                  <a:pt x="4986" y="2499"/>
                </a:lnTo>
                <a:lnTo>
                  <a:pt x="6061" y="2499"/>
                </a:lnTo>
                <a:lnTo>
                  <a:pt x="4106" y="50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1" name="money-stacks-of-coins_31028"/>
          <p:cNvSpPr>
            <a:spLocks noChangeAspect="1"/>
          </p:cNvSpPr>
          <p:nvPr/>
        </p:nvSpPr>
        <p:spPr bwMode="auto">
          <a:xfrm>
            <a:off x="4396787" y="3626794"/>
            <a:ext cx="537031" cy="533992"/>
          </a:xfrm>
          <a:custGeom>
            <a:avLst/>
            <a:gdLst>
              <a:gd name="T0" fmla="*/ 6444 w 12886"/>
              <a:gd name="T1" fmla="*/ 8002 h 12813"/>
              <a:gd name="T2" fmla="*/ 6305 w 12886"/>
              <a:gd name="T3" fmla="*/ 7963 h 12813"/>
              <a:gd name="T4" fmla="*/ 171 w 12886"/>
              <a:gd name="T5" fmla="*/ 4235 h 12813"/>
              <a:gd name="T6" fmla="*/ 171 w 12886"/>
              <a:gd name="T7" fmla="*/ 3779 h 12813"/>
              <a:gd name="T8" fmla="*/ 6304 w 12886"/>
              <a:gd name="T9" fmla="*/ 52 h 12813"/>
              <a:gd name="T10" fmla="*/ 6581 w 12886"/>
              <a:gd name="T11" fmla="*/ 52 h 12813"/>
              <a:gd name="T12" fmla="*/ 12715 w 12886"/>
              <a:gd name="T13" fmla="*/ 3779 h 12813"/>
              <a:gd name="T14" fmla="*/ 12715 w 12886"/>
              <a:gd name="T15" fmla="*/ 4235 h 12813"/>
              <a:gd name="T16" fmla="*/ 6582 w 12886"/>
              <a:gd name="T17" fmla="*/ 7963 h 12813"/>
              <a:gd name="T18" fmla="*/ 6444 w 12886"/>
              <a:gd name="T19" fmla="*/ 8002 h 12813"/>
              <a:gd name="T20" fmla="*/ 823 w 12886"/>
              <a:gd name="T21" fmla="*/ 4007 h 12813"/>
              <a:gd name="T22" fmla="*/ 6444 w 12886"/>
              <a:gd name="T23" fmla="*/ 7423 h 12813"/>
              <a:gd name="T24" fmla="*/ 12063 w 12886"/>
              <a:gd name="T25" fmla="*/ 4007 h 12813"/>
              <a:gd name="T26" fmla="*/ 6443 w 12886"/>
              <a:gd name="T27" fmla="*/ 592 h 12813"/>
              <a:gd name="T28" fmla="*/ 823 w 12886"/>
              <a:gd name="T29" fmla="*/ 4007 h 12813"/>
              <a:gd name="T30" fmla="*/ 6444 w 12886"/>
              <a:gd name="T31" fmla="*/ 10359 h 12813"/>
              <a:gd name="T32" fmla="*/ 6305 w 12886"/>
              <a:gd name="T33" fmla="*/ 10320 h 12813"/>
              <a:gd name="T34" fmla="*/ 171 w 12886"/>
              <a:gd name="T35" fmla="*/ 6592 h 12813"/>
              <a:gd name="T36" fmla="*/ 171 w 12886"/>
              <a:gd name="T37" fmla="*/ 6137 h 12813"/>
              <a:gd name="T38" fmla="*/ 2111 w 12886"/>
              <a:gd name="T39" fmla="*/ 4958 h 12813"/>
              <a:gd name="T40" fmla="*/ 2388 w 12886"/>
              <a:gd name="T41" fmla="*/ 5414 h 12813"/>
              <a:gd name="T42" fmla="*/ 823 w 12886"/>
              <a:gd name="T43" fmla="*/ 6364 h 12813"/>
              <a:gd name="T44" fmla="*/ 6444 w 12886"/>
              <a:gd name="T45" fmla="*/ 9781 h 12813"/>
              <a:gd name="T46" fmla="*/ 12063 w 12886"/>
              <a:gd name="T47" fmla="*/ 6365 h 12813"/>
              <a:gd name="T48" fmla="*/ 10498 w 12886"/>
              <a:gd name="T49" fmla="*/ 5415 h 12813"/>
              <a:gd name="T50" fmla="*/ 10775 w 12886"/>
              <a:gd name="T51" fmla="*/ 4959 h 12813"/>
              <a:gd name="T52" fmla="*/ 12715 w 12886"/>
              <a:gd name="T53" fmla="*/ 6137 h 12813"/>
              <a:gd name="T54" fmla="*/ 12715 w 12886"/>
              <a:gd name="T55" fmla="*/ 6593 h 12813"/>
              <a:gd name="T56" fmla="*/ 6582 w 12886"/>
              <a:gd name="T57" fmla="*/ 10320 h 12813"/>
              <a:gd name="T58" fmla="*/ 6444 w 12886"/>
              <a:gd name="T59" fmla="*/ 10359 h 12813"/>
              <a:gd name="T60" fmla="*/ 6444 w 12886"/>
              <a:gd name="T61" fmla="*/ 12813 h 12813"/>
              <a:gd name="T62" fmla="*/ 6305 w 12886"/>
              <a:gd name="T63" fmla="*/ 12774 h 12813"/>
              <a:gd name="T64" fmla="*/ 171 w 12886"/>
              <a:gd name="T65" fmla="*/ 9046 h 12813"/>
              <a:gd name="T66" fmla="*/ 171 w 12886"/>
              <a:gd name="T67" fmla="*/ 8591 h 12813"/>
              <a:gd name="T68" fmla="*/ 2111 w 12886"/>
              <a:gd name="T69" fmla="*/ 7411 h 12813"/>
              <a:gd name="T70" fmla="*/ 2388 w 12886"/>
              <a:gd name="T71" fmla="*/ 7867 h 12813"/>
              <a:gd name="T72" fmla="*/ 823 w 12886"/>
              <a:gd name="T73" fmla="*/ 8818 h 12813"/>
              <a:gd name="T74" fmla="*/ 6444 w 12886"/>
              <a:gd name="T75" fmla="*/ 12234 h 12813"/>
              <a:gd name="T76" fmla="*/ 12063 w 12886"/>
              <a:gd name="T77" fmla="*/ 8818 h 12813"/>
              <a:gd name="T78" fmla="*/ 10498 w 12886"/>
              <a:gd name="T79" fmla="*/ 7868 h 12813"/>
              <a:gd name="T80" fmla="*/ 10775 w 12886"/>
              <a:gd name="T81" fmla="*/ 7412 h 12813"/>
              <a:gd name="T82" fmla="*/ 12715 w 12886"/>
              <a:gd name="T83" fmla="*/ 8591 h 12813"/>
              <a:gd name="T84" fmla="*/ 12715 w 12886"/>
              <a:gd name="T85" fmla="*/ 9046 h 12813"/>
              <a:gd name="T86" fmla="*/ 6582 w 12886"/>
              <a:gd name="T87" fmla="*/ 12774 h 12813"/>
              <a:gd name="T88" fmla="*/ 6444 w 12886"/>
              <a:gd name="T89" fmla="*/ 12813 h 128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86" h="12813">
                <a:moveTo>
                  <a:pt x="6444" y="8002"/>
                </a:moveTo>
                <a:cubicBezTo>
                  <a:pt x="6396" y="8002"/>
                  <a:pt x="6348" y="7989"/>
                  <a:pt x="6305" y="7963"/>
                </a:cubicBezTo>
                <a:lnTo>
                  <a:pt x="171" y="4235"/>
                </a:lnTo>
                <a:cubicBezTo>
                  <a:pt x="1" y="4131"/>
                  <a:pt x="1" y="3884"/>
                  <a:pt x="171" y="3779"/>
                </a:cubicBezTo>
                <a:lnTo>
                  <a:pt x="6304" y="52"/>
                </a:lnTo>
                <a:cubicBezTo>
                  <a:pt x="6389" y="0"/>
                  <a:pt x="6496" y="0"/>
                  <a:pt x="6581" y="52"/>
                </a:cubicBezTo>
                <a:lnTo>
                  <a:pt x="12715" y="3779"/>
                </a:lnTo>
                <a:cubicBezTo>
                  <a:pt x="12886" y="3883"/>
                  <a:pt x="12886" y="4131"/>
                  <a:pt x="12715" y="4235"/>
                </a:cubicBezTo>
                <a:lnTo>
                  <a:pt x="6582" y="7963"/>
                </a:lnTo>
                <a:cubicBezTo>
                  <a:pt x="6540" y="7989"/>
                  <a:pt x="6492" y="8002"/>
                  <a:pt x="6444" y="8002"/>
                </a:cubicBezTo>
                <a:close/>
                <a:moveTo>
                  <a:pt x="823" y="4007"/>
                </a:moveTo>
                <a:lnTo>
                  <a:pt x="6444" y="7423"/>
                </a:lnTo>
                <a:lnTo>
                  <a:pt x="12063" y="4007"/>
                </a:lnTo>
                <a:lnTo>
                  <a:pt x="6443" y="592"/>
                </a:lnTo>
                <a:lnTo>
                  <a:pt x="823" y="4007"/>
                </a:lnTo>
                <a:close/>
                <a:moveTo>
                  <a:pt x="6444" y="10359"/>
                </a:moveTo>
                <a:cubicBezTo>
                  <a:pt x="6396" y="10359"/>
                  <a:pt x="6348" y="10346"/>
                  <a:pt x="6305" y="10320"/>
                </a:cubicBezTo>
                <a:lnTo>
                  <a:pt x="171" y="6592"/>
                </a:lnTo>
                <a:cubicBezTo>
                  <a:pt x="1" y="6488"/>
                  <a:pt x="1" y="6241"/>
                  <a:pt x="171" y="6137"/>
                </a:cubicBezTo>
                <a:lnTo>
                  <a:pt x="2111" y="4958"/>
                </a:lnTo>
                <a:lnTo>
                  <a:pt x="2388" y="5414"/>
                </a:lnTo>
                <a:lnTo>
                  <a:pt x="823" y="6364"/>
                </a:lnTo>
                <a:lnTo>
                  <a:pt x="6444" y="9781"/>
                </a:lnTo>
                <a:lnTo>
                  <a:pt x="12063" y="6365"/>
                </a:lnTo>
                <a:lnTo>
                  <a:pt x="10498" y="5415"/>
                </a:lnTo>
                <a:lnTo>
                  <a:pt x="10775" y="4959"/>
                </a:lnTo>
                <a:lnTo>
                  <a:pt x="12715" y="6137"/>
                </a:lnTo>
                <a:cubicBezTo>
                  <a:pt x="12886" y="6241"/>
                  <a:pt x="12886" y="6489"/>
                  <a:pt x="12715" y="6593"/>
                </a:cubicBezTo>
                <a:lnTo>
                  <a:pt x="6582" y="10320"/>
                </a:lnTo>
                <a:cubicBezTo>
                  <a:pt x="6540" y="10346"/>
                  <a:pt x="6492" y="10359"/>
                  <a:pt x="6444" y="10359"/>
                </a:cubicBezTo>
                <a:close/>
                <a:moveTo>
                  <a:pt x="6444" y="12813"/>
                </a:moveTo>
                <a:cubicBezTo>
                  <a:pt x="6396" y="12813"/>
                  <a:pt x="6348" y="12800"/>
                  <a:pt x="6305" y="12774"/>
                </a:cubicBezTo>
                <a:lnTo>
                  <a:pt x="171" y="9046"/>
                </a:lnTo>
                <a:cubicBezTo>
                  <a:pt x="0" y="8942"/>
                  <a:pt x="0" y="8695"/>
                  <a:pt x="171" y="8591"/>
                </a:cubicBezTo>
                <a:lnTo>
                  <a:pt x="2111" y="7411"/>
                </a:lnTo>
                <a:lnTo>
                  <a:pt x="2388" y="7867"/>
                </a:lnTo>
                <a:lnTo>
                  <a:pt x="823" y="8818"/>
                </a:lnTo>
                <a:lnTo>
                  <a:pt x="6444" y="12234"/>
                </a:lnTo>
                <a:lnTo>
                  <a:pt x="12063" y="8818"/>
                </a:lnTo>
                <a:lnTo>
                  <a:pt x="10498" y="7868"/>
                </a:lnTo>
                <a:lnTo>
                  <a:pt x="10775" y="7412"/>
                </a:lnTo>
                <a:lnTo>
                  <a:pt x="12715" y="8591"/>
                </a:lnTo>
                <a:cubicBezTo>
                  <a:pt x="12886" y="8694"/>
                  <a:pt x="12886" y="8942"/>
                  <a:pt x="12715" y="9046"/>
                </a:cubicBezTo>
                <a:lnTo>
                  <a:pt x="6582" y="12774"/>
                </a:lnTo>
                <a:cubicBezTo>
                  <a:pt x="6540" y="12800"/>
                  <a:pt x="6492" y="12813"/>
                  <a:pt x="6444" y="128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2" name="money-stacks-of-coins_31028"/>
          <p:cNvSpPr>
            <a:spLocks noChangeAspect="1"/>
          </p:cNvSpPr>
          <p:nvPr/>
        </p:nvSpPr>
        <p:spPr bwMode="auto">
          <a:xfrm>
            <a:off x="7300969" y="2457090"/>
            <a:ext cx="503677" cy="537031"/>
          </a:xfrm>
          <a:custGeom>
            <a:avLst/>
            <a:gdLst>
              <a:gd name="connsiteX0" fmla="*/ 11643 w 567981"/>
              <a:gd name="connsiteY0" fmla="*/ 567698 h 605592"/>
              <a:gd name="connsiteX1" fmla="*/ 556337 w 567981"/>
              <a:gd name="connsiteY1" fmla="*/ 567698 h 605592"/>
              <a:gd name="connsiteX2" fmla="*/ 556337 w 567981"/>
              <a:gd name="connsiteY2" fmla="*/ 605592 h 605592"/>
              <a:gd name="connsiteX3" fmla="*/ 11643 w 567981"/>
              <a:gd name="connsiteY3" fmla="*/ 605592 h 605592"/>
              <a:gd name="connsiteX4" fmla="*/ 446467 w 567981"/>
              <a:gd name="connsiteY4" fmla="*/ 226303 h 605592"/>
              <a:gd name="connsiteX5" fmla="*/ 484572 w 567981"/>
              <a:gd name="connsiteY5" fmla="*/ 226303 h 605592"/>
              <a:gd name="connsiteX6" fmla="*/ 484572 w 567981"/>
              <a:gd name="connsiteY6" fmla="*/ 523454 h 605592"/>
              <a:gd name="connsiteX7" fmla="*/ 446467 w 567981"/>
              <a:gd name="connsiteY7" fmla="*/ 523454 h 605592"/>
              <a:gd name="connsiteX8" fmla="*/ 83479 w 567981"/>
              <a:gd name="connsiteY8" fmla="*/ 226303 h 605592"/>
              <a:gd name="connsiteX9" fmla="*/ 121443 w 567981"/>
              <a:gd name="connsiteY9" fmla="*/ 226303 h 605592"/>
              <a:gd name="connsiteX10" fmla="*/ 121443 w 567981"/>
              <a:gd name="connsiteY10" fmla="*/ 523454 h 605592"/>
              <a:gd name="connsiteX11" fmla="*/ 83479 w 567981"/>
              <a:gd name="connsiteY11" fmla="*/ 523454 h 605592"/>
              <a:gd name="connsiteX12" fmla="*/ 284002 w 567981"/>
              <a:gd name="connsiteY12" fmla="*/ 214660 h 605592"/>
              <a:gd name="connsiteX13" fmla="*/ 359743 w 567981"/>
              <a:gd name="connsiteY13" fmla="*/ 345858 h 605592"/>
              <a:gd name="connsiteX14" fmla="*/ 302937 w 567981"/>
              <a:gd name="connsiteY14" fmla="*/ 345858 h 605592"/>
              <a:gd name="connsiteX15" fmla="*/ 302937 w 567981"/>
              <a:gd name="connsiteY15" fmla="*/ 466578 h 605592"/>
              <a:gd name="connsiteX16" fmla="*/ 264974 w 567981"/>
              <a:gd name="connsiteY16" fmla="*/ 466578 h 605592"/>
              <a:gd name="connsiteX17" fmla="*/ 264974 w 567981"/>
              <a:gd name="connsiteY17" fmla="*/ 345858 h 605592"/>
              <a:gd name="connsiteX18" fmla="*/ 208168 w 567981"/>
              <a:gd name="connsiteY18" fmla="*/ 345858 h 605592"/>
              <a:gd name="connsiteX19" fmla="*/ 284455 w 567981"/>
              <a:gd name="connsiteY19" fmla="*/ 0 h 605592"/>
              <a:gd name="connsiteX20" fmla="*/ 567981 w 567981"/>
              <a:gd name="connsiteY20" fmla="*/ 177904 h 605592"/>
              <a:gd name="connsiteX21" fmla="*/ 547743 w 567981"/>
              <a:gd name="connsiteY21" fmla="*/ 210073 h 605592"/>
              <a:gd name="connsiteX22" fmla="*/ 284362 w 567981"/>
              <a:gd name="connsiteY22" fmla="*/ 44777 h 605592"/>
              <a:gd name="connsiteX23" fmla="*/ 20146 w 567981"/>
              <a:gd name="connsiteY23" fmla="*/ 209795 h 605592"/>
              <a:gd name="connsiteX24" fmla="*/ 0 w 567981"/>
              <a:gd name="connsiteY24" fmla="*/ 177625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67981" h="605592">
                <a:moveTo>
                  <a:pt x="11643" y="567698"/>
                </a:moveTo>
                <a:lnTo>
                  <a:pt x="556337" y="567698"/>
                </a:lnTo>
                <a:lnTo>
                  <a:pt x="556337" y="605592"/>
                </a:lnTo>
                <a:lnTo>
                  <a:pt x="11643" y="605592"/>
                </a:lnTo>
                <a:close/>
                <a:moveTo>
                  <a:pt x="446467" y="226303"/>
                </a:moveTo>
                <a:lnTo>
                  <a:pt x="484572" y="226303"/>
                </a:lnTo>
                <a:lnTo>
                  <a:pt x="484572" y="523454"/>
                </a:lnTo>
                <a:lnTo>
                  <a:pt x="446467" y="523454"/>
                </a:lnTo>
                <a:close/>
                <a:moveTo>
                  <a:pt x="83479" y="226303"/>
                </a:moveTo>
                <a:lnTo>
                  <a:pt x="121443" y="226303"/>
                </a:lnTo>
                <a:lnTo>
                  <a:pt x="121443" y="523454"/>
                </a:lnTo>
                <a:lnTo>
                  <a:pt x="83479" y="523454"/>
                </a:lnTo>
                <a:close/>
                <a:moveTo>
                  <a:pt x="284002" y="214660"/>
                </a:moveTo>
                <a:lnTo>
                  <a:pt x="359743" y="345858"/>
                </a:lnTo>
                <a:lnTo>
                  <a:pt x="302937" y="345858"/>
                </a:lnTo>
                <a:lnTo>
                  <a:pt x="302937" y="466578"/>
                </a:lnTo>
                <a:lnTo>
                  <a:pt x="264974" y="466578"/>
                </a:lnTo>
                <a:lnTo>
                  <a:pt x="264974" y="345858"/>
                </a:lnTo>
                <a:lnTo>
                  <a:pt x="208168" y="345858"/>
                </a:lnTo>
                <a:close/>
                <a:moveTo>
                  <a:pt x="284455" y="0"/>
                </a:moveTo>
                <a:lnTo>
                  <a:pt x="567981" y="177904"/>
                </a:lnTo>
                <a:lnTo>
                  <a:pt x="547743" y="210073"/>
                </a:lnTo>
                <a:lnTo>
                  <a:pt x="284362" y="44777"/>
                </a:lnTo>
                <a:lnTo>
                  <a:pt x="20146" y="209795"/>
                </a:lnTo>
                <a:lnTo>
                  <a:pt x="0" y="1776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70021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参考文献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2928" y="1015683"/>
            <a:ext cx="11266145" cy="2964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[1]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车文博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心理咨询大百科全书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阅杭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.[M].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杭州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浙江科学技术出版社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,2001: 12.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[2]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徐小军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大学生学习适应性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_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结构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_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发展特点与影响因素研究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》.[D].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重庆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西南师范大学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.2004.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[3]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陶沙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从生命全程发展观论大学生入学适应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》.[J].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北京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师范大学学报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,2000,(2): 82.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[4]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吴海霞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母亲教养方式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_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母子依恋与小班幼儿入园适应的关系研究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》.[D].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北京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首都师范大学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.2009.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[5]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程淮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籍孝诚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要重视中国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0—3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岁儿童发展与早期教育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[J],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中国儿童保健杂志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,2001 (1):12—13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[6]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张秀玲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吴英华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王丽英等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婴幼儿早期教育社区服务模式的研究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[J],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中国儿童保健杂志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,2003 ⑵’ 119—120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[7]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刘晃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一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岁亲子园课程之解析厂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华东师范大学硕士学位论文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,2008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[8]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刘凤婷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早期教育初探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[J〕.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人口与计划生育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,2006 (8)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[9]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李琪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万淑荣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广州市婴儿早期教育的现状和发展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中国社区医生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,2007 (14)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00831" y="4150594"/>
            <a:ext cx="11590338" cy="241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 rot="16200000" flipH="1">
            <a:off x="5891972" y="130273"/>
            <a:ext cx="408057" cy="7468109"/>
          </a:xfrm>
          <a:prstGeom prst="roundRect">
            <a:avLst>
              <a:gd name="adj" fmla="val 50000"/>
            </a:avLst>
          </a:prstGeom>
          <a:solidFill>
            <a:srgbClr val="68B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49058" y="2789645"/>
            <a:ext cx="70938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19154" y="3668246"/>
            <a:ext cx="6753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 GIVE ME AS MUCH CRITICISM AS POSSIBLE</a:t>
            </a:r>
            <a:endParaRPr lang="zh-CN" altLang="en-US" sz="2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392990" y="3119668"/>
            <a:ext cx="7406020" cy="156067"/>
            <a:chOff x="2392990" y="3119668"/>
            <a:chExt cx="7406020" cy="156067"/>
          </a:xfrm>
        </p:grpSpPr>
        <p:sp>
          <p:nvSpPr>
            <p:cNvPr id="6" name="椭圆 5"/>
            <p:cNvSpPr/>
            <p:nvPr/>
          </p:nvSpPr>
          <p:spPr>
            <a:xfrm>
              <a:off x="2392990" y="3119668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9642943" y="3119668"/>
              <a:ext cx="156067" cy="156067"/>
            </a:xfrm>
            <a:prstGeom prst="ellipse">
              <a:avLst/>
            </a:prstGeom>
            <a:solidFill>
              <a:srgbClr val="68B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1580</Words>
  <Application>Microsoft Office PowerPoint</Application>
  <PresentationFormat>宽屏</PresentationFormat>
  <Paragraphs>132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Calibri</vt:lpstr>
      <vt:lpstr>Impact</vt:lpstr>
      <vt:lpstr>等线</vt:lpstr>
      <vt:lpstr>等线 Light</vt:lpstr>
      <vt:lpstr>微软雅黑</vt:lpstr>
      <vt:lpstr>微软雅黑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 Pang</dc:creator>
  <cp:lastModifiedBy>蜜桃收藏馆</cp:lastModifiedBy>
  <cp:revision>18</cp:revision>
  <dcterms:created xsi:type="dcterms:W3CDTF">2021-03-21T06:14:00Z</dcterms:created>
  <dcterms:modified xsi:type="dcterms:W3CDTF">2021-06-04T08:58:27Z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